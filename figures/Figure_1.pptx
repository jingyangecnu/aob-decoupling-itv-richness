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3090767" cy="185405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055778" y="952357"/>
              <a:ext cx="2928011" cy="185405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65010" y="2806407"/>
              <a:ext cx="3090767" cy="185405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055778" y="2806407"/>
              <a:ext cx="2928011" cy="185405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4660457"/>
              <a:ext cx="3090767" cy="23359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055778" y="4660457"/>
              <a:ext cx="2928011" cy="23359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342663" y="1185068"/>
              <a:ext cx="2662504" cy="14190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425719" y="234260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473552" y="227238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476927" y="2378284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579893" y="237536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504299" y="240133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586077" y="225303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428342" y="217029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488409" y="235913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555938" y="243117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591744" y="223249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269705" y="243955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275259" y="237609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134135" y="177243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149443" y="229541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199946" y="236997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305147" y="243397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293832" y="245973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247147" y="228724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227787" y="164698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162031" y="183363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177609" y="245031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330410" y="224730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145016" y="219119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294043" y="220108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217518" y="236292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246194" y="230300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145041" y="182566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207409" y="196219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3051780" y="2398968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3041790" y="218167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18907" y="241156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022694" y="250169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092749" y="224736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61817" y="238839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886813" y="147445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067789" y="243412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901766" y="209112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082846" y="175823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3013386" y="121160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912624" y="199107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960343" y="215669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090436" y="201672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932150" y="213078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062054" y="228261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011054" y="219574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058967" y="218129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930397" y="228135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098445" y="227084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757496" y="228804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793102" y="228579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648056" y="2242493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722260" y="237966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674585" y="200990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678424" y="202798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716564" y="224469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728044" y="216939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754858" y="208052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735968" y="185662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770929" y="192288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757006" y="178690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795062" y="201769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641633" y="195263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803649" y="234819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639019" y="218614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846177" y="209432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773995" y="215491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753866" y="189911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838207" y="212615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648099" y="199300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837291" y="188318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821589" y="204816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662072" y="201829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1521476" y="1937419"/>
              <a:ext cx="2260913" cy="557289"/>
            </a:xfrm>
            <a:custGeom>
              <a:avLst/>
              <a:pathLst>
                <a:path w="2260913" h="557289">
                  <a:moveTo>
                    <a:pt x="0" y="158167"/>
                  </a:moveTo>
                  <a:lnTo>
                    <a:pt x="1194487" y="151790"/>
                  </a:lnTo>
                  <a:lnTo>
                    <a:pt x="1507275" y="120652"/>
                  </a:lnTo>
                  <a:lnTo>
                    <a:pt x="1948125" y="55361"/>
                  </a:lnTo>
                  <a:lnTo>
                    <a:pt x="2260913" y="0"/>
                  </a:lnTo>
                  <a:lnTo>
                    <a:pt x="2260913" y="361142"/>
                  </a:lnTo>
                  <a:lnTo>
                    <a:pt x="1948125" y="354799"/>
                  </a:lnTo>
                  <a:lnTo>
                    <a:pt x="1507275" y="358594"/>
                  </a:lnTo>
                  <a:lnTo>
                    <a:pt x="1194487" y="376474"/>
                  </a:lnTo>
                  <a:lnTo>
                    <a:pt x="0" y="55728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521476" y="1937419"/>
              <a:ext cx="2260913" cy="158167"/>
            </a:xfrm>
            <a:custGeom>
              <a:avLst/>
              <a:pathLst>
                <a:path w="2260913" h="158167">
                  <a:moveTo>
                    <a:pt x="0" y="158167"/>
                  </a:moveTo>
                  <a:lnTo>
                    <a:pt x="1194487" y="151790"/>
                  </a:lnTo>
                  <a:lnTo>
                    <a:pt x="1507275" y="120652"/>
                  </a:lnTo>
                  <a:lnTo>
                    <a:pt x="1948125" y="55361"/>
                  </a:lnTo>
                  <a:lnTo>
                    <a:pt x="22609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521476" y="2292219"/>
              <a:ext cx="2260913" cy="202490"/>
            </a:xfrm>
            <a:custGeom>
              <a:avLst/>
              <a:pathLst>
                <a:path w="2260913" h="202490">
                  <a:moveTo>
                    <a:pt x="2260913" y="6343"/>
                  </a:moveTo>
                  <a:lnTo>
                    <a:pt x="1948125" y="0"/>
                  </a:lnTo>
                  <a:lnTo>
                    <a:pt x="1507275" y="3795"/>
                  </a:lnTo>
                  <a:lnTo>
                    <a:pt x="1194487" y="21675"/>
                  </a:lnTo>
                  <a:lnTo>
                    <a:pt x="0" y="2024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521476" y="2117991"/>
              <a:ext cx="2260913" cy="177157"/>
            </a:xfrm>
            <a:custGeom>
              <a:avLst/>
              <a:pathLst>
                <a:path w="2260913" h="177157">
                  <a:moveTo>
                    <a:pt x="0" y="177157"/>
                  </a:moveTo>
                  <a:lnTo>
                    <a:pt x="1194487" y="83561"/>
                  </a:lnTo>
                  <a:lnTo>
                    <a:pt x="1507275" y="59052"/>
                  </a:lnTo>
                  <a:lnTo>
                    <a:pt x="1948125" y="24508"/>
                  </a:lnTo>
                  <a:lnTo>
                    <a:pt x="2260913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tx88"/>
            <p:cNvSpPr/>
            <p:nvPr/>
          </p:nvSpPr>
          <p:spPr>
            <a:xfrm>
              <a:off x="3239181" y="1261015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0" name="tx89"/>
            <p:cNvSpPr/>
            <p:nvPr/>
          </p:nvSpPr>
          <p:spPr>
            <a:xfrm>
              <a:off x="3319977" y="1260924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0.271</a:t>
              </a:r>
            </a:p>
          </p:txBody>
        </p:sp>
        <p:sp>
          <p:nvSpPr>
            <p:cNvPr id="91" name="rc90"/>
            <p:cNvSpPr/>
            <p:nvPr/>
          </p:nvSpPr>
          <p:spPr>
            <a:xfrm>
              <a:off x="1342663" y="1185068"/>
              <a:ext cx="2662504" cy="141909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342663" y="1185068"/>
              <a:ext cx="0" cy="1419094"/>
            </a:xfrm>
            <a:custGeom>
              <a:avLst/>
              <a:pathLst>
                <a:path w="0" h="1419094">
                  <a:moveTo>
                    <a:pt x="0" y="1419094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tx92"/>
            <p:cNvSpPr/>
            <p:nvPr/>
          </p:nvSpPr>
          <p:spPr>
            <a:xfrm rot="-5400000">
              <a:off x="1152636" y="230053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4" name="tx93"/>
            <p:cNvSpPr/>
            <p:nvPr/>
          </p:nvSpPr>
          <p:spPr>
            <a:xfrm rot="-5400000">
              <a:off x="1152636" y="191510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5" name="tx94"/>
            <p:cNvSpPr/>
            <p:nvPr/>
          </p:nvSpPr>
          <p:spPr>
            <a:xfrm rot="-5400000">
              <a:off x="1152636" y="152967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96" name="tx95"/>
            <p:cNvSpPr/>
            <p:nvPr/>
          </p:nvSpPr>
          <p:spPr>
            <a:xfrm rot="-5400000">
              <a:off x="1120861" y="1144241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97" name="pl96"/>
            <p:cNvSpPr/>
            <p:nvPr/>
          </p:nvSpPr>
          <p:spPr>
            <a:xfrm>
              <a:off x="1311032" y="234154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311032" y="195611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311032" y="157068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311032" y="118525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342663" y="2604163"/>
              <a:ext cx="2662504" cy="0"/>
            </a:xfrm>
            <a:custGeom>
              <a:avLst/>
              <a:pathLst>
                <a:path w="2662504" h="0">
                  <a:moveTo>
                    <a:pt x="0" y="0"/>
                  </a:moveTo>
                  <a:lnTo>
                    <a:pt x="2662504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521476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2275114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3028751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3782389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5"/>
            <p:cNvSpPr/>
            <p:nvPr/>
          </p:nvSpPr>
          <p:spPr>
            <a:xfrm>
              <a:off x="1489700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2243338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2996976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3750614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1342663" y="990315"/>
              <a:ext cx="111757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1" name="rc110"/>
            <p:cNvSpPr/>
            <p:nvPr/>
          </p:nvSpPr>
          <p:spPr>
            <a:xfrm>
              <a:off x="4270675" y="1185068"/>
              <a:ext cx="2662504" cy="14190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4376052" y="220628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4379815" y="142839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4464092" y="2199086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493034" y="210776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353730" y="227612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361873" y="166367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461561" y="126709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401333" y="198528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381623" y="246531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445011" y="194891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5204023" y="248442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080729" y="166433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080351" y="212123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091062" y="250169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288073" y="183166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225310" y="121160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103567" y="247179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095601" y="241844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149272" y="214309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245023" y="247763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097770" y="228926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166620" y="247475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5117736" y="203914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156775" y="191817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100567" y="197209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102712" y="179485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148543" y="225961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209703" y="246839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5923878" y="2240299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842721" y="232514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5968874" y="241688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930590" y="219796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848663" y="172338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923717" y="140642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952094" y="162035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980155" y="226859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865434" y="221591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6002197" y="168856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6027792" y="187718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987892" y="239390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945180" y="164257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985862" y="182142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878363" y="199676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906282" y="236738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951430" y="1988640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834128" y="234257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821624" y="180311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922229" y="200148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6593921" y="210240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734565" y="223596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774189" y="2288333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755804" y="208612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592654" y="197470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679487" y="202278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756246" y="223452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626459" y="204468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663049" y="226826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741164" y="216194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671779" y="200675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727662" y="171737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696148" y="225658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615371" y="244757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751700" y="231656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762023" y="210963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763919" y="222872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750640" y="208695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564273" y="206568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754982" y="190662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748067" y="194719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700089" y="201009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641640" y="235155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609430" y="207982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4482635" y="1881542"/>
              <a:ext cx="2225213" cy="404900"/>
            </a:xfrm>
            <a:custGeom>
              <a:avLst/>
              <a:pathLst>
                <a:path w="2225213" h="404900">
                  <a:moveTo>
                    <a:pt x="0" y="0"/>
                  </a:moveTo>
                  <a:lnTo>
                    <a:pt x="1175626" y="102941"/>
                  </a:lnTo>
                  <a:lnTo>
                    <a:pt x="1483475" y="119740"/>
                  </a:lnTo>
                  <a:lnTo>
                    <a:pt x="1917364" y="135305"/>
                  </a:lnTo>
                  <a:lnTo>
                    <a:pt x="2225213" y="141440"/>
                  </a:lnTo>
                  <a:lnTo>
                    <a:pt x="2225213" y="404900"/>
                  </a:lnTo>
                  <a:lnTo>
                    <a:pt x="1917364" y="377527"/>
                  </a:lnTo>
                  <a:lnTo>
                    <a:pt x="1483475" y="345864"/>
                  </a:lnTo>
                  <a:lnTo>
                    <a:pt x="1175626" y="329155"/>
                  </a:lnTo>
                  <a:lnTo>
                    <a:pt x="0" y="30413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4482635" y="1881542"/>
              <a:ext cx="2225213" cy="141440"/>
            </a:xfrm>
            <a:custGeom>
              <a:avLst/>
              <a:pathLst>
                <a:path w="2225213" h="141440">
                  <a:moveTo>
                    <a:pt x="0" y="0"/>
                  </a:moveTo>
                  <a:lnTo>
                    <a:pt x="1175626" y="102941"/>
                  </a:lnTo>
                  <a:lnTo>
                    <a:pt x="1483475" y="119740"/>
                  </a:lnTo>
                  <a:lnTo>
                    <a:pt x="1917364" y="135305"/>
                  </a:lnTo>
                  <a:lnTo>
                    <a:pt x="2225213" y="1414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4482635" y="2185676"/>
              <a:ext cx="2225213" cy="100766"/>
            </a:xfrm>
            <a:custGeom>
              <a:avLst/>
              <a:pathLst>
                <a:path w="2225213" h="100766">
                  <a:moveTo>
                    <a:pt x="2225213" y="100766"/>
                  </a:moveTo>
                  <a:lnTo>
                    <a:pt x="1917364" y="73393"/>
                  </a:lnTo>
                  <a:lnTo>
                    <a:pt x="1483475" y="41731"/>
                  </a:lnTo>
                  <a:lnTo>
                    <a:pt x="1175626" y="250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482635" y="2033609"/>
              <a:ext cx="2225213" cy="121103"/>
            </a:xfrm>
            <a:custGeom>
              <a:avLst/>
              <a:pathLst>
                <a:path w="2225213" h="121103">
                  <a:moveTo>
                    <a:pt x="0" y="0"/>
                  </a:moveTo>
                  <a:lnTo>
                    <a:pt x="1175626" y="63981"/>
                  </a:lnTo>
                  <a:lnTo>
                    <a:pt x="1483475" y="80735"/>
                  </a:lnTo>
                  <a:lnTo>
                    <a:pt x="1917364" y="104349"/>
                  </a:lnTo>
                  <a:lnTo>
                    <a:pt x="2225213" y="121103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8" name="tx187"/>
            <p:cNvSpPr/>
            <p:nvPr/>
          </p:nvSpPr>
          <p:spPr>
            <a:xfrm>
              <a:off x="6164641" y="1261024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89" name="tx188"/>
            <p:cNvSpPr/>
            <p:nvPr/>
          </p:nvSpPr>
          <p:spPr>
            <a:xfrm>
              <a:off x="6245437" y="1260933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0.163</a:t>
              </a:r>
            </a:p>
          </p:txBody>
        </p:sp>
        <p:sp>
          <p:nvSpPr>
            <p:cNvPr id="190" name="rc189"/>
            <p:cNvSpPr/>
            <p:nvPr/>
          </p:nvSpPr>
          <p:spPr>
            <a:xfrm>
              <a:off x="4270675" y="1185068"/>
              <a:ext cx="2662504" cy="141909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270675" y="1185068"/>
              <a:ext cx="0" cy="1419094"/>
            </a:xfrm>
            <a:custGeom>
              <a:avLst/>
              <a:pathLst>
                <a:path w="0" h="1419094">
                  <a:moveTo>
                    <a:pt x="0" y="1419094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tx191"/>
            <p:cNvSpPr/>
            <p:nvPr/>
          </p:nvSpPr>
          <p:spPr>
            <a:xfrm rot="-5400000">
              <a:off x="4096512" y="2287254"/>
              <a:ext cx="12710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3" name="tx192"/>
            <p:cNvSpPr/>
            <p:nvPr/>
          </p:nvSpPr>
          <p:spPr>
            <a:xfrm rot="-5400000">
              <a:off x="4096512" y="1818357"/>
              <a:ext cx="12710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4" name="tx193"/>
            <p:cNvSpPr/>
            <p:nvPr/>
          </p:nvSpPr>
          <p:spPr>
            <a:xfrm rot="-5400000">
              <a:off x="4096512" y="1349460"/>
              <a:ext cx="12710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5" name="pl194"/>
            <p:cNvSpPr/>
            <p:nvPr/>
          </p:nvSpPr>
          <p:spPr>
            <a:xfrm>
              <a:off x="4239044" y="232826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4239044" y="185936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4239044" y="139047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4270675" y="2604163"/>
              <a:ext cx="2662504" cy="0"/>
            </a:xfrm>
            <a:custGeom>
              <a:avLst/>
              <a:pathLst>
                <a:path w="2662504" h="0">
                  <a:moveTo>
                    <a:pt x="0" y="0"/>
                  </a:moveTo>
                  <a:lnTo>
                    <a:pt x="2662504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4482635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5224373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5966111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6707849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tx202"/>
            <p:cNvSpPr/>
            <p:nvPr/>
          </p:nvSpPr>
          <p:spPr>
            <a:xfrm>
              <a:off x="4450860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04" name="tx203"/>
            <p:cNvSpPr/>
            <p:nvPr/>
          </p:nvSpPr>
          <p:spPr>
            <a:xfrm>
              <a:off x="5192598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05" name="tx204"/>
            <p:cNvSpPr/>
            <p:nvPr/>
          </p:nvSpPr>
          <p:spPr>
            <a:xfrm>
              <a:off x="5934336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06" name="tx205"/>
            <p:cNvSpPr/>
            <p:nvPr/>
          </p:nvSpPr>
          <p:spPr>
            <a:xfrm>
              <a:off x="6676074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07" name="tx206"/>
            <p:cNvSpPr/>
            <p:nvPr/>
          </p:nvSpPr>
          <p:spPr>
            <a:xfrm>
              <a:off x="4270675" y="990315"/>
              <a:ext cx="11097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8" name="rc207"/>
            <p:cNvSpPr/>
            <p:nvPr/>
          </p:nvSpPr>
          <p:spPr>
            <a:xfrm>
              <a:off x="1342663" y="3039118"/>
              <a:ext cx="2662504" cy="14190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517018" y="423672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600384" y="409473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495110" y="4297201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460471" y="417426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452107" y="420146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425719" y="407968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1555141" y="377492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1455017" y="417329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1519280" y="412980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1574296" y="407969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314369" y="430604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291860" y="435139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322736" y="326201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272481" y="423256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311481" y="425640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185759" y="410349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306723" y="425578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175894" y="425932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281030" y="368877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221036" y="381520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315840" y="402101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301182" y="409883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342725" y="395486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276789" y="415324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202240" y="417619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364783" y="405685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258511" y="355217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317735" y="378508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087392" y="4046224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898870" y="394514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2945396" y="434083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2912258" y="433395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905762" y="414320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977991" y="434388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2906095" y="345395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2919092" y="436111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078662" y="389562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2989796" y="328533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2967039" y="317853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097409" y="388001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31792" y="375306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054533" y="371012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083562" y="374566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106960" y="427215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2971814" y="370037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063396" y="409757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083952" y="411483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102935" y="392667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788269" y="391211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833371" y="401502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662476" y="3944046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693256" y="422183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820315" y="370286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768281" y="403450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754874" y="414701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713175" y="386381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714392" y="379749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710210" y="352042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846177" y="354437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638643" y="352461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815436" y="362498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796525" y="387032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719046" y="389742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837605" y="380010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736638" y="376219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759528" y="375017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717769" y="3573205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827648" y="368926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802699" y="373244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702855" y="354524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3749543" y="376360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832973" y="359494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1560405" y="3643751"/>
              <a:ext cx="2219743" cy="711411"/>
            </a:xfrm>
            <a:custGeom>
              <a:avLst/>
              <a:pathLst>
                <a:path w="2219743" h="711411">
                  <a:moveTo>
                    <a:pt x="0" y="290122"/>
                  </a:moveTo>
                  <a:lnTo>
                    <a:pt x="1172736" y="214861"/>
                  </a:lnTo>
                  <a:lnTo>
                    <a:pt x="1479828" y="165609"/>
                  </a:lnTo>
                  <a:lnTo>
                    <a:pt x="1912650" y="74323"/>
                  </a:lnTo>
                  <a:lnTo>
                    <a:pt x="2219743" y="0"/>
                  </a:lnTo>
                  <a:lnTo>
                    <a:pt x="2219743" y="377897"/>
                  </a:lnTo>
                  <a:lnTo>
                    <a:pt x="1912650" y="389851"/>
                  </a:lnTo>
                  <a:lnTo>
                    <a:pt x="1479828" y="420166"/>
                  </a:lnTo>
                  <a:lnTo>
                    <a:pt x="1172736" y="457192"/>
                  </a:lnTo>
                  <a:lnTo>
                    <a:pt x="0" y="71141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1560405" y="3643751"/>
              <a:ext cx="2219743" cy="290122"/>
            </a:xfrm>
            <a:custGeom>
              <a:avLst/>
              <a:pathLst>
                <a:path w="2219743" h="290122">
                  <a:moveTo>
                    <a:pt x="0" y="290122"/>
                  </a:moveTo>
                  <a:lnTo>
                    <a:pt x="1172736" y="214861"/>
                  </a:lnTo>
                  <a:lnTo>
                    <a:pt x="1479828" y="165609"/>
                  </a:lnTo>
                  <a:lnTo>
                    <a:pt x="1912650" y="74323"/>
                  </a:lnTo>
                  <a:lnTo>
                    <a:pt x="22197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1560405" y="4021649"/>
              <a:ext cx="2219743" cy="333513"/>
            </a:xfrm>
            <a:custGeom>
              <a:avLst/>
              <a:pathLst>
                <a:path w="2219743" h="333513">
                  <a:moveTo>
                    <a:pt x="2219743" y="0"/>
                  </a:moveTo>
                  <a:lnTo>
                    <a:pt x="1912650" y="11953"/>
                  </a:lnTo>
                  <a:lnTo>
                    <a:pt x="1479828" y="42268"/>
                  </a:lnTo>
                  <a:lnTo>
                    <a:pt x="1172736" y="79294"/>
                  </a:lnTo>
                  <a:lnTo>
                    <a:pt x="0" y="3335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1560405" y="3832700"/>
              <a:ext cx="2219743" cy="311818"/>
            </a:xfrm>
            <a:custGeom>
              <a:avLst/>
              <a:pathLst>
                <a:path w="2219743" h="311818">
                  <a:moveTo>
                    <a:pt x="0" y="311818"/>
                  </a:moveTo>
                  <a:lnTo>
                    <a:pt x="1172736" y="147078"/>
                  </a:lnTo>
                  <a:lnTo>
                    <a:pt x="1479828" y="103939"/>
                  </a:lnTo>
                  <a:lnTo>
                    <a:pt x="1912650" y="43138"/>
                  </a:lnTo>
                  <a:lnTo>
                    <a:pt x="2219743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tx284"/>
            <p:cNvSpPr/>
            <p:nvPr/>
          </p:nvSpPr>
          <p:spPr>
            <a:xfrm>
              <a:off x="3236940" y="3160104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286" name="tx285"/>
            <p:cNvSpPr/>
            <p:nvPr/>
          </p:nvSpPr>
          <p:spPr>
            <a:xfrm>
              <a:off x="3317736" y="3160012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0.074</a:t>
              </a:r>
            </a:p>
          </p:txBody>
        </p:sp>
        <p:sp>
          <p:nvSpPr>
            <p:cNvPr id="287" name="rc286"/>
            <p:cNvSpPr/>
            <p:nvPr/>
          </p:nvSpPr>
          <p:spPr>
            <a:xfrm>
              <a:off x="1342663" y="3039118"/>
              <a:ext cx="2662504" cy="141909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1342663" y="3039118"/>
              <a:ext cx="0" cy="1419094"/>
            </a:xfrm>
            <a:custGeom>
              <a:avLst/>
              <a:pathLst>
                <a:path w="0" h="1419094">
                  <a:moveTo>
                    <a:pt x="0" y="1419094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tx288"/>
            <p:cNvSpPr/>
            <p:nvPr/>
          </p:nvSpPr>
          <p:spPr>
            <a:xfrm rot="-5400000">
              <a:off x="1152636" y="436552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90" name="tx289"/>
            <p:cNvSpPr/>
            <p:nvPr/>
          </p:nvSpPr>
          <p:spPr>
            <a:xfrm rot="-5400000">
              <a:off x="1152636" y="410356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91" name="tx290"/>
            <p:cNvSpPr/>
            <p:nvPr/>
          </p:nvSpPr>
          <p:spPr>
            <a:xfrm rot="-5400000">
              <a:off x="1152636" y="384160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92" name="tx291"/>
            <p:cNvSpPr/>
            <p:nvPr/>
          </p:nvSpPr>
          <p:spPr>
            <a:xfrm rot="-5400000">
              <a:off x="1152636" y="357964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93" name="tx292"/>
            <p:cNvSpPr/>
            <p:nvPr/>
          </p:nvSpPr>
          <p:spPr>
            <a:xfrm rot="-5400000">
              <a:off x="1152636" y="331769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94" name="tx293"/>
            <p:cNvSpPr/>
            <p:nvPr/>
          </p:nvSpPr>
          <p:spPr>
            <a:xfrm rot="-5400000">
              <a:off x="1152636" y="3055734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3.5</a:t>
              </a:r>
            </a:p>
          </p:txBody>
        </p:sp>
        <p:sp>
          <p:nvSpPr>
            <p:cNvPr id="295" name="pl294"/>
            <p:cNvSpPr/>
            <p:nvPr/>
          </p:nvSpPr>
          <p:spPr>
            <a:xfrm>
              <a:off x="1311032" y="440653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311032" y="414457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311032" y="388261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311032" y="362066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1311032" y="335870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1311032" y="309674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1342663" y="4458213"/>
              <a:ext cx="2662504" cy="0"/>
            </a:xfrm>
            <a:custGeom>
              <a:avLst/>
              <a:pathLst>
                <a:path w="2662504" h="0">
                  <a:moveTo>
                    <a:pt x="0" y="0"/>
                  </a:moveTo>
                  <a:lnTo>
                    <a:pt x="2662504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1560405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2300320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3040234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4"/>
            <p:cNvSpPr/>
            <p:nvPr/>
          </p:nvSpPr>
          <p:spPr>
            <a:xfrm>
              <a:off x="3780148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tx305"/>
            <p:cNvSpPr/>
            <p:nvPr/>
          </p:nvSpPr>
          <p:spPr>
            <a:xfrm>
              <a:off x="1528630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7" name="tx306"/>
            <p:cNvSpPr/>
            <p:nvPr/>
          </p:nvSpPr>
          <p:spPr>
            <a:xfrm>
              <a:off x="2268544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8" name="tx307"/>
            <p:cNvSpPr/>
            <p:nvPr/>
          </p:nvSpPr>
          <p:spPr>
            <a:xfrm>
              <a:off x="3008458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09" name="tx308"/>
            <p:cNvSpPr/>
            <p:nvPr/>
          </p:nvSpPr>
          <p:spPr>
            <a:xfrm>
              <a:off x="3748373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10" name="tx309"/>
            <p:cNvSpPr/>
            <p:nvPr/>
          </p:nvSpPr>
          <p:spPr>
            <a:xfrm rot="-5400000">
              <a:off x="41327" y="3698556"/>
              <a:ext cx="19869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311" name="tx310"/>
            <p:cNvSpPr/>
            <p:nvPr/>
          </p:nvSpPr>
          <p:spPr>
            <a:xfrm>
              <a:off x="1342663" y="2844365"/>
              <a:ext cx="98608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12" name="rc311"/>
            <p:cNvSpPr/>
            <p:nvPr/>
          </p:nvSpPr>
          <p:spPr>
            <a:xfrm>
              <a:off x="4270675" y="3039118"/>
              <a:ext cx="2662504" cy="14190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494921" y="393964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4442232" y="329890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416441" y="4003284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4399095" y="377680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367177" y="404920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4402466" y="321530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4353730" y="317853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4362810" y="352499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4429259" y="419094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4453944" y="383384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5112750" y="409407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112137" y="360983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270847" y="400638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250932" y="423241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170651" y="390038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5069871" y="358628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229404" y="431036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117489" y="420414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119154" y="407811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128726" y="430482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5258131" y="419443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241983" y="430388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203794" y="403934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5253341" y="398816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063336" y="375452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5143989" y="379336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144337" y="409187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5166886" y="436111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5833622" y="4082607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877771" y="414521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5848225" y="412081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5996148" y="417217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5876521" y="335924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5970216" y="340425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014573" y="391726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5978995" y="407318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5887786" y="418747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5930395" y="388677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5997588" y="368332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5839067" y="423732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012089" y="353554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5917799" y="386793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5973982" y="392499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020349" y="417763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5817340" y="3684928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5983298" y="391121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5827584" y="366233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5961677" y="388291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724012" y="403129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700128" y="412056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679486" y="3896280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753560" y="369296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657712" y="387320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572361" y="390867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595521" y="404500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697902" y="394781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738318" y="404446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702003" y="396652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601150" y="373158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577298" y="345906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756944" y="406006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763879" y="420929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641598" y="417898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729756" y="394404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673377" y="411465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628988" y="401477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774189" y="353448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6724184" y="384783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6581148" y="393368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6623836" y="388063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6719885" y="417109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6622502" y="383761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4451852" y="3752404"/>
              <a:ext cx="2255279" cy="349718"/>
            </a:xfrm>
            <a:custGeom>
              <a:avLst/>
              <a:pathLst>
                <a:path w="2255279" h="349718">
                  <a:moveTo>
                    <a:pt x="0" y="0"/>
                  </a:moveTo>
                  <a:lnTo>
                    <a:pt x="1191510" y="102037"/>
                  </a:lnTo>
                  <a:lnTo>
                    <a:pt x="1503519" y="116883"/>
                  </a:lnTo>
                  <a:lnTo>
                    <a:pt x="1943270" y="127771"/>
                  </a:lnTo>
                  <a:lnTo>
                    <a:pt x="2255279" y="129912"/>
                  </a:lnTo>
                  <a:lnTo>
                    <a:pt x="2255279" y="349718"/>
                  </a:lnTo>
                  <a:lnTo>
                    <a:pt x="1943270" y="322406"/>
                  </a:lnTo>
                  <a:lnTo>
                    <a:pt x="1503519" y="291783"/>
                  </a:lnTo>
                  <a:lnTo>
                    <a:pt x="1191510" y="277177"/>
                  </a:lnTo>
                  <a:lnTo>
                    <a:pt x="0" y="26674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4451852" y="3752404"/>
              <a:ext cx="2255279" cy="129912"/>
            </a:xfrm>
            <a:custGeom>
              <a:avLst/>
              <a:pathLst>
                <a:path w="2255279" h="129912">
                  <a:moveTo>
                    <a:pt x="0" y="0"/>
                  </a:moveTo>
                  <a:lnTo>
                    <a:pt x="1191510" y="102037"/>
                  </a:lnTo>
                  <a:lnTo>
                    <a:pt x="1503519" y="116883"/>
                  </a:lnTo>
                  <a:lnTo>
                    <a:pt x="1943270" y="127771"/>
                  </a:lnTo>
                  <a:lnTo>
                    <a:pt x="2255279" y="1299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4451852" y="4019145"/>
              <a:ext cx="2255279" cy="82977"/>
            </a:xfrm>
            <a:custGeom>
              <a:avLst/>
              <a:pathLst>
                <a:path w="2255279" h="82977">
                  <a:moveTo>
                    <a:pt x="2255279" y="82977"/>
                  </a:moveTo>
                  <a:lnTo>
                    <a:pt x="1943270" y="55665"/>
                  </a:lnTo>
                  <a:lnTo>
                    <a:pt x="1503519" y="25043"/>
                  </a:lnTo>
                  <a:lnTo>
                    <a:pt x="1191510" y="10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4451852" y="3885775"/>
              <a:ext cx="2255279" cy="106444"/>
            </a:xfrm>
            <a:custGeom>
              <a:avLst/>
              <a:pathLst>
                <a:path w="2255279" h="106444">
                  <a:moveTo>
                    <a:pt x="0" y="0"/>
                  </a:moveTo>
                  <a:lnTo>
                    <a:pt x="1191510" y="56237"/>
                  </a:lnTo>
                  <a:lnTo>
                    <a:pt x="1503519" y="70963"/>
                  </a:lnTo>
                  <a:lnTo>
                    <a:pt x="1943270" y="91718"/>
                  </a:lnTo>
                  <a:lnTo>
                    <a:pt x="2255279" y="106444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tx388"/>
            <p:cNvSpPr/>
            <p:nvPr/>
          </p:nvSpPr>
          <p:spPr>
            <a:xfrm>
              <a:off x="6163923" y="315828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90" name="tx389"/>
            <p:cNvSpPr/>
            <p:nvPr/>
          </p:nvSpPr>
          <p:spPr>
            <a:xfrm>
              <a:off x="6244719" y="3158197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0.213</a:t>
              </a:r>
            </a:p>
          </p:txBody>
        </p:sp>
        <p:sp>
          <p:nvSpPr>
            <p:cNvPr id="391" name="rc390"/>
            <p:cNvSpPr/>
            <p:nvPr/>
          </p:nvSpPr>
          <p:spPr>
            <a:xfrm>
              <a:off x="4270675" y="3039118"/>
              <a:ext cx="2662504" cy="141909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270675" y="3039118"/>
              <a:ext cx="0" cy="1419094"/>
            </a:xfrm>
            <a:custGeom>
              <a:avLst/>
              <a:pathLst>
                <a:path w="0" h="1419094">
                  <a:moveTo>
                    <a:pt x="0" y="1419094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tx392"/>
            <p:cNvSpPr/>
            <p:nvPr/>
          </p:nvSpPr>
          <p:spPr>
            <a:xfrm rot="-5400000">
              <a:off x="4128288" y="4244696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4" name="tx393"/>
            <p:cNvSpPr/>
            <p:nvPr/>
          </p:nvSpPr>
          <p:spPr>
            <a:xfrm rot="-5400000">
              <a:off x="4128288" y="400302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95" name="tx394"/>
            <p:cNvSpPr/>
            <p:nvPr/>
          </p:nvSpPr>
          <p:spPr>
            <a:xfrm rot="-5400000">
              <a:off x="4128288" y="376135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96" name="tx395"/>
            <p:cNvSpPr/>
            <p:nvPr/>
          </p:nvSpPr>
          <p:spPr>
            <a:xfrm rot="-5400000">
              <a:off x="4128288" y="3519678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397" name="tx396"/>
            <p:cNvSpPr/>
            <p:nvPr/>
          </p:nvSpPr>
          <p:spPr>
            <a:xfrm rot="-5400000">
              <a:off x="4128288" y="327800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398" name="tx397"/>
            <p:cNvSpPr/>
            <p:nvPr/>
          </p:nvSpPr>
          <p:spPr>
            <a:xfrm rot="-5400000">
              <a:off x="4128288" y="303633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</a:t>
              </a:r>
            </a:p>
          </p:txBody>
        </p:sp>
        <p:sp>
          <p:nvSpPr>
            <p:cNvPr id="399" name="pl398"/>
            <p:cNvSpPr/>
            <p:nvPr/>
          </p:nvSpPr>
          <p:spPr>
            <a:xfrm>
              <a:off x="4239044" y="428570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4239044" y="404403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0"/>
            <p:cNvSpPr/>
            <p:nvPr/>
          </p:nvSpPr>
          <p:spPr>
            <a:xfrm>
              <a:off x="4239044" y="380236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1"/>
            <p:cNvSpPr/>
            <p:nvPr/>
          </p:nvSpPr>
          <p:spPr>
            <a:xfrm>
              <a:off x="4239044" y="356068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2"/>
            <p:cNvSpPr/>
            <p:nvPr/>
          </p:nvSpPr>
          <p:spPr>
            <a:xfrm>
              <a:off x="4239044" y="331901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3"/>
            <p:cNvSpPr/>
            <p:nvPr/>
          </p:nvSpPr>
          <p:spPr>
            <a:xfrm>
              <a:off x="4239044" y="307734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4"/>
            <p:cNvSpPr/>
            <p:nvPr/>
          </p:nvSpPr>
          <p:spPr>
            <a:xfrm>
              <a:off x="4270675" y="4458213"/>
              <a:ext cx="2662504" cy="0"/>
            </a:xfrm>
            <a:custGeom>
              <a:avLst/>
              <a:pathLst>
                <a:path w="2662504" h="0">
                  <a:moveTo>
                    <a:pt x="0" y="0"/>
                  </a:moveTo>
                  <a:lnTo>
                    <a:pt x="2662504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5"/>
            <p:cNvSpPr/>
            <p:nvPr/>
          </p:nvSpPr>
          <p:spPr>
            <a:xfrm>
              <a:off x="4451852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6"/>
            <p:cNvSpPr/>
            <p:nvPr/>
          </p:nvSpPr>
          <p:spPr>
            <a:xfrm>
              <a:off x="5203612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7"/>
            <p:cNvSpPr/>
            <p:nvPr/>
          </p:nvSpPr>
          <p:spPr>
            <a:xfrm>
              <a:off x="5955372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8"/>
            <p:cNvSpPr/>
            <p:nvPr/>
          </p:nvSpPr>
          <p:spPr>
            <a:xfrm>
              <a:off x="6707131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tx409"/>
            <p:cNvSpPr/>
            <p:nvPr/>
          </p:nvSpPr>
          <p:spPr>
            <a:xfrm>
              <a:off x="4420077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1" name="tx410"/>
            <p:cNvSpPr/>
            <p:nvPr/>
          </p:nvSpPr>
          <p:spPr>
            <a:xfrm>
              <a:off x="5171837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2" name="tx411"/>
            <p:cNvSpPr/>
            <p:nvPr/>
          </p:nvSpPr>
          <p:spPr>
            <a:xfrm>
              <a:off x="5923596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3" name="tx412"/>
            <p:cNvSpPr/>
            <p:nvPr/>
          </p:nvSpPr>
          <p:spPr>
            <a:xfrm>
              <a:off x="6675356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14" name="tx413"/>
            <p:cNvSpPr/>
            <p:nvPr/>
          </p:nvSpPr>
          <p:spPr>
            <a:xfrm>
              <a:off x="4270675" y="2844365"/>
              <a:ext cx="97822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15" name="rc414"/>
            <p:cNvSpPr/>
            <p:nvPr/>
          </p:nvSpPr>
          <p:spPr>
            <a:xfrm>
              <a:off x="1342663" y="4893168"/>
              <a:ext cx="2662504" cy="14190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546240" y="581562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1593175" y="569289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590891" y="5766412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557316" y="593846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506962" y="608750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425719" y="578958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1603465" y="590904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1633010" y="594385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1554434" y="603758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1557847" y="574943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77465" y="592013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346971" y="523903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285106" y="538027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183515" y="560568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255753" y="573062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350541" y="621516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368200" y="596140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167101" y="555948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188233" y="511030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213922" y="503258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256204" y="581023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196231" y="554321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289027" y="535209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164988" y="548239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271280" y="595774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179390" y="590515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290788" y="539570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218530" y="544069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016498" y="5996396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971018" y="571132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3077347" y="581933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013842" y="606363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011312" y="568770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974572" y="595680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916893" y="516793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007568" y="588753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065692" y="559229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071727" y="540924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945092" y="508345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008676" y="529536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077046" y="590728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024846" y="552551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2975243" y="565596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988570" y="548198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986433" y="588130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036211" y="552158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2975995" y="584692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927989" y="580809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820757" y="585871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635175" y="581009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682624" y="5983569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684606" y="556905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670414" y="562752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779584" y="511454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846177" y="560415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729654" y="580793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782735" y="561887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665511" y="550798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765033" y="545118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747429" y="531673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3725055" y="576281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3647659" y="522122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3646700" y="604668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3824588" y="590743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3707970" y="574161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3821400" y="583083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3721981" y="570285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3788326" y="587271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3670411" y="567492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3646047" y="559876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3681599" y="561038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3845718" y="567094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568954" y="5493457"/>
              <a:ext cx="2209675" cy="425623"/>
            </a:xfrm>
            <a:custGeom>
              <a:avLst/>
              <a:pathLst>
                <a:path w="2209675" h="425623">
                  <a:moveTo>
                    <a:pt x="0" y="0"/>
                  </a:moveTo>
                  <a:lnTo>
                    <a:pt x="1167417" y="94201"/>
                  </a:lnTo>
                  <a:lnTo>
                    <a:pt x="1473117" y="85237"/>
                  </a:lnTo>
                  <a:lnTo>
                    <a:pt x="1903976" y="47154"/>
                  </a:lnTo>
                  <a:lnTo>
                    <a:pt x="2209675" y="10081"/>
                  </a:lnTo>
                  <a:lnTo>
                    <a:pt x="2209675" y="381762"/>
                  </a:lnTo>
                  <a:lnTo>
                    <a:pt x="1903976" y="349362"/>
                  </a:lnTo>
                  <a:lnTo>
                    <a:pt x="1473117" y="317865"/>
                  </a:lnTo>
                  <a:lnTo>
                    <a:pt x="1167417" y="313574"/>
                  </a:lnTo>
                  <a:lnTo>
                    <a:pt x="0" y="42562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89" name="pl488"/>
            <p:cNvSpPr/>
            <p:nvPr/>
          </p:nvSpPr>
          <p:spPr>
            <a:xfrm>
              <a:off x="1568954" y="5493457"/>
              <a:ext cx="2209675" cy="94201"/>
            </a:xfrm>
            <a:custGeom>
              <a:avLst/>
              <a:pathLst>
                <a:path w="2209675" h="94201">
                  <a:moveTo>
                    <a:pt x="0" y="0"/>
                  </a:moveTo>
                  <a:lnTo>
                    <a:pt x="1167417" y="94201"/>
                  </a:lnTo>
                  <a:lnTo>
                    <a:pt x="1473117" y="85237"/>
                  </a:lnTo>
                  <a:lnTo>
                    <a:pt x="1903976" y="47154"/>
                  </a:lnTo>
                  <a:lnTo>
                    <a:pt x="2209675" y="100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90" name="pl489"/>
            <p:cNvSpPr/>
            <p:nvPr/>
          </p:nvSpPr>
          <p:spPr>
            <a:xfrm>
              <a:off x="1568954" y="5807032"/>
              <a:ext cx="2209675" cy="112048"/>
            </a:xfrm>
            <a:custGeom>
              <a:avLst/>
              <a:pathLst>
                <a:path w="2209675" h="112048">
                  <a:moveTo>
                    <a:pt x="2209675" y="68187"/>
                  </a:moveTo>
                  <a:lnTo>
                    <a:pt x="1903976" y="35787"/>
                  </a:lnTo>
                  <a:lnTo>
                    <a:pt x="1473117" y="4290"/>
                  </a:lnTo>
                  <a:lnTo>
                    <a:pt x="1167417" y="0"/>
                  </a:lnTo>
                  <a:lnTo>
                    <a:pt x="0" y="1120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91" name="pl490"/>
            <p:cNvSpPr/>
            <p:nvPr/>
          </p:nvSpPr>
          <p:spPr>
            <a:xfrm>
              <a:off x="1568954" y="5689379"/>
              <a:ext cx="2209675" cy="16890"/>
            </a:xfrm>
            <a:custGeom>
              <a:avLst/>
              <a:pathLst>
                <a:path w="2209675" h="16890">
                  <a:moveTo>
                    <a:pt x="0" y="16890"/>
                  </a:moveTo>
                  <a:lnTo>
                    <a:pt x="1167417" y="7966"/>
                  </a:lnTo>
                  <a:lnTo>
                    <a:pt x="1473117" y="5630"/>
                  </a:lnTo>
                  <a:lnTo>
                    <a:pt x="1903976" y="2336"/>
                  </a:lnTo>
                  <a:lnTo>
                    <a:pt x="2209675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2" name="tx491"/>
            <p:cNvSpPr/>
            <p:nvPr/>
          </p:nvSpPr>
          <p:spPr>
            <a:xfrm>
              <a:off x="3235421" y="5012810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493" name="tx492"/>
            <p:cNvSpPr/>
            <p:nvPr/>
          </p:nvSpPr>
          <p:spPr>
            <a:xfrm>
              <a:off x="3316217" y="5012718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0.921</a:t>
              </a:r>
            </a:p>
          </p:txBody>
        </p:sp>
        <p:sp>
          <p:nvSpPr>
            <p:cNvPr id="494" name="rc493"/>
            <p:cNvSpPr/>
            <p:nvPr/>
          </p:nvSpPr>
          <p:spPr>
            <a:xfrm>
              <a:off x="1342663" y="4893168"/>
              <a:ext cx="2662504" cy="141909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342663" y="4893168"/>
              <a:ext cx="0" cy="1419094"/>
            </a:xfrm>
            <a:custGeom>
              <a:avLst/>
              <a:pathLst>
                <a:path w="0" h="1419094">
                  <a:moveTo>
                    <a:pt x="0" y="1419094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tx495"/>
            <p:cNvSpPr/>
            <p:nvPr/>
          </p:nvSpPr>
          <p:spPr>
            <a:xfrm rot="-5400000">
              <a:off x="1152636" y="618407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97" name="tx496"/>
            <p:cNvSpPr/>
            <p:nvPr/>
          </p:nvSpPr>
          <p:spPr>
            <a:xfrm rot="-5400000">
              <a:off x="1152636" y="582109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98" name="tx497"/>
            <p:cNvSpPr/>
            <p:nvPr/>
          </p:nvSpPr>
          <p:spPr>
            <a:xfrm rot="-5400000">
              <a:off x="1152636" y="545811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99" name="tx498"/>
            <p:cNvSpPr/>
            <p:nvPr/>
          </p:nvSpPr>
          <p:spPr>
            <a:xfrm rot="-5400000">
              <a:off x="1152636" y="509513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500" name="pl499"/>
            <p:cNvSpPr/>
            <p:nvPr/>
          </p:nvSpPr>
          <p:spPr>
            <a:xfrm>
              <a:off x="1311032" y="622508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0"/>
            <p:cNvSpPr/>
            <p:nvPr/>
          </p:nvSpPr>
          <p:spPr>
            <a:xfrm>
              <a:off x="1311032" y="586210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1"/>
            <p:cNvSpPr/>
            <p:nvPr/>
          </p:nvSpPr>
          <p:spPr>
            <a:xfrm>
              <a:off x="1311032" y="549912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2"/>
            <p:cNvSpPr/>
            <p:nvPr/>
          </p:nvSpPr>
          <p:spPr>
            <a:xfrm>
              <a:off x="1311032" y="513614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3"/>
            <p:cNvSpPr/>
            <p:nvPr/>
          </p:nvSpPr>
          <p:spPr>
            <a:xfrm>
              <a:off x="1342663" y="6312263"/>
              <a:ext cx="2662504" cy="0"/>
            </a:xfrm>
            <a:custGeom>
              <a:avLst/>
              <a:pathLst>
                <a:path w="2662504" h="0">
                  <a:moveTo>
                    <a:pt x="0" y="0"/>
                  </a:moveTo>
                  <a:lnTo>
                    <a:pt x="2662504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4"/>
            <p:cNvSpPr/>
            <p:nvPr/>
          </p:nvSpPr>
          <p:spPr>
            <a:xfrm>
              <a:off x="1568954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5"/>
            <p:cNvSpPr/>
            <p:nvPr/>
          </p:nvSpPr>
          <p:spPr>
            <a:xfrm>
              <a:off x="2305512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6"/>
            <p:cNvSpPr/>
            <p:nvPr/>
          </p:nvSpPr>
          <p:spPr>
            <a:xfrm>
              <a:off x="3042071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7"/>
            <p:cNvSpPr/>
            <p:nvPr/>
          </p:nvSpPr>
          <p:spPr>
            <a:xfrm>
              <a:off x="3778629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tx508"/>
            <p:cNvSpPr/>
            <p:nvPr/>
          </p:nvSpPr>
          <p:spPr>
            <a:xfrm>
              <a:off x="1537178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10" name="tx509"/>
            <p:cNvSpPr/>
            <p:nvPr/>
          </p:nvSpPr>
          <p:spPr>
            <a:xfrm>
              <a:off x="2273737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11" name="tx510"/>
            <p:cNvSpPr/>
            <p:nvPr/>
          </p:nvSpPr>
          <p:spPr>
            <a:xfrm>
              <a:off x="3010295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12" name="tx511"/>
            <p:cNvSpPr/>
            <p:nvPr/>
          </p:nvSpPr>
          <p:spPr>
            <a:xfrm>
              <a:off x="3746854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13" name="tx512"/>
            <p:cNvSpPr/>
            <p:nvPr/>
          </p:nvSpPr>
          <p:spPr>
            <a:xfrm>
              <a:off x="2386611" y="6545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14" name="tx513"/>
            <p:cNvSpPr/>
            <p:nvPr/>
          </p:nvSpPr>
          <p:spPr>
            <a:xfrm>
              <a:off x="1342663" y="4698415"/>
              <a:ext cx="98608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15" name="rc514"/>
            <p:cNvSpPr/>
            <p:nvPr/>
          </p:nvSpPr>
          <p:spPr>
            <a:xfrm>
              <a:off x="4270675" y="4893168"/>
              <a:ext cx="2662504" cy="14190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373879" y="573794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4447263" y="566930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4398990" y="5723371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4369909" y="600834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4398626" y="597231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4399267" y="593183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4541482" y="550784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4355608" y="575696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4353730" y="595387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4462004" y="564615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085181" y="621516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231853" y="586999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092609" y="567794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080436" y="609045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195402" y="579774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091831" y="544530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281029" y="583048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176894" y="589113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161121" y="565783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191834" y="597408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243739" y="560650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147414" y="593898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109927" y="558039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089320" y="526212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212512" y="550874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080631" y="555446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130366" y="566280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200056" y="592036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850771" y="5714081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975067" y="576612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939830" y="595555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870940" y="555368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882603" y="576853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885059" y="557237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893238" y="515917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871557" y="582158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834732" y="566128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851938" y="503258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883218" y="566497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940000" y="576835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5959461" y="555185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991568" y="548760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5883244" y="536617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5828050" y="585867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5968190" y="588663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016805" y="607134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5952109" y="570475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5985050" y="563274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622028" y="567390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580418" y="578961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597395" y="5858387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759285" y="589254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605142" y="571196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623196" y="565304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742062" y="585591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774189" y="559271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724893" y="592548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722847" y="578559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573587" y="571738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593697" y="579429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738718" y="575804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695581" y="603298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619389" y="577614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6690366" y="579322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6771914" y="568704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6642664" y="571298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6704274" y="604754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6683989" y="568098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6757787" y="557740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6696844" y="560294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6742404" y="588193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6577573" y="594570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4474378" y="5604795"/>
              <a:ext cx="2231852" cy="297149"/>
            </a:xfrm>
            <a:custGeom>
              <a:avLst/>
              <a:pathLst>
                <a:path w="2231852" h="297149">
                  <a:moveTo>
                    <a:pt x="0" y="0"/>
                  </a:moveTo>
                  <a:lnTo>
                    <a:pt x="1179134" y="60479"/>
                  </a:lnTo>
                  <a:lnTo>
                    <a:pt x="1487901" y="59020"/>
                  </a:lnTo>
                  <a:lnTo>
                    <a:pt x="1923085" y="43640"/>
                  </a:lnTo>
                  <a:lnTo>
                    <a:pt x="2231852" y="26219"/>
                  </a:lnTo>
                  <a:lnTo>
                    <a:pt x="2231852" y="288149"/>
                  </a:lnTo>
                  <a:lnTo>
                    <a:pt x="1923085" y="268346"/>
                  </a:lnTo>
                  <a:lnTo>
                    <a:pt x="1487901" y="249607"/>
                  </a:lnTo>
                  <a:lnTo>
                    <a:pt x="1179134" y="245767"/>
                  </a:lnTo>
                  <a:lnTo>
                    <a:pt x="0" y="29714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474378" y="5604795"/>
              <a:ext cx="2231852" cy="60479"/>
            </a:xfrm>
            <a:custGeom>
              <a:avLst/>
              <a:pathLst>
                <a:path w="2231852" h="60479">
                  <a:moveTo>
                    <a:pt x="0" y="0"/>
                  </a:moveTo>
                  <a:lnTo>
                    <a:pt x="1179134" y="60479"/>
                  </a:lnTo>
                  <a:lnTo>
                    <a:pt x="1487901" y="59020"/>
                  </a:lnTo>
                  <a:lnTo>
                    <a:pt x="1923085" y="43640"/>
                  </a:lnTo>
                  <a:lnTo>
                    <a:pt x="2231852" y="26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4474378" y="5850563"/>
              <a:ext cx="2231852" cy="51381"/>
            </a:xfrm>
            <a:custGeom>
              <a:avLst/>
              <a:pathLst>
                <a:path w="2231852" h="51381">
                  <a:moveTo>
                    <a:pt x="2231852" y="42382"/>
                  </a:moveTo>
                  <a:lnTo>
                    <a:pt x="1923085" y="22578"/>
                  </a:lnTo>
                  <a:lnTo>
                    <a:pt x="1487901" y="3840"/>
                  </a:lnTo>
                  <a:lnTo>
                    <a:pt x="1179134" y="0"/>
                  </a:lnTo>
                  <a:lnTo>
                    <a:pt x="0" y="513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4474378" y="5753370"/>
              <a:ext cx="2231852" cy="8609"/>
            </a:xfrm>
            <a:custGeom>
              <a:avLst/>
              <a:pathLst>
                <a:path w="2231852" h="8609">
                  <a:moveTo>
                    <a:pt x="0" y="0"/>
                  </a:moveTo>
                  <a:lnTo>
                    <a:pt x="1179134" y="4548"/>
                  </a:lnTo>
                  <a:lnTo>
                    <a:pt x="1487901" y="5739"/>
                  </a:lnTo>
                  <a:lnTo>
                    <a:pt x="1923085" y="7418"/>
                  </a:lnTo>
                  <a:lnTo>
                    <a:pt x="2231852" y="8609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2" name="tx591"/>
            <p:cNvSpPr/>
            <p:nvPr/>
          </p:nvSpPr>
          <p:spPr>
            <a:xfrm>
              <a:off x="6163022" y="5013388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593" name="tx592"/>
            <p:cNvSpPr/>
            <p:nvPr/>
          </p:nvSpPr>
          <p:spPr>
            <a:xfrm>
              <a:off x="6243819" y="5013297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0.936</a:t>
              </a:r>
            </a:p>
          </p:txBody>
        </p:sp>
        <p:sp>
          <p:nvSpPr>
            <p:cNvPr id="594" name="rc593"/>
            <p:cNvSpPr/>
            <p:nvPr/>
          </p:nvSpPr>
          <p:spPr>
            <a:xfrm>
              <a:off x="4270675" y="4893168"/>
              <a:ext cx="2662504" cy="141909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4270675" y="4893168"/>
              <a:ext cx="0" cy="1419094"/>
            </a:xfrm>
            <a:custGeom>
              <a:avLst/>
              <a:pathLst>
                <a:path w="0" h="1419094">
                  <a:moveTo>
                    <a:pt x="0" y="1419094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tx595"/>
            <p:cNvSpPr/>
            <p:nvPr/>
          </p:nvSpPr>
          <p:spPr>
            <a:xfrm rot="-5400000">
              <a:off x="4128288" y="6192548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97" name="tx596"/>
            <p:cNvSpPr/>
            <p:nvPr/>
          </p:nvSpPr>
          <p:spPr>
            <a:xfrm rot="-5400000">
              <a:off x="4128288" y="5933578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598" name="tx597"/>
            <p:cNvSpPr/>
            <p:nvPr/>
          </p:nvSpPr>
          <p:spPr>
            <a:xfrm rot="-5400000">
              <a:off x="4128288" y="567460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99" name="tx598"/>
            <p:cNvSpPr/>
            <p:nvPr/>
          </p:nvSpPr>
          <p:spPr>
            <a:xfrm rot="-5400000">
              <a:off x="4128288" y="541563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00" name="tx599"/>
            <p:cNvSpPr/>
            <p:nvPr/>
          </p:nvSpPr>
          <p:spPr>
            <a:xfrm rot="-5400000">
              <a:off x="4128288" y="5156666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601" name="tx600"/>
            <p:cNvSpPr/>
            <p:nvPr/>
          </p:nvSpPr>
          <p:spPr>
            <a:xfrm rot="-5400000">
              <a:off x="4128288" y="4897696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</a:t>
              </a:r>
            </a:p>
          </p:txBody>
        </p:sp>
        <p:sp>
          <p:nvSpPr>
            <p:cNvPr id="602" name="pl601"/>
            <p:cNvSpPr/>
            <p:nvPr/>
          </p:nvSpPr>
          <p:spPr>
            <a:xfrm>
              <a:off x="4239044" y="623355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2"/>
            <p:cNvSpPr/>
            <p:nvPr/>
          </p:nvSpPr>
          <p:spPr>
            <a:xfrm>
              <a:off x="4239044" y="597458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3"/>
            <p:cNvSpPr/>
            <p:nvPr/>
          </p:nvSpPr>
          <p:spPr>
            <a:xfrm>
              <a:off x="4239044" y="571561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4"/>
            <p:cNvSpPr/>
            <p:nvPr/>
          </p:nvSpPr>
          <p:spPr>
            <a:xfrm>
              <a:off x="4239044" y="545664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5"/>
            <p:cNvSpPr/>
            <p:nvPr/>
          </p:nvSpPr>
          <p:spPr>
            <a:xfrm>
              <a:off x="4239044" y="519767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6"/>
            <p:cNvSpPr/>
            <p:nvPr/>
          </p:nvSpPr>
          <p:spPr>
            <a:xfrm>
              <a:off x="4239044" y="493870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7"/>
            <p:cNvSpPr/>
            <p:nvPr/>
          </p:nvSpPr>
          <p:spPr>
            <a:xfrm>
              <a:off x="4270675" y="6312263"/>
              <a:ext cx="2662504" cy="0"/>
            </a:xfrm>
            <a:custGeom>
              <a:avLst/>
              <a:pathLst>
                <a:path w="2662504" h="0">
                  <a:moveTo>
                    <a:pt x="0" y="0"/>
                  </a:moveTo>
                  <a:lnTo>
                    <a:pt x="2662504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8"/>
            <p:cNvSpPr/>
            <p:nvPr/>
          </p:nvSpPr>
          <p:spPr>
            <a:xfrm>
              <a:off x="4474378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09"/>
            <p:cNvSpPr/>
            <p:nvPr/>
          </p:nvSpPr>
          <p:spPr>
            <a:xfrm>
              <a:off x="5218329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0"/>
            <p:cNvSpPr/>
            <p:nvPr/>
          </p:nvSpPr>
          <p:spPr>
            <a:xfrm>
              <a:off x="5962280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1"/>
            <p:cNvSpPr/>
            <p:nvPr/>
          </p:nvSpPr>
          <p:spPr>
            <a:xfrm>
              <a:off x="6706231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tx612"/>
            <p:cNvSpPr/>
            <p:nvPr/>
          </p:nvSpPr>
          <p:spPr>
            <a:xfrm>
              <a:off x="4442603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614" name="tx613"/>
            <p:cNvSpPr/>
            <p:nvPr/>
          </p:nvSpPr>
          <p:spPr>
            <a:xfrm>
              <a:off x="5186553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15" name="tx614"/>
            <p:cNvSpPr/>
            <p:nvPr/>
          </p:nvSpPr>
          <p:spPr>
            <a:xfrm>
              <a:off x="5930504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16" name="tx615"/>
            <p:cNvSpPr/>
            <p:nvPr/>
          </p:nvSpPr>
          <p:spPr>
            <a:xfrm>
              <a:off x="6674455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617" name="tx616"/>
            <p:cNvSpPr/>
            <p:nvPr/>
          </p:nvSpPr>
          <p:spPr>
            <a:xfrm>
              <a:off x="5314623" y="6545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618" name="tx617"/>
            <p:cNvSpPr/>
            <p:nvPr/>
          </p:nvSpPr>
          <p:spPr>
            <a:xfrm>
              <a:off x="4270675" y="4698415"/>
              <a:ext cx="939454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19" name="rc618"/>
            <p:cNvSpPr/>
            <p:nvPr/>
          </p:nvSpPr>
          <p:spPr>
            <a:xfrm>
              <a:off x="1548979" y="6778484"/>
              <a:ext cx="5177885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tx619"/>
            <p:cNvSpPr/>
            <p:nvPr/>
          </p:nvSpPr>
          <p:spPr>
            <a:xfrm>
              <a:off x="1548979" y="6822764"/>
              <a:ext cx="480242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21" name="rc620"/>
            <p:cNvSpPr/>
            <p:nvPr/>
          </p:nvSpPr>
          <p:spPr>
            <a:xfrm>
              <a:off x="2092484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2144517" y="683051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rc622"/>
            <p:cNvSpPr/>
            <p:nvPr/>
          </p:nvSpPr>
          <p:spPr>
            <a:xfrm>
              <a:off x="2570460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2622492" y="683051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rc624"/>
            <p:cNvSpPr/>
            <p:nvPr/>
          </p:nvSpPr>
          <p:spPr>
            <a:xfrm>
              <a:off x="3054745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3106777" y="6830517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rc626"/>
            <p:cNvSpPr/>
            <p:nvPr/>
          </p:nvSpPr>
          <p:spPr>
            <a:xfrm>
              <a:off x="3520102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3572134" y="683051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rc628"/>
            <p:cNvSpPr/>
            <p:nvPr/>
          </p:nvSpPr>
          <p:spPr>
            <a:xfrm>
              <a:off x="3998077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4050110" y="683051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rc630"/>
            <p:cNvSpPr/>
            <p:nvPr/>
          </p:nvSpPr>
          <p:spPr>
            <a:xfrm>
              <a:off x="4463434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4515466" y="683051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rc632"/>
            <p:cNvSpPr/>
            <p:nvPr/>
          </p:nvSpPr>
          <p:spPr>
            <a:xfrm>
              <a:off x="4928791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4980823" y="683051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rc634"/>
            <p:cNvSpPr/>
            <p:nvPr/>
          </p:nvSpPr>
          <p:spPr>
            <a:xfrm>
              <a:off x="5381437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5433470" y="683051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rc636"/>
            <p:cNvSpPr/>
            <p:nvPr/>
          </p:nvSpPr>
          <p:spPr>
            <a:xfrm>
              <a:off x="5859413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5911445" y="683051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rc638"/>
            <p:cNvSpPr/>
            <p:nvPr/>
          </p:nvSpPr>
          <p:spPr>
            <a:xfrm>
              <a:off x="6331079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6383112" y="683051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tx640"/>
            <p:cNvSpPr/>
            <p:nvPr/>
          </p:nvSpPr>
          <p:spPr>
            <a:xfrm>
              <a:off x="2335747" y="6827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42" name="tx641"/>
            <p:cNvSpPr/>
            <p:nvPr/>
          </p:nvSpPr>
          <p:spPr>
            <a:xfrm>
              <a:off x="2813723" y="6827473"/>
              <a:ext cx="1777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43" name="tx642"/>
            <p:cNvSpPr/>
            <p:nvPr/>
          </p:nvSpPr>
          <p:spPr>
            <a:xfrm>
              <a:off x="3298007" y="6827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44" name="tx643"/>
            <p:cNvSpPr/>
            <p:nvPr/>
          </p:nvSpPr>
          <p:spPr>
            <a:xfrm>
              <a:off x="3763364" y="6827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45" name="tx644"/>
            <p:cNvSpPr/>
            <p:nvPr/>
          </p:nvSpPr>
          <p:spPr>
            <a:xfrm>
              <a:off x="4241340" y="6827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46" name="tx645"/>
            <p:cNvSpPr/>
            <p:nvPr/>
          </p:nvSpPr>
          <p:spPr>
            <a:xfrm>
              <a:off x="4706697" y="6827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47" name="tx646"/>
            <p:cNvSpPr/>
            <p:nvPr/>
          </p:nvSpPr>
          <p:spPr>
            <a:xfrm>
              <a:off x="5172053" y="6827473"/>
              <a:ext cx="1461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48" name="tx647"/>
            <p:cNvSpPr/>
            <p:nvPr/>
          </p:nvSpPr>
          <p:spPr>
            <a:xfrm>
              <a:off x="5624700" y="6827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49" name="tx648"/>
            <p:cNvSpPr/>
            <p:nvPr/>
          </p:nvSpPr>
          <p:spPr>
            <a:xfrm>
              <a:off x="6102676" y="6827473"/>
              <a:ext cx="16514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50" name="tx649"/>
            <p:cNvSpPr/>
            <p:nvPr/>
          </p:nvSpPr>
          <p:spPr>
            <a:xfrm>
              <a:off x="6574342" y="6827473"/>
              <a:ext cx="1525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2026-07-20T15:41:05Z</dcterms:modified>
  <cp:category/>
</cp:coreProperties>
</file>