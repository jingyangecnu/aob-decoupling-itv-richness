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57095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22106" y="952357"/>
              <a:ext cx="2861683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806407"/>
              <a:ext cx="3157095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22106" y="2806407"/>
              <a:ext cx="2861683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660457"/>
              <a:ext cx="3157095" cy="23359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22106" y="4660457"/>
              <a:ext cx="2861683" cy="23359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42663" y="11850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614782" y="234266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81482" y="227239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23489" y="237830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635499" y="237538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81391" y="240133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24539" y="225290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28734" y="217027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34749" y="23590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07789" y="243111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98734" y="223240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87369" y="243955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305776" y="237607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52961" y="177239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77341" y="229535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380430" y="236988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404329" y="243395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8145" y="245980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84095" y="22872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79991" y="16469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85831" y="183371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36229" y="245029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22183" y="22473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13677" y="219125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20768" y="220093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44924" y="236289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15080" y="230294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06547" y="182564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38999" y="196210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74254" y="239886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89519" y="218157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67486" y="24115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42866" y="25016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952601" y="224736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57438" y="238836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53499" y="14743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139923" y="24341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60026" y="209106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111488" y="175807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154901" y="12116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73622" y="19910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66630" y="215662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88738" y="201668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170382" y="21307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93913" y="228271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92997" y="219571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98409" y="21812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57119" y="228125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127018" y="227075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56880" y="228812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67606" y="228579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763924" y="224248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43795" y="237962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59332" y="200984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52962" y="202790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38412" y="224470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74038" y="21693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909490" y="208057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09529" y="185662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743723" y="192284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74254" y="178677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58486" y="201752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50651" y="19524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794825" y="234823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788785" y="218614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760409" y="209431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727591" y="215484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13659" y="189906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900850" y="212620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24381" y="199293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783345" y="188320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74211" y="204825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902528" y="201829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64153" y="1937374"/>
              <a:ext cx="2302999" cy="557309"/>
            </a:xfrm>
            <a:custGeom>
              <a:avLst/>
              <a:pathLst>
                <a:path w="2302999" h="557309">
                  <a:moveTo>
                    <a:pt x="0" y="158173"/>
                  </a:moveTo>
                  <a:lnTo>
                    <a:pt x="1216722" y="151796"/>
                  </a:lnTo>
                  <a:lnTo>
                    <a:pt x="1535333" y="120657"/>
                  </a:lnTo>
                  <a:lnTo>
                    <a:pt x="1984389" y="55363"/>
                  </a:lnTo>
                  <a:lnTo>
                    <a:pt x="2302999" y="0"/>
                  </a:lnTo>
                  <a:lnTo>
                    <a:pt x="2302999" y="361155"/>
                  </a:lnTo>
                  <a:lnTo>
                    <a:pt x="1984389" y="354812"/>
                  </a:lnTo>
                  <a:lnTo>
                    <a:pt x="1535333" y="358607"/>
                  </a:lnTo>
                  <a:lnTo>
                    <a:pt x="1216722" y="376488"/>
                  </a:lnTo>
                  <a:lnTo>
                    <a:pt x="0" y="55730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64153" y="1937374"/>
              <a:ext cx="2302999" cy="158173"/>
            </a:xfrm>
            <a:custGeom>
              <a:avLst/>
              <a:pathLst>
                <a:path w="2302999" h="158173">
                  <a:moveTo>
                    <a:pt x="0" y="158173"/>
                  </a:moveTo>
                  <a:lnTo>
                    <a:pt x="1216722" y="151796"/>
                  </a:lnTo>
                  <a:lnTo>
                    <a:pt x="1535333" y="120657"/>
                  </a:lnTo>
                  <a:lnTo>
                    <a:pt x="1984389" y="55363"/>
                  </a:lnTo>
                  <a:lnTo>
                    <a:pt x="23029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64153" y="2292186"/>
              <a:ext cx="2302999" cy="202497"/>
            </a:xfrm>
            <a:custGeom>
              <a:avLst/>
              <a:pathLst>
                <a:path w="2302999" h="202497">
                  <a:moveTo>
                    <a:pt x="2302999" y="6343"/>
                  </a:moveTo>
                  <a:lnTo>
                    <a:pt x="1984389" y="0"/>
                  </a:lnTo>
                  <a:lnTo>
                    <a:pt x="1535333" y="3795"/>
                  </a:lnTo>
                  <a:lnTo>
                    <a:pt x="1216722" y="21676"/>
                  </a:lnTo>
                  <a:lnTo>
                    <a:pt x="0" y="20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64153" y="2117952"/>
              <a:ext cx="2302999" cy="177163"/>
            </a:xfrm>
            <a:custGeom>
              <a:avLst/>
              <a:pathLst>
                <a:path w="2302999" h="177163">
                  <a:moveTo>
                    <a:pt x="0" y="177163"/>
                  </a:moveTo>
                  <a:lnTo>
                    <a:pt x="1216722" y="83564"/>
                  </a:lnTo>
                  <a:lnTo>
                    <a:pt x="1535333" y="59054"/>
                  </a:lnTo>
                  <a:lnTo>
                    <a:pt x="1984389" y="24509"/>
                  </a:lnTo>
                  <a:lnTo>
                    <a:pt x="230299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23944" y="126094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404740" y="1260858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0.271</a:t>
              </a:r>
            </a:p>
          </p:txBody>
        </p:sp>
        <p:sp>
          <p:nvSpPr>
            <p:cNvPr id="91" name="rc90"/>
            <p:cNvSpPr/>
            <p:nvPr/>
          </p:nvSpPr>
          <p:spPr>
            <a:xfrm>
              <a:off x="1342663" y="11850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42663" y="11850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2"/>
            <p:cNvSpPr/>
            <p:nvPr/>
          </p:nvSpPr>
          <p:spPr>
            <a:xfrm rot="-5400000">
              <a:off x="1152636" y="230050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52636" y="191505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52636" y="152961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6" name="tx95"/>
            <p:cNvSpPr/>
            <p:nvPr/>
          </p:nvSpPr>
          <p:spPr>
            <a:xfrm rot="-5400000">
              <a:off x="1120861" y="114416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7" name="pl96"/>
            <p:cNvSpPr/>
            <p:nvPr/>
          </p:nvSpPr>
          <p:spPr>
            <a:xfrm>
              <a:off x="1311032" y="23415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11032" y="195606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11032" y="157062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311032" y="11851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42663" y="26041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564153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331819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099486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867153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532377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300044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067711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835377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204347" y="11850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46059" y="220640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99865" y="142841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86685" y="219938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26088" y="210788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90112" y="227632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34769" y="16640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45539" y="126723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430747" y="19856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290417" y="246575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96268" y="19492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056901" y="248477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209112" y="166424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91082" y="212129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21794" y="25016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221923" y="183189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53514" y="121160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29165" y="247204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62502" y="241877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206169" y="21432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48026" y="24779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099247" y="22895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77073" y="247492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211409" y="203919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224456" y="191830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236915" y="197245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84462" y="179497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11182" y="225981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48885" y="246867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862907" y="224048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49402" y="232531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857143" y="241718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80700" y="219805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6008601" y="172342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60023" y="140649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838504" y="162065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94891" y="226890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853088" y="221583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012583" y="168861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84110" y="187728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52943" y="23941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884038" y="164266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37465" y="182183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67142" y="199694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70804" y="23676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44281" y="198869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01314" y="234263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08948" y="180299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797221" y="200176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670758" y="210249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58538" y="223640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598223" y="228870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84371" y="208630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767507" y="197501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39837" y="20229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582959" y="22346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721090" y="204504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61143" y="226853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38447" y="216219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572831" y="200704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576573" y="171756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745895" y="225680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71174" y="24479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04338" y="231663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68929" y="211001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39326" y="222888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43470" y="208727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05532" y="206560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38060" y="190662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75073" y="194761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592734" y="201011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560513" y="235192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596167" y="207983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424868" y="1881664"/>
              <a:ext cx="2278602" cy="404946"/>
            </a:xfrm>
            <a:custGeom>
              <a:avLst/>
              <a:pathLst>
                <a:path w="2278602" h="404946">
                  <a:moveTo>
                    <a:pt x="0" y="0"/>
                  </a:moveTo>
                  <a:lnTo>
                    <a:pt x="1203833" y="102952"/>
                  </a:lnTo>
                  <a:lnTo>
                    <a:pt x="1519068" y="119754"/>
                  </a:lnTo>
                  <a:lnTo>
                    <a:pt x="1963367" y="135320"/>
                  </a:lnTo>
                  <a:lnTo>
                    <a:pt x="2278602" y="141456"/>
                  </a:lnTo>
                  <a:lnTo>
                    <a:pt x="2278602" y="404946"/>
                  </a:lnTo>
                  <a:lnTo>
                    <a:pt x="1963367" y="377570"/>
                  </a:lnTo>
                  <a:lnTo>
                    <a:pt x="1519068" y="345904"/>
                  </a:lnTo>
                  <a:lnTo>
                    <a:pt x="1203833" y="329193"/>
                  </a:lnTo>
                  <a:lnTo>
                    <a:pt x="0" y="30416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24868" y="1881664"/>
              <a:ext cx="2278602" cy="141456"/>
            </a:xfrm>
            <a:custGeom>
              <a:avLst/>
              <a:pathLst>
                <a:path w="2278602" h="141456">
                  <a:moveTo>
                    <a:pt x="0" y="0"/>
                  </a:moveTo>
                  <a:lnTo>
                    <a:pt x="1203833" y="102952"/>
                  </a:lnTo>
                  <a:lnTo>
                    <a:pt x="1519068" y="119754"/>
                  </a:lnTo>
                  <a:lnTo>
                    <a:pt x="1963367" y="135320"/>
                  </a:lnTo>
                  <a:lnTo>
                    <a:pt x="2278602" y="1414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24868" y="2185832"/>
              <a:ext cx="2278602" cy="100778"/>
            </a:xfrm>
            <a:custGeom>
              <a:avLst/>
              <a:pathLst>
                <a:path w="2278602" h="100778">
                  <a:moveTo>
                    <a:pt x="2278602" y="100778"/>
                  </a:moveTo>
                  <a:lnTo>
                    <a:pt x="1963367" y="73402"/>
                  </a:lnTo>
                  <a:lnTo>
                    <a:pt x="1519068" y="41736"/>
                  </a:lnTo>
                  <a:lnTo>
                    <a:pt x="1203833" y="250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24868" y="2033748"/>
              <a:ext cx="2278602" cy="121117"/>
            </a:xfrm>
            <a:custGeom>
              <a:avLst/>
              <a:pathLst>
                <a:path w="2278602" h="121117">
                  <a:moveTo>
                    <a:pt x="0" y="0"/>
                  </a:moveTo>
                  <a:lnTo>
                    <a:pt x="1203833" y="63988"/>
                  </a:lnTo>
                  <a:lnTo>
                    <a:pt x="1519068" y="80745"/>
                  </a:lnTo>
                  <a:lnTo>
                    <a:pt x="1963367" y="104361"/>
                  </a:lnTo>
                  <a:lnTo>
                    <a:pt x="2278602" y="12111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160262" y="126108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89" name="tx188"/>
            <p:cNvSpPr/>
            <p:nvPr/>
          </p:nvSpPr>
          <p:spPr>
            <a:xfrm>
              <a:off x="6241058" y="1260998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0.163</a:t>
              </a:r>
            </a:p>
          </p:txBody>
        </p:sp>
        <p:sp>
          <p:nvSpPr>
            <p:cNvPr id="190" name="rc189"/>
            <p:cNvSpPr/>
            <p:nvPr/>
          </p:nvSpPr>
          <p:spPr>
            <a:xfrm>
              <a:off x="4204347" y="11850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204347" y="11850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72716" y="23284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72716" y="18594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72716" y="139053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04347" y="26041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424868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84402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943936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6703470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199"/>
            <p:cNvSpPr/>
            <p:nvPr/>
          </p:nvSpPr>
          <p:spPr>
            <a:xfrm>
              <a:off x="4393092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152626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5912161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6671695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4" name="tx203"/>
            <p:cNvSpPr/>
            <p:nvPr/>
          </p:nvSpPr>
          <p:spPr>
            <a:xfrm>
              <a:off x="4204347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42663" y="303911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44296" y="423574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55110" y="409784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488312" y="430050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612159" y="417486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563370" y="420189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28734" y="408027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61115" y="377539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01110" y="417622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85186" y="413273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46776" y="408276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328606" y="430634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197875" y="435351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329080" y="326061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185700" y="42334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363493" y="425511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40857" y="410471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392313" y="425724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308241" y="425973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194886" y="368854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58479" y="381576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54121" y="402426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65270" y="410187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17012" y="39572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73710" y="415640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311670" y="417813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17020" y="405696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51147" y="355234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17494" y="378566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29652" y="404637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139573" y="39439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03629" y="434096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967510" y="433416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983353" y="414267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66742" y="434566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946245" y="34545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62457" y="43611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150278" y="389343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55469" y="328303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143823" y="317853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65861" y="387802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55320" y="375366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45029" y="371069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29466" y="37478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47415" y="427137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100323" y="370169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77571" y="409730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02722" y="411581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118823" y="392583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14544" y="391461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728559" y="401663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738514" y="394555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85879" y="422165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86533" y="370382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902783" y="403497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37566" y="414842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08903" y="386522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29495" y="379829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758482" y="352128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82568" y="354440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78373" y="352572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26663" y="36260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91556" y="38729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908621" y="389837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694071" y="380065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02749" y="376187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62617" y="375072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909490" y="357354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24279" y="369024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771745" y="373084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27628" y="354492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01933" y="376159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94647" y="359439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1568467" y="3644135"/>
              <a:ext cx="2271630" cy="712084"/>
            </a:xfrm>
            <a:custGeom>
              <a:avLst/>
              <a:pathLst>
                <a:path w="2271630" h="712084">
                  <a:moveTo>
                    <a:pt x="0" y="290396"/>
                  </a:moveTo>
                  <a:lnTo>
                    <a:pt x="1200149" y="215064"/>
                  </a:lnTo>
                  <a:lnTo>
                    <a:pt x="1514420" y="165766"/>
                  </a:lnTo>
                  <a:lnTo>
                    <a:pt x="1957360" y="74393"/>
                  </a:lnTo>
                  <a:lnTo>
                    <a:pt x="2271630" y="0"/>
                  </a:lnTo>
                  <a:lnTo>
                    <a:pt x="2271630" y="378254"/>
                  </a:lnTo>
                  <a:lnTo>
                    <a:pt x="1957360" y="390220"/>
                  </a:lnTo>
                  <a:lnTo>
                    <a:pt x="1514420" y="420563"/>
                  </a:lnTo>
                  <a:lnTo>
                    <a:pt x="1200149" y="457624"/>
                  </a:lnTo>
                  <a:lnTo>
                    <a:pt x="0" y="71208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68467" y="3644135"/>
              <a:ext cx="2271630" cy="290396"/>
            </a:xfrm>
            <a:custGeom>
              <a:avLst/>
              <a:pathLst>
                <a:path w="2271630" h="290396">
                  <a:moveTo>
                    <a:pt x="0" y="290396"/>
                  </a:moveTo>
                  <a:lnTo>
                    <a:pt x="1200149" y="215064"/>
                  </a:lnTo>
                  <a:lnTo>
                    <a:pt x="1514420" y="165766"/>
                  </a:lnTo>
                  <a:lnTo>
                    <a:pt x="1957360" y="74393"/>
                  </a:lnTo>
                  <a:lnTo>
                    <a:pt x="2271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68467" y="4022390"/>
              <a:ext cx="2271630" cy="333829"/>
            </a:xfrm>
            <a:custGeom>
              <a:avLst/>
              <a:pathLst>
                <a:path w="2271630" h="333829">
                  <a:moveTo>
                    <a:pt x="2271630" y="0"/>
                  </a:moveTo>
                  <a:lnTo>
                    <a:pt x="1957360" y="11965"/>
                  </a:lnTo>
                  <a:lnTo>
                    <a:pt x="1514420" y="42308"/>
                  </a:lnTo>
                  <a:lnTo>
                    <a:pt x="1200149" y="79369"/>
                  </a:lnTo>
                  <a:lnTo>
                    <a:pt x="0" y="3338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68467" y="3833263"/>
              <a:ext cx="2271630" cy="312112"/>
            </a:xfrm>
            <a:custGeom>
              <a:avLst/>
              <a:pathLst>
                <a:path w="2271630" h="312112">
                  <a:moveTo>
                    <a:pt x="0" y="312112"/>
                  </a:moveTo>
                  <a:lnTo>
                    <a:pt x="1200149" y="147217"/>
                  </a:lnTo>
                  <a:lnTo>
                    <a:pt x="1514420" y="104037"/>
                  </a:lnTo>
                  <a:lnTo>
                    <a:pt x="1957360" y="43179"/>
                  </a:lnTo>
                  <a:lnTo>
                    <a:pt x="227163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tx281"/>
            <p:cNvSpPr/>
            <p:nvPr/>
          </p:nvSpPr>
          <p:spPr>
            <a:xfrm>
              <a:off x="3296890" y="316019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3" name="tx282"/>
            <p:cNvSpPr/>
            <p:nvPr/>
          </p:nvSpPr>
          <p:spPr>
            <a:xfrm>
              <a:off x="3377686" y="3160105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0.074</a:t>
              </a:r>
            </a:p>
          </p:txBody>
        </p:sp>
        <p:sp>
          <p:nvSpPr>
            <p:cNvPr id="284" name="rc283"/>
            <p:cNvSpPr/>
            <p:nvPr/>
          </p:nvSpPr>
          <p:spPr>
            <a:xfrm>
              <a:off x="1342663" y="303911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342663" y="303911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tx285"/>
            <p:cNvSpPr/>
            <p:nvPr/>
          </p:nvSpPr>
          <p:spPr>
            <a:xfrm rot="-5400000">
              <a:off x="1152636" y="436662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52636" y="410442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52636" y="384221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52636" y="358001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1152636" y="331780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52636" y="305560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2" name="pl291"/>
            <p:cNvSpPr/>
            <p:nvPr/>
          </p:nvSpPr>
          <p:spPr>
            <a:xfrm>
              <a:off x="1311032" y="440763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311032" y="414543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311032" y="38832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311032" y="36210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1032" y="335881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11032" y="30966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42663" y="445821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568467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2325677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3082888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3840098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2"/>
            <p:cNvSpPr/>
            <p:nvPr/>
          </p:nvSpPr>
          <p:spPr>
            <a:xfrm>
              <a:off x="1536692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2293902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5" name="tx304"/>
            <p:cNvSpPr/>
            <p:nvPr/>
          </p:nvSpPr>
          <p:spPr>
            <a:xfrm>
              <a:off x="3051112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3808323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7" name="tx306"/>
            <p:cNvSpPr/>
            <p:nvPr/>
          </p:nvSpPr>
          <p:spPr>
            <a:xfrm rot="-5400000">
              <a:off x="41327" y="3698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8" name="tx307"/>
            <p:cNvSpPr/>
            <p:nvPr/>
          </p:nvSpPr>
          <p:spPr>
            <a:xfrm>
              <a:off x="1342663" y="2844365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9" name="rc308"/>
            <p:cNvSpPr/>
            <p:nvPr/>
          </p:nvSpPr>
          <p:spPr>
            <a:xfrm>
              <a:off x="4204347" y="303911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402662" y="393866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53662" y="330157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95197" y="400515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290417" y="377984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449970" y="40507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490330" y="321491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84499" y="317853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25353" y="35259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308708" y="419346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315924" y="383502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40076" y="40929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094905" y="361129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40527" y="401028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234965" y="423437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247547" y="390255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53664" y="358684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223531" y="430883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61390" y="42058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29371" y="407993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64471" y="430605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243824" y="41965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20371" y="430621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223522" y="404199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86706" y="398999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36888" y="375583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083872" y="379217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227581" y="409527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141926" y="43611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878874" y="408371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864560" y="414693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879085" y="412015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96073" y="417434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12187" y="336172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05392" y="340195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869153" y="392058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854378" y="407307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91273" y="418870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856603" y="388576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18922" y="368457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68324" y="423841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016858" y="353438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898494" y="386954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56959" y="392301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57120" y="417811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62400" y="368652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004855" y="391104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863965" y="366000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952380" y="388407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11244" y="403129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37805" y="41231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75459" y="389466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569291" y="369503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569264" y="387274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46174" y="390912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58315" y="40471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581551" y="394823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11261" y="404641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599488" y="396733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607610" y="373158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66244" y="346091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58189" y="405956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574279" y="42098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26982" y="417931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95618" y="3942804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30519" y="411683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45155" y="401397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56265" y="353644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39823" y="3848062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76037" y="393357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71174" y="388132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762660" y="41732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635927" y="384074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4436765" y="3753341"/>
              <a:ext cx="2266754" cy="349528"/>
            </a:xfrm>
            <a:custGeom>
              <a:avLst/>
              <a:pathLst>
                <a:path w="2266754" h="349528">
                  <a:moveTo>
                    <a:pt x="0" y="0"/>
                  </a:moveTo>
                  <a:lnTo>
                    <a:pt x="1197573" y="101982"/>
                  </a:lnTo>
                  <a:lnTo>
                    <a:pt x="1511169" y="116819"/>
                  </a:lnTo>
                  <a:lnTo>
                    <a:pt x="1953158" y="127702"/>
                  </a:lnTo>
                  <a:lnTo>
                    <a:pt x="2266754" y="129841"/>
                  </a:lnTo>
                  <a:lnTo>
                    <a:pt x="2266754" y="349528"/>
                  </a:lnTo>
                  <a:lnTo>
                    <a:pt x="1953158" y="322231"/>
                  </a:lnTo>
                  <a:lnTo>
                    <a:pt x="1511169" y="291625"/>
                  </a:lnTo>
                  <a:lnTo>
                    <a:pt x="1197573" y="277027"/>
                  </a:lnTo>
                  <a:lnTo>
                    <a:pt x="0" y="26659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36765" y="3753341"/>
              <a:ext cx="2266754" cy="129841"/>
            </a:xfrm>
            <a:custGeom>
              <a:avLst/>
              <a:pathLst>
                <a:path w="2266754" h="129841">
                  <a:moveTo>
                    <a:pt x="0" y="0"/>
                  </a:moveTo>
                  <a:lnTo>
                    <a:pt x="1197573" y="101982"/>
                  </a:lnTo>
                  <a:lnTo>
                    <a:pt x="1511169" y="116819"/>
                  </a:lnTo>
                  <a:lnTo>
                    <a:pt x="1953158" y="127702"/>
                  </a:lnTo>
                  <a:lnTo>
                    <a:pt x="2266754" y="129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36765" y="4019938"/>
              <a:ext cx="2266754" cy="82932"/>
            </a:xfrm>
            <a:custGeom>
              <a:avLst/>
              <a:pathLst>
                <a:path w="2266754" h="82932">
                  <a:moveTo>
                    <a:pt x="2266754" y="82932"/>
                  </a:moveTo>
                  <a:lnTo>
                    <a:pt x="1953158" y="55635"/>
                  </a:lnTo>
                  <a:lnTo>
                    <a:pt x="1511169" y="25029"/>
                  </a:lnTo>
                  <a:lnTo>
                    <a:pt x="1197573" y="104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36765" y="3886640"/>
              <a:ext cx="2266754" cy="106387"/>
            </a:xfrm>
            <a:custGeom>
              <a:avLst/>
              <a:pathLst>
                <a:path w="2266754" h="106387">
                  <a:moveTo>
                    <a:pt x="0" y="0"/>
                  </a:moveTo>
                  <a:lnTo>
                    <a:pt x="1197573" y="56206"/>
                  </a:lnTo>
                  <a:lnTo>
                    <a:pt x="1511169" y="70924"/>
                  </a:lnTo>
                  <a:lnTo>
                    <a:pt x="1953158" y="91668"/>
                  </a:lnTo>
                  <a:lnTo>
                    <a:pt x="2266754" y="106387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tx385"/>
            <p:cNvSpPr/>
            <p:nvPr/>
          </p:nvSpPr>
          <p:spPr>
            <a:xfrm>
              <a:off x="6160311" y="315945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87" name="tx386"/>
            <p:cNvSpPr/>
            <p:nvPr/>
          </p:nvSpPr>
          <p:spPr>
            <a:xfrm>
              <a:off x="6241108" y="315936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0.213</a:t>
              </a:r>
            </a:p>
          </p:txBody>
        </p:sp>
        <p:sp>
          <p:nvSpPr>
            <p:cNvPr id="388" name="rc387"/>
            <p:cNvSpPr/>
            <p:nvPr/>
          </p:nvSpPr>
          <p:spPr>
            <a:xfrm>
              <a:off x="4204347" y="303911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204347" y="303911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72716" y="428635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72716" y="40448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72716" y="380327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72716" y="356173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72716" y="332018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72716" y="30786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204347" y="445821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436765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192350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947935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03520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4404990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5160575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3" name="tx402"/>
            <p:cNvSpPr/>
            <p:nvPr/>
          </p:nvSpPr>
          <p:spPr>
            <a:xfrm>
              <a:off x="5916159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" name="tx403"/>
            <p:cNvSpPr/>
            <p:nvPr/>
          </p:nvSpPr>
          <p:spPr>
            <a:xfrm>
              <a:off x="6671744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5" name="tx404"/>
            <p:cNvSpPr/>
            <p:nvPr/>
          </p:nvSpPr>
          <p:spPr>
            <a:xfrm>
              <a:off x="4204347" y="2844365"/>
              <a:ext cx="97822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6" name="rc405"/>
            <p:cNvSpPr/>
            <p:nvPr/>
          </p:nvSpPr>
          <p:spPr>
            <a:xfrm>
              <a:off x="1342663" y="48931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623356" y="581549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86722" y="569159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79953" y="576851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570862" y="593795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536309" y="60878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28734" y="578898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619543" y="590796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538553" y="594241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583787" y="603565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573177" y="57485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54022" y="59202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11421" y="524055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409725" y="538152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75918" y="560606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68911" y="573124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45554" y="621516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69302" y="596019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08677" y="555962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315221" y="511412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353516" y="50325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13898" y="580978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04781" y="554420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322833" y="535335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373004" y="548268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88372" y="595720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91686" y="590427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236377" y="539764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369531" y="544246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47171" y="599411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02691" y="57107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972286" y="58191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970350" y="606122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103228" y="568851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111032" y="595493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982870" y="516983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152045" y="588681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120393" y="559270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90927" y="541266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38309" y="50873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167859" y="529586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80597" y="590900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45063" y="552515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95269" y="565759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80752" y="54817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993682" y="588063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43893" y="551997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007545" y="584631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060993" y="580655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34438" y="585962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15783" y="581256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760601" y="598180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71670" y="556971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21767" y="56251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52875" y="511910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728658" y="56041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51404" y="580791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60318" y="561851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725911" y="550929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08463" y="545014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63181" y="531976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67219" y="57626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54523" y="52217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909490" y="604202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52183" y="590784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55962" y="574143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50426" y="582740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754947" y="570234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11452" y="587265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82281" y="567442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07047" y="560085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859099" y="56091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829180" y="567221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76486" y="5494275"/>
              <a:ext cx="2287125" cy="423921"/>
            </a:xfrm>
            <a:custGeom>
              <a:avLst/>
              <a:pathLst>
                <a:path w="2287125" h="423921">
                  <a:moveTo>
                    <a:pt x="0" y="0"/>
                  </a:moveTo>
                  <a:lnTo>
                    <a:pt x="1208335" y="93824"/>
                  </a:lnTo>
                  <a:lnTo>
                    <a:pt x="1524750" y="84897"/>
                  </a:lnTo>
                  <a:lnTo>
                    <a:pt x="1970711" y="46965"/>
                  </a:lnTo>
                  <a:lnTo>
                    <a:pt x="2287125" y="10040"/>
                  </a:lnTo>
                  <a:lnTo>
                    <a:pt x="2287125" y="380235"/>
                  </a:lnTo>
                  <a:lnTo>
                    <a:pt x="1970711" y="347965"/>
                  </a:lnTo>
                  <a:lnTo>
                    <a:pt x="1524750" y="316594"/>
                  </a:lnTo>
                  <a:lnTo>
                    <a:pt x="1208335" y="312320"/>
                  </a:lnTo>
                  <a:lnTo>
                    <a:pt x="0" y="42392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76486" y="5494275"/>
              <a:ext cx="2287125" cy="93824"/>
            </a:xfrm>
            <a:custGeom>
              <a:avLst/>
              <a:pathLst>
                <a:path w="2287125" h="93824">
                  <a:moveTo>
                    <a:pt x="0" y="0"/>
                  </a:moveTo>
                  <a:lnTo>
                    <a:pt x="1208335" y="93824"/>
                  </a:lnTo>
                  <a:lnTo>
                    <a:pt x="1524750" y="84897"/>
                  </a:lnTo>
                  <a:lnTo>
                    <a:pt x="1970711" y="46965"/>
                  </a:lnTo>
                  <a:lnTo>
                    <a:pt x="2287125" y="1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76486" y="5806596"/>
              <a:ext cx="2287125" cy="111600"/>
            </a:xfrm>
            <a:custGeom>
              <a:avLst/>
              <a:pathLst>
                <a:path w="2287125" h="111600">
                  <a:moveTo>
                    <a:pt x="2287125" y="67914"/>
                  </a:moveTo>
                  <a:lnTo>
                    <a:pt x="1970711" y="35644"/>
                  </a:lnTo>
                  <a:lnTo>
                    <a:pt x="1524750" y="4273"/>
                  </a:lnTo>
                  <a:lnTo>
                    <a:pt x="1208335" y="0"/>
                  </a:lnTo>
                  <a:lnTo>
                    <a:pt x="0" y="1116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76486" y="5689413"/>
              <a:ext cx="2287125" cy="16822"/>
            </a:xfrm>
            <a:custGeom>
              <a:avLst/>
              <a:pathLst>
                <a:path w="2287125" h="16822">
                  <a:moveTo>
                    <a:pt x="0" y="16822"/>
                  </a:moveTo>
                  <a:lnTo>
                    <a:pt x="1208335" y="7934"/>
                  </a:lnTo>
                  <a:lnTo>
                    <a:pt x="1524750" y="5607"/>
                  </a:lnTo>
                  <a:lnTo>
                    <a:pt x="1970711" y="2327"/>
                  </a:lnTo>
                  <a:lnTo>
                    <a:pt x="228712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>
              <a:off x="3320403" y="5014848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84" name="tx483"/>
            <p:cNvSpPr/>
            <p:nvPr/>
          </p:nvSpPr>
          <p:spPr>
            <a:xfrm>
              <a:off x="3401200" y="501475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0.921</a:t>
              </a:r>
            </a:p>
          </p:txBody>
        </p:sp>
        <p:sp>
          <p:nvSpPr>
            <p:cNvPr id="485" name="rc484"/>
            <p:cNvSpPr/>
            <p:nvPr/>
          </p:nvSpPr>
          <p:spPr>
            <a:xfrm>
              <a:off x="1342663" y="48931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342663" y="48931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152636" y="618196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52636" y="582043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52636" y="545890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52636" y="509737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311032" y="62229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11032" y="58614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11032" y="54999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11032" y="51383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42663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576486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33886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3101237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86361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>
              <a:off x="1544711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2307086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3069461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831836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2419775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1342663" y="4698415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6" name="rc505"/>
            <p:cNvSpPr/>
            <p:nvPr/>
          </p:nvSpPr>
          <p:spPr>
            <a:xfrm>
              <a:off x="4204347" y="48931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402976" y="573859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441909" y="566994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347330" y="572321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87648" y="600608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77463" y="597075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431860" y="593073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74264" y="550655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293318" y="57559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408820" y="595269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290417" y="564628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89356" y="621516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095854" y="586934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61142" y="567690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018993" y="60898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43994" y="579692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051713" y="544480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59608" y="583086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032185" y="58907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11255" y="565688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19512" y="59747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68101" y="56050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75290" y="593812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35098" y="558034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073498" y="526211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203977" y="550955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097722" y="555410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59249" y="566334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039476" y="592028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861997" y="571408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884223" y="576708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933308" y="595580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863125" y="555443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813709" y="576942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14266" y="557243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981856" y="516070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73685" y="58213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786133" y="566006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90463" y="50325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001496" y="566498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832192" y="576844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07672" y="55509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45869" y="548835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45211" y="536529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826104" y="585776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55269" y="588742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818156" y="607070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80871" y="570433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53855" y="563088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595971" y="567412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682341" y="578961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561703" y="585736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14784" y="589090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17315" y="571220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732300" y="565276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19681" y="585628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43003" y="559138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595574" y="592500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29826" y="578590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84291" y="571587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34323" y="579454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705252" y="575605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87578" y="60321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06597" y="577575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54722" y="579186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92030" y="568565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41522" y="571255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569876" y="6046434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28031" y="56819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69745" y="55782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98893" y="560443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79326" y="588133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71174" y="594611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4390245" y="5604457"/>
              <a:ext cx="2309786" cy="296914"/>
            </a:xfrm>
            <a:custGeom>
              <a:avLst/>
              <a:pathLst>
                <a:path w="2309786" h="296914">
                  <a:moveTo>
                    <a:pt x="0" y="0"/>
                  </a:moveTo>
                  <a:lnTo>
                    <a:pt x="1220308" y="60431"/>
                  </a:lnTo>
                  <a:lnTo>
                    <a:pt x="1539857" y="58974"/>
                  </a:lnTo>
                  <a:lnTo>
                    <a:pt x="1990237" y="43605"/>
                  </a:lnTo>
                  <a:lnTo>
                    <a:pt x="2309786" y="26198"/>
                  </a:lnTo>
                  <a:lnTo>
                    <a:pt x="2309786" y="287921"/>
                  </a:lnTo>
                  <a:lnTo>
                    <a:pt x="1990237" y="268133"/>
                  </a:lnTo>
                  <a:lnTo>
                    <a:pt x="1539857" y="249410"/>
                  </a:lnTo>
                  <a:lnTo>
                    <a:pt x="1220308" y="245573"/>
                  </a:lnTo>
                  <a:lnTo>
                    <a:pt x="0" y="29691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390245" y="5604457"/>
              <a:ext cx="2309786" cy="60431"/>
            </a:xfrm>
            <a:custGeom>
              <a:avLst/>
              <a:pathLst>
                <a:path w="2309786" h="60431">
                  <a:moveTo>
                    <a:pt x="0" y="0"/>
                  </a:moveTo>
                  <a:lnTo>
                    <a:pt x="1220308" y="60431"/>
                  </a:lnTo>
                  <a:lnTo>
                    <a:pt x="1539857" y="58974"/>
                  </a:lnTo>
                  <a:lnTo>
                    <a:pt x="1990237" y="43605"/>
                  </a:lnTo>
                  <a:lnTo>
                    <a:pt x="2309786" y="26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390245" y="5850030"/>
              <a:ext cx="2309786" cy="51341"/>
            </a:xfrm>
            <a:custGeom>
              <a:avLst/>
              <a:pathLst>
                <a:path w="2309786" h="51341">
                  <a:moveTo>
                    <a:pt x="2309786" y="42348"/>
                  </a:moveTo>
                  <a:lnTo>
                    <a:pt x="1990237" y="22560"/>
                  </a:lnTo>
                  <a:lnTo>
                    <a:pt x="1539857" y="3837"/>
                  </a:lnTo>
                  <a:lnTo>
                    <a:pt x="1220308" y="0"/>
                  </a:lnTo>
                  <a:lnTo>
                    <a:pt x="0" y="51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390245" y="5752914"/>
              <a:ext cx="2309786" cy="8602"/>
            </a:xfrm>
            <a:custGeom>
              <a:avLst/>
              <a:pathLst>
                <a:path w="2309786" h="8602">
                  <a:moveTo>
                    <a:pt x="0" y="0"/>
                  </a:moveTo>
                  <a:lnTo>
                    <a:pt x="1220308" y="4545"/>
                  </a:lnTo>
                  <a:lnTo>
                    <a:pt x="1539857" y="5735"/>
                  </a:lnTo>
                  <a:lnTo>
                    <a:pt x="1990237" y="7412"/>
                  </a:lnTo>
                  <a:lnTo>
                    <a:pt x="2309786" y="860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tx582"/>
            <p:cNvSpPr/>
            <p:nvPr/>
          </p:nvSpPr>
          <p:spPr>
            <a:xfrm>
              <a:off x="6156824" y="501337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84" name="tx583"/>
            <p:cNvSpPr/>
            <p:nvPr/>
          </p:nvSpPr>
          <p:spPr>
            <a:xfrm>
              <a:off x="6237620" y="501328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0.936</a:t>
              </a:r>
            </a:p>
          </p:txBody>
        </p:sp>
        <p:sp>
          <p:nvSpPr>
            <p:cNvPr id="585" name="rc584"/>
            <p:cNvSpPr/>
            <p:nvPr/>
          </p:nvSpPr>
          <p:spPr>
            <a:xfrm>
              <a:off x="4204347" y="48931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204347" y="48931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72716" y="62327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72716" y="59739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72716" y="57151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172716" y="545642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72716" y="51976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72716" y="493889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204347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390245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5160174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5930103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670003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tx597"/>
            <p:cNvSpPr/>
            <p:nvPr/>
          </p:nvSpPr>
          <p:spPr>
            <a:xfrm>
              <a:off x="4358470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5128399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0" name="tx599"/>
            <p:cNvSpPr/>
            <p:nvPr/>
          </p:nvSpPr>
          <p:spPr>
            <a:xfrm>
              <a:off x="5898328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1" name="tx600"/>
            <p:cNvSpPr/>
            <p:nvPr/>
          </p:nvSpPr>
          <p:spPr>
            <a:xfrm>
              <a:off x="6668257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2" name="tx601"/>
            <p:cNvSpPr/>
            <p:nvPr/>
          </p:nvSpPr>
          <p:spPr>
            <a:xfrm>
              <a:off x="5281459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4204347" y="4698415"/>
              <a:ext cx="93945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4" name="rc603"/>
            <p:cNvSpPr/>
            <p:nvPr/>
          </p:nvSpPr>
          <p:spPr>
            <a:xfrm>
              <a:off x="1548979" y="6778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tx604"/>
            <p:cNvSpPr/>
            <p:nvPr/>
          </p:nvSpPr>
          <p:spPr>
            <a:xfrm>
              <a:off x="1548979" y="6822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6" name="rc605"/>
            <p:cNvSpPr/>
            <p:nvPr/>
          </p:nvSpPr>
          <p:spPr>
            <a:xfrm>
              <a:off x="2092484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144517" y="68305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570460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622492" y="68305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3054745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106777" y="68305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352010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572134" y="683051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99807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050110" y="6830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446343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515466" y="68305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492879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80823" y="68305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538143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433470" y="68305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585941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911445" y="68305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6331079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383112" y="68305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tx625"/>
            <p:cNvSpPr/>
            <p:nvPr/>
          </p:nvSpPr>
          <p:spPr>
            <a:xfrm>
              <a:off x="2335747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2813723" y="6827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29800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763364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4241340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470669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32" name="tx631"/>
            <p:cNvSpPr/>
            <p:nvPr/>
          </p:nvSpPr>
          <p:spPr>
            <a:xfrm>
              <a:off x="5172053" y="6827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33" name="tx632"/>
            <p:cNvSpPr/>
            <p:nvPr/>
          </p:nvSpPr>
          <p:spPr>
            <a:xfrm>
              <a:off x="5624700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4" name="tx633"/>
            <p:cNvSpPr/>
            <p:nvPr/>
          </p:nvSpPr>
          <p:spPr>
            <a:xfrm>
              <a:off x="6102676" y="6827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5" name="tx634"/>
            <p:cNvSpPr/>
            <p:nvPr/>
          </p:nvSpPr>
          <p:spPr>
            <a:xfrm>
              <a:off x="6574342" y="6827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2026-07-20T15:00:40Z</dcterms:modified>
  <cp:category/>
</cp:coreProperties>
</file>