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7315200" cy="7315200"/>
            <a:chOff x="914400" y="914400"/>
            <a:chExt cx="7315200" cy="73152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73152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29600" y="914400"/>
              <a:ext cx="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3784392" cy="209229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749402" y="939705"/>
              <a:ext cx="3429587" cy="209229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3032001"/>
              <a:ext cx="3784392" cy="209229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749402" y="3032001"/>
              <a:ext cx="3429587" cy="209229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5124297"/>
              <a:ext cx="3784392" cy="30799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749402" y="5124297"/>
              <a:ext cx="3429587" cy="30799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408383" y="1208169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754597" y="251658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538470" y="243726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738645" y="2556653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618973" y="2553316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519161" y="258273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641907" y="241546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531667" y="232235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657687" y="253508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624583" y="261624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674591" y="239241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76799" y="262565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466821" y="255422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467388" y="187400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620685" y="246337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537698" y="254727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664772" y="261935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92835" y="264858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437090" y="245402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589313" y="173255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55111" y="194302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645637" y="263783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582740" y="240922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624950" y="234586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556895" y="235700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479738" y="253941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580442" y="247187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640474" y="193401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13658" y="208783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367039" y="2580021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376930" y="233501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526235" y="259410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528226" y="269577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548872" y="240916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542162" y="256810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345365" y="153811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544040" y="261948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371985" y="223298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482628" y="185789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462318" y="124206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531264" y="212031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593610" y="230691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549990" y="214927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404776" y="227770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482269" y="244892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347665" y="2350984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424475" y="233471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524240" y="244741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563966" y="243555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4291276" y="245510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4289957" y="245256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4482198" y="2403705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4510442" y="255833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4365447" y="214160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4350993" y="216198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4447381" y="240627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4260325" y="232124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4257586" y="222120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4372966" y="196891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4360277" y="204358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4405227" y="189017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4452929" y="215027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4338436" y="207706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4370076" y="252288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4309602" y="234021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4279171" y="223674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4425431" y="230495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4294026" y="2016671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4445538" y="227267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4413991" y="212243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4452134" y="199882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4394177" y="218480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4363612" y="215101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1680047" y="2055909"/>
              <a:ext cx="2742301" cy="627957"/>
            </a:xfrm>
            <a:custGeom>
              <a:avLst/>
              <a:pathLst>
                <a:path w="2742301" h="627957">
                  <a:moveTo>
                    <a:pt x="0" y="178224"/>
                  </a:moveTo>
                  <a:lnTo>
                    <a:pt x="1448814" y="171038"/>
                  </a:lnTo>
                  <a:lnTo>
                    <a:pt x="1828200" y="135952"/>
                  </a:lnTo>
                  <a:lnTo>
                    <a:pt x="2362915" y="62381"/>
                  </a:lnTo>
                  <a:lnTo>
                    <a:pt x="2742301" y="0"/>
                  </a:lnTo>
                  <a:lnTo>
                    <a:pt x="2742301" y="406938"/>
                  </a:lnTo>
                  <a:lnTo>
                    <a:pt x="2362915" y="399790"/>
                  </a:lnTo>
                  <a:lnTo>
                    <a:pt x="1828200" y="404067"/>
                  </a:lnTo>
                  <a:lnTo>
                    <a:pt x="1448814" y="424214"/>
                  </a:lnTo>
                  <a:lnTo>
                    <a:pt x="0" y="62795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680047" y="2055909"/>
              <a:ext cx="2742301" cy="178224"/>
            </a:xfrm>
            <a:custGeom>
              <a:avLst/>
              <a:pathLst>
                <a:path w="2742301" h="178224">
                  <a:moveTo>
                    <a:pt x="0" y="178224"/>
                  </a:moveTo>
                  <a:lnTo>
                    <a:pt x="1448814" y="171038"/>
                  </a:lnTo>
                  <a:lnTo>
                    <a:pt x="1828200" y="135952"/>
                  </a:lnTo>
                  <a:lnTo>
                    <a:pt x="2362915" y="62381"/>
                  </a:lnTo>
                  <a:lnTo>
                    <a:pt x="274230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680047" y="2455700"/>
              <a:ext cx="2742301" cy="228167"/>
            </a:xfrm>
            <a:custGeom>
              <a:avLst/>
              <a:pathLst>
                <a:path w="2742301" h="228167">
                  <a:moveTo>
                    <a:pt x="2742301" y="7147"/>
                  </a:moveTo>
                  <a:lnTo>
                    <a:pt x="2362915" y="0"/>
                  </a:lnTo>
                  <a:lnTo>
                    <a:pt x="1828200" y="4276"/>
                  </a:lnTo>
                  <a:lnTo>
                    <a:pt x="1448814" y="24424"/>
                  </a:lnTo>
                  <a:lnTo>
                    <a:pt x="0" y="2281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680047" y="2259378"/>
              <a:ext cx="2742301" cy="199622"/>
            </a:xfrm>
            <a:custGeom>
              <a:avLst/>
              <a:pathLst>
                <a:path w="2742301" h="199622">
                  <a:moveTo>
                    <a:pt x="0" y="199622"/>
                  </a:moveTo>
                  <a:lnTo>
                    <a:pt x="1448814" y="94157"/>
                  </a:lnTo>
                  <a:lnTo>
                    <a:pt x="1828200" y="66540"/>
                  </a:lnTo>
                  <a:lnTo>
                    <a:pt x="2362915" y="27616"/>
                  </a:lnTo>
                  <a:lnTo>
                    <a:pt x="2742301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3942654" y="1344214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0.271</a:t>
              </a:r>
            </a:p>
          </p:txBody>
        </p:sp>
        <p:sp>
          <p:nvSpPr>
            <p:cNvPr id="90" name="rc89"/>
            <p:cNvSpPr/>
            <p:nvPr/>
          </p:nvSpPr>
          <p:spPr>
            <a:xfrm>
              <a:off x="1408383" y="1208169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08383" y="1208169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tx91"/>
            <p:cNvSpPr/>
            <p:nvPr/>
          </p:nvSpPr>
          <p:spPr>
            <a:xfrm rot="-5400000">
              <a:off x="1177387" y="246116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3" name="tx92"/>
            <p:cNvSpPr/>
            <p:nvPr/>
          </p:nvSpPr>
          <p:spPr>
            <a:xfrm rot="-5400000">
              <a:off x="1177387" y="202686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4" name="tx93"/>
            <p:cNvSpPr/>
            <p:nvPr/>
          </p:nvSpPr>
          <p:spPr>
            <a:xfrm rot="-5400000">
              <a:off x="1177387" y="1592557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95" name="tx94"/>
            <p:cNvSpPr/>
            <p:nvPr/>
          </p:nvSpPr>
          <p:spPr>
            <a:xfrm rot="-5400000">
              <a:off x="1138525" y="1158252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96" name="pl95"/>
            <p:cNvSpPr/>
            <p:nvPr/>
          </p:nvSpPr>
          <p:spPr>
            <a:xfrm>
              <a:off x="1370425" y="251127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370425" y="207697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370425" y="164266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370425" y="120836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408383" y="2807247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680047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2594148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3508248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4422348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tx104"/>
            <p:cNvSpPr/>
            <p:nvPr/>
          </p:nvSpPr>
          <p:spPr>
            <a:xfrm>
              <a:off x="1641185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6" name="tx105"/>
            <p:cNvSpPr/>
            <p:nvPr/>
          </p:nvSpPr>
          <p:spPr>
            <a:xfrm>
              <a:off x="2555286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3469386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4383486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9" name="tx108"/>
            <p:cNvSpPr/>
            <p:nvPr/>
          </p:nvSpPr>
          <p:spPr>
            <a:xfrm rot="-5400000">
              <a:off x="910098" y="1948272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1408383" y="965010"/>
              <a:ext cx="142161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837970" y="1208169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952790" y="236310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5078398" y="148616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5021191" y="2355012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5143360" y="225191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948748" y="244170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5045932" y="175154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5110537" y="130463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5053702" y="211410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976466" y="265497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976224" y="207306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920109" y="267652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842801" y="175221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6024214" y="226731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843413" y="269577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892633" y="194059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986718" y="124206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827524" y="266199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992841" y="260215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853249" y="229183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938919" y="266894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6055147" y="245648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6067937" y="266534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6020258" y="217435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998132" y="203840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6009122" y="209917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6010072" y="189947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838360" y="2422840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6011575" y="265849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6774549" y="2401452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7004483" y="249694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6899829" y="260034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6863992" y="235363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6961397" y="181862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6764873" y="146166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6924049" y="170271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6977853" y="243325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6934260" y="237355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6766976" y="177955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6782398" y="199178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6966172" y="257474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6757013" y="172739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7011633" y="192947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6851256" y="212666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6854879" y="254466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6998605" y="211755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6842242" y="251650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6900081" y="190834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6817680" y="213236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7808487" y="224603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7847078" y="239676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7785302" y="2455726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7802898" y="222748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7914944" y="210192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7914126" y="215640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7915428" y="239479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7696624" y="218123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7806252" y="243277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7896419" y="231316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7821320" y="213832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7809253" y="181202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7748754" y="241965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7787950" y="263515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7843824" y="248711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7809613" y="225405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7934773" y="238833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7749433" y="222881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7846690" y="220447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7856225" y="202502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7940029" y="207107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7839177" y="214189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7935477" y="252668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7830227" y="222031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5063037" y="1992999"/>
              <a:ext cx="2785576" cy="456349"/>
            </a:xfrm>
            <a:custGeom>
              <a:avLst/>
              <a:pathLst>
                <a:path w="2785576" h="456349">
                  <a:moveTo>
                    <a:pt x="0" y="0"/>
                  </a:moveTo>
                  <a:lnTo>
                    <a:pt x="1471678" y="116021"/>
                  </a:lnTo>
                  <a:lnTo>
                    <a:pt x="1857051" y="134955"/>
                  </a:lnTo>
                  <a:lnTo>
                    <a:pt x="2400204" y="152497"/>
                  </a:lnTo>
                  <a:lnTo>
                    <a:pt x="2785576" y="159412"/>
                  </a:lnTo>
                  <a:lnTo>
                    <a:pt x="2785576" y="456349"/>
                  </a:lnTo>
                  <a:lnTo>
                    <a:pt x="2400204" y="425497"/>
                  </a:lnTo>
                  <a:lnTo>
                    <a:pt x="1857051" y="389812"/>
                  </a:lnTo>
                  <a:lnTo>
                    <a:pt x="1471678" y="370979"/>
                  </a:lnTo>
                  <a:lnTo>
                    <a:pt x="0" y="34277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5063037" y="1992999"/>
              <a:ext cx="2785576" cy="159412"/>
            </a:xfrm>
            <a:custGeom>
              <a:avLst/>
              <a:pathLst>
                <a:path w="2785576" h="159412">
                  <a:moveTo>
                    <a:pt x="0" y="0"/>
                  </a:moveTo>
                  <a:lnTo>
                    <a:pt x="1471678" y="116021"/>
                  </a:lnTo>
                  <a:lnTo>
                    <a:pt x="1857051" y="134955"/>
                  </a:lnTo>
                  <a:lnTo>
                    <a:pt x="2400204" y="152497"/>
                  </a:lnTo>
                  <a:lnTo>
                    <a:pt x="2785576" y="1594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5063037" y="2335777"/>
              <a:ext cx="2785576" cy="113570"/>
            </a:xfrm>
            <a:custGeom>
              <a:avLst/>
              <a:pathLst>
                <a:path w="2785576" h="113570">
                  <a:moveTo>
                    <a:pt x="2785576" y="113570"/>
                  </a:moveTo>
                  <a:lnTo>
                    <a:pt x="2400204" y="82719"/>
                  </a:lnTo>
                  <a:lnTo>
                    <a:pt x="1857051" y="47033"/>
                  </a:lnTo>
                  <a:lnTo>
                    <a:pt x="1471678" y="282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5063037" y="2164388"/>
              <a:ext cx="2785576" cy="136491"/>
            </a:xfrm>
            <a:custGeom>
              <a:avLst/>
              <a:pathLst>
                <a:path w="2785576" h="136491">
                  <a:moveTo>
                    <a:pt x="0" y="0"/>
                  </a:moveTo>
                  <a:lnTo>
                    <a:pt x="1471678" y="72111"/>
                  </a:lnTo>
                  <a:lnTo>
                    <a:pt x="1857051" y="90994"/>
                  </a:lnTo>
                  <a:lnTo>
                    <a:pt x="2400204" y="117608"/>
                  </a:lnTo>
                  <a:lnTo>
                    <a:pt x="2785576" y="136491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tx187"/>
            <p:cNvSpPr/>
            <p:nvPr/>
          </p:nvSpPr>
          <p:spPr>
            <a:xfrm>
              <a:off x="7368920" y="1344148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0.163</a:t>
              </a:r>
            </a:p>
          </p:txBody>
        </p:sp>
        <p:sp>
          <p:nvSpPr>
            <p:cNvPr id="189" name="rc188"/>
            <p:cNvSpPr/>
            <p:nvPr/>
          </p:nvSpPr>
          <p:spPr>
            <a:xfrm>
              <a:off x="4837970" y="1208169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837970" y="1208169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800012" y="249648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800012" y="196800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800012" y="143953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837970" y="2807247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5063037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5991563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6920088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7848614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tx198"/>
            <p:cNvSpPr/>
            <p:nvPr/>
          </p:nvSpPr>
          <p:spPr>
            <a:xfrm>
              <a:off x="5024175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00" name="tx199"/>
            <p:cNvSpPr/>
            <p:nvPr/>
          </p:nvSpPr>
          <p:spPr>
            <a:xfrm>
              <a:off x="5952701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01" name="tx200"/>
            <p:cNvSpPr/>
            <p:nvPr/>
          </p:nvSpPr>
          <p:spPr>
            <a:xfrm>
              <a:off x="6881226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02" name="tx201"/>
            <p:cNvSpPr/>
            <p:nvPr/>
          </p:nvSpPr>
          <p:spPr>
            <a:xfrm>
              <a:off x="7809752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03" name="tx202"/>
            <p:cNvSpPr/>
            <p:nvPr/>
          </p:nvSpPr>
          <p:spPr>
            <a:xfrm>
              <a:off x="4837970" y="965010"/>
              <a:ext cx="1411559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4" name="rc203"/>
            <p:cNvSpPr/>
            <p:nvPr/>
          </p:nvSpPr>
          <p:spPr>
            <a:xfrm>
              <a:off x="1408383" y="3300465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1630328" y="4652750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1717179" y="4496587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519161" y="4725885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593104" y="4585602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853531" y="4613845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612555" y="4478305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782513" y="4134313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723034" y="4584482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659170" y="4534634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765071" y="4480091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711574" y="473153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544947" y="4786895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432566" y="3553390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575963" y="4648958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404087" y="4676209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571143" y="4505413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702969" y="4676458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659398" y="468092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454297" y="4037109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811235" y="418051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696125" y="4413951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490857" y="450224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678277" y="4339409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713479" y="4560764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725349" y="4589793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515480" y="4451190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650101" y="3883026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575589" y="4145280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619146" y="4440386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597434" y="4324492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425494" y="477168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341018" y="4763773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226674" y="4550121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298668" y="4776500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200803" y="3775474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653642" y="479412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416586" y="4268372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491393" y="3582874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381518" y="3461564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598473" y="4250048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670217" y="4111324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674039" y="4064793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432328" y="4103156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510962" y="469536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305787" y="4051405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541018" y="4496366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201525" y="4518338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373666" y="4302730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4394503" y="4291536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4054946" y="4403369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4236180" y="4325726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4510442" y="4638260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4444826" y="4055451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4479632" y="4427791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4073529" y="455464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4273265" y="4232982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4409939" y="4160105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4440993" y="3848587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4054624" y="3875606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4432415" y="3851192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4172402" y="3966777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4367421" y="424431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4266805" y="4274626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4079647" y="4164622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4482382" y="4119496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4385302" y="4107297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4269933" y="3906930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4275947" y="4037470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4354884" y="4084919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4469576" y="3873547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4165524" y="4118705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4211103" y="3931436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1761832" y="3982568"/>
              <a:ext cx="2558371" cy="802115"/>
            </a:xfrm>
            <a:custGeom>
              <a:avLst/>
              <a:pathLst>
                <a:path w="2558371" h="802115">
                  <a:moveTo>
                    <a:pt x="0" y="327112"/>
                  </a:moveTo>
                  <a:lnTo>
                    <a:pt x="1351640" y="242256"/>
                  </a:lnTo>
                  <a:lnTo>
                    <a:pt x="1705580" y="186725"/>
                  </a:lnTo>
                  <a:lnTo>
                    <a:pt x="2204431" y="83799"/>
                  </a:lnTo>
                  <a:lnTo>
                    <a:pt x="2558371" y="0"/>
                  </a:lnTo>
                  <a:lnTo>
                    <a:pt x="2558371" y="426079"/>
                  </a:lnTo>
                  <a:lnTo>
                    <a:pt x="2204431" y="439557"/>
                  </a:lnTo>
                  <a:lnTo>
                    <a:pt x="1705580" y="473737"/>
                  </a:lnTo>
                  <a:lnTo>
                    <a:pt x="1351640" y="515483"/>
                  </a:lnTo>
                  <a:lnTo>
                    <a:pt x="0" y="80211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1761832" y="3982568"/>
              <a:ext cx="2558371" cy="327112"/>
            </a:xfrm>
            <a:custGeom>
              <a:avLst/>
              <a:pathLst>
                <a:path w="2558371" h="327112">
                  <a:moveTo>
                    <a:pt x="0" y="327112"/>
                  </a:moveTo>
                  <a:lnTo>
                    <a:pt x="1351640" y="242256"/>
                  </a:lnTo>
                  <a:lnTo>
                    <a:pt x="1705580" y="186725"/>
                  </a:lnTo>
                  <a:lnTo>
                    <a:pt x="2204431" y="83799"/>
                  </a:lnTo>
                  <a:lnTo>
                    <a:pt x="25583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761832" y="4408647"/>
              <a:ext cx="2558371" cy="376036"/>
            </a:xfrm>
            <a:custGeom>
              <a:avLst/>
              <a:pathLst>
                <a:path w="2558371" h="376036">
                  <a:moveTo>
                    <a:pt x="2558371" y="0"/>
                  </a:moveTo>
                  <a:lnTo>
                    <a:pt x="2204431" y="13478"/>
                  </a:lnTo>
                  <a:lnTo>
                    <a:pt x="1705580" y="47658"/>
                  </a:lnTo>
                  <a:lnTo>
                    <a:pt x="1351640" y="89404"/>
                  </a:lnTo>
                  <a:lnTo>
                    <a:pt x="0" y="3760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761832" y="4195607"/>
              <a:ext cx="2558371" cy="351574"/>
            </a:xfrm>
            <a:custGeom>
              <a:avLst/>
              <a:pathLst>
                <a:path w="2558371" h="351574">
                  <a:moveTo>
                    <a:pt x="0" y="351574"/>
                  </a:moveTo>
                  <a:lnTo>
                    <a:pt x="1351640" y="165830"/>
                  </a:lnTo>
                  <a:lnTo>
                    <a:pt x="1705580" y="117191"/>
                  </a:lnTo>
                  <a:lnTo>
                    <a:pt x="2204431" y="48638"/>
                  </a:lnTo>
                  <a:lnTo>
                    <a:pt x="2558371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tx280"/>
            <p:cNvSpPr/>
            <p:nvPr/>
          </p:nvSpPr>
          <p:spPr>
            <a:xfrm>
              <a:off x="3840508" y="3511966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0.074</a:t>
              </a:r>
            </a:p>
          </p:txBody>
        </p:sp>
        <p:sp>
          <p:nvSpPr>
            <p:cNvPr id="282" name="rc281"/>
            <p:cNvSpPr/>
            <p:nvPr/>
          </p:nvSpPr>
          <p:spPr>
            <a:xfrm>
              <a:off x="1408383" y="3300465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408383" y="3300465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tx283"/>
            <p:cNvSpPr/>
            <p:nvPr/>
          </p:nvSpPr>
          <p:spPr>
            <a:xfrm rot="-5400000">
              <a:off x="1177387" y="479249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85" name="tx284"/>
            <p:cNvSpPr/>
            <p:nvPr/>
          </p:nvSpPr>
          <p:spPr>
            <a:xfrm rot="-5400000">
              <a:off x="1177387" y="4497136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86" name="tx285"/>
            <p:cNvSpPr/>
            <p:nvPr/>
          </p:nvSpPr>
          <p:spPr>
            <a:xfrm rot="-5400000">
              <a:off x="1177387" y="42017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87" name="tx286"/>
            <p:cNvSpPr/>
            <p:nvPr/>
          </p:nvSpPr>
          <p:spPr>
            <a:xfrm rot="-5400000">
              <a:off x="1177387" y="390642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88" name="tx287"/>
            <p:cNvSpPr/>
            <p:nvPr/>
          </p:nvSpPr>
          <p:spPr>
            <a:xfrm rot="-5400000">
              <a:off x="1177387" y="3611066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89" name="tx288"/>
            <p:cNvSpPr/>
            <p:nvPr/>
          </p:nvSpPr>
          <p:spPr>
            <a:xfrm rot="-5400000">
              <a:off x="1177387" y="331570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3.5</a:t>
              </a:r>
            </a:p>
          </p:txBody>
        </p:sp>
        <p:sp>
          <p:nvSpPr>
            <p:cNvPr id="290" name="pl289"/>
            <p:cNvSpPr/>
            <p:nvPr/>
          </p:nvSpPr>
          <p:spPr>
            <a:xfrm>
              <a:off x="1370425" y="484260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1370425" y="454724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1370425" y="425188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1370425" y="395653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370425" y="366117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370425" y="336581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408383" y="4899543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761832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2614622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3467412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4320203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tx300"/>
            <p:cNvSpPr/>
            <p:nvPr/>
          </p:nvSpPr>
          <p:spPr>
            <a:xfrm>
              <a:off x="1722970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2" name="tx301"/>
            <p:cNvSpPr/>
            <p:nvPr/>
          </p:nvSpPr>
          <p:spPr>
            <a:xfrm>
              <a:off x="2575760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3" name="tx302"/>
            <p:cNvSpPr/>
            <p:nvPr/>
          </p:nvSpPr>
          <p:spPr>
            <a:xfrm>
              <a:off x="3428550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4" name="tx303"/>
            <p:cNvSpPr/>
            <p:nvPr/>
          </p:nvSpPr>
          <p:spPr>
            <a:xfrm>
              <a:off x="4281341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05" name="tx304"/>
            <p:cNvSpPr/>
            <p:nvPr/>
          </p:nvSpPr>
          <p:spPr>
            <a:xfrm rot="-5400000">
              <a:off x="910098" y="4040568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1408383" y="3057306"/>
              <a:ext cx="1254373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4837970" y="3300465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5020717" y="4318354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4948748" y="3598429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5134465" y="4389617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5022255" y="4135548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5246434" y="4441169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5080481" y="3503554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5266360" y="3461564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5318036" y="385036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963486" y="4602701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989468" y="4199764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5981027" y="448960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5827428" y="3946432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988522" y="4395850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748302" y="465049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749530" y="4273375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874791" y="3920237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895618" y="4734456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228646" y="461798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201566" y="4475603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136690" y="472958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034694" y="4607771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230488" y="4728742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901580" y="4432409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012129" y="4373477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815045" y="4108221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877348" y="4153087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181470" y="4490738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781364" y="4794129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851737" y="4481711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888016" y="4549860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7088008" y="4523955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7026914" y="4579602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7088362" y="3665141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888260" y="3714702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665311" y="4296034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836757" y="447023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852870" y="4594531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633093" y="4257574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878509" y="4032852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809908" y="465567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925829" y="3860746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844711" y="4237370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850548" y="4301835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7054147" y="4588015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680965" y="4031885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697934" y="4284619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919446" y="4004358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927582" y="4253181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7741821" y="4422337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7779733" y="4521055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7700659" y="4267735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7560405" y="4040737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7867700" y="4241623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7778244" y="4285893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7911075" y="443838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7828395" y="4326699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7843182" y="4439146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7937673" y="4350116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7847705" y="4085247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7584832" y="3775096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7530593" y="4453451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7859495" y="462187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7852773" y="4584072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7599093" y="4320385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7667542" y="4517938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7796306" y="4399477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7940029" y="3862159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7672751" y="4216075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7565473" y="4310922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7932019" y="4252060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7691146" y="458210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7729500" y="4206145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5175442" y="4103414"/>
              <a:ext cx="2573474" cy="393968"/>
            </a:xfrm>
            <a:custGeom>
              <a:avLst/>
              <a:pathLst>
                <a:path w="2573474" h="393968">
                  <a:moveTo>
                    <a:pt x="0" y="0"/>
                  </a:moveTo>
                  <a:lnTo>
                    <a:pt x="1359620" y="114948"/>
                  </a:lnTo>
                  <a:lnTo>
                    <a:pt x="1715649" y="131672"/>
                  </a:lnTo>
                  <a:lnTo>
                    <a:pt x="2217445" y="143938"/>
                  </a:lnTo>
                  <a:lnTo>
                    <a:pt x="2573474" y="146350"/>
                  </a:lnTo>
                  <a:lnTo>
                    <a:pt x="2573474" y="393968"/>
                  </a:lnTo>
                  <a:lnTo>
                    <a:pt x="2217445" y="363201"/>
                  </a:lnTo>
                  <a:lnTo>
                    <a:pt x="1715649" y="328704"/>
                  </a:lnTo>
                  <a:lnTo>
                    <a:pt x="1359620" y="312249"/>
                  </a:lnTo>
                  <a:lnTo>
                    <a:pt x="0" y="30049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5175442" y="4103414"/>
              <a:ext cx="2573474" cy="146350"/>
            </a:xfrm>
            <a:custGeom>
              <a:avLst/>
              <a:pathLst>
                <a:path w="2573474" h="146350">
                  <a:moveTo>
                    <a:pt x="0" y="0"/>
                  </a:moveTo>
                  <a:lnTo>
                    <a:pt x="1359620" y="114948"/>
                  </a:lnTo>
                  <a:lnTo>
                    <a:pt x="1715649" y="131672"/>
                  </a:lnTo>
                  <a:lnTo>
                    <a:pt x="2217445" y="143938"/>
                  </a:lnTo>
                  <a:lnTo>
                    <a:pt x="2573474" y="14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5175442" y="4403906"/>
              <a:ext cx="2573474" cy="93476"/>
            </a:xfrm>
            <a:custGeom>
              <a:avLst/>
              <a:pathLst>
                <a:path w="2573474" h="93476">
                  <a:moveTo>
                    <a:pt x="2573474" y="93476"/>
                  </a:moveTo>
                  <a:lnTo>
                    <a:pt x="2217445" y="62709"/>
                  </a:lnTo>
                  <a:lnTo>
                    <a:pt x="1715649" y="28212"/>
                  </a:lnTo>
                  <a:lnTo>
                    <a:pt x="1359620" y="1175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5175442" y="4253660"/>
              <a:ext cx="2573474" cy="119913"/>
            </a:xfrm>
            <a:custGeom>
              <a:avLst/>
              <a:pathLst>
                <a:path w="2573474" h="119913">
                  <a:moveTo>
                    <a:pt x="0" y="0"/>
                  </a:moveTo>
                  <a:lnTo>
                    <a:pt x="1359620" y="63352"/>
                  </a:lnTo>
                  <a:lnTo>
                    <a:pt x="1715649" y="79942"/>
                  </a:lnTo>
                  <a:lnTo>
                    <a:pt x="2217445" y="103324"/>
                  </a:lnTo>
                  <a:lnTo>
                    <a:pt x="2573474" y="119913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tx383"/>
            <p:cNvSpPr/>
            <p:nvPr/>
          </p:nvSpPr>
          <p:spPr>
            <a:xfrm>
              <a:off x="7269223" y="3508665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0.213</a:t>
              </a:r>
            </a:p>
          </p:txBody>
        </p:sp>
        <p:sp>
          <p:nvSpPr>
            <p:cNvPr id="385" name="rc384"/>
            <p:cNvSpPr/>
            <p:nvPr/>
          </p:nvSpPr>
          <p:spPr>
            <a:xfrm>
              <a:off x="4837970" y="3300465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837970" y="3300465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800012" y="470419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800012" y="443194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800012" y="415969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800012" y="388744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800012" y="361518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800012" y="334293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837970" y="4899543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5175442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6033267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6891092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7748917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tx397"/>
            <p:cNvSpPr/>
            <p:nvPr/>
          </p:nvSpPr>
          <p:spPr>
            <a:xfrm>
              <a:off x="5136580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9" name="tx398"/>
            <p:cNvSpPr/>
            <p:nvPr/>
          </p:nvSpPr>
          <p:spPr>
            <a:xfrm>
              <a:off x="5994405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0" name="tx399"/>
            <p:cNvSpPr/>
            <p:nvPr/>
          </p:nvSpPr>
          <p:spPr>
            <a:xfrm>
              <a:off x="6852230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1" name="tx400"/>
            <p:cNvSpPr/>
            <p:nvPr/>
          </p:nvSpPr>
          <p:spPr>
            <a:xfrm>
              <a:off x="7710055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02" name="tx401"/>
            <p:cNvSpPr/>
            <p:nvPr/>
          </p:nvSpPr>
          <p:spPr>
            <a:xfrm>
              <a:off x="4837970" y="3057306"/>
              <a:ext cx="1244315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3" name="rc402"/>
            <p:cNvSpPr/>
            <p:nvPr/>
          </p:nvSpPr>
          <p:spPr>
            <a:xfrm>
              <a:off x="1408383" y="5392761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581430" y="6435915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938782" y="6296056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724765" y="6380478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834607" y="6577579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519161" y="6743743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537508" y="6407535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984577" y="6540478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548090" y="657957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536429" y="6683829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536742" y="6361293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369343" y="6555582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742197" y="5786070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591662" y="5944993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786479" y="619809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570543" y="6344080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367729" y="6886426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610614" y="6600624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390014" y="614689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801843" y="5643160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623928" y="555386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480805" y="6431973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738355" y="6129315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804731" y="5915404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716906" y="6058678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811726" y="6594498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358797" y="6534692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358363" y="5965403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410007" y="6013174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3452736" y="6639830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507253" y="6317012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241200" y="6440547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506196" y="6714844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308764" y="6291448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311132" y="6593590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568157" y="5707568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436478" y="6517908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437820" y="6183143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190797" y="5978419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250578" y="5614106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331110" y="585134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355546" y="6542076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616623" y="6107745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636455" y="6257601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471255" y="6059115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202573" y="6510809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234102" y="6102258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424875" y="6473152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229381" y="6426028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4317407" y="6485472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4448192" y="6431475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104626" y="6625050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4096793" y="6159532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4437440" y="6222556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4353696" y="5648761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4375782" y="619748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4266831" y="6428484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4353989" y="6214227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4195284" y="6087658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4320522" y="6026087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4072570" y="5877241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4103044" y="6377528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4482772" y="5766342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4188053" y="6694767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4134526" y="6540325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4510442" y="6351539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4391874" y="6452693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4116962" y="6308265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4319190" y="6500777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4504389" y="6278711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4391393" y="6194872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4057833" y="620487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4071994" y="6271725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781437" y="6069257"/>
              <a:ext cx="2533697" cy="479559"/>
            </a:xfrm>
            <a:custGeom>
              <a:avLst/>
              <a:pathLst>
                <a:path w="2533697" h="479559">
                  <a:moveTo>
                    <a:pt x="0" y="0"/>
                  </a:moveTo>
                  <a:lnTo>
                    <a:pt x="1338605" y="106139"/>
                  </a:lnTo>
                  <a:lnTo>
                    <a:pt x="1689131" y="96039"/>
                  </a:lnTo>
                  <a:lnTo>
                    <a:pt x="2183171" y="53129"/>
                  </a:lnTo>
                  <a:lnTo>
                    <a:pt x="2533697" y="11358"/>
                  </a:lnTo>
                  <a:lnTo>
                    <a:pt x="2533697" y="430140"/>
                  </a:lnTo>
                  <a:lnTo>
                    <a:pt x="2183171" y="393634"/>
                  </a:lnTo>
                  <a:lnTo>
                    <a:pt x="1689131" y="358146"/>
                  </a:lnTo>
                  <a:lnTo>
                    <a:pt x="1338605" y="353312"/>
                  </a:lnTo>
                  <a:lnTo>
                    <a:pt x="0" y="47955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781437" y="6069257"/>
              <a:ext cx="2533697" cy="106139"/>
            </a:xfrm>
            <a:custGeom>
              <a:avLst/>
              <a:pathLst>
                <a:path w="2533697" h="106139">
                  <a:moveTo>
                    <a:pt x="0" y="0"/>
                  </a:moveTo>
                  <a:lnTo>
                    <a:pt x="1338605" y="106139"/>
                  </a:lnTo>
                  <a:lnTo>
                    <a:pt x="1689131" y="96039"/>
                  </a:lnTo>
                  <a:lnTo>
                    <a:pt x="2183171" y="53129"/>
                  </a:lnTo>
                  <a:lnTo>
                    <a:pt x="2533697" y="11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781437" y="6422569"/>
              <a:ext cx="2533697" cy="126247"/>
            </a:xfrm>
            <a:custGeom>
              <a:avLst/>
              <a:pathLst>
                <a:path w="2533697" h="126247">
                  <a:moveTo>
                    <a:pt x="2533697" y="76828"/>
                  </a:moveTo>
                  <a:lnTo>
                    <a:pt x="2183171" y="40322"/>
                  </a:lnTo>
                  <a:lnTo>
                    <a:pt x="1689131" y="4834"/>
                  </a:lnTo>
                  <a:lnTo>
                    <a:pt x="1338605" y="0"/>
                  </a:lnTo>
                  <a:lnTo>
                    <a:pt x="0" y="1262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781437" y="6290007"/>
              <a:ext cx="2533697" cy="19030"/>
            </a:xfrm>
            <a:custGeom>
              <a:avLst/>
              <a:pathLst>
                <a:path w="2533697" h="19030">
                  <a:moveTo>
                    <a:pt x="0" y="19030"/>
                  </a:moveTo>
                  <a:lnTo>
                    <a:pt x="1338605" y="8976"/>
                  </a:lnTo>
                  <a:lnTo>
                    <a:pt x="1689131" y="6343"/>
                  </a:lnTo>
                  <a:lnTo>
                    <a:pt x="2183171" y="2632"/>
                  </a:lnTo>
                  <a:lnTo>
                    <a:pt x="2533697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tx479"/>
            <p:cNvSpPr/>
            <p:nvPr/>
          </p:nvSpPr>
          <p:spPr>
            <a:xfrm>
              <a:off x="3835441" y="5602275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0.921</a:t>
              </a:r>
            </a:p>
          </p:txBody>
        </p:sp>
        <p:sp>
          <p:nvSpPr>
            <p:cNvPr id="481" name="rc480"/>
            <p:cNvSpPr/>
            <p:nvPr/>
          </p:nvSpPr>
          <p:spPr>
            <a:xfrm>
              <a:off x="1408383" y="5392761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408383" y="5392761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tx482"/>
            <p:cNvSpPr/>
            <p:nvPr/>
          </p:nvSpPr>
          <p:spPr>
            <a:xfrm rot="-5400000">
              <a:off x="1177387" y="6843488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4" name="tx483"/>
            <p:cNvSpPr/>
            <p:nvPr/>
          </p:nvSpPr>
          <p:spPr>
            <a:xfrm rot="-5400000">
              <a:off x="1177387" y="643450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85" name="tx484"/>
            <p:cNvSpPr/>
            <p:nvPr/>
          </p:nvSpPr>
          <p:spPr>
            <a:xfrm rot="-5400000">
              <a:off x="1177387" y="6025530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86" name="tx485"/>
            <p:cNvSpPr/>
            <p:nvPr/>
          </p:nvSpPr>
          <p:spPr>
            <a:xfrm rot="-5400000">
              <a:off x="1177387" y="561655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87" name="pl486"/>
            <p:cNvSpPr/>
            <p:nvPr/>
          </p:nvSpPr>
          <p:spPr>
            <a:xfrm>
              <a:off x="1370425" y="689359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7"/>
            <p:cNvSpPr/>
            <p:nvPr/>
          </p:nvSpPr>
          <p:spPr>
            <a:xfrm>
              <a:off x="1370425" y="648461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8"/>
            <p:cNvSpPr/>
            <p:nvPr/>
          </p:nvSpPr>
          <p:spPr>
            <a:xfrm>
              <a:off x="1370425" y="607563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89"/>
            <p:cNvSpPr/>
            <p:nvPr/>
          </p:nvSpPr>
          <p:spPr>
            <a:xfrm>
              <a:off x="1370425" y="566666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0"/>
            <p:cNvSpPr/>
            <p:nvPr/>
          </p:nvSpPr>
          <p:spPr>
            <a:xfrm>
              <a:off x="1408383" y="6991840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781437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2626003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3470569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4315135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tx495"/>
            <p:cNvSpPr/>
            <p:nvPr/>
          </p:nvSpPr>
          <p:spPr>
            <a:xfrm>
              <a:off x="1742575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97" name="tx496"/>
            <p:cNvSpPr/>
            <p:nvPr/>
          </p:nvSpPr>
          <p:spPr>
            <a:xfrm>
              <a:off x="2587141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8" name="tx497"/>
            <p:cNvSpPr/>
            <p:nvPr/>
          </p:nvSpPr>
          <p:spPr>
            <a:xfrm>
              <a:off x="3431707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9" name="tx498"/>
            <p:cNvSpPr/>
            <p:nvPr/>
          </p:nvSpPr>
          <p:spPr>
            <a:xfrm>
              <a:off x="4276273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0" name="tx499"/>
            <p:cNvSpPr/>
            <p:nvPr/>
          </p:nvSpPr>
          <p:spPr>
            <a:xfrm>
              <a:off x="2686547" y="7273028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1" name="tx500"/>
            <p:cNvSpPr/>
            <p:nvPr/>
          </p:nvSpPr>
          <p:spPr>
            <a:xfrm rot="-5400000">
              <a:off x="910098" y="6132865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1408383" y="5149602"/>
              <a:ext cx="1254373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3" name="rc502"/>
            <p:cNvSpPr/>
            <p:nvPr/>
          </p:nvSpPr>
          <p:spPr>
            <a:xfrm>
              <a:off x="4837970" y="5392761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5248619" y="6348812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205329" y="6272539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5033864" y="6333327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264434" y="6653186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5173065" y="6612143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999333" y="6567528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5020183" y="6088032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080504" y="637011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5148020" y="6592053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948748" y="6245395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914233" y="688642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6048574" y="6497508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977018" y="6279786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6150559" y="674520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974994" y="6416674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996914" y="6019660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6046329" y="6452094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781632" y="652246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760645" y="6259740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6032487" y="6615445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6196984" y="6199525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6119735" y="657495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6014266" y="6171944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734094" y="5811142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6025190" y="6091408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699874" y="6142997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782475" y="6263319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6031422" y="6555226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6889892" y="6321875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6638064" y="6380804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7064717" y="659387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6692549" y="6141173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6978738" y="6384782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6726102" y="6163204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6887359" y="5698712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6940656" y="6442027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6758340" y="6261365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7049955" y="5553861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6606363" y="6267330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6962877" y="6384818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6907658" y="6140182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6883389" y="6067878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6668682" y="5928964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6907783" y="648503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6732032" y="6517033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6982221" y="6725315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6705200" y="6311991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6932520" y="6228796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7676810" y="6278323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7566837" y="6407404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7656132" y="6484894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7567661" y="6522072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7922055" y="6320247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7614841" y="6253341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7516663" y="648165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7837966" y="6184585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7689731" y="6559833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7853980" y="6403036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7635924" y="6326316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7643280" y="6414284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7763713" y="6370586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7940029" y="668201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7884866" y="6391964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7506091" y="6410446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7907143" y="6291594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7521997" y="6321002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7904925" y="6698696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7603610" y="6284765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7447744" y="6169274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7456971" y="6196879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7858871" y="6512328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7578617" y="6583917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5114166" y="6194864"/>
              <a:ext cx="2620530" cy="334721"/>
            </a:xfrm>
            <a:custGeom>
              <a:avLst/>
              <a:pathLst>
                <a:path w="2620530" h="334721">
                  <a:moveTo>
                    <a:pt x="0" y="0"/>
                  </a:moveTo>
                  <a:lnTo>
                    <a:pt x="1384480" y="68126"/>
                  </a:lnTo>
                  <a:lnTo>
                    <a:pt x="1747020" y="66483"/>
                  </a:lnTo>
                  <a:lnTo>
                    <a:pt x="2257991" y="49158"/>
                  </a:lnTo>
                  <a:lnTo>
                    <a:pt x="2620530" y="29534"/>
                  </a:lnTo>
                  <a:lnTo>
                    <a:pt x="2620530" y="324583"/>
                  </a:lnTo>
                  <a:lnTo>
                    <a:pt x="2257991" y="302275"/>
                  </a:lnTo>
                  <a:lnTo>
                    <a:pt x="1747020" y="281168"/>
                  </a:lnTo>
                  <a:lnTo>
                    <a:pt x="1384480" y="276842"/>
                  </a:lnTo>
                  <a:lnTo>
                    <a:pt x="0" y="33472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5114166" y="6194864"/>
              <a:ext cx="2620530" cy="68126"/>
            </a:xfrm>
            <a:custGeom>
              <a:avLst/>
              <a:pathLst>
                <a:path w="2620530" h="68126">
                  <a:moveTo>
                    <a:pt x="0" y="0"/>
                  </a:moveTo>
                  <a:lnTo>
                    <a:pt x="1384480" y="68126"/>
                  </a:lnTo>
                  <a:lnTo>
                    <a:pt x="1747020" y="66483"/>
                  </a:lnTo>
                  <a:lnTo>
                    <a:pt x="2257991" y="49158"/>
                  </a:lnTo>
                  <a:lnTo>
                    <a:pt x="2620530" y="295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5114166" y="6471706"/>
              <a:ext cx="2620530" cy="57878"/>
            </a:xfrm>
            <a:custGeom>
              <a:avLst/>
              <a:pathLst>
                <a:path w="2620530" h="57878">
                  <a:moveTo>
                    <a:pt x="2620530" y="47740"/>
                  </a:moveTo>
                  <a:lnTo>
                    <a:pt x="2257991" y="25433"/>
                  </a:lnTo>
                  <a:lnTo>
                    <a:pt x="1747020" y="4326"/>
                  </a:lnTo>
                  <a:lnTo>
                    <a:pt x="1384480" y="0"/>
                  </a:lnTo>
                  <a:lnTo>
                    <a:pt x="0" y="578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5114166" y="6362224"/>
              <a:ext cx="2620530" cy="9698"/>
            </a:xfrm>
            <a:custGeom>
              <a:avLst/>
              <a:pathLst>
                <a:path w="2620530" h="9698">
                  <a:moveTo>
                    <a:pt x="0" y="0"/>
                  </a:moveTo>
                  <a:lnTo>
                    <a:pt x="1384480" y="5123"/>
                  </a:lnTo>
                  <a:lnTo>
                    <a:pt x="1747020" y="6465"/>
                  </a:lnTo>
                  <a:lnTo>
                    <a:pt x="2257991" y="8356"/>
                  </a:lnTo>
                  <a:lnTo>
                    <a:pt x="2620530" y="9698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0" name="tx579"/>
            <p:cNvSpPr/>
            <p:nvPr/>
          </p:nvSpPr>
          <p:spPr>
            <a:xfrm>
              <a:off x="7255002" y="5603204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0.936</a:t>
              </a:r>
            </a:p>
          </p:txBody>
        </p:sp>
        <p:sp>
          <p:nvSpPr>
            <p:cNvPr id="581" name="rc580"/>
            <p:cNvSpPr/>
            <p:nvPr/>
          </p:nvSpPr>
          <p:spPr>
            <a:xfrm>
              <a:off x="4837970" y="5392761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837970" y="5392761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800012" y="690312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800012" y="661141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4800012" y="631969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800012" y="602798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800012" y="573627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800012" y="544455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837970" y="6991840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5114166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5987676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6861186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7734697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tx593"/>
            <p:cNvSpPr/>
            <p:nvPr/>
          </p:nvSpPr>
          <p:spPr>
            <a:xfrm>
              <a:off x="5075304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95" name="tx594"/>
            <p:cNvSpPr/>
            <p:nvPr/>
          </p:nvSpPr>
          <p:spPr>
            <a:xfrm>
              <a:off x="5948814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96" name="tx595"/>
            <p:cNvSpPr/>
            <p:nvPr/>
          </p:nvSpPr>
          <p:spPr>
            <a:xfrm>
              <a:off x="6822324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97" name="tx596"/>
            <p:cNvSpPr/>
            <p:nvPr/>
          </p:nvSpPr>
          <p:spPr>
            <a:xfrm>
              <a:off x="7695835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98" name="tx597"/>
            <p:cNvSpPr/>
            <p:nvPr/>
          </p:nvSpPr>
          <p:spPr>
            <a:xfrm>
              <a:off x="6116134" y="7273028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99" name="tx598"/>
            <p:cNvSpPr/>
            <p:nvPr/>
          </p:nvSpPr>
          <p:spPr>
            <a:xfrm>
              <a:off x="4837970" y="5149602"/>
              <a:ext cx="119493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0" name="rc599"/>
            <p:cNvSpPr/>
            <p:nvPr/>
          </p:nvSpPr>
          <p:spPr>
            <a:xfrm>
              <a:off x="2083471" y="7523781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tx600"/>
            <p:cNvSpPr/>
            <p:nvPr/>
          </p:nvSpPr>
          <p:spPr>
            <a:xfrm>
              <a:off x="3103050" y="7540606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02" name="rc601"/>
            <p:cNvSpPr/>
            <p:nvPr/>
          </p:nvSpPr>
          <p:spPr>
            <a:xfrm>
              <a:off x="2083471" y="774307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2134685" y="779428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rc603"/>
            <p:cNvSpPr/>
            <p:nvPr/>
          </p:nvSpPr>
          <p:spPr>
            <a:xfrm>
              <a:off x="2083471" y="79989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2134685" y="805020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rc605"/>
            <p:cNvSpPr/>
            <p:nvPr/>
          </p:nvSpPr>
          <p:spPr>
            <a:xfrm>
              <a:off x="2632563" y="774307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683777" y="7794288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7"/>
            <p:cNvSpPr/>
            <p:nvPr/>
          </p:nvSpPr>
          <p:spPr>
            <a:xfrm>
              <a:off x="2632563" y="79989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2683777" y="8050204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09"/>
            <p:cNvSpPr/>
            <p:nvPr/>
          </p:nvSpPr>
          <p:spPr>
            <a:xfrm>
              <a:off x="3173883" y="774307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3225097" y="779428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3173883" y="79989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3225097" y="805020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3"/>
            <p:cNvSpPr/>
            <p:nvPr/>
          </p:nvSpPr>
          <p:spPr>
            <a:xfrm>
              <a:off x="3699749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3750963" y="779428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3699749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3750963" y="805020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7"/>
            <p:cNvSpPr/>
            <p:nvPr/>
          </p:nvSpPr>
          <p:spPr>
            <a:xfrm>
              <a:off x="4241069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292283" y="779428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19"/>
            <p:cNvSpPr/>
            <p:nvPr/>
          </p:nvSpPr>
          <p:spPr>
            <a:xfrm>
              <a:off x="4241069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292283" y="805020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tx621"/>
            <p:cNvSpPr/>
            <p:nvPr/>
          </p:nvSpPr>
          <p:spPr>
            <a:xfrm>
              <a:off x="2339386" y="7782965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23" name="tx622"/>
            <p:cNvSpPr/>
            <p:nvPr/>
          </p:nvSpPr>
          <p:spPr>
            <a:xfrm>
              <a:off x="2339386" y="8038880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24" name="tx623"/>
            <p:cNvSpPr/>
            <p:nvPr/>
          </p:nvSpPr>
          <p:spPr>
            <a:xfrm>
              <a:off x="2888478" y="7782965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25" name="tx624"/>
            <p:cNvSpPr/>
            <p:nvPr/>
          </p:nvSpPr>
          <p:spPr>
            <a:xfrm>
              <a:off x="2888478" y="803888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26" name="tx625"/>
            <p:cNvSpPr/>
            <p:nvPr/>
          </p:nvSpPr>
          <p:spPr>
            <a:xfrm>
              <a:off x="3429798" y="7782965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27" name="tx626"/>
            <p:cNvSpPr/>
            <p:nvPr/>
          </p:nvSpPr>
          <p:spPr>
            <a:xfrm>
              <a:off x="3429798" y="803888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28" name="tx627"/>
            <p:cNvSpPr/>
            <p:nvPr/>
          </p:nvSpPr>
          <p:spPr>
            <a:xfrm>
              <a:off x="3955664" y="7782965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3955664" y="803888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30" name="tx629"/>
            <p:cNvSpPr/>
            <p:nvPr/>
          </p:nvSpPr>
          <p:spPr>
            <a:xfrm>
              <a:off x="4496984" y="7782965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31" name="tx630"/>
            <p:cNvSpPr/>
            <p:nvPr/>
          </p:nvSpPr>
          <p:spPr>
            <a:xfrm>
              <a:off x="4496984" y="8038880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  <p:sp>
          <p:nvSpPr>
            <p:cNvPr id="632" name="rc631"/>
            <p:cNvSpPr/>
            <p:nvPr/>
          </p:nvSpPr>
          <p:spPr>
            <a:xfrm>
              <a:off x="4837970" y="7523781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tx632"/>
            <p:cNvSpPr/>
            <p:nvPr/>
          </p:nvSpPr>
          <p:spPr>
            <a:xfrm>
              <a:off x="5857549" y="7540606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34" name="rc633"/>
            <p:cNvSpPr/>
            <p:nvPr/>
          </p:nvSpPr>
          <p:spPr>
            <a:xfrm>
              <a:off x="4837970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889184" y="7794288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rc635"/>
            <p:cNvSpPr/>
            <p:nvPr/>
          </p:nvSpPr>
          <p:spPr>
            <a:xfrm>
              <a:off x="4837970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889184" y="8050204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rc637"/>
            <p:cNvSpPr/>
            <p:nvPr/>
          </p:nvSpPr>
          <p:spPr>
            <a:xfrm>
              <a:off x="5387062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438276" y="7794288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rc639"/>
            <p:cNvSpPr/>
            <p:nvPr/>
          </p:nvSpPr>
          <p:spPr>
            <a:xfrm>
              <a:off x="5387062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5438276" y="8050204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rc641"/>
            <p:cNvSpPr/>
            <p:nvPr/>
          </p:nvSpPr>
          <p:spPr>
            <a:xfrm>
              <a:off x="5928382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979596" y="7794288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rc643"/>
            <p:cNvSpPr/>
            <p:nvPr/>
          </p:nvSpPr>
          <p:spPr>
            <a:xfrm>
              <a:off x="5928382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979596" y="8050204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rc645"/>
            <p:cNvSpPr/>
            <p:nvPr/>
          </p:nvSpPr>
          <p:spPr>
            <a:xfrm>
              <a:off x="6454248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505462" y="7794288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rc647"/>
            <p:cNvSpPr/>
            <p:nvPr/>
          </p:nvSpPr>
          <p:spPr>
            <a:xfrm>
              <a:off x="6454248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505462" y="805020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rc649"/>
            <p:cNvSpPr/>
            <p:nvPr/>
          </p:nvSpPr>
          <p:spPr>
            <a:xfrm>
              <a:off x="6995568" y="774307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7046782" y="7794288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rc651"/>
            <p:cNvSpPr/>
            <p:nvPr/>
          </p:nvSpPr>
          <p:spPr>
            <a:xfrm>
              <a:off x="6995568" y="79989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7046782" y="8050204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tx653"/>
            <p:cNvSpPr/>
            <p:nvPr/>
          </p:nvSpPr>
          <p:spPr>
            <a:xfrm>
              <a:off x="5093885" y="7782965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55" name="tx654"/>
            <p:cNvSpPr/>
            <p:nvPr/>
          </p:nvSpPr>
          <p:spPr>
            <a:xfrm>
              <a:off x="5093885" y="8038880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56" name="tx655"/>
            <p:cNvSpPr/>
            <p:nvPr/>
          </p:nvSpPr>
          <p:spPr>
            <a:xfrm>
              <a:off x="5642977" y="7782965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57" name="tx656"/>
            <p:cNvSpPr/>
            <p:nvPr/>
          </p:nvSpPr>
          <p:spPr>
            <a:xfrm>
              <a:off x="5642977" y="803888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58" name="tx657"/>
            <p:cNvSpPr/>
            <p:nvPr/>
          </p:nvSpPr>
          <p:spPr>
            <a:xfrm>
              <a:off x="6184297" y="7782965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59" name="tx658"/>
            <p:cNvSpPr/>
            <p:nvPr/>
          </p:nvSpPr>
          <p:spPr>
            <a:xfrm>
              <a:off x="6184297" y="803888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60" name="tx659"/>
            <p:cNvSpPr/>
            <p:nvPr/>
          </p:nvSpPr>
          <p:spPr>
            <a:xfrm>
              <a:off x="6710163" y="7782965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61" name="tx660"/>
            <p:cNvSpPr/>
            <p:nvPr/>
          </p:nvSpPr>
          <p:spPr>
            <a:xfrm>
              <a:off x="6710163" y="803888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62" name="tx661"/>
            <p:cNvSpPr/>
            <p:nvPr/>
          </p:nvSpPr>
          <p:spPr>
            <a:xfrm>
              <a:off x="7251483" y="7782965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63" name="tx662"/>
            <p:cNvSpPr/>
            <p:nvPr/>
          </p:nvSpPr>
          <p:spPr>
            <a:xfrm>
              <a:off x="7251483" y="8038880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2026-07-20T00:54:53Z</dcterms:modified>
  <cp:category/>
</cp:coreProperties>
</file>