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29600" y="914400"/>
              <a:ext cx="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784392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749402" y="939705"/>
              <a:ext cx="3429587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3032001"/>
              <a:ext cx="3784392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749402" y="3032001"/>
              <a:ext cx="3429587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5124297"/>
              <a:ext cx="3784392" cy="30799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749402" y="5124297"/>
              <a:ext cx="3429587" cy="30799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408383" y="1208169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42933" y="251638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54887" y="243719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27664" y="255668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37243" y="255326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661592" y="258262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721908" y="241533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758884" y="232222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76051" y="253496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19161" y="261618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36272" y="239241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11832" y="262562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562783" y="255411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472564" y="187400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513950" y="246329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548520" y="254722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675294" y="261930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657470" y="264838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459877" y="245398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514408" y="173264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471883" y="194296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517079" y="263772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504353" y="240904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659014" y="234589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522192" y="235694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428785" y="253925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603410" y="247171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524827" y="193393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665433" y="208773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491050" y="257986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413687" y="233499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430623" y="259399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419019" y="269577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567844" y="240914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445254" y="256801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352556" y="153821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525583" y="261943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338624" y="223294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494508" y="185793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433520" y="12420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363038" y="212024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577107" y="230689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462964" y="214932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960" y="227761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401226" y="244891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496478" y="2350942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590113" y="233467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575231" y="244733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364294" y="243551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4302265" y="2454963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4315633" y="245236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496284" y="240362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415507" y="255816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4460893" y="214150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4510442" y="216193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4457888" y="240614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4432567" y="232123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4505210" y="222121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4496929" y="196872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4345240" y="2043414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4463020" y="189021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4300587" y="215027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4364920" y="207701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4363992" y="2522771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252972" y="234006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471048" y="223678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398720" y="230479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318890" y="201674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34404" y="227253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487641" y="212246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346893" y="199867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440382" y="218463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331491" y="215109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681914" y="2055868"/>
              <a:ext cx="2740754" cy="627905"/>
            </a:xfrm>
            <a:custGeom>
              <a:avLst/>
              <a:pathLst>
                <a:path w="2740754" h="627905">
                  <a:moveTo>
                    <a:pt x="0" y="178209"/>
                  </a:moveTo>
                  <a:lnTo>
                    <a:pt x="1447997" y="171024"/>
                  </a:lnTo>
                  <a:lnTo>
                    <a:pt x="1827169" y="135941"/>
                  </a:lnTo>
                  <a:lnTo>
                    <a:pt x="2361582" y="62376"/>
                  </a:lnTo>
                  <a:lnTo>
                    <a:pt x="2740754" y="0"/>
                  </a:lnTo>
                  <a:lnTo>
                    <a:pt x="2740754" y="406904"/>
                  </a:lnTo>
                  <a:lnTo>
                    <a:pt x="2361582" y="399756"/>
                  </a:lnTo>
                  <a:lnTo>
                    <a:pt x="1827169" y="404033"/>
                  </a:lnTo>
                  <a:lnTo>
                    <a:pt x="1447997" y="424178"/>
                  </a:lnTo>
                  <a:lnTo>
                    <a:pt x="0" y="62790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81914" y="2055868"/>
              <a:ext cx="2740754" cy="178209"/>
            </a:xfrm>
            <a:custGeom>
              <a:avLst/>
              <a:pathLst>
                <a:path w="2740754" h="178209">
                  <a:moveTo>
                    <a:pt x="0" y="178209"/>
                  </a:moveTo>
                  <a:lnTo>
                    <a:pt x="1447997" y="171024"/>
                  </a:lnTo>
                  <a:lnTo>
                    <a:pt x="1827169" y="135941"/>
                  </a:lnTo>
                  <a:lnTo>
                    <a:pt x="2361582" y="62376"/>
                  </a:lnTo>
                  <a:lnTo>
                    <a:pt x="274075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81914" y="2455625"/>
              <a:ext cx="2740754" cy="228148"/>
            </a:xfrm>
            <a:custGeom>
              <a:avLst/>
              <a:pathLst>
                <a:path w="2740754" h="228148">
                  <a:moveTo>
                    <a:pt x="2740754" y="7147"/>
                  </a:moveTo>
                  <a:lnTo>
                    <a:pt x="2361582" y="0"/>
                  </a:lnTo>
                  <a:lnTo>
                    <a:pt x="1827169" y="4276"/>
                  </a:lnTo>
                  <a:lnTo>
                    <a:pt x="1447997" y="24422"/>
                  </a:lnTo>
                  <a:lnTo>
                    <a:pt x="0" y="228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81914" y="2259320"/>
              <a:ext cx="2740754" cy="199605"/>
            </a:xfrm>
            <a:custGeom>
              <a:avLst/>
              <a:pathLst>
                <a:path w="2740754" h="199605">
                  <a:moveTo>
                    <a:pt x="0" y="199605"/>
                  </a:moveTo>
                  <a:lnTo>
                    <a:pt x="1447997" y="94149"/>
                  </a:lnTo>
                  <a:lnTo>
                    <a:pt x="1827169" y="66535"/>
                  </a:lnTo>
                  <a:lnTo>
                    <a:pt x="2361582" y="27614"/>
                  </a:lnTo>
                  <a:lnTo>
                    <a:pt x="2740754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942974" y="1344225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0.271</a:t>
              </a:r>
            </a:p>
          </p:txBody>
        </p:sp>
        <p:sp>
          <p:nvSpPr>
            <p:cNvPr id="90" name="rc89"/>
            <p:cNvSpPr/>
            <p:nvPr/>
          </p:nvSpPr>
          <p:spPr>
            <a:xfrm>
              <a:off x="1408383" y="1208169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08383" y="1208169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1"/>
            <p:cNvSpPr/>
            <p:nvPr/>
          </p:nvSpPr>
          <p:spPr>
            <a:xfrm rot="-5400000">
              <a:off x="1177387" y="246108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3" name="tx92"/>
            <p:cNvSpPr/>
            <p:nvPr/>
          </p:nvSpPr>
          <p:spPr>
            <a:xfrm rot="-5400000">
              <a:off x="1177387" y="202682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77387" y="159255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38525" y="115828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6" name="pl95"/>
            <p:cNvSpPr/>
            <p:nvPr/>
          </p:nvSpPr>
          <p:spPr>
            <a:xfrm>
              <a:off x="1370425" y="251119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70425" y="207692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70425" y="164266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70425" y="120839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408383" y="2807247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681914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595499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509084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4422668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4"/>
            <p:cNvSpPr/>
            <p:nvPr/>
          </p:nvSpPr>
          <p:spPr>
            <a:xfrm>
              <a:off x="1643052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2556637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470222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4383806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" name="tx108"/>
            <p:cNvSpPr/>
            <p:nvPr/>
          </p:nvSpPr>
          <p:spPr>
            <a:xfrm rot="-5400000">
              <a:off x="910098" y="1948272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408383" y="965010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837970" y="1208169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5066724" y="236327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5108534" y="148656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948748" y="235481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5041915" y="225196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5085586" y="244170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983221" y="175162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5091899" y="130481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5137863" y="211403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972520" y="265507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5003481" y="207314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6018764" y="267637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916654" y="175238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895580" y="226705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6014629" y="269577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933778" y="194070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6027462" y="124206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894854" y="266228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859617" y="26020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914210" y="229162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922110" y="266905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6015786" y="245668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919617" y="266529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944046" y="217468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880654" y="203840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903872" y="2099309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6066950" y="189971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868227" y="2423157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895512" y="265841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6969023" y="2401282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6962370" y="2497055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6992827" y="260025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6914770" y="235327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6787872" y="181869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6905391" y="146171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6919676" y="170293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7004467" y="243349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898853" y="237387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982939" y="177974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6850229" y="199215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6919331" y="257450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6910881" y="172766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6822808" y="192960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7001668" y="212703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6932793" y="254449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6868097" y="211762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6790945" y="251647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6958202" y="190855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6934753" y="213215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7689230" y="224607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7762135" y="239660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7832240" y="245567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7889522" y="222740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7825314" y="2102241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7765944" y="215645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7920059" y="239504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7694890" y="218127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7795740" y="243306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7896542" y="231318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7891335" y="213823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7732370" y="181205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7834950" y="2419579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7824438" y="263502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7834612" y="2487323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7800217" y="225420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7940029" y="238846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7840444" y="222887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7762384" y="220443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7762387" y="202541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7818772" y="207121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7838084" y="214181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7831559" y="252669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7910701" y="222030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5110320" y="1993079"/>
              <a:ext cx="2746412" cy="456265"/>
            </a:xfrm>
            <a:custGeom>
              <a:avLst/>
              <a:pathLst>
                <a:path w="2746412" h="456265">
                  <a:moveTo>
                    <a:pt x="0" y="0"/>
                  </a:moveTo>
                  <a:lnTo>
                    <a:pt x="1450987" y="116000"/>
                  </a:lnTo>
                  <a:lnTo>
                    <a:pt x="1830941" y="134930"/>
                  </a:lnTo>
                  <a:lnTo>
                    <a:pt x="2366457" y="152469"/>
                  </a:lnTo>
                  <a:lnTo>
                    <a:pt x="2746412" y="159383"/>
                  </a:lnTo>
                  <a:lnTo>
                    <a:pt x="2746412" y="456265"/>
                  </a:lnTo>
                  <a:lnTo>
                    <a:pt x="2366457" y="425420"/>
                  </a:lnTo>
                  <a:lnTo>
                    <a:pt x="1830941" y="389740"/>
                  </a:lnTo>
                  <a:lnTo>
                    <a:pt x="1450987" y="370912"/>
                  </a:lnTo>
                  <a:lnTo>
                    <a:pt x="0" y="34271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5110320" y="1993079"/>
              <a:ext cx="2746412" cy="159383"/>
            </a:xfrm>
            <a:custGeom>
              <a:avLst/>
              <a:pathLst>
                <a:path w="2746412" h="159383">
                  <a:moveTo>
                    <a:pt x="0" y="0"/>
                  </a:moveTo>
                  <a:lnTo>
                    <a:pt x="1450987" y="116000"/>
                  </a:lnTo>
                  <a:lnTo>
                    <a:pt x="1830941" y="134930"/>
                  </a:lnTo>
                  <a:lnTo>
                    <a:pt x="2366457" y="152469"/>
                  </a:lnTo>
                  <a:lnTo>
                    <a:pt x="2746412" y="1593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5110320" y="2335795"/>
              <a:ext cx="2746412" cy="113550"/>
            </a:xfrm>
            <a:custGeom>
              <a:avLst/>
              <a:pathLst>
                <a:path w="2746412" h="113550">
                  <a:moveTo>
                    <a:pt x="2746412" y="113550"/>
                  </a:moveTo>
                  <a:lnTo>
                    <a:pt x="2366457" y="82704"/>
                  </a:lnTo>
                  <a:lnTo>
                    <a:pt x="1830941" y="47025"/>
                  </a:lnTo>
                  <a:lnTo>
                    <a:pt x="1450987" y="28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5110320" y="2164437"/>
              <a:ext cx="2746412" cy="136466"/>
            </a:xfrm>
            <a:custGeom>
              <a:avLst/>
              <a:pathLst>
                <a:path w="2746412" h="136466">
                  <a:moveTo>
                    <a:pt x="0" y="0"/>
                  </a:moveTo>
                  <a:lnTo>
                    <a:pt x="1450987" y="72098"/>
                  </a:lnTo>
                  <a:lnTo>
                    <a:pt x="1830941" y="90977"/>
                  </a:lnTo>
                  <a:lnTo>
                    <a:pt x="2366457" y="117587"/>
                  </a:lnTo>
                  <a:lnTo>
                    <a:pt x="2746412" y="13646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7377038" y="134433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0.163</a:t>
              </a:r>
            </a:p>
          </p:txBody>
        </p:sp>
        <p:sp>
          <p:nvSpPr>
            <p:cNvPr id="189" name="rc188"/>
            <p:cNvSpPr/>
            <p:nvPr/>
          </p:nvSpPr>
          <p:spPr>
            <a:xfrm>
              <a:off x="4837970" y="1208169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837970" y="1208169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800012" y="249647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800012" y="196809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800012" y="143971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837970" y="2807247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5110320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6025791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6941261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7856732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8"/>
            <p:cNvSpPr/>
            <p:nvPr/>
          </p:nvSpPr>
          <p:spPr>
            <a:xfrm>
              <a:off x="5071458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0" name="tx199"/>
            <p:cNvSpPr/>
            <p:nvPr/>
          </p:nvSpPr>
          <p:spPr>
            <a:xfrm>
              <a:off x="5986929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6902399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7817870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4837970" y="965010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1408383" y="3300465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1847763" y="465368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737494" y="4494113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19161" y="4723842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696897" y="458453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621832" y="461273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535691" y="447799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610253" y="413300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677932" y="458126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97360" y="4534781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837608" y="4476330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736963" y="4730797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81122" y="4783176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500488" y="355288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788839" y="464705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598346" y="467446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444767" y="450266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435988" y="467394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557114" y="467905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338980" y="403664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365733" y="418003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333729" y="441053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490742" y="450088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421050" y="433927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81880" y="456017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732560" y="458593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378108" y="4450659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764135" y="3880489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729749" y="414589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608945" y="4438686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454019" y="432371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334012" y="4771257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464238" y="4763444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498327" y="454856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276288" y="477568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70000" y="377359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633270" y="479412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75766" y="426835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459021" y="3580772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255157" y="346156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483438" y="424865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263645" y="411039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255767" y="4060359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471090" y="410161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545906" y="469252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546963" y="4049351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57325" y="449432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624483" y="4516243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634604" y="430208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388293" y="4290509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248195" y="4403455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230701" y="4325915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150044" y="463393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224767" y="405313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335010" y="442576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323278" y="455313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424782" y="4232909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050665" y="4159407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4165267" y="3847453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4203429" y="387355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4375631" y="3850199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114305" y="396369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4137072" y="424127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086386" y="4271851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4181535" y="416164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084269" y="4120174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4465788" y="4104762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439734" y="390352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4047891" y="403694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510442" y="4083283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4207417" y="387215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419977" y="411918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4207914" y="393195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1749754" y="3981207"/>
              <a:ext cx="2566006" cy="802022"/>
            </a:xfrm>
            <a:custGeom>
              <a:avLst/>
              <a:pathLst>
                <a:path w="2566006" h="802022">
                  <a:moveTo>
                    <a:pt x="0" y="327074"/>
                  </a:moveTo>
                  <a:lnTo>
                    <a:pt x="1355674" y="242228"/>
                  </a:lnTo>
                  <a:lnTo>
                    <a:pt x="1710671" y="186703"/>
                  </a:lnTo>
                  <a:lnTo>
                    <a:pt x="2211010" y="83789"/>
                  </a:lnTo>
                  <a:lnTo>
                    <a:pt x="2566006" y="0"/>
                  </a:lnTo>
                  <a:lnTo>
                    <a:pt x="2566006" y="426029"/>
                  </a:lnTo>
                  <a:lnTo>
                    <a:pt x="2211010" y="439506"/>
                  </a:lnTo>
                  <a:lnTo>
                    <a:pt x="1710671" y="473682"/>
                  </a:lnTo>
                  <a:lnTo>
                    <a:pt x="1355674" y="515424"/>
                  </a:lnTo>
                  <a:lnTo>
                    <a:pt x="0" y="80202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749754" y="3981207"/>
              <a:ext cx="2566006" cy="327074"/>
            </a:xfrm>
            <a:custGeom>
              <a:avLst/>
              <a:pathLst>
                <a:path w="2566006" h="327074">
                  <a:moveTo>
                    <a:pt x="0" y="327074"/>
                  </a:moveTo>
                  <a:lnTo>
                    <a:pt x="1355674" y="242228"/>
                  </a:lnTo>
                  <a:lnTo>
                    <a:pt x="1710671" y="186703"/>
                  </a:lnTo>
                  <a:lnTo>
                    <a:pt x="2211010" y="83789"/>
                  </a:lnTo>
                  <a:lnTo>
                    <a:pt x="25660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749754" y="4407237"/>
              <a:ext cx="2566006" cy="375992"/>
            </a:xfrm>
            <a:custGeom>
              <a:avLst/>
              <a:pathLst>
                <a:path w="2566006" h="375992">
                  <a:moveTo>
                    <a:pt x="2566006" y="0"/>
                  </a:moveTo>
                  <a:lnTo>
                    <a:pt x="2211010" y="13476"/>
                  </a:lnTo>
                  <a:lnTo>
                    <a:pt x="1710671" y="47652"/>
                  </a:lnTo>
                  <a:lnTo>
                    <a:pt x="1355674" y="89394"/>
                  </a:lnTo>
                  <a:lnTo>
                    <a:pt x="0" y="3759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749754" y="4194222"/>
              <a:ext cx="2566006" cy="351533"/>
            </a:xfrm>
            <a:custGeom>
              <a:avLst/>
              <a:pathLst>
                <a:path w="2566006" h="351533">
                  <a:moveTo>
                    <a:pt x="0" y="351533"/>
                  </a:moveTo>
                  <a:lnTo>
                    <a:pt x="1355674" y="165811"/>
                  </a:lnTo>
                  <a:lnTo>
                    <a:pt x="1710671" y="117177"/>
                  </a:lnTo>
                  <a:lnTo>
                    <a:pt x="2211010" y="48633"/>
                  </a:lnTo>
                  <a:lnTo>
                    <a:pt x="256600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3836066" y="351064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0.074</a:t>
              </a:r>
            </a:p>
          </p:txBody>
        </p:sp>
        <p:sp>
          <p:nvSpPr>
            <p:cNvPr id="282" name="rc281"/>
            <p:cNvSpPr/>
            <p:nvPr/>
          </p:nvSpPr>
          <p:spPr>
            <a:xfrm>
              <a:off x="1408383" y="3300465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408383" y="3300465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tx283"/>
            <p:cNvSpPr/>
            <p:nvPr/>
          </p:nvSpPr>
          <p:spPr>
            <a:xfrm rot="-5400000">
              <a:off x="1177387" y="479103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5" name="tx284"/>
            <p:cNvSpPr/>
            <p:nvPr/>
          </p:nvSpPr>
          <p:spPr>
            <a:xfrm rot="-5400000">
              <a:off x="1177387" y="449571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6" name="tx285"/>
            <p:cNvSpPr/>
            <p:nvPr/>
          </p:nvSpPr>
          <p:spPr>
            <a:xfrm rot="-5400000">
              <a:off x="1177387" y="420038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77387" y="390506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77387" y="360974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77387" y="331442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0" name="pl289"/>
            <p:cNvSpPr/>
            <p:nvPr/>
          </p:nvSpPr>
          <p:spPr>
            <a:xfrm>
              <a:off x="1370425" y="484114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370425" y="45458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370425" y="42504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370425" y="39551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370425" y="365985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370425" y="336453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408383" y="4899543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749754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2605089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3460425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315760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>
              <a:off x="1710892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2" name="tx301"/>
            <p:cNvSpPr/>
            <p:nvPr/>
          </p:nvSpPr>
          <p:spPr>
            <a:xfrm>
              <a:off x="2566227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3" name="tx302"/>
            <p:cNvSpPr/>
            <p:nvPr/>
          </p:nvSpPr>
          <p:spPr>
            <a:xfrm>
              <a:off x="3421563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4276898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910098" y="40405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408383" y="3057306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837970" y="3300465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948748" y="431962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103598" y="359820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951702" y="4392438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991748" y="4138683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112180" y="444652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255053" y="350469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407982" y="346156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968095" y="385464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974674" y="4601162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128074" y="4201062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949367" y="449302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783147" y="3948482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28144" y="439926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871359" y="465195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939019" y="427436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798655" y="3920563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871011" y="4736485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260870" y="4619987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802921" y="4478215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229667" y="473177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148579" y="460745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991506" y="473053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986930" y="443298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869475" y="4377239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877130" y="411234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49273" y="4156159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230411" y="4492516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209984" y="4794129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655248" y="4479629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637161" y="454935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631748" y="452390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968824" y="4582286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712421" y="366859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931994" y="371385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700833" y="429687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866923" y="446905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7096491" y="459766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853364" y="426024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714152" y="403122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940165" y="465764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7019292" y="386342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668879" y="4239553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973536" y="430032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849322" y="458930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898433" y="4031918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7068382" y="428548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769327" y="400760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7111272" y="4253180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7888161" y="442487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7512168" y="452335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7530296" y="4270239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7859317" y="404456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7729745" y="424313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7838017" y="428564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7753699" y="443998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7508619" y="4326731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7657251" y="443823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7538786" y="4348981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7940029" y="408402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7794212" y="3777363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7580315" y="445524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7547691" y="462394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7892055" y="4586834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7611373" y="432274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7803054" y="452039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7608348" y="4403371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7921651" y="3863066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7623984" y="421912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7615595" y="431325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7568547" y="425418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7685304" y="458370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7530452" y="420798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5210882" y="4105270"/>
              <a:ext cx="2551353" cy="393656"/>
            </a:xfrm>
            <a:custGeom>
              <a:avLst/>
              <a:pathLst>
                <a:path w="2551353" h="393656">
                  <a:moveTo>
                    <a:pt x="0" y="0"/>
                  </a:moveTo>
                  <a:lnTo>
                    <a:pt x="1347933" y="114857"/>
                  </a:lnTo>
                  <a:lnTo>
                    <a:pt x="1700902" y="131568"/>
                  </a:lnTo>
                  <a:lnTo>
                    <a:pt x="2198384" y="143824"/>
                  </a:lnTo>
                  <a:lnTo>
                    <a:pt x="2551353" y="146234"/>
                  </a:lnTo>
                  <a:lnTo>
                    <a:pt x="2551353" y="393656"/>
                  </a:lnTo>
                  <a:lnTo>
                    <a:pt x="2198384" y="362913"/>
                  </a:lnTo>
                  <a:lnTo>
                    <a:pt x="1700902" y="328443"/>
                  </a:lnTo>
                  <a:lnTo>
                    <a:pt x="1347933" y="312001"/>
                  </a:lnTo>
                  <a:lnTo>
                    <a:pt x="0" y="30025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210882" y="4105270"/>
              <a:ext cx="2551353" cy="146234"/>
            </a:xfrm>
            <a:custGeom>
              <a:avLst/>
              <a:pathLst>
                <a:path w="2551353" h="146234">
                  <a:moveTo>
                    <a:pt x="0" y="0"/>
                  </a:moveTo>
                  <a:lnTo>
                    <a:pt x="1347933" y="114857"/>
                  </a:lnTo>
                  <a:lnTo>
                    <a:pt x="1700902" y="131568"/>
                  </a:lnTo>
                  <a:lnTo>
                    <a:pt x="2198384" y="143824"/>
                  </a:lnTo>
                  <a:lnTo>
                    <a:pt x="2551353" y="1462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210882" y="4405525"/>
              <a:ext cx="2551353" cy="93402"/>
            </a:xfrm>
            <a:custGeom>
              <a:avLst/>
              <a:pathLst>
                <a:path w="2551353" h="93402">
                  <a:moveTo>
                    <a:pt x="2551353" y="93402"/>
                  </a:moveTo>
                  <a:lnTo>
                    <a:pt x="2198384" y="62659"/>
                  </a:lnTo>
                  <a:lnTo>
                    <a:pt x="1700902" y="28189"/>
                  </a:lnTo>
                  <a:lnTo>
                    <a:pt x="1347933" y="117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210882" y="4255398"/>
              <a:ext cx="2551353" cy="119818"/>
            </a:xfrm>
            <a:custGeom>
              <a:avLst/>
              <a:pathLst>
                <a:path w="2551353" h="119818">
                  <a:moveTo>
                    <a:pt x="0" y="0"/>
                  </a:moveTo>
                  <a:lnTo>
                    <a:pt x="1347933" y="63302"/>
                  </a:lnTo>
                  <a:lnTo>
                    <a:pt x="1700902" y="79879"/>
                  </a:lnTo>
                  <a:lnTo>
                    <a:pt x="2198384" y="103242"/>
                  </a:lnTo>
                  <a:lnTo>
                    <a:pt x="2551353" y="11981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7282542" y="351089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0.213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4837970" y="3300465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837970" y="3300465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800012" y="47055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800012" y="44335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800012" y="416150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800012" y="388946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800012" y="36174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800012" y="334539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837970" y="4899543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210882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6061333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6911785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7762236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7"/>
            <p:cNvSpPr/>
            <p:nvPr/>
          </p:nvSpPr>
          <p:spPr>
            <a:xfrm>
              <a:off x="5172020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9" name="tx398"/>
            <p:cNvSpPr/>
            <p:nvPr/>
          </p:nvSpPr>
          <p:spPr>
            <a:xfrm>
              <a:off x="6022471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0" name="tx399"/>
            <p:cNvSpPr/>
            <p:nvPr/>
          </p:nvSpPr>
          <p:spPr>
            <a:xfrm>
              <a:off x="6872923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1" name="tx400"/>
            <p:cNvSpPr/>
            <p:nvPr/>
          </p:nvSpPr>
          <p:spPr>
            <a:xfrm>
              <a:off x="7723374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4837970" y="3057306"/>
              <a:ext cx="1244315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408383" y="5392761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762995" y="643760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817274" y="629567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40851" y="6380129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852792" y="657596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19161" y="6744566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547360" y="6403963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875514" y="653933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941179" y="657940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36585" y="668312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95280" y="6362916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82679" y="655382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500693" y="5786871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607959" y="5945709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87488" y="619702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413747" y="6342444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442730" y="688642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796464" y="6600393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404562" y="614610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720148" y="564125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550846" y="555386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772403" y="643229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533736" y="612684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408142" y="591283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763409" y="605926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594094" y="659411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380600" y="653367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420612" y="5965810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775550" y="6013186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370119" y="6641051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509755" y="631574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665572" y="644165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435619" y="6713011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309871" y="6293697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498342" y="659565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526136" y="570679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425939" y="651463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590974" y="6181080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387088" y="597945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413472" y="5613227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475489" y="584980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611450" y="654104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372076" y="6106149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401019" y="625784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424556" y="605995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260464" y="651192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439666" y="610225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328894" y="647018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602157" y="642509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510442" y="6484412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497830" y="6430335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272705" y="6625507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469488" y="615893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459028" y="6222003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390410" y="5647069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271920" y="619888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4232858" y="6423869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485813" y="621035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4331894" y="608982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234139" y="602459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4509672" y="587336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093994" y="637752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4416784" y="576727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318976" y="6695335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4444956" y="6541659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100082" y="6351203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4321322" y="644935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476446" y="6306423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4309912" y="649932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244799" y="627607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202917" y="619284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228400" y="620194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4286618" y="627015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770868" y="6068361"/>
              <a:ext cx="2537674" cy="479462"/>
            </a:xfrm>
            <a:custGeom>
              <a:avLst/>
              <a:pathLst>
                <a:path w="2537674" h="479462">
                  <a:moveTo>
                    <a:pt x="0" y="0"/>
                  </a:moveTo>
                  <a:lnTo>
                    <a:pt x="1340706" y="106117"/>
                  </a:lnTo>
                  <a:lnTo>
                    <a:pt x="1691783" y="96020"/>
                  </a:lnTo>
                  <a:lnTo>
                    <a:pt x="2186597" y="53118"/>
                  </a:lnTo>
                  <a:lnTo>
                    <a:pt x="2537674" y="11356"/>
                  </a:lnTo>
                  <a:lnTo>
                    <a:pt x="2537674" y="430053"/>
                  </a:lnTo>
                  <a:lnTo>
                    <a:pt x="2186597" y="393555"/>
                  </a:lnTo>
                  <a:lnTo>
                    <a:pt x="1691783" y="358073"/>
                  </a:lnTo>
                  <a:lnTo>
                    <a:pt x="1340706" y="353240"/>
                  </a:lnTo>
                  <a:lnTo>
                    <a:pt x="0" y="47946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770868" y="6068361"/>
              <a:ext cx="2537674" cy="106117"/>
            </a:xfrm>
            <a:custGeom>
              <a:avLst/>
              <a:pathLst>
                <a:path w="2537674" h="106117">
                  <a:moveTo>
                    <a:pt x="0" y="0"/>
                  </a:moveTo>
                  <a:lnTo>
                    <a:pt x="1340706" y="106117"/>
                  </a:lnTo>
                  <a:lnTo>
                    <a:pt x="1691783" y="96020"/>
                  </a:lnTo>
                  <a:lnTo>
                    <a:pt x="2186597" y="53118"/>
                  </a:lnTo>
                  <a:lnTo>
                    <a:pt x="2537674" y="113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770868" y="6421602"/>
              <a:ext cx="2537674" cy="126221"/>
            </a:xfrm>
            <a:custGeom>
              <a:avLst/>
              <a:pathLst>
                <a:path w="2537674" h="126221">
                  <a:moveTo>
                    <a:pt x="2537674" y="76812"/>
                  </a:moveTo>
                  <a:lnTo>
                    <a:pt x="2186597" y="40314"/>
                  </a:lnTo>
                  <a:lnTo>
                    <a:pt x="1691783" y="4833"/>
                  </a:lnTo>
                  <a:lnTo>
                    <a:pt x="1340706" y="0"/>
                  </a:lnTo>
                  <a:lnTo>
                    <a:pt x="0" y="12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770868" y="6289066"/>
              <a:ext cx="2537674" cy="19026"/>
            </a:xfrm>
            <a:custGeom>
              <a:avLst/>
              <a:pathLst>
                <a:path w="2537674" h="19026">
                  <a:moveTo>
                    <a:pt x="0" y="19026"/>
                  </a:moveTo>
                  <a:lnTo>
                    <a:pt x="1340706" y="8974"/>
                  </a:lnTo>
                  <a:lnTo>
                    <a:pt x="1691783" y="6342"/>
                  </a:lnTo>
                  <a:lnTo>
                    <a:pt x="2186597" y="2632"/>
                  </a:lnTo>
                  <a:lnTo>
                    <a:pt x="2537674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tx479"/>
            <p:cNvSpPr/>
            <p:nvPr/>
          </p:nvSpPr>
          <p:spPr>
            <a:xfrm>
              <a:off x="3828848" y="560144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0.921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1408383" y="5392761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08383" y="5392761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 rot="-5400000">
              <a:off x="1177387" y="684242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4" name="tx483"/>
            <p:cNvSpPr/>
            <p:nvPr/>
          </p:nvSpPr>
          <p:spPr>
            <a:xfrm rot="-5400000">
              <a:off x="1177387" y="643352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5" name="tx484"/>
            <p:cNvSpPr/>
            <p:nvPr/>
          </p:nvSpPr>
          <p:spPr>
            <a:xfrm rot="-5400000">
              <a:off x="1177387" y="602463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86" name="tx485"/>
            <p:cNvSpPr/>
            <p:nvPr/>
          </p:nvSpPr>
          <p:spPr>
            <a:xfrm rot="-5400000">
              <a:off x="1177387" y="561573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87" name="pl486"/>
            <p:cNvSpPr/>
            <p:nvPr/>
          </p:nvSpPr>
          <p:spPr>
            <a:xfrm>
              <a:off x="1370425" y="689253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370425" y="648363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370425" y="60747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370425" y="56658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408383" y="6991840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770868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2616759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3462651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4308543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>
              <a:off x="1732006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97" name="tx496"/>
            <p:cNvSpPr/>
            <p:nvPr/>
          </p:nvSpPr>
          <p:spPr>
            <a:xfrm>
              <a:off x="2577897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8" name="tx497"/>
            <p:cNvSpPr/>
            <p:nvPr/>
          </p:nvSpPr>
          <p:spPr>
            <a:xfrm>
              <a:off x="3423789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9" name="tx498"/>
            <p:cNvSpPr/>
            <p:nvPr/>
          </p:nvSpPr>
          <p:spPr>
            <a:xfrm>
              <a:off x="4269681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2686547" y="7273028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1" name="tx500"/>
            <p:cNvSpPr/>
            <p:nvPr/>
          </p:nvSpPr>
          <p:spPr>
            <a:xfrm rot="-5400000">
              <a:off x="910098" y="6132865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1408383" y="5149602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3" name="rc502"/>
            <p:cNvSpPr/>
            <p:nvPr/>
          </p:nvSpPr>
          <p:spPr>
            <a:xfrm>
              <a:off x="4837970" y="5392761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290221" y="6348663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355632" y="627281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999152" y="6334329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178978" y="6651926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044915" y="661355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025614" y="656762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206179" y="6089023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363928" y="637154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372087" y="6592437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948748" y="6244749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6058166" y="688642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6044854" y="6498853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6208008" y="628103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6021063" y="674487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6140364" y="641580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6048107" y="601940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881852" y="6453231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6112348" y="652324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6230349" y="6259236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917987" y="661530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949606" y="620015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968047" y="6575957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887645" y="617085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6053249" y="581173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994334" y="609208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934501" y="614200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6016591" y="6264103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892253" y="655334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6892143" y="6323550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6936342" y="638053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6704244" y="659315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6740776" y="614163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6894431" y="6384694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6907443" y="616299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6969734" y="5698159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6909335" y="644212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6843777" y="626102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707007" y="5553861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6769442" y="626685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6736250" y="638336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6641975" y="613990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957437" y="606736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625417" y="592914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655130" y="648445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609772" y="6517404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761985" y="672460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6840247" y="6312777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7051914" y="6229431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7860294" y="6276889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7580806" y="6408322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7461526" y="6485798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7505884" y="652212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7650293" y="631933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7793488" y="625296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7735689" y="648182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7814086" y="618443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7910028" y="655927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7906616" y="640281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7486829" y="632463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7836455" y="641427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7642297" y="637038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7940029" y="668131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7748213" y="6391645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7697198" y="641124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7612538" y="629060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7877018" y="631989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7868711" y="6698578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7513641" y="628552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7841380" y="616765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7880605" y="619843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7456054" y="651148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7893220" y="6584163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5166097" y="6194888"/>
              <a:ext cx="2571101" cy="334718"/>
            </a:xfrm>
            <a:custGeom>
              <a:avLst/>
              <a:pathLst>
                <a:path w="2571101" h="334718">
                  <a:moveTo>
                    <a:pt x="0" y="0"/>
                  </a:moveTo>
                  <a:lnTo>
                    <a:pt x="1358366" y="68125"/>
                  </a:lnTo>
                  <a:lnTo>
                    <a:pt x="1714067" y="66482"/>
                  </a:lnTo>
                  <a:lnTo>
                    <a:pt x="2215400" y="49157"/>
                  </a:lnTo>
                  <a:lnTo>
                    <a:pt x="2571101" y="29533"/>
                  </a:lnTo>
                  <a:lnTo>
                    <a:pt x="2571101" y="324580"/>
                  </a:lnTo>
                  <a:lnTo>
                    <a:pt x="2215400" y="302273"/>
                  </a:lnTo>
                  <a:lnTo>
                    <a:pt x="1714067" y="281166"/>
                  </a:lnTo>
                  <a:lnTo>
                    <a:pt x="1358366" y="276840"/>
                  </a:lnTo>
                  <a:lnTo>
                    <a:pt x="0" y="33471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5166097" y="6194888"/>
              <a:ext cx="2571101" cy="68125"/>
            </a:xfrm>
            <a:custGeom>
              <a:avLst/>
              <a:pathLst>
                <a:path w="2571101" h="68125">
                  <a:moveTo>
                    <a:pt x="0" y="0"/>
                  </a:moveTo>
                  <a:lnTo>
                    <a:pt x="1358366" y="68125"/>
                  </a:lnTo>
                  <a:lnTo>
                    <a:pt x="1714067" y="66482"/>
                  </a:lnTo>
                  <a:lnTo>
                    <a:pt x="2215400" y="49157"/>
                  </a:lnTo>
                  <a:lnTo>
                    <a:pt x="2571101" y="29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5166097" y="6471728"/>
              <a:ext cx="2571101" cy="57878"/>
            </a:xfrm>
            <a:custGeom>
              <a:avLst/>
              <a:pathLst>
                <a:path w="2571101" h="57878">
                  <a:moveTo>
                    <a:pt x="2571101" y="47740"/>
                  </a:moveTo>
                  <a:lnTo>
                    <a:pt x="2215400" y="25433"/>
                  </a:lnTo>
                  <a:lnTo>
                    <a:pt x="1714067" y="4326"/>
                  </a:lnTo>
                  <a:lnTo>
                    <a:pt x="1358366" y="0"/>
                  </a:lnTo>
                  <a:lnTo>
                    <a:pt x="0" y="578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5166097" y="6362247"/>
              <a:ext cx="2571101" cy="9698"/>
            </a:xfrm>
            <a:custGeom>
              <a:avLst/>
              <a:pathLst>
                <a:path w="2571101" h="9698">
                  <a:moveTo>
                    <a:pt x="0" y="0"/>
                  </a:moveTo>
                  <a:lnTo>
                    <a:pt x="1358366" y="5123"/>
                  </a:lnTo>
                  <a:lnTo>
                    <a:pt x="1714067" y="6465"/>
                  </a:lnTo>
                  <a:lnTo>
                    <a:pt x="2215400" y="8356"/>
                  </a:lnTo>
                  <a:lnTo>
                    <a:pt x="2571101" y="969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0" name="tx579"/>
            <p:cNvSpPr/>
            <p:nvPr/>
          </p:nvSpPr>
          <p:spPr>
            <a:xfrm>
              <a:off x="7257504" y="560323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0.936</a:t>
              </a:r>
            </a:p>
          </p:txBody>
        </p:sp>
        <p:sp>
          <p:nvSpPr>
            <p:cNvPr id="581" name="rc580"/>
            <p:cNvSpPr/>
            <p:nvPr/>
          </p:nvSpPr>
          <p:spPr>
            <a:xfrm>
              <a:off x="4837970" y="5392761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837970" y="5392761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800012" y="690314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800012" y="661143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800012" y="631972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800012" y="602801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800012" y="573629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800012" y="544458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837970" y="6991840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5166097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6023131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6880165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7737199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tx593"/>
            <p:cNvSpPr/>
            <p:nvPr/>
          </p:nvSpPr>
          <p:spPr>
            <a:xfrm>
              <a:off x="5127235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5" name="tx594"/>
            <p:cNvSpPr/>
            <p:nvPr/>
          </p:nvSpPr>
          <p:spPr>
            <a:xfrm>
              <a:off x="5984269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96" name="tx595"/>
            <p:cNvSpPr/>
            <p:nvPr/>
          </p:nvSpPr>
          <p:spPr>
            <a:xfrm>
              <a:off x="6841303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7" name="tx596"/>
            <p:cNvSpPr/>
            <p:nvPr/>
          </p:nvSpPr>
          <p:spPr>
            <a:xfrm>
              <a:off x="7698337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98" name="tx597"/>
            <p:cNvSpPr/>
            <p:nvPr/>
          </p:nvSpPr>
          <p:spPr>
            <a:xfrm>
              <a:off x="6116134" y="7273028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4837970" y="5149602"/>
              <a:ext cx="119493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0" name="rc599"/>
            <p:cNvSpPr/>
            <p:nvPr/>
          </p:nvSpPr>
          <p:spPr>
            <a:xfrm>
              <a:off x="2083471" y="7523781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tx600"/>
            <p:cNvSpPr/>
            <p:nvPr/>
          </p:nvSpPr>
          <p:spPr>
            <a:xfrm>
              <a:off x="3103050" y="7540606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2" name="rc601"/>
            <p:cNvSpPr/>
            <p:nvPr/>
          </p:nvSpPr>
          <p:spPr>
            <a:xfrm>
              <a:off x="2083471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2134685" y="779428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3"/>
            <p:cNvSpPr/>
            <p:nvPr/>
          </p:nvSpPr>
          <p:spPr>
            <a:xfrm>
              <a:off x="2083471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2134685" y="805020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5"/>
            <p:cNvSpPr/>
            <p:nvPr/>
          </p:nvSpPr>
          <p:spPr>
            <a:xfrm>
              <a:off x="2632563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683777" y="779428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632563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683777" y="805020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3173883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3225097" y="779428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3173883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225097" y="805020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699749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3750963" y="779428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699749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750963" y="805020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4241069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292283" y="779428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4241069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292283" y="805020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tx621"/>
            <p:cNvSpPr/>
            <p:nvPr/>
          </p:nvSpPr>
          <p:spPr>
            <a:xfrm>
              <a:off x="2339386" y="7782965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3" name="tx622"/>
            <p:cNvSpPr/>
            <p:nvPr/>
          </p:nvSpPr>
          <p:spPr>
            <a:xfrm>
              <a:off x="2339386" y="8038880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4" name="tx623"/>
            <p:cNvSpPr/>
            <p:nvPr/>
          </p:nvSpPr>
          <p:spPr>
            <a:xfrm>
              <a:off x="2888478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2888478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3429798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3429798" y="80388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955664" y="7782965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955664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4496984" y="7782965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4496984" y="8038880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4837970" y="7523781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tx632"/>
            <p:cNvSpPr/>
            <p:nvPr/>
          </p:nvSpPr>
          <p:spPr>
            <a:xfrm>
              <a:off x="5857549" y="7540606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4" name="rc633"/>
            <p:cNvSpPr/>
            <p:nvPr/>
          </p:nvSpPr>
          <p:spPr>
            <a:xfrm>
              <a:off x="4837970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889184" y="779428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837970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889184" y="805020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5387062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438276" y="7794288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39"/>
            <p:cNvSpPr/>
            <p:nvPr/>
          </p:nvSpPr>
          <p:spPr>
            <a:xfrm>
              <a:off x="5387062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438276" y="8050204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1"/>
            <p:cNvSpPr/>
            <p:nvPr/>
          </p:nvSpPr>
          <p:spPr>
            <a:xfrm>
              <a:off x="5928382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979596" y="779428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5928382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979596" y="805020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5"/>
            <p:cNvSpPr/>
            <p:nvPr/>
          </p:nvSpPr>
          <p:spPr>
            <a:xfrm>
              <a:off x="6454248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505462" y="779428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7"/>
            <p:cNvSpPr/>
            <p:nvPr/>
          </p:nvSpPr>
          <p:spPr>
            <a:xfrm>
              <a:off x="6454248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505462" y="805020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6995568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7046782" y="7794288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1"/>
            <p:cNvSpPr/>
            <p:nvPr/>
          </p:nvSpPr>
          <p:spPr>
            <a:xfrm>
              <a:off x="6995568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7046782" y="805020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tx653"/>
            <p:cNvSpPr/>
            <p:nvPr/>
          </p:nvSpPr>
          <p:spPr>
            <a:xfrm>
              <a:off x="5093885" y="7782965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5" name="tx654"/>
            <p:cNvSpPr/>
            <p:nvPr/>
          </p:nvSpPr>
          <p:spPr>
            <a:xfrm>
              <a:off x="5093885" y="8038880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56" name="tx655"/>
            <p:cNvSpPr/>
            <p:nvPr/>
          </p:nvSpPr>
          <p:spPr>
            <a:xfrm>
              <a:off x="5642977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57" name="tx656"/>
            <p:cNvSpPr/>
            <p:nvPr/>
          </p:nvSpPr>
          <p:spPr>
            <a:xfrm>
              <a:off x="5642977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58" name="tx657"/>
            <p:cNvSpPr/>
            <p:nvPr/>
          </p:nvSpPr>
          <p:spPr>
            <a:xfrm>
              <a:off x="6184297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6184297" y="80388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6710163" y="7782965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6710163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7251483" y="7782965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7251483" y="8038880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2026-07-20T00:30:23Z</dcterms:modified>
  <cp:category/>
</cp:coreProperties>
</file>