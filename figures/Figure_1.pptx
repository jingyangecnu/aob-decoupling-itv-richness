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142498" cy="17335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509" y="939705"/>
              <a:ext cx="2876280" cy="17335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673252"/>
              <a:ext cx="3142498" cy="17335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509" y="2673252"/>
              <a:ext cx="2876280" cy="17335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406799"/>
              <a:ext cx="3142498" cy="26022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509" y="4406799"/>
              <a:ext cx="2876280" cy="26022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306" y="1141550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53146" y="224940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603587" y="218207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40333" y="228362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397593" y="228074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11488" y="23057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09321" y="21634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34963" y="20842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44685" y="22652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32321" y="233427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69420" y="214391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88300" y="23422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273398" y="228144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162276" y="17031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305331" y="22042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14221" y="227556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42987" y="23368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63682" y="23617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54678" y="21963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46425" y="15829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20236" y="17618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15106" y="235269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23087" y="21581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87926" y="21043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29714" y="211382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208508" y="22689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74098" y="221145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99517" y="175412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21799" y="188503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982326" y="230341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95139" y="20951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38492" y="23154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31155" y="240196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91439" y="215822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87949" y="22933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30211" y="14176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96891" y="23370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75540" y="20084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975010" y="168943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62836" y="11658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87251" y="19126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59766" y="20711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62575" y="193717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113590" y="204646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10386" y="21919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15665" y="210872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72928" y="209482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16582" y="219064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43863" y="218069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08459" y="219717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96734" y="219504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18476" y="215349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794476" y="22849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90625" y="19306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785199" y="19479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86384" y="21556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50401" y="208347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58394" y="199831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42450" y="17838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94495" y="18472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34957" y="171696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64402" y="193801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64553" y="18758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703310" y="225479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90767" y="20995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32755" y="201161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05586" y="206961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80771" y="182451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16836" y="20421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704147" y="19144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10514" y="18091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41816" y="196734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750841" y="19387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44118" y="1862409"/>
              <a:ext cx="2278536" cy="533928"/>
            </a:xfrm>
            <a:custGeom>
              <a:avLst/>
              <a:pathLst>
                <a:path w="2278536" h="533928">
                  <a:moveTo>
                    <a:pt x="0" y="151537"/>
                  </a:moveTo>
                  <a:lnTo>
                    <a:pt x="1203798" y="145427"/>
                  </a:lnTo>
                  <a:lnTo>
                    <a:pt x="1519024" y="115595"/>
                  </a:lnTo>
                  <a:lnTo>
                    <a:pt x="1963310" y="53040"/>
                  </a:lnTo>
                  <a:lnTo>
                    <a:pt x="2278536" y="0"/>
                  </a:lnTo>
                  <a:lnTo>
                    <a:pt x="2278536" y="346003"/>
                  </a:lnTo>
                  <a:lnTo>
                    <a:pt x="1963310" y="339926"/>
                  </a:lnTo>
                  <a:lnTo>
                    <a:pt x="1519024" y="343562"/>
                  </a:lnTo>
                  <a:lnTo>
                    <a:pt x="1203798" y="360693"/>
                  </a:lnTo>
                  <a:lnTo>
                    <a:pt x="0" y="53392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44118" y="1862409"/>
              <a:ext cx="2278536" cy="151537"/>
            </a:xfrm>
            <a:custGeom>
              <a:avLst/>
              <a:pathLst>
                <a:path w="2278536" h="151537">
                  <a:moveTo>
                    <a:pt x="0" y="151537"/>
                  </a:moveTo>
                  <a:lnTo>
                    <a:pt x="1203798" y="145427"/>
                  </a:lnTo>
                  <a:lnTo>
                    <a:pt x="1519024" y="115595"/>
                  </a:lnTo>
                  <a:lnTo>
                    <a:pt x="1963310" y="53040"/>
                  </a:lnTo>
                  <a:lnTo>
                    <a:pt x="227853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44118" y="2202335"/>
              <a:ext cx="2278536" cy="194001"/>
            </a:xfrm>
            <a:custGeom>
              <a:avLst/>
              <a:pathLst>
                <a:path w="2278536" h="194001">
                  <a:moveTo>
                    <a:pt x="2278536" y="6077"/>
                  </a:moveTo>
                  <a:lnTo>
                    <a:pt x="1963310" y="0"/>
                  </a:lnTo>
                  <a:lnTo>
                    <a:pt x="1519024" y="3636"/>
                  </a:lnTo>
                  <a:lnTo>
                    <a:pt x="1203798" y="20766"/>
                  </a:lnTo>
                  <a:lnTo>
                    <a:pt x="0" y="194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44118" y="2035411"/>
              <a:ext cx="2278536" cy="169730"/>
            </a:xfrm>
            <a:custGeom>
              <a:avLst/>
              <a:pathLst>
                <a:path w="2278536" h="169730">
                  <a:moveTo>
                    <a:pt x="0" y="169730"/>
                  </a:moveTo>
                  <a:lnTo>
                    <a:pt x="1203798" y="80058"/>
                  </a:lnTo>
                  <a:lnTo>
                    <a:pt x="1519024" y="56576"/>
                  </a:lnTo>
                  <a:lnTo>
                    <a:pt x="1963310" y="23481"/>
                  </a:lnTo>
                  <a:lnTo>
                    <a:pt x="227853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42960" y="1245000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0.271</a:t>
              </a:r>
            </a:p>
          </p:txBody>
        </p:sp>
        <p:sp>
          <p:nvSpPr>
            <p:cNvPr id="90" name="rc89"/>
            <p:cNvSpPr/>
            <p:nvPr/>
          </p:nvSpPr>
          <p:spPr>
            <a:xfrm>
              <a:off x="1310306" y="1141550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310306" y="1141550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1"/>
            <p:cNvSpPr/>
            <p:nvPr/>
          </p:nvSpPr>
          <p:spPr>
            <a:xfrm rot="-5400000">
              <a:off x="1140740" y="221315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3" name="tx92"/>
            <p:cNvSpPr/>
            <p:nvPr/>
          </p:nvSpPr>
          <p:spPr>
            <a:xfrm rot="-5400000">
              <a:off x="1140740" y="184387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40740" y="147460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12485" y="1105333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6" name="pl95"/>
            <p:cNvSpPr/>
            <p:nvPr/>
          </p:nvSpPr>
          <p:spPr>
            <a:xfrm>
              <a:off x="1281838" y="22495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281838" y="18803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81838" y="15110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81838" y="11417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310306" y="2501332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544118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303630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063142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822654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4"/>
            <p:cNvSpPr/>
            <p:nvPr/>
          </p:nvSpPr>
          <p:spPr>
            <a:xfrm>
              <a:off x="1515863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2275375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034887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794399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" name="tx108"/>
            <p:cNvSpPr/>
            <p:nvPr/>
          </p:nvSpPr>
          <p:spPr>
            <a:xfrm rot="-5400000">
              <a:off x="934421" y="1775721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10306" y="965010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587" y="1141550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71800" y="21188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25526" y="13736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273874" y="211189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68151" y="202426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79851" y="21855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00233" y="15992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20141" y="12189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23650" y="19072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412424" y="23673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416958" y="187238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081574" y="23855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075689" y="159945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093000" y="20372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211446" y="24019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234984" y="175987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095230" y="116580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058147" y="23731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52454" y="23223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069345" y="20583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224645" y="23789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095298" y="21985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75154" y="23758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48559" y="19584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12961" y="18427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79763" y="18946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04554" y="172480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13227" y="216981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06179" y="236993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52354" y="215152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60641" y="223292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15309" y="23206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789264" y="211076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91949" y="16561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855530" y="13523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85343" y="15574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65007" y="21785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58700" y="212788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58289" y="16227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72124" y="180339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80526" y="229869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64680" y="15787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44013" y="17504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870531" y="191799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14427" y="22734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96062" y="191010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42898" y="22494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27884" y="17322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90744" y="192280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610221" y="20193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588475" y="21473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667176" y="219753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555776" y="2003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733324" y="189696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699026" y="19430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69952" y="21461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77891" y="196407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08180" y="217822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05835" y="20765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560175" y="1927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47967" y="16502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573943" y="216698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27378" y="23500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570560" y="222430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70776" y="202637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51630" y="214055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570626" y="20047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579239" y="198406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90429" y="18315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57699" y="187071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15840" y="193084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26338" y="22582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26848" y="199758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394117" y="1808886"/>
              <a:ext cx="2304794" cy="387965"/>
            </a:xfrm>
            <a:custGeom>
              <a:avLst/>
              <a:pathLst>
                <a:path w="2304794" h="387965">
                  <a:moveTo>
                    <a:pt x="0" y="0"/>
                  </a:moveTo>
                  <a:lnTo>
                    <a:pt x="1217670" y="98635"/>
                  </a:lnTo>
                  <a:lnTo>
                    <a:pt x="1536529" y="114732"/>
                  </a:lnTo>
                  <a:lnTo>
                    <a:pt x="1985935" y="129645"/>
                  </a:lnTo>
                  <a:lnTo>
                    <a:pt x="2304794" y="135524"/>
                  </a:lnTo>
                  <a:lnTo>
                    <a:pt x="2304794" y="387965"/>
                  </a:lnTo>
                  <a:lnTo>
                    <a:pt x="1985935" y="361737"/>
                  </a:lnTo>
                  <a:lnTo>
                    <a:pt x="1536529" y="331398"/>
                  </a:lnTo>
                  <a:lnTo>
                    <a:pt x="1217670" y="315388"/>
                  </a:lnTo>
                  <a:lnTo>
                    <a:pt x="0" y="29141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394117" y="1808886"/>
              <a:ext cx="2304794" cy="135524"/>
            </a:xfrm>
            <a:custGeom>
              <a:avLst/>
              <a:pathLst>
                <a:path w="2304794" h="135524">
                  <a:moveTo>
                    <a:pt x="0" y="0"/>
                  </a:moveTo>
                  <a:lnTo>
                    <a:pt x="1217670" y="98635"/>
                  </a:lnTo>
                  <a:lnTo>
                    <a:pt x="1536529" y="114732"/>
                  </a:lnTo>
                  <a:lnTo>
                    <a:pt x="1985935" y="129645"/>
                  </a:lnTo>
                  <a:lnTo>
                    <a:pt x="2304794" y="135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394117" y="2100299"/>
              <a:ext cx="2304794" cy="96552"/>
            </a:xfrm>
            <a:custGeom>
              <a:avLst/>
              <a:pathLst>
                <a:path w="2304794" h="96552">
                  <a:moveTo>
                    <a:pt x="2304794" y="96552"/>
                  </a:moveTo>
                  <a:lnTo>
                    <a:pt x="1985935" y="70324"/>
                  </a:lnTo>
                  <a:lnTo>
                    <a:pt x="1536529" y="39985"/>
                  </a:lnTo>
                  <a:lnTo>
                    <a:pt x="1217670" y="239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394117" y="1954592"/>
              <a:ext cx="2304794" cy="116038"/>
            </a:xfrm>
            <a:custGeom>
              <a:avLst/>
              <a:pathLst>
                <a:path w="2304794" h="116038">
                  <a:moveTo>
                    <a:pt x="0" y="0"/>
                  </a:moveTo>
                  <a:lnTo>
                    <a:pt x="1217670" y="61305"/>
                  </a:lnTo>
                  <a:lnTo>
                    <a:pt x="1536529" y="77359"/>
                  </a:lnTo>
                  <a:lnTo>
                    <a:pt x="1985935" y="99985"/>
                  </a:lnTo>
                  <a:lnTo>
                    <a:pt x="2304794" y="11603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219218" y="124497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0.163</a:t>
              </a:r>
            </a:p>
          </p:txBody>
        </p:sp>
        <p:sp>
          <p:nvSpPr>
            <p:cNvPr id="189" name="rc188"/>
            <p:cNvSpPr/>
            <p:nvPr/>
          </p:nvSpPr>
          <p:spPr>
            <a:xfrm>
              <a:off x="4186587" y="1141550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186587" y="1141550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158119" y="22369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58119" y="17876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58119" y="13383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86587" y="2501332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394117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162382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930647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6698912" y="250133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8"/>
            <p:cNvSpPr/>
            <p:nvPr/>
          </p:nvSpPr>
          <p:spPr>
            <a:xfrm>
              <a:off x="4365862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0" name="tx199"/>
            <p:cNvSpPr/>
            <p:nvPr/>
          </p:nvSpPr>
          <p:spPr>
            <a:xfrm>
              <a:off x="5134127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902392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6670657" y="255257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4186587" y="965010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1310306" y="2875097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1546345" y="4021003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528079" y="388774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619787" y="4080935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691303" y="396029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397593" y="398796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557519" y="387075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722765" y="357806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47167" y="396208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87309" y="392110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774718" y="387112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204863" y="408850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359239" y="413132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168313" y="308408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369624" y="401817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387263" y="403826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487679" y="389241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165479" y="403936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084927" y="404217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483019" y="349422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160474" y="361919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21373" y="381562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354130" y="3890580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375621" y="375166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90257" y="394290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71854" y="396583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158202" y="3850417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476619" y="3364555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177397" y="358749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150159" y="3838151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879186" y="373956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127567" y="411996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983451" y="411414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50721" y="392999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978831" y="412504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839309" y="327101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184332" y="414066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60994" y="369243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837545" y="310671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167537" y="300751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182257" y="367773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53882" y="355802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132639" y="351648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167924" y="354959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929284" y="405541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01427" y="3505043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818015" y="388648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67632" y="390441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102111" y="3722958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575207" y="370996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650248" y="380902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515459" y="373965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729401" y="400663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62420" y="350827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03138" y="382756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80252" y="393436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571637" y="366285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94495" y="359972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07444" y="333351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564236" y="335637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501343" y="3337278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541703" y="343467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698502" y="367072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554320" y="369709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90426" y="3602160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06434" y="356442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504761" y="355321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72586" y="3382482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682925" y="349599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30666" y="353589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641377" y="335629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694814" y="356413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568789" y="340508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1609722" y="3452987"/>
              <a:ext cx="2134363" cy="683125"/>
            </a:xfrm>
            <a:custGeom>
              <a:avLst/>
              <a:pathLst>
                <a:path w="2134363" h="683125">
                  <a:moveTo>
                    <a:pt x="0" y="278586"/>
                  </a:moveTo>
                  <a:lnTo>
                    <a:pt x="1127628" y="206318"/>
                  </a:lnTo>
                  <a:lnTo>
                    <a:pt x="1422908" y="159025"/>
                  </a:lnTo>
                  <a:lnTo>
                    <a:pt x="1839082" y="71368"/>
                  </a:lnTo>
                  <a:lnTo>
                    <a:pt x="2134363" y="0"/>
                  </a:lnTo>
                  <a:lnTo>
                    <a:pt x="2134363" y="362872"/>
                  </a:lnTo>
                  <a:lnTo>
                    <a:pt x="1839082" y="374350"/>
                  </a:lnTo>
                  <a:lnTo>
                    <a:pt x="1422908" y="403460"/>
                  </a:lnTo>
                  <a:lnTo>
                    <a:pt x="1127628" y="439013"/>
                  </a:lnTo>
                  <a:lnTo>
                    <a:pt x="0" y="68312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609722" y="3452987"/>
              <a:ext cx="2134363" cy="278586"/>
            </a:xfrm>
            <a:custGeom>
              <a:avLst/>
              <a:pathLst>
                <a:path w="2134363" h="278586">
                  <a:moveTo>
                    <a:pt x="0" y="278586"/>
                  </a:moveTo>
                  <a:lnTo>
                    <a:pt x="1127628" y="206318"/>
                  </a:lnTo>
                  <a:lnTo>
                    <a:pt x="1422908" y="159025"/>
                  </a:lnTo>
                  <a:lnTo>
                    <a:pt x="1839082" y="71368"/>
                  </a:lnTo>
                  <a:lnTo>
                    <a:pt x="21343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609722" y="3815859"/>
              <a:ext cx="2134363" cy="320253"/>
            </a:xfrm>
            <a:custGeom>
              <a:avLst/>
              <a:pathLst>
                <a:path w="2134363" h="320253">
                  <a:moveTo>
                    <a:pt x="2134363" y="0"/>
                  </a:moveTo>
                  <a:lnTo>
                    <a:pt x="1839082" y="11478"/>
                  </a:lnTo>
                  <a:lnTo>
                    <a:pt x="1422908" y="40588"/>
                  </a:lnTo>
                  <a:lnTo>
                    <a:pt x="1127628" y="76141"/>
                  </a:lnTo>
                  <a:lnTo>
                    <a:pt x="0" y="3202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609722" y="3634423"/>
              <a:ext cx="2134363" cy="299420"/>
            </a:xfrm>
            <a:custGeom>
              <a:avLst/>
              <a:pathLst>
                <a:path w="2134363" h="299420">
                  <a:moveTo>
                    <a:pt x="0" y="299420"/>
                  </a:moveTo>
                  <a:lnTo>
                    <a:pt x="1127628" y="141230"/>
                  </a:lnTo>
                  <a:lnTo>
                    <a:pt x="1422908" y="99806"/>
                  </a:lnTo>
                  <a:lnTo>
                    <a:pt x="1839082" y="41423"/>
                  </a:lnTo>
                  <a:lnTo>
                    <a:pt x="213436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3264391" y="303394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0.074</a:t>
              </a:r>
            </a:p>
          </p:txBody>
        </p:sp>
        <p:sp>
          <p:nvSpPr>
            <p:cNvPr id="282" name="rc281"/>
            <p:cNvSpPr/>
            <p:nvPr/>
          </p:nvSpPr>
          <p:spPr>
            <a:xfrm>
              <a:off x="1310306" y="2875097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310306" y="2875097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 rot="-5400000">
              <a:off x="1140740" y="414900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5" name="tx284"/>
            <p:cNvSpPr/>
            <p:nvPr/>
          </p:nvSpPr>
          <p:spPr>
            <a:xfrm rot="-5400000">
              <a:off x="1140740" y="389745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6" name="tx285"/>
            <p:cNvSpPr/>
            <p:nvPr/>
          </p:nvSpPr>
          <p:spPr>
            <a:xfrm rot="-5400000">
              <a:off x="1140740" y="364591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40740" y="339437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40740" y="314283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40740" y="289129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0" name="pl289"/>
            <p:cNvSpPr/>
            <p:nvPr/>
          </p:nvSpPr>
          <p:spPr>
            <a:xfrm>
              <a:off x="1281838" y="41854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281838" y="39338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281838" y="36823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281838" y="343081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281838" y="31792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281838" y="29277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0306" y="4234879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09722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2321176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3032630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3744085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>
              <a:off x="1581467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2" name="tx301"/>
            <p:cNvSpPr/>
            <p:nvPr/>
          </p:nvSpPr>
          <p:spPr>
            <a:xfrm>
              <a:off x="2292921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3" name="tx302"/>
            <p:cNvSpPr/>
            <p:nvPr/>
          </p:nvSpPr>
          <p:spPr>
            <a:xfrm>
              <a:off x="3004375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3715830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934421" y="3509268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10306" y="2698557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186587" y="2875097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512011" y="373714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466929" y="312250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273874" y="379990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294144" y="358308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565535" y="384562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400831" y="304370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46195" y="300751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544601" y="334131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494319" y="398098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613449" y="363768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353496" y="388426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159873" y="342197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22873" y="380547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237710" y="401892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4974438" y="3701871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218886" y="339894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094142" y="409387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223108" y="399307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80146" y="387099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4991746" y="408823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349054" y="398505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305183" y="408729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261116" y="383743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223698" y="378580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200854" y="356113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008179" y="359549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299642" y="3886547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86257" y="414066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892494" y="3874785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99513" y="393443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009657" y="391411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674536" y="396102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10187" y="318074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70204" y="322402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59135" y="371772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673721" y="386874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786828" y="397527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735933" y="368710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871114" y="349333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879024" y="402432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84347" y="335068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00708" y="366944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067111" y="372270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016759" y="396645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58084" y="3494226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01732" y="370927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769452" y="3471377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823664" y="368279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533582" y="382575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33355" y="391387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48132" y="3697516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432505" y="350189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05134" y="367342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520335" y="370851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93704" y="383948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564053" y="374531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529219" y="383908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543691" y="376268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25943" y="353873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97875" y="327569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576090" y="385543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425106" y="399964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70776" y="3965788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478109" y="374206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412940" y="390692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498947" y="380903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28275" y="335073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568657" y="365247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474352" y="373170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69436" y="368235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31289" y="3963132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88542" y="364237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4487609" y="3559804"/>
              <a:ext cx="2129082" cy="335652"/>
            </a:xfrm>
            <a:custGeom>
              <a:avLst/>
              <a:pathLst>
                <a:path w="2129082" h="335652">
                  <a:moveTo>
                    <a:pt x="0" y="0"/>
                  </a:moveTo>
                  <a:lnTo>
                    <a:pt x="1124838" y="97933"/>
                  </a:lnTo>
                  <a:lnTo>
                    <a:pt x="1419388" y="112182"/>
                  </a:lnTo>
                  <a:lnTo>
                    <a:pt x="1834533" y="122632"/>
                  </a:lnTo>
                  <a:lnTo>
                    <a:pt x="2129082" y="124687"/>
                  </a:lnTo>
                  <a:lnTo>
                    <a:pt x="2129082" y="335652"/>
                  </a:lnTo>
                  <a:lnTo>
                    <a:pt x="1834533" y="309439"/>
                  </a:lnTo>
                  <a:lnTo>
                    <a:pt x="1419388" y="280048"/>
                  </a:lnTo>
                  <a:lnTo>
                    <a:pt x="1124838" y="266029"/>
                  </a:lnTo>
                  <a:lnTo>
                    <a:pt x="0" y="25601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487609" y="3559804"/>
              <a:ext cx="2129082" cy="124687"/>
            </a:xfrm>
            <a:custGeom>
              <a:avLst/>
              <a:pathLst>
                <a:path w="2129082" h="124687">
                  <a:moveTo>
                    <a:pt x="0" y="0"/>
                  </a:moveTo>
                  <a:lnTo>
                    <a:pt x="1124838" y="97933"/>
                  </a:lnTo>
                  <a:lnTo>
                    <a:pt x="1419388" y="112182"/>
                  </a:lnTo>
                  <a:lnTo>
                    <a:pt x="1834533" y="122632"/>
                  </a:lnTo>
                  <a:lnTo>
                    <a:pt x="2129082" y="1246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487609" y="3815817"/>
              <a:ext cx="2129082" cy="79640"/>
            </a:xfrm>
            <a:custGeom>
              <a:avLst/>
              <a:pathLst>
                <a:path w="2129082" h="79640">
                  <a:moveTo>
                    <a:pt x="2129082" y="79640"/>
                  </a:moveTo>
                  <a:lnTo>
                    <a:pt x="1834533" y="53426"/>
                  </a:lnTo>
                  <a:lnTo>
                    <a:pt x="1419388" y="24036"/>
                  </a:lnTo>
                  <a:lnTo>
                    <a:pt x="1124838" y="100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87609" y="3687811"/>
              <a:ext cx="2129082" cy="102163"/>
            </a:xfrm>
            <a:custGeom>
              <a:avLst/>
              <a:pathLst>
                <a:path w="2129082" h="102163">
                  <a:moveTo>
                    <a:pt x="0" y="0"/>
                  </a:moveTo>
                  <a:lnTo>
                    <a:pt x="1124838" y="53975"/>
                  </a:lnTo>
                  <a:lnTo>
                    <a:pt x="1419388" y="68109"/>
                  </a:lnTo>
                  <a:lnTo>
                    <a:pt x="1834533" y="88029"/>
                  </a:lnTo>
                  <a:lnTo>
                    <a:pt x="2129082" y="10216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6136998" y="303487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0.213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4186587" y="2875097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186587" y="2875097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158119" y="40716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158119" y="38397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158119" y="36077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58119" y="33758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58119" y="31438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8119" y="29118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86587" y="4234879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487609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197303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906998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616692" y="423487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7"/>
            <p:cNvSpPr/>
            <p:nvPr/>
          </p:nvSpPr>
          <p:spPr>
            <a:xfrm>
              <a:off x="4459354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9" name="tx398"/>
            <p:cNvSpPr/>
            <p:nvPr/>
          </p:nvSpPr>
          <p:spPr>
            <a:xfrm>
              <a:off x="5169048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0" name="tx399"/>
            <p:cNvSpPr/>
            <p:nvPr/>
          </p:nvSpPr>
          <p:spPr>
            <a:xfrm>
              <a:off x="5878743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1" name="tx400"/>
            <p:cNvSpPr/>
            <p:nvPr/>
          </p:nvSpPr>
          <p:spPr>
            <a:xfrm>
              <a:off x="6588437" y="428612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4186587" y="2698557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10306" y="4608644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19669" y="549142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12253" y="537139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545428" y="544230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02465" y="5606274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614988" y="575054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06680" y="5465423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455118" y="5577352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32662" y="561334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397593" y="570074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24596" y="5426686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259778" y="558996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90401" y="4939129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15724" y="507428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181844" y="528792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16581" y="540852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30687" y="587421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90652" y="562726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63375" y="524510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99573" y="481646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422043" y="474105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08781" y="548561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344322" y="522881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433296" y="504673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49856" y="517052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64023" y="562415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303672" y="5574059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35392" y="5088662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17442" y="513062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049620" y="566212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784455" y="539000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854172" y="549420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973188" y="5725196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48289" y="5369167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898561" y="562409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112447" y="486935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960314" y="555753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781567" y="527501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119513" y="5102224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74914" y="478993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934649" y="499477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06537" y="5580021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108535" y="521306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63703" y="5339577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888185" y="517114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110292" y="5553179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926396" y="5207567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798620" y="552042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176958" y="548310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661868" y="553252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834483" y="5486928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789941" y="5651381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702039" y="5252538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757398" y="5308325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857194" y="481941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42597" y="528701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894495" y="5482607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558064" y="530016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490462" y="519647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669827" y="514055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608188" y="5013374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682176" y="5439363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779161" y="492317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57478" y="5708237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886441" y="5578474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05738" y="541832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608568" y="5502496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31064" y="5381357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780423" y="554548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744930" y="535488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516548" y="5283398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794596" y="529231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705275" y="5352212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83893" y="5183017"/>
              <a:ext cx="2144462" cy="406724"/>
            </a:xfrm>
            <a:custGeom>
              <a:avLst/>
              <a:pathLst>
                <a:path w="2144462" h="406724">
                  <a:moveTo>
                    <a:pt x="0" y="0"/>
                  </a:moveTo>
                  <a:lnTo>
                    <a:pt x="1132964" y="90018"/>
                  </a:lnTo>
                  <a:lnTo>
                    <a:pt x="1429641" y="81453"/>
                  </a:lnTo>
                  <a:lnTo>
                    <a:pt x="1847785" y="45060"/>
                  </a:lnTo>
                  <a:lnTo>
                    <a:pt x="2144462" y="9633"/>
                  </a:lnTo>
                  <a:lnTo>
                    <a:pt x="2144462" y="364810"/>
                  </a:lnTo>
                  <a:lnTo>
                    <a:pt x="1847785" y="333849"/>
                  </a:lnTo>
                  <a:lnTo>
                    <a:pt x="1429641" y="303750"/>
                  </a:lnTo>
                  <a:lnTo>
                    <a:pt x="1132964" y="299651"/>
                  </a:lnTo>
                  <a:lnTo>
                    <a:pt x="0" y="40672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583893" y="5183017"/>
              <a:ext cx="2144462" cy="90018"/>
            </a:xfrm>
            <a:custGeom>
              <a:avLst/>
              <a:pathLst>
                <a:path w="2144462" h="90018">
                  <a:moveTo>
                    <a:pt x="0" y="0"/>
                  </a:moveTo>
                  <a:lnTo>
                    <a:pt x="1132964" y="90018"/>
                  </a:lnTo>
                  <a:lnTo>
                    <a:pt x="1429641" y="81453"/>
                  </a:lnTo>
                  <a:lnTo>
                    <a:pt x="1847785" y="45060"/>
                  </a:lnTo>
                  <a:lnTo>
                    <a:pt x="2144462" y="9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583893" y="5482668"/>
              <a:ext cx="2144462" cy="107073"/>
            </a:xfrm>
            <a:custGeom>
              <a:avLst/>
              <a:pathLst>
                <a:path w="2144462" h="107073">
                  <a:moveTo>
                    <a:pt x="2144462" y="65159"/>
                  </a:moveTo>
                  <a:lnTo>
                    <a:pt x="1847785" y="34198"/>
                  </a:lnTo>
                  <a:lnTo>
                    <a:pt x="1429641" y="4099"/>
                  </a:lnTo>
                  <a:lnTo>
                    <a:pt x="1132964" y="0"/>
                  </a:lnTo>
                  <a:lnTo>
                    <a:pt x="0" y="107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583893" y="5370239"/>
              <a:ext cx="2144462" cy="16140"/>
            </a:xfrm>
            <a:custGeom>
              <a:avLst/>
              <a:pathLst>
                <a:path w="2144462" h="16140">
                  <a:moveTo>
                    <a:pt x="0" y="16140"/>
                  </a:moveTo>
                  <a:lnTo>
                    <a:pt x="1132964" y="7612"/>
                  </a:lnTo>
                  <a:lnTo>
                    <a:pt x="1429641" y="5380"/>
                  </a:lnTo>
                  <a:lnTo>
                    <a:pt x="1847785" y="2232"/>
                  </a:lnTo>
                  <a:lnTo>
                    <a:pt x="214446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tx479"/>
            <p:cNvSpPr/>
            <p:nvPr/>
          </p:nvSpPr>
          <p:spPr>
            <a:xfrm>
              <a:off x="3248661" y="476827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0.921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1310306" y="4608644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310306" y="4608644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 rot="-5400000">
              <a:off x="1140740" y="584571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4" name="tx483"/>
            <p:cNvSpPr/>
            <p:nvPr/>
          </p:nvSpPr>
          <p:spPr>
            <a:xfrm rot="-5400000">
              <a:off x="1140740" y="549885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5" name="tx484"/>
            <p:cNvSpPr/>
            <p:nvPr/>
          </p:nvSpPr>
          <p:spPr>
            <a:xfrm rot="-5400000">
              <a:off x="1140740" y="515199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86" name="tx485"/>
            <p:cNvSpPr/>
            <p:nvPr/>
          </p:nvSpPr>
          <p:spPr>
            <a:xfrm rot="-5400000">
              <a:off x="1140740" y="480512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87" name="pl486"/>
            <p:cNvSpPr/>
            <p:nvPr/>
          </p:nvSpPr>
          <p:spPr>
            <a:xfrm>
              <a:off x="1281838" y="588215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281838" y="55352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281838" y="51884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281838" y="48415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310306" y="5968427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583893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2298714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3013535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3728356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>
              <a:off x="1555638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97" name="tx496"/>
            <p:cNvSpPr/>
            <p:nvPr/>
          </p:nvSpPr>
          <p:spPr>
            <a:xfrm>
              <a:off x="2270459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8" name="tx497"/>
            <p:cNvSpPr/>
            <p:nvPr/>
          </p:nvSpPr>
          <p:spPr>
            <a:xfrm>
              <a:off x="2985280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9" name="tx498"/>
            <p:cNvSpPr/>
            <p:nvPr/>
          </p:nvSpPr>
          <p:spPr>
            <a:xfrm>
              <a:off x="3700101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2401190" y="6177306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1" name="tx500"/>
            <p:cNvSpPr/>
            <p:nvPr/>
          </p:nvSpPr>
          <p:spPr>
            <a:xfrm rot="-5400000">
              <a:off x="934421" y="5242816"/>
              <a:ext cx="197510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1310306" y="4432104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3" name="rc502"/>
            <p:cNvSpPr/>
            <p:nvPr/>
          </p:nvSpPr>
          <p:spPr>
            <a:xfrm>
              <a:off x="4186587" y="4608644"/>
              <a:ext cx="2746591" cy="13597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447155" y="5417945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371843" y="5352227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285821" y="5403770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638421" y="5674838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273874" y="5641310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409140" y="560249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598317" y="519659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440385" y="543565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577265" y="5622610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29229" y="5328513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191331" y="587421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131855" y="5543632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018843" y="5358769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44114" y="5753076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33363" y="5473852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973037" y="513766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211306" y="5504985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352769" y="556347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275366" y="534120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36848" y="5643355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308389" y="529115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345164" y="560907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22944" y="5266265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226463" y="496050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13146" y="519779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366784" y="524122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998714" y="534423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234935" y="559161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780474" y="5394235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6038425" y="544383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690255" y="562422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984706" y="524175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932482" y="5446238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745086" y="5259363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851750" y="486293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6038519" y="5495654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844268" y="534310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767005" y="4741059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701953" y="5347539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810430" y="544657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50758" y="5237959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52095" y="517820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811208" y="5060020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747403" y="5533238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727903" y="5560187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16879" y="5735823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43754" y="5385460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91572" y="531515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425365" y="53559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764421" y="5467220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6715883" y="5533132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455661" y="556351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731371" y="539322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770776" y="5336396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517005" y="5529927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617432" y="5276471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436263" y="5595196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630995" y="5462552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551523" y="5396872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441096" y="5470716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16124" y="5436041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454868" y="5699013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434958" y="5454023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695783" y="5468465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529374" y="5368090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86845" y="539320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377980" y="5713956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411556" y="5363646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69054" y="5263842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97514" y="5288395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446277" y="5555629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518941" y="561691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4507888" y="5290534"/>
              <a:ext cx="2104877" cy="284349"/>
            </a:xfrm>
            <a:custGeom>
              <a:avLst/>
              <a:pathLst>
                <a:path w="2104877" h="284349">
                  <a:moveTo>
                    <a:pt x="0" y="0"/>
                  </a:moveTo>
                  <a:lnTo>
                    <a:pt x="1112050" y="57873"/>
                  </a:lnTo>
                  <a:lnTo>
                    <a:pt x="1403251" y="56478"/>
                  </a:lnTo>
                  <a:lnTo>
                    <a:pt x="1813676" y="41760"/>
                  </a:lnTo>
                  <a:lnTo>
                    <a:pt x="2104877" y="25089"/>
                  </a:lnTo>
                  <a:lnTo>
                    <a:pt x="2104877" y="275737"/>
                  </a:lnTo>
                  <a:lnTo>
                    <a:pt x="1813676" y="256786"/>
                  </a:lnTo>
                  <a:lnTo>
                    <a:pt x="1403251" y="238855"/>
                  </a:lnTo>
                  <a:lnTo>
                    <a:pt x="1112050" y="235180"/>
                  </a:lnTo>
                  <a:lnTo>
                    <a:pt x="0" y="28434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4507888" y="5290534"/>
              <a:ext cx="2104877" cy="57873"/>
            </a:xfrm>
            <a:custGeom>
              <a:avLst/>
              <a:pathLst>
                <a:path w="2104877" h="57873">
                  <a:moveTo>
                    <a:pt x="0" y="0"/>
                  </a:moveTo>
                  <a:lnTo>
                    <a:pt x="1112050" y="57873"/>
                  </a:lnTo>
                  <a:lnTo>
                    <a:pt x="1403251" y="56478"/>
                  </a:lnTo>
                  <a:lnTo>
                    <a:pt x="1813676" y="41760"/>
                  </a:lnTo>
                  <a:lnTo>
                    <a:pt x="2104877" y="25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4507888" y="5525715"/>
              <a:ext cx="2104877" cy="49168"/>
            </a:xfrm>
            <a:custGeom>
              <a:avLst/>
              <a:pathLst>
                <a:path w="2104877" h="49168">
                  <a:moveTo>
                    <a:pt x="2104877" y="40556"/>
                  </a:moveTo>
                  <a:lnTo>
                    <a:pt x="1813676" y="21606"/>
                  </a:lnTo>
                  <a:lnTo>
                    <a:pt x="1403251" y="3675"/>
                  </a:lnTo>
                  <a:lnTo>
                    <a:pt x="1112050" y="0"/>
                  </a:lnTo>
                  <a:lnTo>
                    <a:pt x="0" y="49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4507888" y="5432709"/>
              <a:ext cx="2104877" cy="8238"/>
            </a:xfrm>
            <a:custGeom>
              <a:avLst/>
              <a:pathLst>
                <a:path w="2104877" h="8238">
                  <a:moveTo>
                    <a:pt x="0" y="0"/>
                  </a:moveTo>
                  <a:lnTo>
                    <a:pt x="1112050" y="4352"/>
                  </a:lnTo>
                  <a:lnTo>
                    <a:pt x="1403251" y="5492"/>
                  </a:lnTo>
                  <a:lnTo>
                    <a:pt x="1813676" y="7098"/>
                  </a:lnTo>
                  <a:lnTo>
                    <a:pt x="2104877" y="823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0" name="tx579"/>
            <p:cNvSpPr/>
            <p:nvPr/>
          </p:nvSpPr>
          <p:spPr>
            <a:xfrm>
              <a:off x="6133071" y="476939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0.936</a:t>
              </a:r>
            </a:p>
          </p:txBody>
        </p:sp>
        <p:sp>
          <p:nvSpPr>
            <p:cNvPr id="581" name="rc580"/>
            <p:cNvSpPr/>
            <p:nvPr/>
          </p:nvSpPr>
          <p:spPr>
            <a:xfrm>
              <a:off x="4186587" y="4608644"/>
              <a:ext cx="2746591" cy="13597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186587" y="4608644"/>
              <a:ext cx="0" cy="1359782"/>
            </a:xfrm>
            <a:custGeom>
              <a:avLst/>
              <a:pathLst>
                <a:path w="0" h="1359782">
                  <a:moveTo>
                    <a:pt x="0" y="135978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158119" y="58922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158119" y="56443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158119" y="53965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58119" y="51487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58119" y="49009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58119" y="46531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86587" y="5968427"/>
              <a:ext cx="2746591" cy="0"/>
            </a:xfrm>
            <a:custGeom>
              <a:avLst/>
              <a:pathLst>
                <a:path w="2746591" h="0">
                  <a:moveTo>
                    <a:pt x="0" y="0"/>
                  </a:moveTo>
                  <a:lnTo>
                    <a:pt x="2746591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507888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5209514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5911140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6612765" y="596842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tx593"/>
            <p:cNvSpPr/>
            <p:nvPr/>
          </p:nvSpPr>
          <p:spPr>
            <a:xfrm>
              <a:off x="4479633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5" name="tx594"/>
            <p:cNvSpPr/>
            <p:nvPr/>
          </p:nvSpPr>
          <p:spPr>
            <a:xfrm>
              <a:off x="5181259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96" name="tx595"/>
            <p:cNvSpPr/>
            <p:nvPr/>
          </p:nvSpPr>
          <p:spPr>
            <a:xfrm>
              <a:off x="5882885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7" name="tx596"/>
            <p:cNvSpPr/>
            <p:nvPr/>
          </p:nvSpPr>
          <p:spPr>
            <a:xfrm>
              <a:off x="6584510" y="601967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98" name="tx597"/>
            <p:cNvSpPr/>
            <p:nvPr/>
          </p:nvSpPr>
          <p:spPr>
            <a:xfrm>
              <a:off x="5277471" y="6177306"/>
              <a:ext cx="56482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4186587" y="4432104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0" name="rc599"/>
            <p:cNvSpPr/>
            <p:nvPr/>
          </p:nvSpPr>
          <p:spPr>
            <a:xfrm>
              <a:off x="1889186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tx600"/>
            <p:cNvSpPr/>
            <p:nvPr/>
          </p:nvSpPr>
          <p:spPr>
            <a:xfrm>
              <a:off x="2754643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2" name="rc601"/>
            <p:cNvSpPr/>
            <p:nvPr/>
          </p:nvSpPr>
          <p:spPr>
            <a:xfrm>
              <a:off x="1889186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941627" y="66192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3"/>
            <p:cNvSpPr/>
            <p:nvPr/>
          </p:nvSpPr>
          <p:spPr>
            <a:xfrm>
              <a:off x="1889186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41627" y="68562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5"/>
            <p:cNvSpPr/>
            <p:nvPr/>
          </p:nvSpPr>
          <p:spPr>
            <a:xfrm>
              <a:off x="2341067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393509" y="66192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341067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393509" y="68562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2787279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839721" y="66192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2787279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839721" y="6856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222244" y="6566853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3274686" y="66192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222244" y="6803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274686" y="68562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3668456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3720898" y="66192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3668456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3720898" y="68562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2126122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3" name="tx622"/>
            <p:cNvSpPr/>
            <p:nvPr/>
          </p:nvSpPr>
          <p:spPr>
            <a:xfrm>
              <a:off x="2126122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4" name="tx623"/>
            <p:cNvSpPr/>
            <p:nvPr/>
          </p:nvSpPr>
          <p:spPr>
            <a:xfrm>
              <a:off x="2578004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2578004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3024216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3024216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459181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459181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3905393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3905393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4191332" y="6402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tx632"/>
            <p:cNvSpPr/>
            <p:nvPr/>
          </p:nvSpPr>
          <p:spPr>
            <a:xfrm>
              <a:off x="5056789" y="6414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4" name="rc633"/>
            <p:cNvSpPr/>
            <p:nvPr/>
          </p:nvSpPr>
          <p:spPr>
            <a:xfrm>
              <a:off x="4191332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243773" y="6619294"/>
              <a:ext cx="75116" cy="75116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191332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243773" y="6856231"/>
              <a:ext cx="75116" cy="75116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643213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695655" y="6619294"/>
              <a:ext cx="75116" cy="75116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39"/>
            <p:cNvSpPr/>
            <p:nvPr/>
          </p:nvSpPr>
          <p:spPr>
            <a:xfrm>
              <a:off x="4643213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695655" y="6856231"/>
              <a:ext cx="75116" cy="75116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5089425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141867" y="6619294"/>
              <a:ext cx="75116" cy="75116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089425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141867" y="6856231"/>
              <a:ext cx="75116" cy="75116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5524390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576832" y="6619294"/>
              <a:ext cx="75116" cy="75116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5524390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576832" y="6856231"/>
              <a:ext cx="75116" cy="75116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970602" y="6566853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023044" y="6619294"/>
              <a:ext cx="75116" cy="75116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5970602" y="6803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023044" y="6856231"/>
              <a:ext cx="75116" cy="75116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tx653"/>
            <p:cNvSpPr/>
            <p:nvPr/>
          </p:nvSpPr>
          <p:spPr>
            <a:xfrm>
              <a:off x="4428268" y="6620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4428268" y="6857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4880150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4880150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5326362" y="6620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5326362" y="6857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5761327" y="6620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5761327" y="6857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6207539" y="6620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6207539" y="6857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2026-07-20T10:59:47Z</dcterms:modified>
  <cp:category/>
</cp:coreProperties>
</file>