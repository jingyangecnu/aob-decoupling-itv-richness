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42361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52357"/>
              <a:ext cx="2876417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811394"/>
              <a:ext cx="3142361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811394"/>
              <a:ext cx="2876417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670430"/>
              <a:ext cx="3142361" cy="23260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670430"/>
              <a:ext cx="2876417" cy="23260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66855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49947" y="23591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74420" y="22868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27496" y="239590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17859" y="239281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44384" y="24196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69171" y="22669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97325" y="21819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46671" y="23761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04359" y="245025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89363" y="224590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32155" y="24588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41093" y="239352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12399" y="17725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193275" y="23106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30588" y="238719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00901" y="245315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14889" y="24796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76655" y="23021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26957" y="16434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47239" y="18356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19156" y="24700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60858" y="22612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02658" y="22034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86145" y="22135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38066" y="23800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43936" y="23183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39340" y="182730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48048" y="19677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139875" y="241715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100682" y="21935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49859" y="24300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138307" y="252290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67718" y="22611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65110" y="24063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960785" y="146604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95923" y="24532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98906" y="210031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119790" y="17579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105599" y="11956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41028" y="19975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128026" y="21678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136477" y="202394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993177" y="21412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82969" y="22974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39855" y="220805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46406" y="21932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101223" y="22960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46830" y="22852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22883" y="23030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43325" y="23007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19124" y="225613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35053" y="23973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72688" y="201694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06448" y="20354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10862" y="22584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80456" y="21809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94352" y="20895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41042" y="18591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65138" y="19273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45483" y="178744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25434" y="20247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82034" y="19579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25286" y="236492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66783" y="219825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09888" y="21037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78932" y="21660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51525" y="190284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16808" y="21365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13063" y="19994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765950" y="18865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696374" y="20562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80038" y="20256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28089" y="1940815"/>
              <a:ext cx="2311352" cy="573317"/>
            </a:xfrm>
            <a:custGeom>
              <a:avLst/>
              <a:pathLst>
                <a:path w="2311352" h="573317">
                  <a:moveTo>
                    <a:pt x="0" y="162716"/>
                  </a:moveTo>
                  <a:lnTo>
                    <a:pt x="1221135" y="156156"/>
                  </a:lnTo>
                  <a:lnTo>
                    <a:pt x="1540901" y="124122"/>
                  </a:lnTo>
                  <a:lnTo>
                    <a:pt x="1991586" y="56953"/>
                  </a:lnTo>
                  <a:lnTo>
                    <a:pt x="2311352" y="0"/>
                  </a:lnTo>
                  <a:lnTo>
                    <a:pt x="2311352" y="371529"/>
                  </a:lnTo>
                  <a:lnTo>
                    <a:pt x="1991586" y="365003"/>
                  </a:lnTo>
                  <a:lnTo>
                    <a:pt x="1540901" y="368908"/>
                  </a:lnTo>
                  <a:lnTo>
                    <a:pt x="1221135" y="387302"/>
                  </a:lnTo>
                  <a:lnTo>
                    <a:pt x="0" y="57331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28089" y="1940815"/>
              <a:ext cx="2311352" cy="162716"/>
            </a:xfrm>
            <a:custGeom>
              <a:avLst/>
              <a:pathLst>
                <a:path w="2311352" h="162716">
                  <a:moveTo>
                    <a:pt x="0" y="162716"/>
                  </a:moveTo>
                  <a:lnTo>
                    <a:pt x="1221135" y="156156"/>
                  </a:lnTo>
                  <a:lnTo>
                    <a:pt x="1540901" y="124122"/>
                  </a:lnTo>
                  <a:lnTo>
                    <a:pt x="1991586" y="56953"/>
                  </a:lnTo>
                  <a:lnTo>
                    <a:pt x="23113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28089" y="2305818"/>
              <a:ext cx="2311352" cy="208314"/>
            </a:xfrm>
            <a:custGeom>
              <a:avLst/>
              <a:pathLst>
                <a:path w="2311352" h="208314">
                  <a:moveTo>
                    <a:pt x="2311352" y="6525"/>
                  </a:moveTo>
                  <a:lnTo>
                    <a:pt x="1991586" y="0"/>
                  </a:lnTo>
                  <a:lnTo>
                    <a:pt x="1540901" y="3904"/>
                  </a:lnTo>
                  <a:lnTo>
                    <a:pt x="1221135" y="22298"/>
                  </a:lnTo>
                  <a:lnTo>
                    <a:pt x="0" y="2083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28089" y="2126579"/>
              <a:ext cx="2311352" cy="182252"/>
            </a:xfrm>
            <a:custGeom>
              <a:avLst/>
              <a:pathLst>
                <a:path w="2311352" h="182252">
                  <a:moveTo>
                    <a:pt x="0" y="182252"/>
                  </a:moveTo>
                  <a:lnTo>
                    <a:pt x="1221135" y="85964"/>
                  </a:lnTo>
                  <a:lnTo>
                    <a:pt x="1540901" y="60750"/>
                  </a:lnTo>
                  <a:lnTo>
                    <a:pt x="1991586" y="25213"/>
                  </a:lnTo>
                  <a:lnTo>
                    <a:pt x="231135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50558" y="126004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423298" y="126004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0.271</a:t>
              </a:r>
            </a:p>
          </p:txBody>
        </p:sp>
        <p:sp>
          <p:nvSpPr>
            <p:cNvPr id="91" name="rc90"/>
            <p:cNvSpPr/>
            <p:nvPr/>
          </p:nvSpPr>
          <p:spPr>
            <a:xfrm>
              <a:off x="1310032" y="1166855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10032" y="1166855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2"/>
            <p:cNvSpPr/>
            <p:nvPr/>
          </p:nvSpPr>
          <p:spPr>
            <a:xfrm rot="-5400000">
              <a:off x="1140466" y="23201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466" y="19236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40466" y="152709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6" name="tx95"/>
            <p:cNvSpPr/>
            <p:nvPr/>
          </p:nvSpPr>
          <p:spPr>
            <a:xfrm rot="-5400000">
              <a:off x="1112211" y="113057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7" name="pl96"/>
            <p:cNvSpPr/>
            <p:nvPr/>
          </p:nvSpPr>
          <p:spPr>
            <a:xfrm>
              <a:off x="1281564" y="23565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564" y="19600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564" y="15635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281564" y="11670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262682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528089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298540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068991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839442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499834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70285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040736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811187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10032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66855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10596" y="22193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274418" y="141865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22180" y="221176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61600" y="21175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09241" y="22911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464624" y="166087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34932" y="125274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292680" y="19919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45097" y="248586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73743" y="19543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051674" y="25053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71243" y="166127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33030" y="21317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00317" y="25229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98543" y="183356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33684" y="11956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47057" y="249241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47563" y="24377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08627" y="21541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046417" y="24983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02425" y="230443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90243" y="24953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085835" y="20468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026368" y="19228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058007" y="19785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024850" y="179614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71430" y="227403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081210" y="248873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12678" y="225399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82445" y="234152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27061" y="24357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70842" y="221056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31270" y="17220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08405" y="13962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857916" y="16162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88060" y="22833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00582" y="22289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26806" y="16865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05268" y="18805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28235" y="24123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10628" y="16390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6006126" y="18233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05018" y="20034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70605" y="23850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41226" y="199512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40704" y="23595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46368" y="18041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61293" y="200841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03654" y="211212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63053" y="224985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70769" y="230373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31079" y="20956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15799" y="19810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565774" y="20304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565105" y="22484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582827" y="20529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78546" y="228315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71419" y="21737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745353" y="20139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578428" y="17160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60882" y="22710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30444" y="24675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52980" y="233237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48705" y="211986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569863" y="22422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567145" y="20965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79849" y="207425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37659" y="19107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29687" y="19527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10372" y="20172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09555" y="23686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07695" y="208916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02947" y="1883527"/>
              <a:ext cx="2302579" cy="416625"/>
            </a:xfrm>
            <a:custGeom>
              <a:avLst/>
              <a:pathLst>
                <a:path w="2302579" h="416625">
                  <a:moveTo>
                    <a:pt x="0" y="0"/>
                  </a:moveTo>
                  <a:lnTo>
                    <a:pt x="1216500" y="105921"/>
                  </a:lnTo>
                  <a:lnTo>
                    <a:pt x="1535053" y="123207"/>
                  </a:lnTo>
                  <a:lnTo>
                    <a:pt x="1984027" y="139223"/>
                  </a:lnTo>
                  <a:lnTo>
                    <a:pt x="2302579" y="145536"/>
                  </a:lnTo>
                  <a:lnTo>
                    <a:pt x="2302579" y="416625"/>
                  </a:lnTo>
                  <a:lnTo>
                    <a:pt x="1984027" y="388459"/>
                  </a:lnTo>
                  <a:lnTo>
                    <a:pt x="1535053" y="355880"/>
                  </a:lnTo>
                  <a:lnTo>
                    <a:pt x="1216500" y="338687"/>
                  </a:lnTo>
                  <a:lnTo>
                    <a:pt x="0" y="31294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02947" y="1883527"/>
              <a:ext cx="2302579" cy="145536"/>
            </a:xfrm>
            <a:custGeom>
              <a:avLst/>
              <a:pathLst>
                <a:path w="2302579" h="145536">
                  <a:moveTo>
                    <a:pt x="0" y="0"/>
                  </a:moveTo>
                  <a:lnTo>
                    <a:pt x="1216500" y="105921"/>
                  </a:lnTo>
                  <a:lnTo>
                    <a:pt x="1535053" y="123207"/>
                  </a:lnTo>
                  <a:lnTo>
                    <a:pt x="1984027" y="139223"/>
                  </a:lnTo>
                  <a:lnTo>
                    <a:pt x="2302579" y="145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02947" y="2196468"/>
              <a:ext cx="2302579" cy="103684"/>
            </a:xfrm>
            <a:custGeom>
              <a:avLst/>
              <a:pathLst>
                <a:path w="2302579" h="103684">
                  <a:moveTo>
                    <a:pt x="2302579" y="103684"/>
                  </a:moveTo>
                  <a:lnTo>
                    <a:pt x="1984027" y="75519"/>
                  </a:lnTo>
                  <a:lnTo>
                    <a:pt x="1535053" y="42939"/>
                  </a:lnTo>
                  <a:lnTo>
                    <a:pt x="1216500" y="257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02947" y="2039998"/>
              <a:ext cx="2302579" cy="124610"/>
            </a:xfrm>
            <a:custGeom>
              <a:avLst/>
              <a:pathLst>
                <a:path w="2302579" h="124610">
                  <a:moveTo>
                    <a:pt x="0" y="0"/>
                  </a:moveTo>
                  <a:lnTo>
                    <a:pt x="1216500" y="65834"/>
                  </a:lnTo>
                  <a:lnTo>
                    <a:pt x="1535053" y="83073"/>
                  </a:lnTo>
                  <a:lnTo>
                    <a:pt x="1984027" y="107371"/>
                  </a:lnTo>
                  <a:lnTo>
                    <a:pt x="2302579" y="12461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216643" y="12601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89" name="tx188"/>
            <p:cNvSpPr/>
            <p:nvPr/>
          </p:nvSpPr>
          <p:spPr>
            <a:xfrm>
              <a:off x="6289383" y="126015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0.163</a:t>
              </a:r>
            </a:p>
          </p:txBody>
        </p:sp>
        <p:sp>
          <p:nvSpPr>
            <p:cNvPr id="190" name="rc189"/>
            <p:cNvSpPr/>
            <p:nvPr/>
          </p:nvSpPr>
          <p:spPr>
            <a:xfrm>
              <a:off x="4186450" y="1166855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186450" y="1166855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57982" y="23431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7982" y="18607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57982" y="13782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186450" y="262682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402947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70474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938000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6705527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199"/>
            <p:cNvSpPr/>
            <p:nvPr/>
          </p:nvSpPr>
          <p:spPr>
            <a:xfrm>
              <a:off x="4374692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142219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5909745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6677272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4" name="tx203"/>
            <p:cNvSpPr/>
            <p:nvPr/>
          </p:nvSpPr>
          <p:spPr>
            <a:xfrm>
              <a:off x="4186450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10032" y="3025891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97576" y="42597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26881" y="41144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583294" y="432451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53980" y="419638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397325" y="42228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52624" y="41012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22230" y="37832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74453" y="41972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87657" y="415131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72729" y="40999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301462" y="43331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169459" y="437835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19240" y="32552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09909" y="42562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194265" y="427848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47231" y="41228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332612" y="42785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29897" y="42829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368403" y="36959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166982" y="38265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49021" y="40394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59261" y="41186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157778" y="39707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11577" y="417699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65395" y="419944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177005" y="40758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43585" y="355598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47303" y="379499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128596" y="406411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52431" y="39592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979743" y="43684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153113" y="435969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973084" y="41634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70469" y="43705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11077" y="34575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98695" y="43874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991960" y="39090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40688" y="32805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111738" y="31708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998360" y="38927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997876" y="37653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76583" y="37190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83822" y="37547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14563" y="42970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46610" y="37062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54214" y="41171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139398" y="41354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154236" y="39411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59983" y="39276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60375" y="403198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16800" y="395926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35231" y="42443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81200" y="371126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20527" y="40521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94352" y="41674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31078" y="387619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88812" y="38092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50690" y="35240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67002" y="35463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47250" y="35287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61064" y="36321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788707" y="38848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59329" y="39127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27221" y="38131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71181" y="377118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88132" y="376079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55178" y="357476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42890" y="36963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48554" y="37406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27214" y="35471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70503" y="37725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06756" y="360049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1527154" y="3648488"/>
              <a:ext cx="2337596" cy="732240"/>
            </a:xfrm>
            <a:custGeom>
              <a:avLst/>
              <a:pathLst>
                <a:path w="2337596" h="732240">
                  <a:moveTo>
                    <a:pt x="0" y="298616"/>
                  </a:moveTo>
                  <a:lnTo>
                    <a:pt x="1235000" y="221152"/>
                  </a:lnTo>
                  <a:lnTo>
                    <a:pt x="1558397" y="170458"/>
                  </a:lnTo>
                  <a:lnTo>
                    <a:pt x="2014199" y="76499"/>
                  </a:lnTo>
                  <a:lnTo>
                    <a:pt x="2337596" y="0"/>
                  </a:lnTo>
                  <a:lnTo>
                    <a:pt x="2337596" y="388962"/>
                  </a:lnTo>
                  <a:lnTo>
                    <a:pt x="2014199" y="401266"/>
                  </a:lnTo>
                  <a:lnTo>
                    <a:pt x="1558397" y="432468"/>
                  </a:lnTo>
                  <a:lnTo>
                    <a:pt x="1235000" y="470578"/>
                  </a:lnTo>
                  <a:lnTo>
                    <a:pt x="0" y="73224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27154" y="3648488"/>
              <a:ext cx="2337596" cy="298616"/>
            </a:xfrm>
            <a:custGeom>
              <a:avLst/>
              <a:pathLst>
                <a:path w="2337596" h="298616">
                  <a:moveTo>
                    <a:pt x="0" y="298616"/>
                  </a:moveTo>
                  <a:lnTo>
                    <a:pt x="1235000" y="221152"/>
                  </a:lnTo>
                  <a:lnTo>
                    <a:pt x="1558397" y="170458"/>
                  </a:lnTo>
                  <a:lnTo>
                    <a:pt x="2014199" y="76499"/>
                  </a:lnTo>
                  <a:lnTo>
                    <a:pt x="23375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27154" y="4037450"/>
              <a:ext cx="2337596" cy="343278"/>
            </a:xfrm>
            <a:custGeom>
              <a:avLst/>
              <a:pathLst>
                <a:path w="2337596" h="343278">
                  <a:moveTo>
                    <a:pt x="2337596" y="0"/>
                  </a:moveTo>
                  <a:lnTo>
                    <a:pt x="2014199" y="12303"/>
                  </a:lnTo>
                  <a:lnTo>
                    <a:pt x="1558397" y="43506"/>
                  </a:lnTo>
                  <a:lnTo>
                    <a:pt x="1235000" y="81616"/>
                  </a:lnTo>
                  <a:lnTo>
                    <a:pt x="0" y="34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27154" y="3842969"/>
              <a:ext cx="2337596" cy="320947"/>
            </a:xfrm>
            <a:custGeom>
              <a:avLst/>
              <a:pathLst>
                <a:path w="2337596" h="320947">
                  <a:moveTo>
                    <a:pt x="0" y="320947"/>
                  </a:moveTo>
                  <a:lnTo>
                    <a:pt x="1235000" y="151384"/>
                  </a:lnTo>
                  <a:lnTo>
                    <a:pt x="1558397" y="106982"/>
                  </a:lnTo>
                  <a:lnTo>
                    <a:pt x="2014199" y="44401"/>
                  </a:lnTo>
                  <a:lnTo>
                    <a:pt x="233759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tx281"/>
            <p:cNvSpPr/>
            <p:nvPr/>
          </p:nvSpPr>
          <p:spPr>
            <a:xfrm>
              <a:off x="3375867" y="317332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3" name="tx282"/>
            <p:cNvSpPr/>
            <p:nvPr/>
          </p:nvSpPr>
          <p:spPr>
            <a:xfrm>
              <a:off x="3448607" y="3173326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0.074</a:t>
              </a:r>
            </a:p>
          </p:txBody>
        </p:sp>
        <p:sp>
          <p:nvSpPr>
            <p:cNvPr id="284" name="rc283"/>
            <p:cNvSpPr/>
            <p:nvPr/>
          </p:nvSpPr>
          <p:spPr>
            <a:xfrm>
              <a:off x="1310032" y="3025891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310032" y="3025891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tx285"/>
            <p:cNvSpPr/>
            <p:nvPr/>
          </p:nvSpPr>
          <p:spPr>
            <a:xfrm rot="-5400000">
              <a:off x="1140466" y="439716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40466" y="412753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466" y="385790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466" y="35882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1140466" y="331865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40466" y="304902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2" name="pl291"/>
            <p:cNvSpPr/>
            <p:nvPr/>
          </p:nvSpPr>
          <p:spPr>
            <a:xfrm>
              <a:off x="1281564" y="44336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281564" y="41639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564" y="38943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564" y="36247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281564" y="33550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281564" y="3085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10032" y="448585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527154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2306353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3085552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3864751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2"/>
            <p:cNvSpPr/>
            <p:nvPr/>
          </p:nvSpPr>
          <p:spPr>
            <a:xfrm>
              <a:off x="1498899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2278098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5" name="tx304"/>
            <p:cNvSpPr/>
            <p:nvPr/>
          </p:nvSpPr>
          <p:spPr>
            <a:xfrm>
              <a:off x="3057297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3836496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7" name="tx306"/>
            <p:cNvSpPr/>
            <p:nvPr/>
          </p:nvSpPr>
          <p:spPr>
            <a:xfrm rot="-5400000">
              <a:off x="129703" y="3710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8" name="tx307"/>
            <p:cNvSpPr/>
            <p:nvPr/>
          </p:nvSpPr>
          <p:spPr>
            <a:xfrm>
              <a:off x="1310032" y="2849351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9" name="rc308"/>
            <p:cNvSpPr/>
            <p:nvPr/>
          </p:nvSpPr>
          <p:spPr>
            <a:xfrm>
              <a:off x="4186450" y="3025891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75823" y="395422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299235" y="329546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274360" y="402153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67903" y="378964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405488" y="40664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66200" y="32071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61983" y="31708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60577" y="35278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389344" y="421130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273743" y="38479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52203" y="41122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042267" y="361582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85779" y="40260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023152" y="42558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36751" y="391495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50882" y="359052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08730" y="43356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201081" y="4229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055271" y="40980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89702" y="43290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082275" y="42162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095397" y="4331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34625" y="405737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205934" y="40069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031365" y="37649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200874" y="38022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214386" y="411133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030680" y="43874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85544" y="410312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814418" y="41657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004936" y="41423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88957" y="419230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50314" y="33591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43598" y="34031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816808" y="39348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48821" y="40918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24066" y="42100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830899" y="38997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00069" y="369034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05276" y="42603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865532" y="35358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21055" y="387820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26404" y="39377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23335" y="42004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820413" y="369166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61411" y="39240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788714" y="36689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998580" y="389427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87589" y="40475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15783" y="41408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22719" y="391039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589428" y="37006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26049" y="38855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572192" y="39242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65159" y="40651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10157" y="396149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19566" y="40650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62619" y="39808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565835" y="37411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70769" y="34577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37759" y="40797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555904" y="42308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54946" y="419744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50366" y="395766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562483" y="413677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94037" y="40311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50613" y="35387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50063" y="38619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598909" y="394687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598452" y="38937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741861" y="41938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609852" y="384974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4391023" y="3759959"/>
              <a:ext cx="2312034" cy="359939"/>
            </a:xfrm>
            <a:custGeom>
              <a:avLst/>
              <a:pathLst>
                <a:path w="2312034" h="359939">
                  <a:moveTo>
                    <a:pt x="0" y="0"/>
                  </a:moveTo>
                  <a:lnTo>
                    <a:pt x="1221496" y="105019"/>
                  </a:lnTo>
                  <a:lnTo>
                    <a:pt x="1541356" y="120299"/>
                  </a:lnTo>
                  <a:lnTo>
                    <a:pt x="1992174" y="131505"/>
                  </a:lnTo>
                  <a:lnTo>
                    <a:pt x="2312034" y="133709"/>
                  </a:lnTo>
                  <a:lnTo>
                    <a:pt x="2312034" y="359939"/>
                  </a:lnTo>
                  <a:lnTo>
                    <a:pt x="1992174" y="331829"/>
                  </a:lnTo>
                  <a:lnTo>
                    <a:pt x="1541356" y="300311"/>
                  </a:lnTo>
                  <a:lnTo>
                    <a:pt x="1221496" y="285278"/>
                  </a:lnTo>
                  <a:lnTo>
                    <a:pt x="0" y="27453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391023" y="3759959"/>
              <a:ext cx="2312034" cy="133709"/>
            </a:xfrm>
            <a:custGeom>
              <a:avLst/>
              <a:pathLst>
                <a:path w="2312034" h="133709">
                  <a:moveTo>
                    <a:pt x="0" y="0"/>
                  </a:moveTo>
                  <a:lnTo>
                    <a:pt x="1221496" y="105019"/>
                  </a:lnTo>
                  <a:lnTo>
                    <a:pt x="1541356" y="120299"/>
                  </a:lnTo>
                  <a:lnTo>
                    <a:pt x="1992174" y="131505"/>
                  </a:lnTo>
                  <a:lnTo>
                    <a:pt x="2312034" y="133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391023" y="4034495"/>
              <a:ext cx="2312034" cy="85402"/>
            </a:xfrm>
            <a:custGeom>
              <a:avLst/>
              <a:pathLst>
                <a:path w="2312034" h="85402">
                  <a:moveTo>
                    <a:pt x="2312034" y="85402"/>
                  </a:moveTo>
                  <a:lnTo>
                    <a:pt x="1992174" y="57292"/>
                  </a:lnTo>
                  <a:lnTo>
                    <a:pt x="1541356" y="25775"/>
                  </a:lnTo>
                  <a:lnTo>
                    <a:pt x="1221496" y="10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391023" y="3897227"/>
              <a:ext cx="2312034" cy="109555"/>
            </a:xfrm>
            <a:custGeom>
              <a:avLst/>
              <a:pathLst>
                <a:path w="2312034" h="109555">
                  <a:moveTo>
                    <a:pt x="0" y="0"/>
                  </a:moveTo>
                  <a:lnTo>
                    <a:pt x="1221496" y="57880"/>
                  </a:lnTo>
                  <a:lnTo>
                    <a:pt x="1541356" y="73037"/>
                  </a:lnTo>
                  <a:lnTo>
                    <a:pt x="1992174" y="94399"/>
                  </a:lnTo>
                  <a:lnTo>
                    <a:pt x="2312034" y="10955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tx385"/>
            <p:cNvSpPr/>
            <p:nvPr/>
          </p:nvSpPr>
          <p:spPr>
            <a:xfrm>
              <a:off x="6214174" y="317111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87" name="tx386"/>
            <p:cNvSpPr/>
            <p:nvPr/>
          </p:nvSpPr>
          <p:spPr>
            <a:xfrm>
              <a:off x="6286915" y="3171116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0.213</a:t>
              </a:r>
            </a:p>
          </p:txBody>
        </p:sp>
        <p:sp>
          <p:nvSpPr>
            <p:cNvPr id="388" name="rc387"/>
            <p:cNvSpPr/>
            <p:nvPr/>
          </p:nvSpPr>
          <p:spPr>
            <a:xfrm>
              <a:off x="4186450" y="3025891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186450" y="3025891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57982" y="43088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7982" y="40601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38113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57982" y="35626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57982" y="33139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57982" y="30651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86450" y="448585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391023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61702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932380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03058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4362769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5133447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3" name="tx402"/>
            <p:cNvSpPr/>
            <p:nvPr/>
          </p:nvSpPr>
          <p:spPr>
            <a:xfrm>
              <a:off x="5904125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" name="tx403"/>
            <p:cNvSpPr/>
            <p:nvPr/>
          </p:nvSpPr>
          <p:spPr>
            <a:xfrm>
              <a:off x="6674803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5" name="tx404"/>
            <p:cNvSpPr/>
            <p:nvPr/>
          </p:nvSpPr>
          <p:spPr>
            <a:xfrm>
              <a:off x="4186450" y="2849351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6" name="rc405"/>
            <p:cNvSpPr/>
            <p:nvPr/>
          </p:nvSpPr>
          <p:spPr>
            <a:xfrm>
              <a:off x="1310032" y="4884928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03255" y="58352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54635" y="570901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03895" y="578616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84604" y="596085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31346" y="61173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59660" y="58073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397325" y="59290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477937" y="59648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512783" y="60632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440818" y="57688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12497" y="59432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07334" y="524053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19982" y="53864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79368" y="56184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73412" y="575051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00439" y="62465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45767" y="59852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27172" y="55728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00133" y="51118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351144" y="50298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47891" y="58291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97218" y="55557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20207" y="535834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49557" y="54911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44608" y="59784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99593" y="59275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53253" y="540397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356146" y="544955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104698" y="601925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34181" y="57267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87239" y="58398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21086" y="608711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124485" y="57038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115152" y="59818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48357" y="51678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88988" y="59059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927444" y="560548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107477" y="54193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989926" y="50843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63853" y="53005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91114" y="59307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52997" y="55374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20929" y="567193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73875" y="54897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79188" y="59024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925016" y="55330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913454" y="58650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937962" y="582685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12568" y="58818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34321" y="58311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84675" y="600730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779558" y="55800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681084" y="56397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36203" y="51153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84841" y="561894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72416" y="582492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726702" y="56303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726845" y="551746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760536" y="54586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94238" y="53228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868368" y="57809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713102" y="52234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724515" y="60724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57057" y="59298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80650" y="575777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73348" y="584708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773819" y="571824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61503" y="58950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21206" y="56897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737765" y="56140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894352" y="56240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760643" y="568725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21799" y="5502280"/>
              <a:ext cx="2306941" cy="437419"/>
            </a:xfrm>
            <a:custGeom>
              <a:avLst/>
              <a:pathLst>
                <a:path w="2306941" h="437419">
                  <a:moveTo>
                    <a:pt x="0" y="0"/>
                  </a:moveTo>
                  <a:lnTo>
                    <a:pt x="1218805" y="96812"/>
                  </a:lnTo>
                  <a:lnTo>
                    <a:pt x="1537960" y="87600"/>
                  </a:lnTo>
                  <a:lnTo>
                    <a:pt x="1987785" y="48461"/>
                  </a:lnTo>
                  <a:lnTo>
                    <a:pt x="2306941" y="10360"/>
                  </a:lnTo>
                  <a:lnTo>
                    <a:pt x="2306941" y="392343"/>
                  </a:lnTo>
                  <a:lnTo>
                    <a:pt x="1987785" y="359045"/>
                  </a:lnTo>
                  <a:lnTo>
                    <a:pt x="1537960" y="326675"/>
                  </a:lnTo>
                  <a:lnTo>
                    <a:pt x="1218805" y="322266"/>
                  </a:lnTo>
                  <a:lnTo>
                    <a:pt x="0" y="43741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21799" y="5502280"/>
              <a:ext cx="2306941" cy="96812"/>
            </a:xfrm>
            <a:custGeom>
              <a:avLst/>
              <a:pathLst>
                <a:path w="2306941" h="96812">
                  <a:moveTo>
                    <a:pt x="0" y="0"/>
                  </a:moveTo>
                  <a:lnTo>
                    <a:pt x="1218805" y="96812"/>
                  </a:lnTo>
                  <a:lnTo>
                    <a:pt x="1537960" y="87600"/>
                  </a:lnTo>
                  <a:lnTo>
                    <a:pt x="1987785" y="48461"/>
                  </a:lnTo>
                  <a:lnTo>
                    <a:pt x="2306941" y="10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21799" y="5824546"/>
              <a:ext cx="2306941" cy="115153"/>
            </a:xfrm>
            <a:custGeom>
              <a:avLst/>
              <a:pathLst>
                <a:path w="2306941" h="115153">
                  <a:moveTo>
                    <a:pt x="2306941" y="70077"/>
                  </a:moveTo>
                  <a:lnTo>
                    <a:pt x="1987785" y="36779"/>
                  </a:lnTo>
                  <a:lnTo>
                    <a:pt x="1537960" y="4409"/>
                  </a:lnTo>
                  <a:lnTo>
                    <a:pt x="1218805" y="0"/>
                  </a:lnTo>
                  <a:lnTo>
                    <a:pt x="0" y="1151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21799" y="5703632"/>
              <a:ext cx="2306941" cy="17358"/>
            </a:xfrm>
            <a:custGeom>
              <a:avLst/>
              <a:pathLst>
                <a:path w="2306941" h="17358">
                  <a:moveTo>
                    <a:pt x="0" y="17358"/>
                  </a:moveTo>
                  <a:lnTo>
                    <a:pt x="1218805" y="8187"/>
                  </a:lnTo>
                  <a:lnTo>
                    <a:pt x="1537960" y="5786"/>
                  </a:lnTo>
                  <a:lnTo>
                    <a:pt x="1987785" y="2401"/>
                  </a:lnTo>
                  <a:lnTo>
                    <a:pt x="230694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>
              <a:off x="3339857" y="503068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84" name="tx483"/>
            <p:cNvSpPr/>
            <p:nvPr/>
          </p:nvSpPr>
          <p:spPr>
            <a:xfrm>
              <a:off x="3412597" y="503068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0.921</a:t>
              </a:r>
            </a:p>
          </p:txBody>
        </p:sp>
        <p:sp>
          <p:nvSpPr>
            <p:cNvPr id="485" name="rc484"/>
            <p:cNvSpPr/>
            <p:nvPr/>
          </p:nvSpPr>
          <p:spPr>
            <a:xfrm>
              <a:off x="1310032" y="4884928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310032" y="4884928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140466" y="62177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58447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547166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509862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281564" y="62541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281564" y="58811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55081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51350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10032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521799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290780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3059760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828741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>
              <a:off x="1493544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2262525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3031505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800486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2422335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1310032" y="4708388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6" name="rc505"/>
            <p:cNvSpPr/>
            <p:nvPr/>
          </p:nvSpPr>
          <p:spPr>
            <a:xfrm>
              <a:off x="4186450" y="4884928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274060" y="57552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439393" y="56855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463896" y="574040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281835" y="603210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291693" y="59959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469679" y="595402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273743" y="55171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458025" y="57747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431459" y="597579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99174" y="566092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228204" y="62465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53175" y="589246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86926" y="56933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038281" y="61179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94299" y="58168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82039" y="54557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15065" y="58506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200498" y="59125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33144" y="56734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206695" y="59992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90401" y="56200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21281" y="59626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73032" y="559382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229452" y="52650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17753" y="55210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72146" y="55659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231843" y="567854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90671" y="59423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993336" y="573197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834023" y="57841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931832" y="59794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71998" y="556612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18128" y="578653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04679" y="55850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29589" y="51618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802769" y="58413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32490" y="56755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34402" y="50298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87413" y="56796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95978" y="57868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90187" y="556403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07803" y="54982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08830" y="53732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94964" y="58804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21072" y="590958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813481" y="60973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19465" y="57223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856999" y="564694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770769" y="56906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745380" y="58099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605810" y="587868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24859" y="591409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27386" y="572828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588106" y="56686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587198" y="58766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28374" y="560587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568973" y="594760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11273" y="58035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566907" y="57330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94129" y="58135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14679" y="57744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90286" y="60600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55846" y="579453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92716" y="58117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29916" y="570197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595497" y="572908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59978" y="60745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84231" y="56983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62126" y="558985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19499" y="56164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61890" y="59029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98699" y="59695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4416076" y="5616913"/>
              <a:ext cx="2298278" cy="305419"/>
            </a:xfrm>
            <a:custGeom>
              <a:avLst/>
              <a:pathLst>
                <a:path w="2298278" h="305419">
                  <a:moveTo>
                    <a:pt x="0" y="0"/>
                  </a:moveTo>
                  <a:lnTo>
                    <a:pt x="1214228" y="62162"/>
                  </a:lnTo>
                  <a:lnTo>
                    <a:pt x="1532185" y="60663"/>
                  </a:lnTo>
                  <a:lnTo>
                    <a:pt x="1980320" y="44854"/>
                  </a:lnTo>
                  <a:lnTo>
                    <a:pt x="2298278" y="26948"/>
                  </a:lnTo>
                  <a:lnTo>
                    <a:pt x="2298278" y="296168"/>
                  </a:lnTo>
                  <a:lnTo>
                    <a:pt x="1980320" y="275814"/>
                  </a:lnTo>
                  <a:lnTo>
                    <a:pt x="1532185" y="256554"/>
                  </a:lnTo>
                  <a:lnTo>
                    <a:pt x="1214228" y="252607"/>
                  </a:lnTo>
                  <a:lnTo>
                    <a:pt x="0" y="30541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416076" y="5616913"/>
              <a:ext cx="2298278" cy="62162"/>
            </a:xfrm>
            <a:custGeom>
              <a:avLst/>
              <a:pathLst>
                <a:path w="2298278" h="62162">
                  <a:moveTo>
                    <a:pt x="0" y="0"/>
                  </a:moveTo>
                  <a:lnTo>
                    <a:pt x="1214228" y="62162"/>
                  </a:lnTo>
                  <a:lnTo>
                    <a:pt x="1532185" y="60663"/>
                  </a:lnTo>
                  <a:lnTo>
                    <a:pt x="1980320" y="44854"/>
                  </a:lnTo>
                  <a:lnTo>
                    <a:pt x="2298278" y="26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416076" y="5869520"/>
              <a:ext cx="2298278" cy="52811"/>
            </a:xfrm>
            <a:custGeom>
              <a:avLst/>
              <a:pathLst>
                <a:path w="2298278" h="52811">
                  <a:moveTo>
                    <a:pt x="2298278" y="43561"/>
                  </a:moveTo>
                  <a:lnTo>
                    <a:pt x="1980320" y="23207"/>
                  </a:lnTo>
                  <a:lnTo>
                    <a:pt x="1532185" y="3947"/>
                  </a:lnTo>
                  <a:lnTo>
                    <a:pt x="1214228" y="0"/>
                  </a:lnTo>
                  <a:lnTo>
                    <a:pt x="0" y="52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416076" y="5769622"/>
              <a:ext cx="2298278" cy="8849"/>
            </a:xfrm>
            <a:custGeom>
              <a:avLst/>
              <a:pathLst>
                <a:path w="2298278" h="8849">
                  <a:moveTo>
                    <a:pt x="0" y="0"/>
                  </a:moveTo>
                  <a:lnTo>
                    <a:pt x="1214228" y="4675"/>
                  </a:lnTo>
                  <a:lnTo>
                    <a:pt x="1532185" y="5899"/>
                  </a:lnTo>
                  <a:lnTo>
                    <a:pt x="1980320" y="7625"/>
                  </a:lnTo>
                  <a:lnTo>
                    <a:pt x="2298278" y="884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tx582"/>
            <p:cNvSpPr/>
            <p:nvPr/>
          </p:nvSpPr>
          <p:spPr>
            <a:xfrm>
              <a:off x="6225470" y="503134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84" name="tx583"/>
            <p:cNvSpPr/>
            <p:nvPr/>
          </p:nvSpPr>
          <p:spPr>
            <a:xfrm>
              <a:off x="6298211" y="503134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0.936</a:t>
              </a:r>
            </a:p>
          </p:txBody>
        </p:sp>
        <p:sp>
          <p:nvSpPr>
            <p:cNvPr id="585" name="rc584"/>
            <p:cNvSpPr/>
            <p:nvPr/>
          </p:nvSpPr>
          <p:spPr>
            <a:xfrm>
              <a:off x="4186450" y="4884928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86450" y="4884928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57982" y="62631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57982" y="59969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57982" y="57308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157982" y="54646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57982" y="51984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57982" y="49322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86450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416076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5182169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5948262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6714354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tx597"/>
            <p:cNvSpPr/>
            <p:nvPr/>
          </p:nvSpPr>
          <p:spPr>
            <a:xfrm>
              <a:off x="4387821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5153914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0" name="tx599"/>
            <p:cNvSpPr/>
            <p:nvPr/>
          </p:nvSpPr>
          <p:spPr>
            <a:xfrm>
              <a:off x="5920007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1" name="tx600"/>
            <p:cNvSpPr/>
            <p:nvPr/>
          </p:nvSpPr>
          <p:spPr>
            <a:xfrm>
              <a:off x="6686099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2" name="tx601"/>
            <p:cNvSpPr/>
            <p:nvPr/>
          </p:nvSpPr>
          <p:spPr>
            <a:xfrm>
              <a:off x="5298753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4186450" y="4708388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4" name="rc603"/>
            <p:cNvSpPr/>
            <p:nvPr/>
          </p:nvSpPr>
          <p:spPr>
            <a:xfrm>
              <a:off x="1711003" y="6778484"/>
              <a:ext cx="482120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tx604"/>
            <p:cNvSpPr/>
            <p:nvPr/>
          </p:nvSpPr>
          <p:spPr>
            <a:xfrm>
              <a:off x="1711003" y="6827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6" name="rc605"/>
            <p:cNvSpPr/>
            <p:nvPr/>
          </p:nvSpPr>
          <p:spPr>
            <a:xfrm>
              <a:off x="2199994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252435" y="68309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646206" y="6778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98647" y="68309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098087" y="6778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150529" y="68309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533052" y="6778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585493" y="68309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979264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031705" y="68309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4414229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466670" y="68309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849194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01635" y="68309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5272911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25353" y="68309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5719123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771565" y="683092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6159758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212199" y="68309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tx625"/>
            <p:cNvSpPr/>
            <p:nvPr/>
          </p:nvSpPr>
          <p:spPr>
            <a:xfrm>
              <a:off x="2436930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2883142" y="6832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335023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76998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216200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651165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32" name="tx631"/>
            <p:cNvSpPr/>
            <p:nvPr/>
          </p:nvSpPr>
          <p:spPr>
            <a:xfrm>
              <a:off x="5086130" y="6832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33" name="tx632"/>
            <p:cNvSpPr/>
            <p:nvPr/>
          </p:nvSpPr>
          <p:spPr>
            <a:xfrm>
              <a:off x="550984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4" name="tx633"/>
            <p:cNvSpPr/>
            <p:nvPr/>
          </p:nvSpPr>
          <p:spPr>
            <a:xfrm>
              <a:off x="5956060" y="6832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5" name="tx634"/>
            <p:cNvSpPr/>
            <p:nvPr/>
          </p:nvSpPr>
          <p:spPr>
            <a:xfrm>
              <a:off x="6396694" y="6832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2026-07-20T13:47:23Z</dcterms:modified>
  <cp:category/>
</cp:coreProperties>
</file>