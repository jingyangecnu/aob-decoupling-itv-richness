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142361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39705"/>
              <a:ext cx="2876417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673343"/>
              <a:ext cx="3142361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673343"/>
              <a:ext cx="2876417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406982"/>
              <a:ext cx="3142361" cy="26021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406982"/>
              <a:ext cx="2876417" cy="26021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10032" y="1141550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68301" y="224966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63489" y="218229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397325" y="228385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475874" y="228091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27610" y="23058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03182" y="21636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23190" y="208438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48252" y="22654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54188" y="233442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45426" y="21440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164996" y="23424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371279" y="228156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28350" y="170326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70121" y="22043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158972" y="227577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85844" y="233706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65440" y="236188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87576" y="21964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302654" y="158292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357039" y="176188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20095" y="235280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92692" y="21582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29811" y="21045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176917" y="21138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62432" y="22689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178655" y="221156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17573" y="175414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43495" y="188502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135825" y="230351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956966" y="20952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26963" y="23156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980398" y="240205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936614" y="215833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928255" y="229355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971831" y="14175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66279" y="23371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983509" y="200846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100745" y="168956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996831" y="116580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120186" y="19127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09122" y="20713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977600" y="193725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968205" y="204654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919731" y="21921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73096" y="210883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82031" y="20950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46297" y="219084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56730" y="218070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787532" y="219732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06495" y="219522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90238" y="215355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881616" y="22850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695622" y="19307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94352" y="194802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55723" y="21557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89471" y="208364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03549" y="199847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78699" y="178383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689176" y="18473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44293" y="171706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798880" y="19381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763567" y="18757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754967" y="225500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740213" y="20996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73732" y="201168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751865" y="206969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799349" y="182456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703648" y="204223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718721" y="191450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75082" y="180928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94078" y="19674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715530" y="193880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536951" y="1862470"/>
              <a:ext cx="2295447" cy="534030"/>
            </a:xfrm>
            <a:custGeom>
              <a:avLst/>
              <a:pathLst>
                <a:path w="2295447" h="534030">
                  <a:moveTo>
                    <a:pt x="0" y="151566"/>
                  </a:moveTo>
                  <a:lnTo>
                    <a:pt x="1212732" y="145455"/>
                  </a:lnTo>
                  <a:lnTo>
                    <a:pt x="1530298" y="115617"/>
                  </a:lnTo>
                  <a:lnTo>
                    <a:pt x="1977881" y="53050"/>
                  </a:lnTo>
                  <a:lnTo>
                    <a:pt x="2295447" y="0"/>
                  </a:lnTo>
                  <a:lnTo>
                    <a:pt x="2295447" y="346070"/>
                  </a:lnTo>
                  <a:lnTo>
                    <a:pt x="1977881" y="339991"/>
                  </a:lnTo>
                  <a:lnTo>
                    <a:pt x="1530298" y="343628"/>
                  </a:lnTo>
                  <a:lnTo>
                    <a:pt x="1212732" y="360762"/>
                  </a:lnTo>
                  <a:lnTo>
                    <a:pt x="0" y="53403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36951" y="1862470"/>
              <a:ext cx="2295447" cy="151566"/>
            </a:xfrm>
            <a:custGeom>
              <a:avLst/>
              <a:pathLst>
                <a:path w="2295447" h="151566">
                  <a:moveTo>
                    <a:pt x="0" y="151566"/>
                  </a:moveTo>
                  <a:lnTo>
                    <a:pt x="1212732" y="145455"/>
                  </a:lnTo>
                  <a:lnTo>
                    <a:pt x="1530298" y="115617"/>
                  </a:lnTo>
                  <a:lnTo>
                    <a:pt x="1977881" y="53050"/>
                  </a:lnTo>
                  <a:lnTo>
                    <a:pt x="229544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36951" y="2202462"/>
              <a:ext cx="2295447" cy="194039"/>
            </a:xfrm>
            <a:custGeom>
              <a:avLst/>
              <a:pathLst>
                <a:path w="2295447" h="194039">
                  <a:moveTo>
                    <a:pt x="2295447" y="6078"/>
                  </a:moveTo>
                  <a:lnTo>
                    <a:pt x="1977881" y="0"/>
                  </a:lnTo>
                  <a:lnTo>
                    <a:pt x="1530298" y="3636"/>
                  </a:lnTo>
                  <a:lnTo>
                    <a:pt x="1212732" y="20770"/>
                  </a:lnTo>
                  <a:lnTo>
                    <a:pt x="0" y="194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36951" y="2035505"/>
              <a:ext cx="2295447" cy="169763"/>
            </a:xfrm>
            <a:custGeom>
              <a:avLst/>
              <a:pathLst>
                <a:path w="2295447" h="169763">
                  <a:moveTo>
                    <a:pt x="0" y="169763"/>
                  </a:moveTo>
                  <a:lnTo>
                    <a:pt x="1212732" y="80073"/>
                  </a:lnTo>
                  <a:lnTo>
                    <a:pt x="1530298" y="56587"/>
                  </a:lnTo>
                  <a:lnTo>
                    <a:pt x="1977881" y="23486"/>
                  </a:lnTo>
                  <a:lnTo>
                    <a:pt x="2295447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343514" y="122109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3416255" y="1221092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0.271</a:t>
              </a:r>
            </a:p>
          </p:txBody>
        </p:sp>
        <p:sp>
          <p:nvSpPr>
            <p:cNvPr id="91" name="rc90"/>
            <p:cNvSpPr/>
            <p:nvPr/>
          </p:nvSpPr>
          <p:spPr>
            <a:xfrm>
              <a:off x="1310032" y="1141550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310032" y="1141550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2"/>
            <p:cNvSpPr/>
            <p:nvPr/>
          </p:nvSpPr>
          <p:spPr>
            <a:xfrm rot="-5400000">
              <a:off x="1140466" y="221328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40466" y="184394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40466" y="147460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6" name="tx95"/>
            <p:cNvSpPr/>
            <p:nvPr/>
          </p:nvSpPr>
          <p:spPr>
            <a:xfrm rot="-5400000">
              <a:off x="1112211" y="110525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7" name="pl96"/>
            <p:cNvSpPr/>
            <p:nvPr/>
          </p:nvSpPr>
          <p:spPr>
            <a:xfrm>
              <a:off x="1281564" y="22497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281564" y="18803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281564" y="15110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281564" y="11416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10032" y="250142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536951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302100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067249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3832398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508696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273845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038994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804143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0" name="tx109"/>
            <p:cNvSpPr/>
            <p:nvPr/>
          </p:nvSpPr>
          <p:spPr>
            <a:xfrm rot="-5400000">
              <a:off x="934284" y="1775904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310032" y="965010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2" name="rc111"/>
            <p:cNvSpPr/>
            <p:nvPr/>
          </p:nvSpPr>
          <p:spPr>
            <a:xfrm>
              <a:off x="4186450" y="1141550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273743" y="211890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415157" y="137371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285096" y="211215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71874" y="202458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98653" y="218583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72549" y="159911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423384" y="12191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19899" y="190748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41959" y="236741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377490" y="187248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01507" y="23855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240663" y="159959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75899" y="20376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26452" y="240205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43055" y="176012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037685" y="11658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77763" y="237331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71635" y="23225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22537" y="20582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077024" y="23789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204361" y="219852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51891" y="23762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075392" y="195871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55950" y="184284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55734" y="189460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38498" y="172488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73633" y="217012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213018" y="237015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6030317" y="215152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897439" y="223287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85303" y="23206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834428" y="211068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40415" y="165604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817522" y="135264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6009474" y="15577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963483" y="21786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6010088" y="212811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46944" y="162268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846790" y="180333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35207" y="22988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872423" y="157873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817620" y="175038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982816" y="191826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833575" y="22733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69916" y="191032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6015575" y="22495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56855" y="173256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985180" y="192269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726546" y="201931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652083" y="21474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648162" y="219778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694583" y="20037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629599" y="189695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670450" y="194315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585182" y="21462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21183" y="196422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667659" y="217844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25177" y="207646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691967" y="192789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26781" y="165059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15389" y="216732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66481" y="23501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678595" y="222438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713879" y="202627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770769" y="214064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53279" y="200484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611435" y="198404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713635" y="183178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692640" y="187088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723186" y="193104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703748" y="22581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671632" y="199766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4407441" y="1808974"/>
              <a:ext cx="2323246" cy="387984"/>
            </a:xfrm>
            <a:custGeom>
              <a:avLst/>
              <a:pathLst>
                <a:path w="2323246" h="387984">
                  <a:moveTo>
                    <a:pt x="0" y="0"/>
                  </a:moveTo>
                  <a:lnTo>
                    <a:pt x="1227419" y="98640"/>
                  </a:lnTo>
                  <a:lnTo>
                    <a:pt x="1548831" y="114737"/>
                  </a:lnTo>
                  <a:lnTo>
                    <a:pt x="2001835" y="129652"/>
                  </a:lnTo>
                  <a:lnTo>
                    <a:pt x="2323246" y="135531"/>
                  </a:lnTo>
                  <a:lnTo>
                    <a:pt x="2323246" y="387984"/>
                  </a:lnTo>
                  <a:lnTo>
                    <a:pt x="2001835" y="361754"/>
                  </a:lnTo>
                  <a:lnTo>
                    <a:pt x="1548831" y="331415"/>
                  </a:lnTo>
                  <a:lnTo>
                    <a:pt x="1227419" y="315404"/>
                  </a:lnTo>
                  <a:lnTo>
                    <a:pt x="0" y="29142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07441" y="1808974"/>
              <a:ext cx="2323246" cy="135531"/>
            </a:xfrm>
            <a:custGeom>
              <a:avLst/>
              <a:pathLst>
                <a:path w="2323246" h="135531">
                  <a:moveTo>
                    <a:pt x="0" y="0"/>
                  </a:moveTo>
                  <a:lnTo>
                    <a:pt x="1227419" y="98640"/>
                  </a:lnTo>
                  <a:lnTo>
                    <a:pt x="1548831" y="114737"/>
                  </a:lnTo>
                  <a:lnTo>
                    <a:pt x="2001835" y="129652"/>
                  </a:lnTo>
                  <a:lnTo>
                    <a:pt x="2323246" y="135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07441" y="2100401"/>
              <a:ext cx="2323246" cy="96556"/>
            </a:xfrm>
            <a:custGeom>
              <a:avLst/>
              <a:pathLst>
                <a:path w="2323246" h="96556">
                  <a:moveTo>
                    <a:pt x="2323246" y="96556"/>
                  </a:moveTo>
                  <a:lnTo>
                    <a:pt x="2001835" y="70327"/>
                  </a:lnTo>
                  <a:lnTo>
                    <a:pt x="1548831" y="39987"/>
                  </a:lnTo>
                  <a:lnTo>
                    <a:pt x="1227419" y="239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407441" y="1954688"/>
              <a:ext cx="2323246" cy="116044"/>
            </a:xfrm>
            <a:custGeom>
              <a:avLst/>
              <a:pathLst>
                <a:path w="2323246" h="116044">
                  <a:moveTo>
                    <a:pt x="0" y="0"/>
                  </a:moveTo>
                  <a:lnTo>
                    <a:pt x="1227419" y="61308"/>
                  </a:lnTo>
                  <a:lnTo>
                    <a:pt x="1548831" y="77362"/>
                  </a:lnTo>
                  <a:lnTo>
                    <a:pt x="2001835" y="99989"/>
                  </a:lnTo>
                  <a:lnTo>
                    <a:pt x="2323246" y="11604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9" name="tx188"/>
            <p:cNvSpPr/>
            <p:nvPr/>
          </p:nvSpPr>
          <p:spPr>
            <a:xfrm>
              <a:off x="6241804" y="122117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90" name="tx189"/>
            <p:cNvSpPr/>
            <p:nvPr/>
          </p:nvSpPr>
          <p:spPr>
            <a:xfrm>
              <a:off x="6314544" y="1221173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0.163</a:t>
              </a:r>
            </a:p>
          </p:txBody>
        </p:sp>
        <p:sp>
          <p:nvSpPr>
            <p:cNvPr id="191" name="rc190"/>
            <p:cNvSpPr/>
            <p:nvPr/>
          </p:nvSpPr>
          <p:spPr>
            <a:xfrm>
              <a:off x="4186450" y="1141550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186450" y="1141550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57982" y="22370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157982" y="17877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157982" y="13384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186450" y="250142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407441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5181857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5956272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6730688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tx200"/>
            <p:cNvSpPr/>
            <p:nvPr/>
          </p:nvSpPr>
          <p:spPr>
            <a:xfrm>
              <a:off x="4379186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5153602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5928017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4" name="tx203"/>
            <p:cNvSpPr/>
            <p:nvPr/>
          </p:nvSpPr>
          <p:spPr>
            <a:xfrm>
              <a:off x="6702433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5" name="tx204"/>
            <p:cNvSpPr/>
            <p:nvPr/>
          </p:nvSpPr>
          <p:spPr>
            <a:xfrm>
              <a:off x="4186450" y="965010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6" name="rc205"/>
            <p:cNvSpPr/>
            <p:nvPr/>
          </p:nvSpPr>
          <p:spPr>
            <a:xfrm>
              <a:off x="1310032" y="2875189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480482" y="402113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712954" y="388772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516184" y="408235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703863" y="396125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703036" y="398861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563278" y="387265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529883" y="357646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601947" y="396026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753456" y="391981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1397325" y="387251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320319" y="408883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344088" y="413310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445263" y="308377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423772" y="401698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301204" y="403864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340402" y="389348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14123" y="404091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404848" y="404323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445012" y="3494703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462729" y="361898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304677" y="381459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451719" y="388923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306287" y="375341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339121" y="394339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137297" y="396542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249578" y="384962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413687" y="336400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342293" y="3589562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215585" y="3839253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104481" y="374150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901604" y="412178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062826" y="411335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984180" y="393207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01095" y="412501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156555" y="327032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23215" y="414084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832134" y="3691828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77220" y="310679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77874" y="300761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01199" y="367792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57498" y="355768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113540" y="351651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163475" y="355045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878590" y="405616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2812696" y="3505413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198115" y="388807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2938874" y="390677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2840656" y="372375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94352" y="371183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723915" y="380894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515923" y="3740515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682900" y="400508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600541" y="351015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684159" y="382602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703019" y="393523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703051" y="366219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67973" y="360071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690400" y="333417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518230" y="335656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606389" y="333754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27547" y="343432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597697" y="367087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23533" y="3695183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544554" y="360463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540915" y="356564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563005" y="355526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797062" y="338337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60652" y="349513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682099" y="3537369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793929" y="335568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45148" y="356734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574452" y="340584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1634560" y="3453492"/>
              <a:ext cx="2122654" cy="683290"/>
            </a:xfrm>
            <a:custGeom>
              <a:avLst/>
              <a:pathLst>
                <a:path w="2122654" h="683290">
                  <a:moveTo>
                    <a:pt x="0" y="278654"/>
                  </a:moveTo>
                  <a:lnTo>
                    <a:pt x="1121442" y="206368"/>
                  </a:lnTo>
                  <a:lnTo>
                    <a:pt x="1415102" y="159063"/>
                  </a:lnTo>
                  <a:lnTo>
                    <a:pt x="1828993" y="71385"/>
                  </a:lnTo>
                  <a:lnTo>
                    <a:pt x="2122654" y="0"/>
                  </a:lnTo>
                  <a:lnTo>
                    <a:pt x="2122654" y="362959"/>
                  </a:lnTo>
                  <a:lnTo>
                    <a:pt x="1828993" y="374441"/>
                  </a:lnTo>
                  <a:lnTo>
                    <a:pt x="1415102" y="403557"/>
                  </a:lnTo>
                  <a:lnTo>
                    <a:pt x="1121442" y="439120"/>
                  </a:lnTo>
                  <a:lnTo>
                    <a:pt x="0" y="68329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634560" y="3453492"/>
              <a:ext cx="2122654" cy="278654"/>
            </a:xfrm>
            <a:custGeom>
              <a:avLst/>
              <a:pathLst>
                <a:path w="2122654" h="278654">
                  <a:moveTo>
                    <a:pt x="0" y="278654"/>
                  </a:moveTo>
                  <a:lnTo>
                    <a:pt x="1121442" y="206368"/>
                  </a:lnTo>
                  <a:lnTo>
                    <a:pt x="1415102" y="159063"/>
                  </a:lnTo>
                  <a:lnTo>
                    <a:pt x="1828993" y="71385"/>
                  </a:lnTo>
                  <a:lnTo>
                    <a:pt x="212265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634560" y="3816452"/>
              <a:ext cx="2122654" cy="320330"/>
            </a:xfrm>
            <a:custGeom>
              <a:avLst/>
              <a:pathLst>
                <a:path w="2122654" h="320330">
                  <a:moveTo>
                    <a:pt x="2122654" y="0"/>
                  </a:moveTo>
                  <a:lnTo>
                    <a:pt x="1828993" y="11481"/>
                  </a:lnTo>
                  <a:lnTo>
                    <a:pt x="1415102" y="40598"/>
                  </a:lnTo>
                  <a:lnTo>
                    <a:pt x="1121442" y="76160"/>
                  </a:lnTo>
                  <a:lnTo>
                    <a:pt x="0" y="320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634560" y="3634972"/>
              <a:ext cx="2122654" cy="299492"/>
            </a:xfrm>
            <a:custGeom>
              <a:avLst/>
              <a:pathLst>
                <a:path w="2122654" h="299492">
                  <a:moveTo>
                    <a:pt x="0" y="299492"/>
                  </a:moveTo>
                  <a:lnTo>
                    <a:pt x="1121442" y="141264"/>
                  </a:lnTo>
                  <a:lnTo>
                    <a:pt x="1415102" y="99830"/>
                  </a:lnTo>
                  <a:lnTo>
                    <a:pt x="1828993" y="41433"/>
                  </a:lnTo>
                  <a:lnTo>
                    <a:pt x="2122654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tx282"/>
            <p:cNvSpPr/>
            <p:nvPr/>
          </p:nvSpPr>
          <p:spPr>
            <a:xfrm>
              <a:off x="3268330" y="299954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4" name="tx283"/>
            <p:cNvSpPr/>
            <p:nvPr/>
          </p:nvSpPr>
          <p:spPr>
            <a:xfrm>
              <a:off x="3341071" y="2999540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0.074</a:t>
              </a:r>
            </a:p>
          </p:txBody>
        </p:sp>
        <p:sp>
          <p:nvSpPr>
            <p:cNvPr id="285" name="rc284"/>
            <p:cNvSpPr/>
            <p:nvPr/>
          </p:nvSpPr>
          <p:spPr>
            <a:xfrm>
              <a:off x="1310032" y="2875189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310032" y="2875189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tx286"/>
            <p:cNvSpPr/>
            <p:nvPr/>
          </p:nvSpPr>
          <p:spPr>
            <a:xfrm rot="-5400000">
              <a:off x="1140466" y="414968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40466" y="389807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40466" y="364647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0" name="tx289"/>
            <p:cNvSpPr/>
            <p:nvPr/>
          </p:nvSpPr>
          <p:spPr>
            <a:xfrm rot="-5400000">
              <a:off x="1140466" y="339487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40466" y="314327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2" name="tx291"/>
            <p:cNvSpPr/>
            <p:nvPr/>
          </p:nvSpPr>
          <p:spPr>
            <a:xfrm rot="-5400000">
              <a:off x="1140466" y="289166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3" name="pl292"/>
            <p:cNvSpPr/>
            <p:nvPr/>
          </p:nvSpPr>
          <p:spPr>
            <a:xfrm>
              <a:off x="1281564" y="41861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281564" y="39345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281564" y="36829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281564" y="34313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281564" y="31797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281564" y="29281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310032" y="4235062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634560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2342112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3049663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3757214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tx303"/>
            <p:cNvSpPr/>
            <p:nvPr/>
          </p:nvSpPr>
          <p:spPr>
            <a:xfrm>
              <a:off x="1606305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5" name="tx304"/>
            <p:cNvSpPr/>
            <p:nvPr/>
          </p:nvSpPr>
          <p:spPr>
            <a:xfrm>
              <a:off x="2313857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3021408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7" name="tx306"/>
            <p:cNvSpPr/>
            <p:nvPr/>
          </p:nvSpPr>
          <p:spPr>
            <a:xfrm>
              <a:off x="3728959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8" name="tx307"/>
            <p:cNvSpPr/>
            <p:nvPr/>
          </p:nvSpPr>
          <p:spPr>
            <a:xfrm rot="-5400000">
              <a:off x="934284" y="3509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9" name="tx308"/>
            <p:cNvSpPr/>
            <p:nvPr/>
          </p:nvSpPr>
          <p:spPr>
            <a:xfrm>
              <a:off x="1310032" y="2698649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10" name="rc309"/>
            <p:cNvSpPr/>
            <p:nvPr/>
          </p:nvSpPr>
          <p:spPr>
            <a:xfrm>
              <a:off x="4186450" y="2875189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454753" y="373689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616668" y="312587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412148" y="3796808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363469" y="358105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273743" y="384237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519698" y="304395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515541" y="300761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273913" y="333854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338434" y="3978862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4580221" y="363613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272535" y="388446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25546" y="342038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14964" y="380171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309153" y="401653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48002" y="369842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04207" y="339655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084911" y="408868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62194" y="398944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85550" y="387139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4993428" y="408564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341186" y="398292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356193" y="408714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4984751" y="383519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234601" y="378300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04394" y="356103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370466" y="359539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157387" y="388321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058154" y="414084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934126" y="3873731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043228" y="393455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788083" y="391015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787428" y="396106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054191" y="318308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748025" y="322376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719970" y="371658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739762" y="386719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719617" y="3974148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069952" y="368614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810657" y="349347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740849" y="402402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797114" y="334719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849204" y="366653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063631" y="372113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778316" y="396304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932294" y="349353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806547" y="370854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5975003" y="347120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5907228" y="368158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479005" y="382630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481479" y="391058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484417" y="3696140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511081" y="350074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522035" y="367206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677206" y="370776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510517" y="383772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631582" y="374308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519075" y="383857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510043" y="376304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392698" y="353673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645532" y="327645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634085" y="385130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414204" y="399409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509682" y="396501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394030" y="374002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18765" y="390648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70769" y="380712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630595" y="335057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37717" y="365077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515504" y="373043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413618" y="368306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692815" y="396077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6595936" y="364028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4498692" y="3558951"/>
              <a:ext cx="2135873" cy="334687"/>
            </a:xfrm>
            <a:custGeom>
              <a:avLst/>
              <a:pathLst>
                <a:path w="2135873" h="334687">
                  <a:moveTo>
                    <a:pt x="0" y="0"/>
                  </a:moveTo>
                  <a:lnTo>
                    <a:pt x="1128426" y="97651"/>
                  </a:lnTo>
                  <a:lnTo>
                    <a:pt x="1423915" y="111859"/>
                  </a:lnTo>
                  <a:lnTo>
                    <a:pt x="1840384" y="122279"/>
                  </a:lnTo>
                  <a:lnTo>
                    <a:pt x="2135873" y="124328"/>
                  </a:lnTo>
                  <a:lnTo>
                    <a:pt x="2135873" y="334687"/>
                  </a:lnTo>
                  <a:lnTo>
                    <a:pt x="1840384" y="308549"/>
                  </a:lnTo>
                  <a:lnTo>
                    <a:pt x="1423915" y="279242"/>
                  </a:lnTo>
                  <a:lnTo>
                    <a:pt x="1128426" y="265264"/>
                  </a:lnTo>
                  <a:lnTo>
                    <a:pt x="0" y="25527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498692" y="3558951"/>
              <a:ext cx="2135873" cy="124328"/>
            </a:xfrm>
            <a:custGeom>
              <a:avLst/>
              <a:pathLst>
                <a:path w="2135873" h="124328">
                  <a:moveTo>
                    <a:pt x="0" y="0"/>
                  </a:moveTo>
                  <a:lnTo>
                    <a:pt x="1128426" y="97651"/>
                  </a:lnTo>
                  <a:lnTo>
                    <a:pt x="1423915" y="111859"/>
                  </a:lnTo>
                  <a:lnTo>
                    <a:pt x="1840384" y="122279"/>
                  </a:lnTo>
                  <a:lnTo>
                    <a:pt x="2135873" y="1243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498692" y="3814227"/>
              <a:ext cx="2135873" cy="79411"/>
            </a:xfrm>
            <a:custGeom>
              <a:avLst/>
              <a:pathLst>
                <a:path w="2135873" h="79411">
                  <a:moveTo>
                    <a:pt x="2135873" y="79411"/>
                  </a:moveTo>
                  <a:lnTo>
                    <a:pt x="1840384" y="53273"/>
                  </a:lnTo>
                  <a:lnTo>
                    <a:pt x="1423915" y="23966"/>
                  </a:lnTo>
                  <a:lnTo>
                    <a:pt x="1128426" y="99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498692" y="3686589"/>
              <a:ext cx="2135873" cy="101869"/>
            </a:xfrm>
            <a:custGeom>
              <a:avLst/>
              <a:pathLst>
                <a:path w="2135873" h="101869">
                  <a:moveTo>
                    <a:pt x="0" y="0"/>
                  </a:moveTo>
                  <a:lnTo>
                    <a:pt x="1128426" y="53819"/>
                  </a:lnTo>
                  <a:lnTo>
                    <a:pt x="1423915" y="67913"/>
                  </a:lnTo>
                  <a:lnTo>
                    <a:pt x="1840384" y="87776"/>
                  </a:lnTo>
                  <a:lnTo>
                    <a:pt x="2135873" y="10186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tx386"/>
            <p:cNvSpPr/>
            <p:nvPr/>
          </p:nvSpPr>
          <p:spPr>
            <a:xfrm>
              <a:off x="6145682" y="300034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88" name="tx387"/>
            <p:cNvSpPr/>
            <p:nvPr/>
          </p:nvSpPr>
          <p:spPr>
            <a:xfrm>
              <a:off x="6218422" y="3000344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0.213</a:t>
              </a:r>
            </a:p>
          </p:txBody>
        </p:sp>
        <p:sp>
          <p:nvSpPr>
            <p:cNvPr id="389" name="rc388"/>
            <p:cNvSpPr/>
            <p:nvPr/>
          </p:nvSpPr>
          <p:spPr>
            <a:xfrm>
              <a:off x="4186450" y="2875189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186450" y="2875189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57982" y="406933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57982" y="38380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57982" y="36067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57982" y="33754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57982" y="31441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157982" y="29129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186450" y="4235062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4498692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210650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922608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6634566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tx401"/>
            <p:cNvSpPr/>
            <p:nvPr/>
          </p:nvSpPr>
          <p:spPr>
            <a:xfrm>
              <a:off x="4470437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3" name="tx402"/>
            <p:cNvSpPr/>
            <p:nvPr/>
          </p:nvSpPr>
          <p:spPr>
            <a:xfrm>
              <a:off x="5182395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" name="tx403"/>
            <p:cNvSpPr/>
            <p:nvPr/>
          </p:nvSpPr>
          <p:spPr>
            <a:xfrm>
              <a:off x="5894353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5" name="tx404"/>
            <p:cNvSpPr/>
            <p:nvPr/>
          </p:nvSpPr>
          <p:spPr>
            <a:xfrm>
              <a:off x="6606311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6" name="tx405"/>
            <p:cNvSpPr/>
            <p:nvPr/>
          </p:nvSpPr>
          <p:spPr>
            <a:xfrm>
              <a:off x="4186450" y="2698649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7" name="rc406"/>
            <p:cNvSpPr/>
            <p:nvPr/>
          </p:nvSpPr>
          <p:spPr>
            <a:xfrm>
              <a:off x="1310032" y="4608827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604407" y="549199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509983" y="537362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46029" y="5444419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397325" y="560959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563876" y="575260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75408" y="546603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420588" y="558028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617724" y="561299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09460" y="5702375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11848" y="542758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089517" y="559287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089825" y="493726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62560" y="507178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323276" y="528769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16691" y="5411028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218038" y="587448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24990" y="563051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29769" y="524806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119452" y="481483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77519" y="474125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11212" y="548741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35043" y="523024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86593" y="504944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236470" y="517084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496356" y="562802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30306" y="557509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430063" y="508991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279881" y="5131047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975212" y="566349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59415" y="539138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849434" y="549655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55978" y="572660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161349" y="536802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35327" y="562661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873793" y="486894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48262" y="555891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34592" y="527746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178377" y="510183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97092" y="479165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09924" y="499399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51983" y="558163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976874" y="521294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198474" y="534094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59633" y="516930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081538" y="555482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027824" y="521007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091847" y="551999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177068" y="548178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88982" y="553191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761450" y="548713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34078" y="5650389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757386" y="525391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779829" y="530887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83320" y="481975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673916" y="528797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665185" y="548438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09455" y="5302428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671693" y="519475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776045" y="513931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579206" y="501456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662212" y="544219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588393" y="492289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41394" y="5709172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691871" y="558009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654258" y="542098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795887" y="550348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31708" y="5382975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678591" y="554622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894352" y="535735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770608" y="528356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836515" y="529406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3730704" y="535224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606822" y="5183398"/>
              <a:ext cx="2166276" cy="407875"/>
            </a:xfrm>
            <a:custGeom>
              <a:avLst/>
              <a:pathLst>
                <a:path w="2166276" h="407875">
                  <a:moveTo>
                    <a:pt x="0" y="0"/>
                  </a:moveTo>
                  <a:lnTo>
                    <a:pt x="1144489" y="90273"/>
                  </a:lnTo>
                  <a:lnTo>
                    <a:pt x="1444184" y="81683"/>
                  </a:lnTo>
                  <a:lnTo>
                    <a:pt x="1866581" y="45187"/>
                  </a:lnTo>
                  <a:lnTo>
                    <a:pt x="2166276" y="9660"/>
                  </a:lnTo>
                  <a:lnTo>
                    <a:pt x="2166276" y="365843"/>
                  </a:lnTo>
                  <a:lnTo>
                    <a:pt x="1866581" y="334794"/>
                  </a:lnTo>
                  <a:lnTo>
                    <a:pt x="1444184" y="304610"/>
                  </a:lnTo>
                  <a:lnTo>
                    <a:pt x="1144489" y="300499"/>
                  </a:lnTo>
                  <a:lnTo>
                    <a:pt x="0" y="40787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606822" y="5183398"/>
              <a:ext cx="2166276" cy="90273"/>
            </a:xfrm>
            <a:custGeom>
              <a:avLst/>
              <a:pathLst>
                <a:path w="2166276" h="90273">
                  <a:moveTo>
                    <a:pt x="0" y="0"/>
                  </a:moveTo>
                  <a:lnTo>
                    <a:pt x="1144489" y="90273"/>
                  </a:lnTo>
                  <a:lnTo>
                    <a:pt x="1444184" y="81683"/>
                  </a:lnTo>
                  <a:lnTo>
                    <a:pt x="1866581" y="45187"/>
                  </a:lnTo>
                  <a:lnTo>
                    <a:pt x="2166276" y="9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606822" y="5483897"/>
              <a:ext cx="2166276" cy="107376"/>
            </a:xfrm>
            <a:custGeom>
              <a:avLst/>
              <a:pathLst>
                <a:path w="2166276" h="107376">
                  <a:moveTo>
                    <a:pt x="2166276" y="65343"/>
                  </a:moveTo>
                  <a:lnTo>
                    <a:pt x="1866581" y="34295"/>
                  </a:lnTo>
                  <a:lnTo>
                    <a:pt x="1444184" y="4111"/>
                  </a:lnTo>
                  <a:lnTo>
                    <a:pt x="1144489" y="0"/>
                  </a:lnTo>
                  <a:lnTo>
                    <a:pt x="0" y="107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606822" y="5371150"/>
              <a:ext cx="2166276" cy="16185"/>
            </a:xfrm>
            <a:custGeom>
              <a:avLst/>
              <a:pathLst>
                <a:path w="2166276" h="16185">
                  <a:moveTo>
                    <a:pt x="0" y="16185"/>
                  </a:moveTo>
                  <a:lnTo>
                    <a:pt x="1144489" y="7634"/>
                  </a:lnTo>
                  <a:lnTo>
                    <a:pt x="1444184" y="5395"/>
                  </a:lnTo>
                  <a:lnTo>
                    <a:pt x="1866581" y="2239"/>
                  </a:lnTo>
                  <a:lnTo>
                    <a:pt x="216627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tx483"/>
            <p:cNvSpPr/>
            <p:nvPr/>
          </p:nvSpPr>
          <p:spPr>
            <a:xfrm>
              <a:off x="3284214" y="473299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85" name="tx484"/>
            <p:cNvSpPr/>
            <p:nvPr/>
          </p:nvSpPr>
          <p:spPr>
            <a:xfrm>
              <a:off x="3356955" y="4732990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0.921</a:t>
              </a:r>
            </a:p>
          </p:txBody>
        </p:sp>
        <p:sp>
          <p:nvSpPr>
            <p:cNvPr id="486" name="rc485"/>
            <p:cNvSpPr/>
            <p:nvPr/>
          </p:nvSpPr>
          <p:spPr>
            <a:xfrm>
              <a:off x="1310032" y="4608827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7" name="pl486"/>
            <p:cNvSpPr/>
            <p:nvPr/>
          </p:nvSpPr>
          <p:spPr>
            <a:xfrm>
              <a:off x="1310032" y="4608827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tx487"/>
            <p:cNvSpPr/>
            <p:nvPr/>
          </p:nvSpPr>
          <p:spPr>
            <a:xfrm rot="-5400000">
              <a:off x="1140466" y="584807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40466" y="550023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40466" y="51523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1" name="tx490"/>
            <p:cNvSpPr/>
            <p:nvPr/>
          </p:nvSpPr>
          <p:spPr>
            <a:xfrm rot="-5400000">
              <a:off x="1140466" y="480454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2" name="pl491"/>
            <p:cNvSpPr/>
            <p:nvPr/>
          </p:nvSpPr>
          <p:spPr>
            <a:xfrm>
              <a:off x="1281564" y="588451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281564" y="55366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281564" y="51888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281564" y="48409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310032" y="596870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606822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328914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051006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3773098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tx500"/>
            <p:cNvSpPr/>
            <p:nvPr/>
          </p:nvSpPr>
          <p:spPr>
            <a:xfrm>
              <a:off x="1578567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2300659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3022751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3744843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2422335" y="6177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6" name="tx505"/>
            <p:cNvSpPr/>
            <p:nvPr/>
          </p:nvSpPr>
          <p:spPr>
            <a:xfrm rot="-5400000">
              <a:off x="934284" y="5243181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7" name="tx506"/>
            <p:cNvSpPr/>
            <p:nvPr/>
          </p:nvSpPr>
          <p:spPr>
            <a:xfrm>
              <a:off x="1310032" y="4432287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8" name="rc507"/>
            <p:cNvSpPr/>
            <p:nvPr/>
          </p:nvSpPr>
          <p:spPr>
            <a:xfrm>
              <a:off x="4186450" y="4608827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483522" y="541733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435088" y="535157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489352" y="5403639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273743" y="5676013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410674" y="564110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500611" y="560377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474996" y="519619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425363" y="543534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294049" y="5624235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339319" y="5329387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80085" y="587448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993396" y="554335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107179" y="535885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255222" y="575498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4970401" y="547446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217785" y="513633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21251" y="550517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361901" y="556491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353264" y="534009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273813" y="564344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78948" y="529092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252798" y="561046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207883" y="526583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210235" y="495924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4980020" y="519832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19107" y="5240472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232418" y="534550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313460" y="5592187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969177" y="5395322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6031223" y="544499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25717" y="562570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824128" y="524116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746310" y="544609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798191" y="525832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736708" y="486184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09610" y="549676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896860" y="534335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6009166" y="474125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6022978" y="534679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709384" y="544750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6016738" y="523868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710659" y="517787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791618" y="505956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6014597" y="553246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805556" y="5559565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43238" y="573637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731938" y="538651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019327" y="531584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522699" y="535637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666697" y="546792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763544" y="5533562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607336" y="556391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504134" y="5393143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770769" y="533516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717232" y="553118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532457" y="5276225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456721" y="5595948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754367" y="546207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692488" y="539714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754471" y="547193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554098" y="543460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477544" y="570056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390610" y="5453585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524057" y="5470307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384234" y="536787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574416" y="539320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01018" y="571440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713957" y="536245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30020" y="526350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456906" y="528872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747881" y="555610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709769" y="561568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4494009" y="5290345"/>
              <a:ext cx="2115626" cy="284939"/>
            </a:xfrm>
            <a:custGeom>
              <a:avLst/>
              <a:pathLst>
                <a:path w="2115626" h="284939">
                  <a:moveTo>
                    <a:pt x="0" y="0"/>
                  </a:moveTo>
                  <a:lnTo>
                    <a:pt x="1117729" y="57994"/>
                  </a:lnTo>
                  <a:lnTo>
                    <a:pt x="1410417" y="56595"/>
                  </a:lnTo>
                  <a:lnTo>
                    <a:pt x="1822938" y="41847"/>
                  </a:lnTo>
                  <a:lnTo>
                    <a:pt x="2115626" y="25141"/>
                  </a:lnTo>
                  <a:lnTo>
                    <a:pt x="2115626" y="276310"/>
                  </a:lnTo>
                  <a:lnTo>
                    <a:pt x="1822938" y="257320"/>
                  </a:lnTo>
                  <a:lnTo>
                    <a:pt x="1410417" y="239352"/>
                  </a:lnTo>
                  <a:lnTo>
                    <a:pt x="1117729" y="235669"/>
                  </a:lnTo>
                  <a:lnTo>
                    <a:pt x="0" y="28493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494009" y="5290345"/>
              <a:ext cx="2115626" cy="57994"/>
            </a:xfrm>
            <a:custGeom>
              <a:avLst/>
              <a:pathLst>
                <a:path w="2115626" h="57994">
                  <a:moveTo>
                    <a:pt x="0" y="0"/>
                  </a:moveTo>
                  <a:lnTo>
                    <a:pt x="1117729" y="57994"/>
                  </a:lnTo>
                  <a:lnTo>
                    <a:pt x="1410417" y="56595"/>
                  </a:lnTo>
                  <a:lnTo>
                    <a:pt x="1822938" y="41847"/>
                  </a:lnTo>
                  <a:lnTo>
                    <a:pt x="2115626" y="251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494009" y="5526014"/>
              <a:ext cx="2115626" cy="49270"/>
            </a:xfrm>
            <a:custGeom>
              <a:avLst/>
              <a:pathLst>
                <a:path w="2115626" h="49270">
                  <a:moveTo>
                    <a:pt x="2115626" y="40640"/>
                  </a:moveTo>
                  <a:lnTo>
                    <a:pt x="1822938" y="21650"/>
                  </a:lnTo>
                  <a:lnTo>
                    <a:pt x="1410417" y="3682"/>
                  </a:lnTo>
                  <a:lnTo>
                    <a:pt x="1117729" y="0"/>
                  </a:lnTo>
                  <a:lnTo>
                    <a:pt x="0" y="49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494009" y="5432815"/>
              <a:ext cx="2115626" cy="8255"/>
            </a:xfrm>
            <a:custGeom>
              <a:avLst/>
              <a:pathLst>
                <a:path w="2115626" h="8255">
                  <a:moveTo>
                    <a:pt x="0" y="0"/>
                  </a:moveTo>
                  <a:lnTo>
                    <a:pt x="1117729" y="4361"/>
                  </a:lnTo>
                  <a:lnTo>
                    <a:pt x="1410417" y="5503"/>
                  </a:lnTo>
                  <a:lnTo>
                    <a:pt x="1822938" y="7113"/>
                  </a:lnTo>
                  <a:lnTo>
                    <a:pt x="2115626" y="825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tx584"/>
            <p:cNvSpPr/>
            <p:nvPr/>
          </p:nvSpPr>
          <p:spPr>
            <a:xfrm>
              <a:off x="6120752" y="47334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86" name="tx585"/>
            <p:cNvSpPr/>
            <p:nvPr/>
          </p:nvSpPr>
          <p:spPr>
            <a:xfrm>
              <a:off x="6193493" y="473345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0.936</a:t>
              </a:r>
            </a:p>
          </p:txBody>
        </p:sp>
        <p:sp>
          <p:nvSpPr>
            <p:cNvPr id="587" name="rc586"/>
            <p:cNvSpPr/>
            <p:nvPr/>
          </p:nvSpPr>
          <p:spPr>
            <a:xfrm>
              <a:off x="4186450" y="4608827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186450" y="4608827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157982" y="58932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157982" y="56449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157982" y="53966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157982" y="51482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157982" y="489995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157982" y="46516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186450" y="596870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4494009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5199218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7"/>
            <p:cNvSpPr/>
            <p:nvPr/>
          </p:nvSpPr>
          <p:spPr>
            <a:xfrm>
              <a:off x="5904427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8"/>
            <p:cNvSpPr/>
            <p:nvPr/>
          </p:nvSpPr>
          <p:spPr>
            <a:xfrm>
              <a:off x="6609636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tx599"/>
            <p:cNvSpPr/>
            <p:nvPr/>
          </p:nvSpPr>
          <p:spPr>
            <a:xfrm>
              <a:off x="4465754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01" name="tx600"/>
            <p:cNvSpPr/>
            <p:nvPr/>
          </p:nvSpPr>
          <p:spPr>
            <a:xfrm>
              <a:off x="5170963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2" name="tx601"/>
            <p:cNvSpPr/>
            <p:nvPr/>
          </p:nvSpPr>
          <p:spPr>
            <a:xfrm>
              <a:off x="5876172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3" name="tx602"/>
            <p:cNvSpPr/>
            <p:nvPr/>
          </p:nvSpPr>
          <p:spPr>
            <a:xfrm>
              <a:off x="6581381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4" name="tx603"/>
            <p:cNvSpPr/>
            <p:nvPr/>
          </p:nvSpPr>
          <p:spPr>
            <a:xfrm>
              <a:off x="5298753" y="6177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5" name="tx604"/>
            <p:cNvSpPr/>
            <p:nvPr/>
          </p:nvSpPr>
          <p:spPr>
            <a:xfrm>
              <a:off x="4186450" y="4432287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6" name="rc605"/>
            <p:cNvSpPr/>
            <p:nvPr/>
          </p:nvSpPr>
          <p:spPr>
            <a:xfrm>
              <a:off x="1889049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tx606"/>
            <p:cNvSpPr/>
            <p:nvPr/>
          </p:nvSpPr>
          <p:spPr>
            <a:xfrm>
              <a:off x="2754506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8" name="rc607"/>
            <p:cNvSpPr/>
            <p:nvPr/>
          </p:nvSpPr>
          <p:spPr>
            <a:xfrm>
              <a:off x="1889049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41490" y="66192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1889049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941490" y="68562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2340930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393372" y="661929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2340930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393372" y="68562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2787142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839584" y="66192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2787142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839584" y="68562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3222107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3274548" y="66192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1"/>
            <p:cNvSpPr/>
            <p:nvPr/>
          </p:nvSpPr>
          <p:spPr>
            <a:xfrm>
              <a:off x="3222107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3274548" y="68562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3"/>
            <p:cNvSpPr/>
            <p:nvPr/>
          </p:nvSpPr>
          <p:spPr>
            <a:xfrm>
              <a:off x="3668319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3720760" y="66192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rc625"/>
            <p:cNvSpPr/>
            <p:nvPr/>
          </p:nvSpPr>
          <p:spPr>
            <a:xfrm>
              <a:off x="3668319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3720760" y="68562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tx627"/>
            <p:cNvSpPr/>
            <p:nvPr/>
          </p:nvSpPr>
          <p:spPr>
            <a:xfrm>
              <a:off x="2125985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2125985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2577866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2577866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32" name="tx631"/>
            <p:cNvSpPr/>
            <p:nvPr/>
          </p:nvSpPr>
          <p:spPr>
            <a:xfrm>
              <a:off x="3024078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33" name="tx632"/>
            <p:cNvSpPr/>
            <p:nvPr/>
          </p:nvSpPr>
          <p:spPr>
            <a:xfrm>
              <a:off x="3024078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34" name="tx633"/>
            <p:cNvSpPr/>
            <p:nvPr/>
          </p:nvSpPr>
          <p:spPr>
            <a:xfrm>
              <a:off x="3459043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35" name="tx634"/>
            <p:cNvSpPr/>
            <p:nvPr/>
          </p:nvSpPr>
          <p:spPr>
            <a:xfrm>
              <a:off x="3459043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6" name="tx635"/>
            <p:cNvSpPr/>
            <p:nvPr/>
          </p:nvSpPr>
          <p:spPr>
            <a:xfrm>
              <a:off x="3905255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7" name="tx636"/>
            <p:cNvSpPr/>
            <p:nvPr/>
          </p:nvSpPr>
          <p:spPr>
            <a:xfrm>
              <a:off x="3905255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  <p:sp>
          <p:nvSpPr>
            <p:cNvPr id="638" name="rc637"/>
            <p:cNvSpPr/>
            <p:nvPr/>
          </p:nvSpPr>
          <p:spPr>
            <a:xfrm>
              <a:off x="4191195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tx638"/>
            <p:cNvSpPr/>
            <p:nvPr/>
          </p:nvSpPr>
          <p:spPr>
            <a:xfrm>
              <a:off x="5056652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40" name="rc639"/>
            <p:cNvSpPr/>
            <p:nvPr/>
          </p:nvSpPr>
          <p:spPr>
            <a:xfrm>
              <a:off x="4191195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243636" y="661929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1"/>
            <p:cNvSpPr/>
            <p:nvPr/>
          </p:nvSpPr>
          <p:spPr>
            <a:xfrm>
              <a:off x="4191195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243636" y="685623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4643076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695518" y="661929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5"/>
            <p:cNvSpPr/>
            <p:nvPr/>
          </p:nvSpPr>
          <p:spPr>
            <a:xfrm>
              <a:off x="4643076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4695518" y="6856231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7"/>
            <p:cNvSpPr/>
            <p:nvPr/>
          </p:nvSpPr>
          <p:spPr>
            <a:xfrm>
              <a:off x="5089288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141730" y="661929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5089288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141730" y="685623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1"/>
            <p:cNvSpPr/>
            <p:nvPr/>
          </p:nvSpPr>
          <p:spPr>
            <a:xfrm>
              <a:off x="5524253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576694" y="661929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rc653"/>
            <p:cNvSpPr/>
            <p:nvPr/>
          </p:nvSpPr>
          <p:spPr>
            <a:xfrm>
              <a:off x="5524253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576694" y="685623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rc655"/>
            <p:cNvSpPr/>
            <p:nvPr/>
          </p:nvSpPr>
          <p:spPr>
            <a:xfrm>
              <a:off x="5970465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022906" y="661929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rc657"/>
            <p:cNvSpPr/>
            <p:nvPr/>
          </p:nvSpPr>
          <p:spPr>
            <a:xfrm>
              <a:off x="5970465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022906" y="685623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tx659"/>
            <p:cNvSpPr/>
            <p:nvPr/>
          </p:nvSpPr>
          <p:spPr>
            <a:xfrm>
              <a:off x="4428131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61" name="tx660"/>
            <p:cNvSpPr/>
            <p:nvPr/>
          </p:nvSpPr>
          <p:spPr>
            <a:xfrm>
              <a:off x="4428131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62" name="tx661"/>
            <p:cNvSpPr/>
            <p:nvPr/>
          </p:nvSpPr>
          <p:spPr>
            <a:xfrm>
              <a:off x="4880012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4880012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64" name="tx663"/>
            <p:cNvSpPr/>
            <p:nvPr/>
          </p:nvSpPr>
          <p:spPr>
            <a:xfrm>
              <a:off x="5326224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65" name="tx664"/>
            <p:cNvSpPr/>
            <p:nvPr/>
          </p:nvSpPr>
          <p:spPr>
            <a:xfrm>
              <a:off x="5326224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6" name="tx665"/>
            <p:cNvSpPr/>
            <p:nvPr/>
          </p:nvSpPr>
          <p:spPr>
            <a:xfrm>
              <a:off x="5761189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7" name="tx666"/>
            <p:cNvSpPr/>
            <p:nvPr/>
          </p:nvSpPr>
          <p:spPr>
            <a:xfrm>
              <a:off x="5761189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68" name="tx667"/>
            <p:cNvSpPr/>
            <p:nvPr/>
          </p:nvSpPr>
          <p:spPr>
            <a:xfrm>
              <a:off x="6207401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69" name="tx668"/>
            <p:cNvSpPr/>
            <p:nvPr/>
          </p:nvSpPr>
          <p:spPr>
            <a:xfrm>
              <a:off x="6207401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2026-07-20T12:24:10Z</dcterms:modified>
  <cp:category/>
</cp:coreProperties>
</file>