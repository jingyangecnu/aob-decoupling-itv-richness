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343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73343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982"/>
              <a:ext cx="3142361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406982"/>
              <a:ext cx="2876417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55675" y="224963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41911" y="21822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58542" y="228377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397325" y="228089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71207" y="23058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31141" y="21636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18569" y="20844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13152" y="22654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78596" y="23343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03436" y="21440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21977" y="23424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57631" y="22815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340192" y="17032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77106" y="22043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326279" y="22757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60620" y="23370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7585" y="23619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04730" y="21964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65072" y="15830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48421" y="17619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40737" y="23528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69670" y="21582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41923" y="21045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178965" y="21139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46047" y="22690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51530" y="22116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97467" y="175428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44611" y="18850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59210" y="230356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124929" y="20953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38266" y="23155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07623" y="24020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65105" y="21582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93736" y="22935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37847" y="14176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38255" y="23371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60318" y="20085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67912" y="16895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36614" y="11658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71151" y="19127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46366" y="20714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16780" y="19373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44291" y="20465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14071" y="21921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14733" y="21088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41419" y="20950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13996" y="21908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4429" y="21808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697697" y="21973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89901" y="21952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41642" y="215367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22871" y="22851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29384" y="19308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49186" y="19480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01996" y="21557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45883" y="20835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12956" y="19984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69011" y="17838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13155" y="18473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30108" y="17170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37496" y="19381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33086" y="18758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74972" y="22549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31583" y="20997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53481" y="20117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63297" y="20696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94352" y="182462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04272" y="20421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12583" y="19144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15451" y="1809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34870" y="19675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14116" y="19388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33524" y="1862495"/>
              <a:ext cx="2288584" cy="534003"/>
            </a:xfrm>
            <a:custGeom>
              <a:avLst/>
              <a:pathLst>
                <a:path w="2288584" h="534003">
                  <a:moveTo>
                    <a:pt x="0" y="151558"/>
                  </a:moveTo>
                  <a:lnTo>
                    <a:pt x="1209107" y="145448"/>
                  </a:lnTo>
                  <a:lnTo>
                    <a:pt x="1525723" y="115611"/>
                  </a:lnTo>
                  <a:lnTo>
                    <a:pt x="1971968" y="53048"/>
                  </a:lnTo>
                  <a:lnTo>
                    <a:pt x="2288584" y="0"/>
                  </a:lnTo>
                  <a:lnTo>
                    <a:pt x="2288584" y="346052"/>
                  </a:lnTo>
                  <a:lnTo>
                    <a:pt x="1971968" y="339974"/>
                  </a:lnTo>
                  <a:lnTo>
                    <a:pt x="1525723" y="343611"/>
                  </a:lnTo>
                  <a:lnTo>
                    <a:pt x="1209107" y="360744"/>
                  </a:lnTo>
                  <a:lnTo>
                    <a:pt x="0" y="53400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33524" y="1862495"/>
              <a:ext cx="2288584" cy="151558"/>
            </a:xfrm>
            <a:custGeom>
              <a:avLst/>
              <a:pathLst>
                <a:path w="2288584" h="151558">
                  <a:moveTo>
                    <a:pt x="0" y="151558"/>
                  </a:moveTo>
                  <a:lnTo>
                    <a:pt x="1209107" y="145448"/>
                  </a:lnTo>
                  <a:lnTo>
                    <a:pt x="1525723" y="115611"/>
                  </a:lnTo>
                  <a:lnTo>
                    <a:pt x="1971968" y="53048"/>
                  </a:lnTo>
                  <a:lnTo>
                    <a:pt x="22885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33524" y="2202469"/>
              <a:ext cx="2288584" cy="194029"/>
            </a:xfrm>
            <a:custGeom>
              <a:avLst/>
              <a:pathLst>
                <a:path w="2288584" h="194029">
                  <a:moveTo>
                    <a:pt x="2288584" y="6078"/>
                  </a:moveTo>
                  <a:lnTo>
                    <a:pt x="1971968" y="0"/>
                  </a:lnTo>
                  <a:lnTo>
                    <a:pt x="1525723" y="3636"/>
                  </a:lnTo>
                  <a:lnTo>
                    <a:pt x="1209107" y="20769"/>
                  </a:lnTo>
                  <a:lnTo>
                    <a:pt x="0" y="194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33524" y="2035521"/>
              <a:ext cx="2288584" cy="169754"/>
            </a:xfrm>
            <a:custGeom>
              <a:avLst/>
              <a:pathLst>
                <a:path w="2288584" h="169754">
                  <a:moveTo>
                    <a:pt x="0" y="169754"/>
                  </a:moveTo>
                  <a:lnTo>
                    <a:pt x="1209107" y="80069"/>
                  </a:lnTo>
                  <a:lnTo>
                    <a:pt x="1525723" y="56584"/>
                  </a:lnTo>
                  <a:lnTo>
                    <a:pt x="1971968" y="23484"/>
                  </a:lnTo>
                  <a:lnTo>
                    <a:pt x="228858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42415" y="124501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10032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40466" y="221329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40466" y="184396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4746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12211" y="1105316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281564" y="22497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81564" y="18804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5110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1417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0032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3352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296386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059248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822109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505269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268131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030993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793854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34284" y="1775904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442889" y="21190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273743" y="13737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27663" y="21121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92617" y="202448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17219" y="21858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295567" y="15992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94605" y="12190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79439" y="19072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37562" y="23672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11758" y="18722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49196" y="23854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06255" y="15996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84556" y="20375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2788" y="24020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28788" y="17599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73932" y="1165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67026" y="23732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202628" y="23224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50752" y="20582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02804" y="23791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230476" y="219857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213988" y="23761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035658" y="19586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040795" y="18429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041094" y="18947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39159" y="17249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05967" y="216983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95348" y="23699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63429" y="215153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3219" y="22329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97086" y="23207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30227" y="21108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70919" y="16559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10502" y="13524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63118" y="15575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12893" y="21789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55896" y="21279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98792" y="16227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51621" y="180361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020540" y="22987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04761" y="15787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51907" y="17502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009329" y="19180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90534" y="22735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09228" y="191021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15702" y="22495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67502" y="17324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65032" y="19228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25752" y="20195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76092" y="21474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61987" y="21976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65306" y="20036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62489" y="18970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16849" y="19432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52462" y="21460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58565" y="19642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49730" y="21783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69902" y="20765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595591" y="19277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66113" y="16503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32727" y="21670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05244" y="23501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26814" y="22246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83547" y="20264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45870" y="21405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572410" y="20046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585657" y="198399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55530" y="18318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31605" y="18709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70769" y="19308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31082" y="22581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11731" y="19978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04344" y="1808956"/>
              <a:ext cx="2313794" cy="387975"/>
            </a:xfrm>
            <a:custGeom>
              <a:avLst/>
              <a:pathLst>
                <a:path w="2313794" h="387975">
                  <a:moveTo>
                    <a:pt x="0" y="0"/>
                  </a:moveTo>
                  <a:lnTo>
                    <a:pt x="1222425" y="98637"/>
                  </a:lnTo>
                  <a:lnTo>
                    <a:pt x="1542529" y="114735"/>
                  </a:lnTo>
                  <a:lnTo>
                    <a:pt x="1993690" y="129649"/>
                  </a:lnTo>
                  <a:lnTo>
                    <a:pt x="2313794" y="135528"/>
                  </a:lnTo>
                  <a:lnTo>
                    <a:pt x="2313794" y="387975"/>
                  </a:lnTo>
                  <a:lnTo>
                    <a:pt x="1993690" y="361746"/>
                  </a:lnTo>
                  <a:lnTo>
                    <a:pt x="1542529" y="331407"/>
                  </a:lnTo>
                  <a:lnTo>
                    <a:pt x="1222425" y="315396"/>
                  </a:lnTo>
                  <a:lnTo>
                    <a:pt x="0" y="29142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04344" y="1808956"/>
              <a:ext cx="2313794" cy="135528"/>
            </a:xfrm>
            <a:custGeom>
              <a:avLst/>
              <a:pathLst>
                <a:path w="2313794" h="135528">
                  <a:moveTo>
                    <a:pt x="0" y="0"/>
                  </a:moveTo>
                  <a:lnTo>
                    <a:pt x="1222425" y="98637"/>
                  </a:lnTo>
                  <a:lnTo>
                    <a:pt x="1542529" y="114735"/>
                  </a:lnTo>
                  <a:lnTo>
                    <a:pt x="1993690" y="129649"/>
                  </a:lnTo>
                  <a:lnTo>
                    <a:pt x="2313794" y="135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04344" y="2100376"/>
              <a:ext cx="2313794" cy="96554"/>
            </a:xfrm>
            <a:custGeom>
              <a:avLst/>
              <a:pathLst>
                <a:path w="2313794" h="96554">
                  <a:moveTo>
                    <a:pt x="2313794" y="96554"/>
                  </a:moveTo>
                  <a:lnTo>
                    <a:pt x="1993690" y="70326"/>
                  </a:lnTo>
                  <a:lnTo>
                    <a:pt x="1542529" y="39986"/>
                  </a:lnTo>
                  <a:lnTo>
                    <a:pt x="1222425" y="23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04344" y="1954666"/>
              <a:ext cx="2313794" cy="116041"/>
            </a:xfrm>
            <a:custGeom>
              <a:avLst/>
              <a:pathLst>
                <a:path w="2313794" h="116041">
                  <a:moveTo>
                    <a:pt x="0" y="0"/>
                  </a:moveTo>
                  <a:lnTo>
                    <a:pt x="1222425" y="61307"/>
                  </a:lnTo>
                  <a:lnTo>
                    <a:pt x="1542529" y="77360"/>
                  </a:lnTo>
                  <a:lnTo>
                    <a:pt x="1993690" y="99987"/>
                  </a:lnTo>
                  <a:lnTo>
                    <a:pt x="2313794" y="11604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38444" y="124503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186450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57982" y="22370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17877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3384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86450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40434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75609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94687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6718138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4376089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147354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918619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6689884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478594" y="402053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581083" y="388760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605089" y="408036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634940" y="395984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659971" y="398680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73937" y="387138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651791" y="357807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397325" y="396230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688036" y="392071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87414" y="387324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148837" y="408905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445878" y="413216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438599" y="308709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96474" y="401620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028273" y="404006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145382" y="389356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22065" y="404003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25388" y="404266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55260" y="349726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56531" y="361825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57292" y="381720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81781" y="389178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133741" y="375296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084740" y="394143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071773" y="396391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116842" y="384893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45111" y="336477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195289" y="358967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769746" y="383730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963264" y="374170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36857" y="412169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146946" y="411332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39610" y="393233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72408" y="412376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98301" y="327378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80892" y="41408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772304" y="369277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87235" y="31079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32882" y="300761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902393" y="367690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923543" y="355874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80382" y="351766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142217" y="355090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122212" y="405494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97018" y="3506157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21961" y="388575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890890" y="390637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15461" y="372342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86391" y="371236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37701" y="380815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29444" y="374237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629298" y="400727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47034" y="351091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94352" y="382819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19978" y="39357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75065" y="366271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13065" y="359903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51218" y="333590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29767" y="335855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58164" y="333862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55888" y="343648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59031" y="366989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633748" y="369719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27646" y="360435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75926" y="356664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537150" y="355622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93687" y="338520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55280" y="34952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72322" y="353739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683820" y="335825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48872" y="356719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55703" y="340576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541361" y="3454511"/>
              <a:ext cx="2207802" cy="681522"/>
            </a:xfrm>
            <a:custGeom>
              <a:avLst/>
              <a:pathLst>
                <a:path w="2207802" h="681522">
                  <a:moveTo>
                    <a:pt x="0" y="277933"/>
                  </a:moveTo>
                  <a:lnTo>
                    <a:pt x="1166427" y="205834"/>
                  </a:lnTo>
                  <a:lnTo>
                    <a:pt x="1471868" y="158652"/>
                  </a:lnTo>
                  <a:lnTo>
                    <a:pt x="1902362" y="71200"/>
                  </a:lnTo>
                  <a:lnTo>
                    <a:pt x="2207802" y="0"/>
                  </a:lnTo>
                  <a:lnTo>
                    <a:pt x="2207802" y="362021"/>
                  </a:lnTo>
                  <a:lnTo>
                    <a:pt x="1902362" y="373472"/>
                  </a:lnTo>
                  <a:lnTo>
                    <a:pt x="1471868" y="402514"/>
                  </a:lnTo>
                  <a:lnTo>
                    <a:pt x="1166427" y="437984"/>
                  </a:lnTo>
                  <a:lnTo>
                    <a:pt x="0" y="68152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541361" y="3454511"/>
              <a:ext cx="2207802" cy="277933"/>
            </a:xfrm>
            <a:custGeom>
              <a:avLst/>
              <a:pathLst>
                <a:path w="2207802" h="277933">
                  <a:moveTo>
                    <a:pt x="0" y="277933"/>
                  </a:moveTo>
                  <a:lnTo>
                    <a:pt x="1166427" y="205834"/>
                  </a:lnTo>
                  <a:lnTo>
                    <a:pt x="1471868" y="158652"/>
                  </a:lnTo>
                  <a:lnTo>
                    <a:pt x="1902362" y="71200"/>
                  </a:lnTo>
                  <a:lnTo>
                    <a:pt x="22078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41361" y="3816532"/>
              <a:ext cx="2207802" cy="319501"/>
            </a:xfrm>
            <a:custGeom>
              <a:avLst/>
              <a:pathLst>
                <a:path w="2207802" h="319501">
                  <a:moveTo>
                    <a:pt x="2207802" y="0"/>
                  </a:moveTo>
                  <a:lnTo>
                    <a:pt x="1902362" y="11451"/>
                  </a:lnTo>
                  <a:lnTo>
                    <a:pt x="1471868" y="40493"/>
                  </a:lnTo>
                  <a:lnTo>
                    <a:pt x="1166427" y="75963"/>
                  </a:lnTo>
                  <a:lnTo>
                    <a:pt x="0" y="3195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41361" y="3635521"/>
              <a:ext cx="2207802" cy="298717"/>
            </a:xfrm>
            <a:custGeom>
              <a:avLst/>
              <a:pathLst>
                <a:path w="2207802" h="298717">
                  <a:moveTo>
                    <a:pt x="0" y="298717"/>
                  </a:moveTo>
                  <a:lnTo>
                    <a:pt x="1166427" y="140898"/>
                  </a:lnTo>
                  <a:lnTo>
                    <a:pt x="1471868" y="99572"/>
                  </a:lnTo>
                  <a:lnTo>
                    <a:pt x="1902362" y="41326"/>
                  </a:lnTo>
                  <a:lnTo>
                    <a:pt x="220780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269469" y="303616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310032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40466" y="414880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40466" y="38978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364690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339595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1449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289404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281564" y="4185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281564" y="39342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281564" y="36833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34323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1814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29304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0032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541361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277295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01322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3749163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513106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249040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298497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3720908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34284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032" y="269864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404210" y="373680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275161" y="312690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468660" y="380008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273743" y="358526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41753" y="384483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636501" y="304411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563298" y="300761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284315" y="334132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591629" y="398058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545224" y="363632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112777" y="388591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01709" y="342383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216486" y="380547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054864" y="401828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231967" y="370027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4990632" y="339865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248256" y="409291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26288" y="399384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40898" y="387152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88589" y="408626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4992957" y="398453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008251" y="408820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253728" y="383434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74376" y="378776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085345" y="356303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36112" y="359729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281683" y="388474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48202" y="41408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064563" y="387706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879775" y="393445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049072" y="391210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57557" y="395965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61486" y="318252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041989" y="32262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49768" y="371919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675524" y="38674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033738" y="397444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006040" y="368808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024727" y="349515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60743" y="402353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64260" y="335190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85685" y="366956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769969" y="372265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889081" y="396646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738937" y="349435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851948" y="370892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037587" y="347095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42795" y="368167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400640" y="382680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540231" y="391312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530764" y="3697167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70769" y="35033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21482" y="367522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396793" y="371158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438260" y="384026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445790" y="374454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479355" y="384113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497728" y="37644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79865" y="353922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02195" y="327768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26237" y="385410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544038" y="399879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90107" y="396547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14442" y="374222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539709" y="390846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435205" y="380854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505952" y="335035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33901" y="364975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589889" y="37305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547056" y="368161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70976" y="396269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463249" y="364197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4473138" y="3560518"/>
              <a:ext cx="2156479" cy="334746"/>
            </a:xfrm>
            <a:custGeom>
              <a:avLst/>
              <a:pathLst>
                <a:path w="2156479" h="334746">
                  <a:moveTo>
                    <a:pt x="0" y="0"/>
                  </a:moveTo>
                  <a:lnTo>
                    <a:pt x="1139313" y="97669"/>
                  </a:lnTo>
                  <a:lnTo>
                    <a:pt x="1437653" y="111879"/>
                  </a:lnTo>
                  <a:lnTo>
                    <a:pt x="1858139" y="122301"/>
                  </a:lnTo>
                  <a:lnTo>
                    <a:pt x="2156479" y="124350"/>
                  </a:lnTo>
                  <a:lnTo>
                    <a:pt x="2156479" y="334746"/>
                  </a:lnTo>
                  <a:lnTo>
                    <a:pt x="1858139" y="308603"/>
                  </a:lnTo>
                  <a:lnTo>
                    <a:pt x="1437653" y="279292"/>
                  </a:lnTo>
                  <a:lnTo>
                    <a:pt x="1139313" y="265310"/>
                  </a:lnTo>
                  <a:lnTo>
                    <a:pt x="0" y="2553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73138" y="3560518"/>
              <a:ext cx="2156479" cy="124350"/>
            </a:xfrm>
            <a:custGeom>
              <a:avLst/>
              <a:pathLst>
                <a:path w="2156479" h="124350">
                  <a:moveTo>
                    <a:pt x="0" y="0"/>
                  </a:moveTo>
                  <a:lnTo>
                    <a:pt x="1139313" y="97669"/>
                  </a:lnTo>
                  <a:lnTo>
                    <a:pt x="1437653" y="111879"/>
                  </a:lnTo>
                  <a:lnTo>
                    <a:pt x="1858139" y="122301"/>
                  </a:lnTo>
                  <a:lnTo>
                    <a:pt x="2156479" y="124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73138" y="3815839"/>
              <a:ext cx="2156479" cy="79425"/>
            </a:xfrm>
            <a:custGeom>
              <a:avLst/>
              <a:pathLst>
                <a:path w="2156479" h="79425">
                  <a:moveTo>
                    <a:pt x="2156479" y="79425"/>
                  </a:moveTo>
                  <a:lnTo>
                    <a:pt x="1858139" y="53282"/>
                  </a:lnTo>
                  <a:lnTo>
                    <a:pt x="1437653" y="23971"/>
                  </a:lnTo>
                  <a:lnTo>
                    <a:pt x="1139313" y="99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73138" y="3688179"/>
              <a:ext cx="2156479" cy="101887"/>
            </a:xfrm>
            <a:custGeom>
              <a:avLst/>
              <a:pathLst>
                <a:path w="2156479" h="101887">
                  <a:moveTo>
                    <a:pt x="0" y="0"/>
                  </a:moveTo>
                  <a:lnTo>
                    <a:pt x="1139313" y="53829"/>
                  </a:lnTo>
                  <a:lnTo>
                    <a:pt x="1437653" y="67925"/>
                  </a:lnTo>
                  <a:lnTo>
                    <a:pt x="1858139" y="87791"/>
                  </a:lnTo>
                  <a:lnTo>
                    <a:pt x="2156479" y="10188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6149924" y="303667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186450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157982" y="40709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157982" y="38396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57982" y="36083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33770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31456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29143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86450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47313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191965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910791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62961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444488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163710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5882536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660136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186450" y="269864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48451" y="549096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673464" y="537268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97325" y="544584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91276" y="560733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23100" y="575252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615044" y="546412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19527" y="558027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81535" y="561197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66629" y="570028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61244" y="542636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34857" y="55907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441596" y="493713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71571" y="507460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60330" y="528840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63109" y="541055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92742" y="58744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62026" y="562875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66895" y="524739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91700" y="481675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17716" y="47412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73780" y="548604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082555" y="522827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406734" y="504630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85258" y="517008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25962" y="562453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60062" y="557643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18200" y="509024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85632" y="513121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896493" y="566213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778568" y="539040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827424" y="549467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34926" y="572619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44975" y="536804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860326" y="562465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835775" y="487207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43586" y="555666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91680" y="527568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850482" y="510225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149760" y="479053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796072" y="499424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03218" y="557879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18255" y="521078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137290" y="533954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831745" y="517161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891974" y="555265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21670" y="520747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66417" y="551935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871315" y="548282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82783" y="553146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11234" y="548679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563308" y="565131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553657" y="525407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94352" y="530880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73282" y="482052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629270" y="528984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52738" y="548244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37015" y="52998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595114" y="519514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89535" y="514038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86460" y="501238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547076" y="544122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596716" y="492238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36223" y="571061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38652" y="557997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05736" y="541812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572261" y="550400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47831" y="538214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504075" y="554439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584627" y="53569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05733" y="528423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676167" y="529368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27877" y="535005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81012" y="5183112"/>
              <a:ext cx="2155529" cy="407466"/>
            </a:xfrm>
            <a:custGeom>
              <a:avLst/>
              <a:pathLst>
                <a:path w="2155529" h="407466">
                  <a:moveTo>
                    <a:pt x="0" y="0"/>
                  </a:moveTo>
                  <a:lnTo>
                    <a:pt x="1138811" y="90183"/>
                  </a:lnTo>
                  <a:lnTo>
                    <a:pt x="1437019" y="81601"/>
                  </a:lnTo>
                  <a:lnTo>
                    <a:pt x="1857321" y="45142"/>
                  </a:lnTo>
                  <a:lnTo>
                    <a:pt x="2155529" y="9651"/>
                  </a:lnTo>
                  <a:lnTo>
                    <a:pt x="2155529" y="365476"/>
                  </a:lnTo>
                  <a:lnTo>
                    <a:pt x="1857321" y="334459"/>
                  </a:lnTo>
                  <a:lnTo>
                    <a:pt x="1437019" y="304305"/>
                  </a:lnTo>
                  <a:lnTo>
                    <a:pt x="1138811" y="300198"/>
                  </a:lnTo>
                  <a:lnTo>
                    <a:pt x="0" y="40746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81012" y="5183112"/>
              <a:ext cx="2155529" cy="90183"/>
            </a:xfrm>
            <a:custGeom>
              <a:avLst/>
              <a:pathLst>
                <a:path w="2155529" h="90183">
                  <a:moveTo>
                    <a:pt x="0" y="0"/>
                  </a:moveTo>
                  <a:lnTo>
                    <a:pt x="1138811" y="90183"/>
                  </a:lnTo>
                  <a:lnTo>
                    <a:pt x="1437019" y="81601"/>
                  </a:lnTo>
                  <a:lnTo>
                    <a:pt x="1857321" y="45142"/>
                  </a:lnTo>
                  <a:lnTo>
                    <a:pt x="2155529" y="9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81012" y="5483311"/>
              <a:ext cx="2155529" cy="107268"/>
            </a:xfrm>
            <a:custGeom>
              <a:avLst/>
              <a:pathLst>
                <a:path w="2155529" h="107268">
                  <a:moveTo>
                    <a:pt x="2155529" y="65278"/>
                  </a:moveTo>
                  <a:lnTo>
                    <a:pt x="1857321" y="34260"/>
                  </a:lnTo>
                  <a:lnTo>
                    <a:pt x="1437019" y="4107"/>
                  </a:lnTo>
                  <a:lnTo>
                    <a:pt x="1138811" y="0"/>
                  </a:lnTo>
                  <a:lnTo>
                    <a:pt x="0" y="107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81012" y="5370676"/>
              <a:ext cx="2155529" cy="16169"/>
            </a:xfrm>
            <a:custGeom>
              <a:avLst/>
              <a:pathLst>
                <a:path w="2155529" h="16169">
                  <a:moveTo>
                    <a:pt x="0" y="16169"/>
                  </a:moveTo>
                  <a:lnTo>
                    <a:pt x="1138811" y="7626"/>
                  </a:lnTo>
                  <a:lnTo>
                    <a:pt x="1437019" y="5389"/>
                  </a:lnTo>
                  <a:lnTo>
                    <a:pt x="1857321" y="2236"/>
                  </a:lnTo>
                  <a:lnTo>
                    <a:pt x="215552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256847" y="476783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0032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40466" y="58470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40466" y="549959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40466" y="51520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48045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281564" y="58835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281564" y="55360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281564" y="51885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281564" y="48410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58101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29952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01803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373654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55275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27126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298977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370828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34284" y="5243181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310032" y="443228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426708" y="541836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485814" y="535273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273743" y="540433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423156" y="567500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33695" y="564096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97108" y="560274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47654" y="519537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26268" y="543627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47053" y="562409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597506" y="532833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037882" y="587448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73873" y="554446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138393" y="535866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261449" y="575421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065582" y="54742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209361" y="513603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306635" y="550562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369176" y="556505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28072" y="533987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37538" y="564410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61737" y="529066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333997" y="561030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346538" y="526506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91564" y="496102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20412" y="519760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338859" y="524171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17955" y="534534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40291" y="559184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871961" y="539451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754420" y="544401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975163" y="562539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093804" y="524063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753653" y="544695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745998" y="52592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53156" y="486374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37338" y="549665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790591" y="534282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725518" y="47412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050448" y="534717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70816" y="54465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054978" y="523847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10737" y="517704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01625" y="505966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728314" y="55337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890656" y="556083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79113" y="573725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112997" y="53858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729276" y="531637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541320" y="535634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770769" y="546806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483807" y="553206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635850" y="556529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83136" y="539334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593168" y="533568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06643" y="553082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92548" y="527757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47621" y="559604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31874" y="546342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66004" y="539790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36895" y="547138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01957" y="543610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09651" y="57004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11845" y="545353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69663" y="546874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463137" y="536855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27839" y="539216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86908" y="571424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495325" y="536395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45574" y="526409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596945" y="528877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457917" y="555523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05309" y="561612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4497825" y="5290554"/>
              <a:ext cx="2180770" cy="284768"/>
            </a:xfrm>
            <a:custGeom>
              <a:avLst/>
              <a:pathLst>
                <a:path w="2180770" h="284768">
                  <a:moveTo>
                    <a:pt x="0" y="0"/>
                  </a:moveTo>
                  <a:lnTo>
                    <a:pt x="1152146" y="57959"/>
                  </a:lnTo>
                  <a:lnTo>
                    <a:pt x="1453846" y="56561"/>
                  </a:lnTo>
                  <a:lnTo>
                    <a:pt x="1879069" y="41822"/>
                  </a:lnTo>
                  <a:lnTo>
                    <a:pt x="2180770" y="25126"/>
                  </a:lnTo>
                  <a:lnTo>
                    <a:pt x="2180770" y="276144"/>
                  </a:lnTo>
                  <a:lnTo>
                    <a:pt x="1879069" y="257165"/>
                  </a:lnTo>
                  <a:lnTo>
                    <a:pt x="1453846" y="239208"/>
                  </a:lnTo>
                  <a:lnTo>
                    <a:pt x="1152146" y="235527"/>
                  </a:lnTo>
                  <a:lnTo>
                    <a:pt x="0" y="28476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497825" y="5290554"/>
              <a:ext cx="2180770" cy="57959"/>
            </a:xfrm>
            <a:custGeom>
              <a:avLst/>
              <a:pathLst>
                <a:path w="2180770" h="57959">
                  <a:moveTo>
                    <a:pt x="0" y="0"/>
                  </a:moveTo>
                  <a:lnTo>
                    <a:pt x="1152146" y="57959"/>
                  </a:lnTo>
                  <a:lnTo>
                    <a:pt x="1453846" y="56561"/>
                  </a:lnTo>
                  <a:lnTo>
                    <a:pt x="1879069" y="41822"/>
                  </a:lnTo>
                  <a:lnTo>
                    <a:pt x="2180770" y="2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497825" y="5526082"/>
              <a:ext cx="2180770" cy="49241"/>
            </a:xfrm>
            <a:custGeom>
              <a:avLst/>
              <a:pathLst>
                <a:path w="2180770" h="49241">
                  <a:moveTo>
                    <a:pt x="2180770" y="40616"/>
                  </a:moveTo>
                  <a:lnTo>
                    <a:pt x="1879069" y="21637"/>
                  </a:lnTo>
                  <a:lnTo>
                    <a:pt x="1453846" y="3680"/>
                  </a:lnTo>
                  <a:lnTo>
                    <a:pt x="1152146" y="0"/>
                  </a:lnTo>
                  <a:lnTo>
                    <a:pt x="0" y="492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497825" y="5432939"/>
              <a:ext cx="2180770" cy="8250"/>
            </a:xfrm>
            <a:custGeom>
              <a:avLst/>
              <a:pathLst>
                <a:path w="2180770" h="8250">
                  <a:moveTo>
                    <a:pt x="0" y="0"/>
                  </a:moveTo>
                  <a:lnTo>
                    <a:pt x="1152146" y="4359"/>
                  </a:lnTo>
                  <a:lnTo>
                    <a:pt x="1453846" y="5500"/>
                  </a:lnTo>
                  <a:lnTo>
                    <a:pt x="1879069" y="7109"/>
                  </a:lnTo>
                  <a:lnTo>
                    <a:pt x="2180770" y="825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6198901" y="476883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186450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157982" y="58931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157982" y="56449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157982" y="53967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57982" y="51485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49003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46522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97825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224749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595167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6678595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4469570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196494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592341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6650340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186450" y="4432287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1889049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2754506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1889049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941490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1889049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41490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34093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393372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34093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393372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2787142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839584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787142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839584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222107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274548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222107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274548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66831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720760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66831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720760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125985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125985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57786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57786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024078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024078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459043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459043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3905255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3905255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191195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056652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19119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243636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19119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243636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64307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695518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464307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695518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089288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141730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089288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141730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552425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576694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52425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576694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97046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022906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97046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022906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4428131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4428131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488001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880012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532622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326224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761189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576118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207401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6207401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2026-07-20T11:45:43Z</dcterms:modified>
  <cp:category/>
</cp:coreProperties>
</file>