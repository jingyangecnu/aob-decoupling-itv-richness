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3142361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371" y="939705"/>
              <a:ext cx="2876417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673343"/>
              <a:ext cx="3142361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371" y="2673343"/>
              <a:ext cx="2876417" cy="1733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406982"/>
              <a:ext cx="3142361" cy="26021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371" y="4406982"/>
              <a:ext cx="2876417" cy="26021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10032" y="1141550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17467" y="224959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397325" y="218217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431666" y="228381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47547" y="228088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422515" y="230582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32260" y="21636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75886" y="208433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66995" y="226534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600374" y="233440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14973" y="214404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326485" y="23423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27812" y="228159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321884" y="17032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01695" y="22043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81715" y="227571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323647" y="233701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49453" y="236187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199015" y="21964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54370" y="158301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14077" y="17619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163181" y="23528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30638" y="21583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342943" y="21045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17788" y="211385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12265" y="226899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158918" y="221153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49204" y="175419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179587" y="188502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978272" y="230354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37384" y="20953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108796" y="23156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66909" y="240205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989540" y="215822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3814" y="229349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67537" y="14176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996826" y="233719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90662" y="20085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89760" y="168957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055060" y="116580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78689" y="191264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111926" y="207128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123999" y="193734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53004" y="204654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17826" y="21920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84695" y="210889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45514" y="209498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42312" y="219076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23013" y="218069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763684" y="21973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679027" y="219515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786968" y="215361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884222" y="22850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826179" y="193076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890620" y="194805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677798" y="21557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677356" y="208359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757936" y="199849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743177" y="178387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690583" y="18473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838935" y="171702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24743" y="193815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711029" y="18758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79305" y="225497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688371" y="209961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35900" y="201167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796976" y="206960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764723" y="182462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894352" y="20421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793802" y="191459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708279" y="180937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785861" y="19675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693057" y="193877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529355" y="1862472"/>
              <a:ext cx="2295599" cy="533983"/>
            </a:xfrm>
            <a:custGeom>
              <a:avLst/>
              <a:pathLst>
                <a:path w="2295599" h="533983">
                  <a:moveTo>
                    <a:pt x="0" y="151553"/>
                  </a:moveTo>
                  <a:lnTo>
                    <a:pt x="1212812" y="145442"/>
                  </a:lnTo>
                  <a:lnTo>
                    <a:pt x="1530399" y="115607"/>
                  </a:lnTo>
                  <a:lnTo>
                    <a:pt x="1978012" y="53046"/>
                  </a:lnTo>
                  <a:lnTo>
                    <a:pt x="2295599" y="0"/>
                  </a:lnTo>
                  <a:lnTo>
                    <a:pt x="2295599" y="346039"/>
                  </a:lnTo>
                  <a:lnTo>
                    <a:pt x="1978012" y="339961"/>
                  </a:lnTo>
                  <a:lnTo>
                    <a:pt x="1530399" y="343598"/>
                  </a:lnTo>
                  <a:lnTo>
                    <a:pt x="1212812" y="360730"/>
                  </a:lnTo>
                  <a:lnTo>
                    <a:pt x="0" y="53398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29355" y="1862472"/>
              <a:ext cx="2295599" cy="151553"/>
            </a:xfrm>
            <a:custGeom>
              <a:avLst/>
              <a:pathLst>
                <a:path w="2295599" h="151553">
                  <a:moveTo>
                    <a:pt x="0" y="151553"/>
                  </a:moveTo>
                  <a:lnTo>
                    <a:pt x="1212812" y="145442"/>
                  </a:lnTo>
                  <a:lnTo>
                    <a:pt x="1530399" y="115607"/>
                  </a:lnTo>
                  <a:lnTo>
                    <a:pt x="1978012" y="53046"/>
                  </a:lnTo>
                  <a:lnTo>
                    <a:pt x="22955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29355" y="2202433"/>
              <a:ext cx="2295599" cy="194022"/>
            </a:xfrm>
            <a:custGeom>
              <a:avLst/>
              <a:pathLst>
                <a:path w="2295599" h="194022">
                  <a:moveTo>
                    <a:pt x="2295599" y="6078"/>
                  </a:moveTo>
                  <a:lnTo>
                    <a:pt x="1978012" y="0"/>
                  </a:lnTo>
                  <a:lnTo>
                    <a:pt x="1530399" y="3636"/>
                  </a:lnTo>
                  <a:lnTo>
                    <a:pt x="1212812" y="20769"/>
                  </a:lnTo>
                  <a:lnTo>
                    <a:pt x="0" y="1940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29355" y="2035491"/>
              <a:ext cx="2295599" cy="169748"/>
            </a:xfrm>
            <a:custGeom>
              <a:avLst/>
              <a:pathLst>
                <a:path w="2295599" h="169748">
                  <a:moveTo>
                    <a:pt x="0" y="169748"/>
                  </a:moveTo>
                  <a:lnTo>
                    <a:pt x="1212812" y="80066"/>
                  </a:lnTo>
                  <a:lnTo>
                    <a:pt x="1530399" y="56582"/>
                  </a:lnTo>
                  <a:lnTo>
                    <a:pt x="1978012" y="23484"/>
                  </a:lnTo>
                  <a:lnTo>
                    <a:pt x="229559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336070" y="122114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3408811" y="122114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0.271</a:t>
              </a:r>
            </a:p>
          </p:txBody>
        </p:sp>
        <p:sp>
          <p:nvSpPr>
            <p:cNvPr id="91" name="rc90"/>
            <p:cNvSpPr/>
            <p:nvPr/>
          </p:nvSpPr>
          <p:spPr>
            <a:xfrm>
              <a:off x="1310032" y="1141550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310032" y="1141550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2"/>
            <p:cNvSpPr/>
            <p:nvPr/>
          </p:nvSpPr>
          <p:spPr>
            <a:xfrm rot="-5400000">
              <a:off x="1140466" y="221325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40466" y="184394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40466" y="147463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6" name="tx95"/>
            <p:cNvSpPr/>
            <p:nvPr/>
          </p:nvSpPr>
          <p:spPr>
            <a:xfrm rot="-5400000">
              <a:off x="1112211" y="110532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7" name="pl96"/>
            <p:cNvSpPr/>
            <p:nvPr/>
          </p:nvSpPr>
          <p:spPr>
            <a:xfrm>
              <a:off x="1281564" y="22496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281564" y="188038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281564" y="15110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281564" y="11417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10032" y="250142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529355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294554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059754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3824954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501100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266300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3031499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796699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310032" y="965010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186450" y="1141550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273743" y="211899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305511" y="137371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26156" y="211206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96757" y="202437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453550" y="218594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48465" y="159927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318944" y="121896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426220" y="19071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357909" y="236721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52749" y="187253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213876" y="238555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099836" y="159962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082898" y="203760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045143" y="240205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095309" y="175999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06244" y="11658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070222" y="237340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91020" y="23224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087850" y="20583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076551" y="23789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104879" y="219848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09991" y="237624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36480" y="195858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99846" y="184300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212283" y="189473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217673" y="172503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020351" y="216982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014597" y="237005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936753" y="215144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913331" y="22330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825039" y="232085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858038" y="211068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883254" y="165613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789371" y="135252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844895" y="155776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793479" y="217875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938892" y="212817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861680" y="162273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55943" y="180335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802026" y="229892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82696" y="157876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833471" y="175027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45155" y="191819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792750" y="22732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922981" y="191037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918598" y="224965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59878" y="17326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35431" y="192274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696519" y="201951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721346" y="214737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739182" y="219765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678858" y="200384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567579" y="189721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679195" y="19431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679172" y="21462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91710" y="196415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37485" y="217847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670514" y="20765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18207" y="192792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670857" y="165046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688018" y="216704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577194" y="235014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637019" y="222464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603658" y="202641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625655" y="214051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713461" y="200493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04751" y="198425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611648" y="183171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11807" y="187079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717258" y="193110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551546" y="22582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770769" y="199772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4380493" y="1808977"/>
              <a:ext cx="2319514" cy="387971"/>
            </a:xfrm>
            <a:custGeom>
              <a:avLst/>
              <a:pathLst>
                <a:path w="2319514" h="387971">
                  <a:moveTo>
                    <a:pt x="0" y="0"/>
                  </a:moveTo>
                  <a:lnTo>
                    <a:pt x="1225447" y="98637"/>
                  </a:lnTo>
                  <a:lnTo>
                    <a:pt x="1546342" y="114733"/>
                  </a:lnTo>
                  <a:lnTo>
                    <a:pt x="1998619" y="129648"/>
                  </a:lnTo>
                  <a:lnTo>
                    <a:pt x="2319514" y="135526"/>
                  </a:lnTo>
                  <a:lnTo>
                    <a:pt x="2319514" y="387971"/>
                  </a:lnTo>
                  <a:lnTo>
                    <a:pt x="1998619" y="361742"/>
                  </a:lnTo>
                  <a:lnTo>
                    <a:pt x="1546342" y="331404"/>
                  </a:lnTo>
                  <a:lnTo>
                    <a:pt x="1225447" y="315393"/>
                  </a:lnTo>
                  <a:lnTo>
                    <a:pt x="0" y="29141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380493" y="1808977"/>
              <a:ext cx="2319514" cy="135526"/>
            </a:xfrm>
            <a:custGeom>
              <a:avLst/>
              <a:pathLst>
                <a:path w="2319514" h="135526">
                  <a:moveTo>
                    <a:pt x="0" y="0"/>
                  </a:moveTo>
                  <a:lnTo>
                    <a:pt x="1225447" y="98637"/>
                  </a:lnTo>
                  <a:lnTo>
                    <a:pt x="1546342" y="114733"/>
                  </a:lnTo>
                  <a:lnTo>
                    <a:pt x="1998619" y="129648"/>
                  </a:lnTo>
                  <a:lnTo>
                    <a:pt x="2319514" y="1355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380493" y="2100395"/>
              <a:ext cx="2319514" cy="96553"/>
            </a:xfrm>
            <a:custGeom>
              <a:avLst/>
              <a:pathLst>
                <a:path w="2319514" h="96553">
                  <a:moveTo>
                    <a:pt x="2319514" y="96553"/>
                  </a:moveTo>
                  <a:lnTo>
                    <a:pt x="1998619" y="70325"/>
                  </a:lnTo>
                  <a:lnTo>
                    <a:pt x="1546342" y="39986"/>
                  </a:lnTo>
                  <a:lnTo>
                    <a:pt x="1225447" y="239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380493" y="1954686"/>
              <a:ext cx="2319514" cy="116040"/>
            </a:xfrm>
            <a:custGeom>
              <a:avLst/>
              <a:pathLst>
                <a:path w="2319514" h="116040">
                  <a:moveTo>
                    <a:pt x="0" y="0"/>
                  </a:moveTo>
                  <a:lnTo>
                    <a:pt x="1225447" y="61306"/>
                  </a:lnTo>
                  <a:lnTo>
                    <a:pt x="1546342" y="77360"/>
                  </a:lnTo>
                  <a:lnTo>
                    <a:pt x="1998619" y="99986"/>
                  </a:lnTo>
                  <a:lnTo>
                    <a:pt x="2319514" y="11604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6211123" y="122119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89" name="tx188"/>
            <p:cNvSpPr/>
            <p:nvPr/>
          </p:nvSpPr>
          <p:spPr>
            <a:xfrm>
              <a:off x="6283864" y="1221192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0.163</a:t>
              </a:r>
            </a:p>
          </p:txBody>
        </p:sp>
        <p:sp>
          <p:nvSpPr>
            <p:cNvPr id="190" name="rc189"/>
            <p:cNvSpPr/>
            <p:nvPr/>
          </p:nvSpPr>
          <p:spPr>
            <a:xfrm>
              <a:off x="4186450" y="1141550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186450" y="1141550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157982" y="22370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57982" y="17877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157982" y="13384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186450" y="250142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380493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5153665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5926836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6700007" y="250142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tx199"/>
            <p:cNvSpPr/>
            <p:nvPr/>
          </p:nvSpPr>
          <p:spPr>
            <a:xfrm>
              <a:off x="4352238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1" name="tx200"/>
            <p:cNvSpPr/>
            <p:nvPr/>
          </p:nvSpPr>
          <p:spPr>
            <a:xfrm>
              <a:off x="5125410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5898581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6671752" y="2552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4" name="tx203"/>
            <p:cNvSpPr/>
            <p:nvPr/>
          </p:nvSpPr>
          <p:spPr>
            <a:xfrm>
              <a:off x="4186450" y="965010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5" name="rc204"/>
            <p:cNvSpPr/>
            <p:nvPr/>
          </p:nvSpPr>
          <p:spPr>
            <a:xfrm>
              <a:off x="1310032" y="2875189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397325" y="402034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777154" y="388689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709961" y="4081794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463841" y="3962588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746906" y="398699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702301" y="3872899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616404" y="357657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554448" y="396021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622827" y="3919191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459039" y="387187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190603" y="408942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151375" y="4133753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203110" y="308575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162126" y="401882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422809" y="403975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092811" y="389429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331511" y="403873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457529" y="404470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23049" y="3494999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209411" y="361679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490146" y="381732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485814" y="389085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163573" y="375215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453966" y="394321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127514" y="396419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99248" y="3848452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484320" y="3365163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407116" y="3589704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184126" y="3838829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974799" y="374008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895981" y="412281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149779" y="4113850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889549" y="393044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190146" y="412628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43366" y="327177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170664" y="414084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094211" y="369175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877552" y="310724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83588" y="300761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147301" y="367799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55232" y="355969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06727" y="351604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950702" y="355088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36592" y="405566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910812" y="3506708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32197" y="388657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201826" y="390458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200868" y="372157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79058" y="371232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861185" y="380938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658551" y="3740647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775584" y="400521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557577" y="351104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684451" y="382576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662687" y="393420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615125" y="3664407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55068" y="359874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15921" y="333471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756649" y="335653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80708" y="333899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557854" y="343650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709246" y="366925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713772" y="3695360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712218" y="3603645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572842" y="356524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577723" y="355584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799696" y="3382718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592824" y="349420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37665" y="353638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560194" y="335688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734584" y="356609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94352" y="340622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1618930" y="3453426"/>
              <a:ext cx="2135648" cy="683339"/>
            </a:xfrm>
            <a:custGeom>
              <a:avLst/>
              <a:pathLst>
                <a:path w="2135648" h="683339">
                  <a:moveTo>
                    <a:pt x="0" y="278674"/>
                  </a:moveTo>
                  <a:lnTo>
                    <a:pt x="1128307" y="206383"/>
                  </a:lnTo>
                  <a:lnTo>
                    <a:pt x="1423765" y="159074"/>
                  </a:lnTo>
                  <a:lnTo>
                    <a:pt x="1840190" y="71390"/>
                  </a:lnTo>
                  <a:lnTo>
                    <a:pt x="2135648" y="0"/>
                  </a:lnTo>
                  <a:lnTo>
                    <a:pt x="2135648" y="362985"/>
                  </a:lnTo>
                  <a:lnTo>
                    <a:pt x="1840190" y="374467"/>
                  </a:lnTo>
                  <a:lnTo>
                    <a:pt x="1423765" y="403586"/>
                  </a:lnTo>
                  <a:lnTo>
                    <a:pt x="1128307" y="439151"/>
                  </a:lnTo>
                  <a:lnTo>
                    <a:pt x="0" y="68333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618930" y="3453426"/>
              <a:ext cx="2135648" cy="278674"/>
            </a:xfrm>
            <a:custGeom>
              <a:avLst/>
              <a:pathLst>
                <a:path w="2135648" h="278674">
                  <a:moveTo>
                    <a:pt x="0" y="278674"/>
                  </a:moveTo>
                  <a:lnTo>
                    <a:pt x="1128307" y="206383"/>
                  </a:lnTo>
                  <a:lnTo>
                    <a:pt x="1423765" y="159074"/>
                  </a:lnTo>
                  <a:lnTo>
                    <a:pt x="1840190" y="71390"/>
                  </a:lnTo>
                  <a:lnTo>
                    <a:pt x="21356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618930" y="3816411"/>
              <a:ext cx="2135648" cy="320353"/>
            </a:xfrm>
            <a:custGeom>
              <a:avLst/>
              <a:pathLst>
                <a:path w="2135648" h="320353">
                  <a:moveTo>
                    <a:pt x="2135648" y="0"/>
                  </a:moveTo>
                  <a:lnTo>
                    <a:pt x="1840190" y="11482"/>
                  </a:lnTo>
                  <a:lnTo>
                    <a:pt x="1423765" y="40600"/>
                  </a:lnTo>
                  <a:lnTo>
                    <a:pt x="1128307" y="76165"/>
                  </a:lnTo>
                  <a:lnTo>
                    <a:pt x="0" y="320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618930" y="3634918"/>
              <a:ext cx="2135648" cy="299513"/>
            </a:xfrm>
            <a:custGeom>
              <a:avLst/>
              <a:pathLst>
                <a:path w="2135648" h="299513">
                  <a:moveTo>
                    <a:pt x="0" y="299513"/>
                  </a:moveTo>
                  <a:lnTo>
                    <a:pt x="1128307" y="141274"/>
                  </a:lnTo>
                  <a:lnTo>
                    <a:pt x="1423765" y="99837"/>
                  </a:lnTo>
                  <a:lnTo>
                    <a:pt x="1840190" y="41436"/>
                  </a:lnTo>
                  <a:lnTo>
                    <a:pt x="2135648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tx281"/>
            <p:cNvSpPr/>
            <p:nvPr/>
          </p:nvSpPr>
          <p:spPr>
            <a:xfrm>
              <a:off x="3265695" y="299945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3" name="tx282"/>
            <p:cNvSpPr/>
            <p:nvPr/>
          </p:nvSpPr>
          <p:spPr>
            <a:xfrm>
              <a:off x="3338435" y="2999453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0.074</a:t>
              </a:r>
            </a:p>
          </p:txBody>
        </p:sp>
        <p:sp>
          <p:nvSpPr>
            <p:cNvPr id="284" name="rc283"/>
            <p:cNvSpPr/>
            <p:nvPr/>
          </p:nvSpPr>
          <p:spPr>
            <a:xfrm>
              <a:off x="1310032" y="2875189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310032" y="2875189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tx285"/>
            <p:cNvSpPr/>
            <p:nvPr/>
          </p:nvSpPr>
          <p:spPr>
            <a:xfrm rot="-5400000">
              <a:off x="1140466" y="414966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7" name="tx286"/>
            <p:cNvSpPr/>
            <p:nvPr/>
          </p:nvSpPr>
          <p:spPr>
            <a:xfrm rot="-5400000">
              <a:off x="1140466" y="389804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40466" y="364642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40466" y="339480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0" name="tx289"/>
            <p:cNvSpPr/>
            <p:nvPr/>
          </p:nvSpPr>
          <p:spPr>
            <a:xfrm rot="-5400000">
              <a:off x="1140466" y="314318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1" name="tx290"/>
            <p:cNvSpPr/>
            <p:nvPr/>
          </p:nvSpPr>
          <p:spPr>
            <a:xfrm rot="-5400000">
              <a:off x="1140466" y="289156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2" name="pl291"/>
            <p:cNvSpPr/>
            <p:nvPr/>
          </p:nvSpPr>
          <p:spPr>
            <a:xfrm>
              <a:off x="1281564" y="41861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281564" y="39344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281564" y="36828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281564" y="34312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281564" y="31796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281564" y="29280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310032" y="4235062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618930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2330813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3042696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3754579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tx302"/>
            <p:cNvSpPr/>
            <p:nvPr/>
          </p:nvSpPr>
          <p:spPr>
            <a:xfrm>
              <a:off x="1590675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2302558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5" name="tx304"/>
            <p:cNvSpPr/>
            <p:nvPr/>
          </p:nvSpPr>
          <p:spPr>
            <a:xfrm>
              <a:off x="3014441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3726324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7" name="tx306"/>
            <p:cNvSpPr/>
            <p:nvPr/>
          </p:nvSpPr>
          <p:spPr>
            <a:xfrm rot="-5400000">
              <a:off x="129703" y="3509543"/>
              <a:ext cx="180667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308" name="tx307"/>
            <p:cNvSpPr/>
            <p:nvPr/>
          </p:nvSpPr>
          <p:spPr>
            <a:xfrm>
              <a:off x="1310032" y="2698649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9" name="rc308"/>
            <p:cNvSpPr/>
            <p:nvPr/>
          </p:nvSpPr>
          <p:spPr>
            <a:xfrm>
              <a:off x="4186450" y="2875189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609100" y="373864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468809" y="312655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438293" y="3801993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282195" y="3584970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273743" y="384687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573810" y="304611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341748" y="300761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414314" y="334199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4550532" y="3978872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4341377" y="363948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4981311" y="388761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010604" y="342170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4983481" y="380659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240939" y="402198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05430" y="370182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071747" y="340121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261441" y="409184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257917" y="399390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038758" y="387152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211838" y="408899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41281" y="398474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258552" y="408967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255256" y="383704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4940654" y="378536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332597" y="356197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4961922" y="359951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321976" y="3887835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075305" y="414084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795209" y="3877153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967466" y="393674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667630" y="391366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817191" y="396270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81632" y="318387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702712" y="322399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027157" y="371963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708022" y="386752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927012" y="397466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707979" y="368816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992639" y="3493683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664977" y="402487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862099" y="335163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739863" y="367089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729196" y="372245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746176" y="396540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064127" y="3495985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784212" y="370954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671047" y="3471989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5766784" y="3682430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509295" y="382588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586877" y="391326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436645" y="3697268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652405" y="350444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678530" y="367289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383842" y="371148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610721" y="383992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508766" y="3745575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401297" y="384056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31479" y="376600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39554" y="353851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612089" y="327772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661212" y="385292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58593" y="399865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12112" y="3965503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44563" y="374288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511522" y="3908895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581354" y="380904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59619" y="3351971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545717" y="365176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770769" y="373477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401496" y="368495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521142" y="396304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6712523" y="364468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4465464" y="3561118"/>
              <a:ext cx="2149094" cy="335189"/>
            </a:xfrm>
            <a:custGeom>
              <a:avLst/>
              <a:pathLst>
                <a:path w="2149094" h="335189">
                  <a:moveTo>
                    <a:pt x="0" y="0"/>
                  </a:moveTo>
                  <a:lnTo>
                    <a:pt x="1135411" y="97798"/>
                  </a:lnTo>
                  <a:lnTo>
                    <a:pt x="1432729" y="112027"/>
                  </a:lnTo>
                  <a:lnTo>
                    <a:pt x="1851776" y="122463"/>
                  </a:lnTo>
                  <a:lnTo>
                    <a:pt x="2149094" y="124515"/>
                  </a:lnTo>
                  <a:lnTo>
                    <a:pt x="2149094" y="335189"/>
                  </a:lnTo>
                  <a:lnTo>
                    <a:pt x="1851776" y="309012"/>
                  </a:lnTo>
                  <a:lnTo>
                    <a:pt x="1432729" y="279662"/>
                  </a:lnTo>
                  <a:lnTo>
                    <a:pt x="1135411" y="265662"/>
                  </a:lnTo>
                  <a:lnTo>
                    <a:pt x="0" y="25565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65464" y="3561118"/>
              <a:ext cx="2149094" cy="124515"/>
            </a:xfrm>
            <a:custGeom>
              <a:avLst/>
              <a:pathLst>
                <a:path w="2149094" h="124515">
                  <a:moveTo>
                    <a:pt x="0" y="0"/>
                  </a:moveTo>
                  <a:lnTo>
                    <a:pt x="1135411" y="97798"/>
                  </a:lnTo>
                  <a:lnTo>
                    <a:pt x="1432729" y="112027"/>
                  </a:lnTo>
                  <a:lnTo>
                    <a:pt x="1851776" y="122463"/>
                  </a:lnTo>
                  <a:lnTo>
                    <a:pt x="2149094" y="124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465464" y="3816778"/>
              <a:ext cx="2149094" cy="79530"/>
            </a:xfrm>
            <a:custGeom>
              <a:avLst/>
              <a:pathLst>
                <a:path w="2149094" h="79530">
                  <a:moveTo>
                    <a:pt x="2149094" y="79530"/>
                  </a:moveTo>
                  <a:lnTo>
                    <a:pt x="1851776" y="53353"/>
                  </a:lnTo>
                  <a:lnTo>
                    <a:pt x="1432729" y="24002"/>
                  </a:lnTo>
                  <a:lnTo>
                    <a:pt x="1135411" y="100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465464" y="3688948"/>
              <a:ext cx="2149094" cy="102022"/>
            </a:xfrm>
            <a:custGeom>
              <a:avLst/>
              <a:pathLst>
                <a:path w="2149094" h="102022">
                  <a:moveTo>
                    <a:pt x="0" y="0"/>
                  </a:moveTo>
                  <a:lnTo>
                    <a:pt x="1135411" y="53900"/>
                  </a:lnTo>
                  <a:lnTo>
                    <a:pt x="1432729" y="68015"/>
                  </a:lnTo>
                  <a:lnTo>
                    <a:pt x="1851776" y="87908"/>
                  </a:lnTo>
                  <a:lnTo>
                    <a:pt x="2149094" y="102022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tx385"/>
            <p:cNvSpPr/>
            <p:nvPr/>
          </p:nvSpPr>
          <p:spPr>
            <a:xfrm>
              <a:off x="6125675" y="30019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87" name="tx386"/>
            <p:cNvSpPr/>
            <p:nvPr/>
          </p:nvSpPr>
          <p:spPr>
            <a:xfrm>
              <a:off x="6198415" y="3001909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0.213</a:t>
              </a:r>
            </a:p>
          </p:txBody>
        </p:sp>
        <p:sp>
          <p:nvSpPr>
            <p:cNvPr id="388" name="rc387"/>
            <p:cNvSpPr/>
            <p:nvPr/>
          </p:nvSpPr>
          <p:spPr>
            <a:xfrm>
              <a:off x="4186450" y="2875189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186450" y="2875189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157982" y="40722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157982" y="38406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57982" y="36090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57982" y="33773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157982" y="31457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157982" y="29141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186450" y="4235062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465464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5181829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898194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6614559" y="42350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4437209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2" name="tx401"/>
            <p:cNvSpPr/>
            <p:nvPr/>
          </p:nvSpPr>
          <p:spPr>
            <a:xfrm>
              <a:off x="5153574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3" name="tx402"/>
            <p:cNvSpPr/>
            <p:nvPr/>
          </p:nvSpPr>
          <p:spPr>
            <a:xfrm>
              <a:off x="5869939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4" name="tx403"/>
            <p:cNvSpPr/>
            <p:nvPr/>
          </p:nvSpPr>
          <p:spPr>
            <a:xfrm>
              <a:off x="6586304" y="42863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5" name="tx404"/>
            <p:cNvSpPr/>
            <p:nvPr/>
          </p:nvSpPr>
          <p:spPr>
            <a:xfrm>
              <a:off x="4186450" y="2698649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6" name="rc405"/>
            <p:cNvSpPr/>
            <p:nvPr/>
          </p:nvSpPr>
          <p:spPr>
            <a:xfrm>
              <a:off x="1310032" y="4608827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453975" y="5493595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93254" y="537447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737490" y="5447397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620327" y="5609114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397325" y="575323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640253" y="546634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12007" y="558239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61945" y="561370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640266" y="5702103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416309" y="5428980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332336" y="559377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336468" y="4940961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262915" y="507419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207291" y="529031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424464" y="541136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233151" y="587448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446259" y="563165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46520" y="524797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430133" y="481674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447062" y="474125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37548" y="548703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458699" y="523246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14761" y="504983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22462" y="517200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211144" y="562618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407996" y="557534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202867" y="5091289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397201" y="513562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109293" y="5666691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157043" y="539125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893273" y="549771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825210" y="5728765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897048" y="537139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174822" y="562788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925988" y="487165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06830" y="555950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58690" y="5277825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104143" y="510437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164156" y="479440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995164" y="499446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903501" y="558203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944312" y="521281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088872" y="534157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089147" y="517228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848224" y="5556585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106661" y="520983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962292" y="552263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974544" y="5483530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802364" y="553501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876396" y="548763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853191" y="5653535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689859" y="525559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803728" y="531290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580537" y="482254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894352" y="529160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513508" y="5484203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579778" y="530448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572720" y="519601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863019" y="514312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624392" y="501653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525434" y="544132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20638" y="492468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780450" y="571236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622166" y="557922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868369" y="542215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843142" y="550642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77946" y="5382405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575314" y="554557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762560" y="535772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600251" y="528727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880743" y="529377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760303" y="535464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625542" y="5185249"/>
              <a:ext cx="2112310" cy="407018"/>
            </a:xfrm>
            <a:custGeom>
              <a:avLst/>
              <a:pathLst>
                <a:path w="2112310" h="407018">
                  <a:moveTo>
                    <a:pt x="0" y="0"/>
                  </a:moveTo>
                  <a:lnTo>
                    <a:pt x="1115977" y="90083"/>
                  </a:lnTo>
                  <a:lnTo>
                    <a:pt x="1408207" y="81512"/>
                  </a:lnTo>
                  <a:lnTo>
                    <a:pt x="1820081" y="45093"/>
                  </a:lnTo>
                  <a:lnTo>
                    <a:pt x="2112310" y="9640"/>
                  </a:lnTo>
                  <a:lnTo>
                    <a:pt x="2112310" y="365074"/>
                  </a:lnTo>
                  <a:lnTo>
                    <a:pt x="1820081" y="334091"/>
                  </a:lnTo>
                  <a:lnTo>
                    <a:pt x="1408207" y="303971"/>
                  </a:lnTo>
                  <a:lnTo>
                    <a:pt x="1115977" y="299868"/>
                  </a:lnTo>
                  <a:lnTo>
                    <a:pt x="0" y="40701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625542" y="5185249"/>
              <a:ext cx="2112310" cy="90083"/>
            </a:xfrm>
            <a:custGeom>
              <a:avLst/>
              <a:pathLst>
                <a:path w="2112310" h="90083">
                  <a:moveTo>
                    <a:pt x="0" y="0"/>
                  </a:moveTo>
                  <a:lnTo>
                    <a:pt x="1115977" y="90083"/>
                  </a:lnTo>
                  <a:lnTo>
                    <a:pt x="1408207" y="81512"/>
                  </a:lnTo>
                  <a:lnTo>
                    <a:pt x="1820081" y="45093"/>
                  </a:lnTo>
                  <a:lnTo>
                    <a:pt x="2112310" y="96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625542" y="5485117"/>
              <a:ext cx="2112310" cy="107150"/>
            </a:xfrm>
            <a:custGeom>
              <a:avLst/>
              <a:pathLst>
                <a:path w="2112310" h="107150">
                  <a:moveTo>
                    <a:pt x="2112310" y="65206"/>
                  </a:moveTo>
                  <a:lnTo>
                    <a:pt x="1820081" y="34223"/>
                  </a:lnTo>
                  <a:lnTo>
                    <a:pt x="1408207" y="4102"/>
                  </a:lnTo>
                  <a:lnTo>
                    <a:pt x="1115977" y="0"/>
                  </a:lnTo>
                  <a:lnTo>
                    <a:pt x="0" y="1071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625542" y="5372606"/>
              <a:ext cx="2112310" cy="16151"/>
            </a:xfrm>
            <a:custGeom>
              <a:avLst/>
              <a:pathLst>
                <a:path w="2112310" h="16151">
                  <a:moveTo>
                    <a:pt x="0" y="16151"/>
                  </a:moveTo>
                  <a:lnTo>
                    <a:pt x="1115977" y="7618"/>
                  </a:lnTo>
                  <a:lnTo>
                    <a:pt x="1408207" y="5383"/>
                  </a:lnTo>
                  <a:lnTo>
                    <a:pt x="1820081" y="2234"/>
                  </a:lnTo>
                  <a:lnTo>
                    <a:pt x="2112310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tx482"/>
            <p:cNvSpPr/>
            <p:nvPr/>
          </p:nvSpPr>
          <p:spPr>
            <a:xfrm>
              <a:off x="3248969" y="473545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84" name="tx483"/>
            <p:cNvSpPr/>
            <p:nvPr/>
          </p:nvSpPr>
          <p:spPr>
            <a:xfrm>
              <a:off x="3321710" y="4735455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0.921</a:t>
              </a:r>
            </a:p>
          </p:txBody>
        </p:sp>
        <p:sp>
          <p:nvSpPr>
            <p:cNvPr id="485" name="rc484"/>
            <p:cNvSpPr/>
            <p:nvPr/>
          </p:nvSpPr>
          <p:spPr>
            <a:xfrm>
              <a:off x="1310032" y="4608827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310032" y="4608827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140466" y="584845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140466" y="550134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40466" y="515422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140466" y="480711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281564" y="58848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281564" y="55377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281564" y="51906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281564" y="48435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10032" y="596870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625542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329646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3033750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737853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>
              <a:off x="1597287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2301391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3005495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3709598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2422335" y="6177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1310032" y="4432287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6" name="rc505"/>
            <p:cNvSpPr/>
            <p:nvPr/>
          </p:nvSpPr>
          <p:spPr>
            <a:xfrm>
              <a:off x="4186450" y="4608827"/>
              <a:ext cx="2746729" cy="135987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364130" y="541817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283923" y="535208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393413" y="5403845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345742" y="5675569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497565" y="564149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402150" y="560321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511815" y="519545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273743" y="543606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306634" y="5623726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465007" y="5329800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211546" y="587448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011738" y="554367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996608" y="535833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948499" y="575565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4961428" y="547414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296691" y="513706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308355" y="550684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214808" y="556502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267463" y="534064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276993" y="564413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084180" y="529107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247469" y="561065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04530" y="526638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010192" y="496145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4939453" y="519868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4893022" y="5241740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4924602" y="5344903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84871" y="559134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828374" y="5394470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761089" y="544443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652657" y="562541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797006" y="524132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701571" y="544739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719555" y="525862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822338" y="486355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945730" y="549670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682838" y="534297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851498" y="474125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696847" y="534705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6006069" y="544753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852424" y="523921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6059211" y="517870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797176" y="506054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932103" y="553374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899658" y="5559924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726877" y="573634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935353" y="538632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860345" y="531615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6575788" y="535688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529399" y="546824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639907" y="5533902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486642" y="556566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758468" y="539289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492485" y="533554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764533" y="553039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551658" y="5277310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402519" y="559664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547700" y="546305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636910" y="539817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605821" y="5471903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665690" y="543645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554931" y="570122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512786" y="545440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722419" y="546961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411390" y="536879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616913" y="539246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770769" y="5714539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675364" y="536266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426739" y="5264023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424624" y="528972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459114" y="555557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764882" y="5616412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4396241" y="5290879"/>
              <a:ext cx="2230545" cy="284817"/>
            </a:xfrm>
            <a:custGeom>
              <a:avLst/>
              <a:pathLst>
                <a:path w="2230545" h="284817">
                  <a:moveTo>
                    <a:pt x="0" y="0"/>
                  </a:moveTo>
                  <a:lnTo>
                    <a:pt x="1178443" y="57969"/>
                  </a:lnTo>
                  <a:lnTo>
                    <a:pt x="1487030" y="56571"/>
                  </a:lnTo>
                  <a:lnTo>
                    <a:pt x="1921959" y="41829"/>
                  </a:lnTo>
                  <a:lnTo>
                    <a:pt x="2230545" y="25130"/>
                  </a:lnTo>
                  <a:lnTo>
                    <a:pt x="2230545" y="276191"/>
                  </a:lnTo>
                  <a:lnTo>
                    <a:pt x="1921959" y="257209"/>
                  </a:lnTo>
                  <a:lnTo>
                    <a:pt x="1487030" y="239248"/>
                  </a:lnTo>
                  <a:lnTo>
                    <a:pt x="1178443" y="235567"/>
                  </a:lnTo>
                  <a:lnTo>
                    <a:pt x="0" y="28481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4396241" y="5290879"/>
              <a:ext cx="2230545" cy="57969"/>
            </a:xfrm>
            <a:custGeom>
              <a:avLst/>
              <a:pathLst>
                <a:path w="2230545" h="57969">
                  <a:moveTo>
                    <a:pt x="0" y="0"/>
                  </a:moveTo>
                  <a:lnTo>
                    <a:pt x="1178443" y="57969"/>
                  </a:lnTo>
                  <a:lnTo>
                    <a:pt x="1487030" y="56571"/>
                  </a:lnTo>
                  <a:lnTo>
                    <a:pt x="1921959" y="41829"/>
                  </a:lnTo>
                  <a:lnTo>
                    <a:pt x="2230545" y="251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4396241" y="5526447"/>
              <a:ext cx="2230545" cy="49249"/>
            </a:xfrm>
            <a:custGeom>
              <a:avLst/>
              <a:pathLst>
                <a:path w="2230545" h="49249">
                  <a:moveTo>
                    <a:pt x="2230545" y="40623"/>
                  </a:moveTo>
                  <a:lnTo>
                    <a:pt x="1921959" y="21641"/>
                  </a:lnTo>
                  <a:lnTo>
                    <a:pt x="1487030" y="3681"/>
                  </a:lnTo>
                  <a:lnTo>
                    <a:pt x="1178443" y="0"/>
                  </a:lnTo>
                  <a:lnTo>
                    <a:pt x="0" y="4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396241" y="5433288"/>
              <a:ext cx="2230545" cy="8252"/>
            </a:xfrm>
            <a:custGeom>
              <a:avLst/>
              <a:pathLst>
                <a:path w="2230545" h="8252">
                  <a:moveTo>
                    <a:pt x="0" y="0"/>
                  </a:moveTo>
                  <a:lnTo>
                    <a:pt x="1178443" y="4359"/>
                  </a:lnTo>
                  <a:lnTo>
                    <a:pt x="1487030" y="5501"/>
                  </a:lnTo>
                  <a:lnTo>
                    <a:pt x="1921959" y="7110"/>
                  </a:lnTo>
                  <a:lnTo>
                    <a:pt x="2230545" y="8252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tx582"/>
            <p:cNvSpPr/>
            <p:nvPr/>
          </p:nvSpPr>
          <p:spPr>
            <a:xfrm>
              <a:off x="6137902" y="473415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84" name="tx583"/>
            <p:cNvSpPr/>
            <p:nvPr/>
          </p:nvSpPr>
          <p:spPr>
            <a:xfrm>
              <a:off x="6210643" y="473415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0.936</a:t>
              </a:r>
            </a:p>
          </p:txBody>
        </p:sp>
        <p:sp>
          <p:nvSpPr>
            <p:cNvPr id="585" name="rc584"/>
            <p:cNvSpPr/>
            <p:nvPr/>
          </p:nvSpPr>
          <p:spPr>
            <a:xfrm>
              <a:off x="4186450" y="4608827"/>
              <a:ext cx="2746729" cy="135987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186450" y="4608827"/>
              <a:ext cx="0" cy="1359873"/>
            </a:xfrm>
            <a:custGeom>
              <a:avLst/>
              <a:pathLst>
                <a:path w="0" h="1359873">
                  <a:moveTo>
                    <a:pt x="0" y="135987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157982" y="58935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157982" y="56453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157982" y="53971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157982" y="51488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157982" y="49006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157982" y="46524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186450" y="596870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396241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5139756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5883271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6626786" y="5968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tx597"/>
            <p:cNvSpPr/>
            <p:nvPr/>
          </p:nvSpPr>
          <p:spPr>
            <a:xfrm>
              <a:off x="4367986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9" name="tx598"/>
            <p:cNvSpPr/>
            <p:nvPr/>
          </p:nvSpPr>
          <p:spPr>
            <a:xfrm>
              <a:off x="5111501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0" name="tx599"/>
            <p:cNvSpPr/>
            <p:nvPr/>
          </p:nvSpPr>
          <p:spPr>
            <a:xfrm>
              <a:off x="5855016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1" name="tx600"/>
            <p:cNvSpPr/>
            <p:nvPr/>
          </p:nvSpPr>
          <p:spPr>
            <a:xfrm>
              <a:off x="6598531" y="6019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2" name="tx601"/>
            <p:cNvSpPr/>
            <p:nvPr/>
          </p:nvSpPr>
          <p:spPr>
            <a:xfrm>
              <a:off x="5298753" y="6177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3" name="tx602"/>
            <p:cNvSpPr/>
            <p:nvPr/>
          </p:nvSpPr>
          <p:spPr>
            <a:xfrm>
              <a:off x="4186450" y="4432287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4" name="rc603"/>
            <p:cNvSpPr/>
            <p:nvPr/>
          </p:nvSpPr>
          <p:spPr>
            <a:xfrm>
              <a:off x="1889049" y="6402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tx604"/>
            <p:cNvSpPr/>
            <p:nvPr/>
          </p:nvSpPr>
          <p:spPr>
            <a:xfrm>
              <a:off x="2754506" y="6414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6" name="rc605"/>
            <p:cNvSpPr/>
            <p:nvPr/>
          </p:nvSpPr>
          <p:spPr>
            <a:xfrm>
              <a:off x="1889049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1941490" y="66192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7"/>
            <p:cNvSpPr/>
            <p:nvPr/>
          </p:nvSpPr>
          <p:spPr>
            <a:xfrm>
              <a:off x="1889049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41490" y="68562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2340930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2393372" y="661929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2340930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2393372" y="685623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2787142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2839584" y="66192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2787142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839584" y="68562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3222107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3274548" y="66192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3222107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3274548" y="68562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rc621"/>
            <p:cNvSpPr/>
            <p:nvPr/>
          </p:nvSpPr>
          <p:spPr>
            <a:xfrm>
              <a:off x="3668319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3720760" y="66192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rc623"/>
            <p:cNvSpPr/>
            <p:nvPr/>
          </p:nvSpPr>
          <p:spPr>
            <a:xfrm>
              <a:off x="3668319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3720760" y="68562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tx625"/>
            <p:cNvSpPr/>
            <p:nvPr/>
          </p:nvSpPr>
          <p:spPr>
            <a:xfrm>
              <a:off x="2125985" y="6620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2125985" y="6857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2577866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2577866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3024078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3024078" y="6857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32" name="tx631"/>
            <p:cNvSpPr/>
            <p:nvPr/>
          </p:nvSpPr>
          <p:spPr>
            <a:xfrm>
              <a:off x="3459043" y="6620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33" name="tx632"/>
            <p:cNvSpPr/>
            <p:nvPr/>
          </p:nvSpPr>
          <p:spPr>
            <a:xfrm>
              <a:off x="3459043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4" name="tx633"/>
            <p:cNvSpPr/>
            <p:nvPr/>
          </p:nvSpPr>
          <p:spPr>
            <a:xfrm>
              <a:off x="3905255" y="6620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5" name="tx634"/>
            <p:cNvSpPr/>
            <p:nvPr/>
          </p:nvSpPr>
          <p:spPr>
            <a:xfrm>
              <a:off x="3905255" y="6857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  <p:sp>
          <p:nvSpPr>
            <p:cNvPr id="636" name="rc635"/>
            <p:cNvSpPr/>
            <p:nvPr/>
          </p:nvSpPr>
          <p:spPr>
            <a:xfrm>
              <a:off x="4191195" y="6402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tx636"/>
            <p:cNvSpPr/>
            <p:nvPr/>
          </p:nvSpPr>
          <p:spPr>
            <a:xfrm>
              <a:off x="5056652" y="6414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38" name="rc637"/>
            <p:cNvSpPr/>
            <p:nvPr/>
          </p:nvSpPr>
          <p:spPr>
            <a:xfrm>
              <a:off x="4191195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243636" y="661929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39"/>
            <p:cNvSpPr/>
            <p:nvPr/>
          </p:nvSpPr>
          <p:spPr>
            <a:xfrm>
              <a:off x="4191195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243636" y="685623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1"/>
            <p:cNvSpPr/>
            <p:nvPr/>
          </p:nvSpPr>
          <p:spPr>
            <a:xfrm>
              <a:off x="4643076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4695518" y="6619294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4643076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695518" y="6856231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5"/>
            <p:cNvSpPr/>
            <p:nvPr/>
          </p:nvSpPr>
          <p:spPr>
            <a:xfrm>
              <a:off x="5089288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141730" y="661929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7"/>
            <p:cNvSpPr/>
            <p:nvPr/>
          </p:nvSpPr>
          <p:spPr>
            <a:xfrm>
              <a:off x="5089288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141730" y="685623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5524253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576694" y="661929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1"/>
            <p:cNvSpPr/>
            <p:nvPr/>
          </p:nvSpPr>
          <p:spPr>
            <a:xfrm>
              <a:off x="5524253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576694" y="685623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rc653"/>
            <p:cNvSpPr/>
            <p:nvPr/>
          </p:nvSpPr>
          <p:spPr>
            <a:xfrm>
              <a:off x="5970465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022906" y="661929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rc655"/>
            <p:cNvSpPr/>
            <p:nvPr/>
          </p:nvSpPr>
          <p:spPr>
            <a:xfrm>
              <a:off x="5970465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022906" y="685623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tx657"/>
            <p:cNvSpPr/>
            <p:nvPr/>
          </p:nvSpPr>
          <p:spPr>
            <a:xfrm>
              <a:off x="4428131" y="6620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59" name="tx658"/>
            <p:cNvSpPr/>
            <p:nvPr/>
          </p:nvSpPr>
          <p:spPr>
            <a:xfrm>
              <a:off x="4428131" y="6857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60" name="tx659"/>
            <p:cNvSpPr/>
            <p:nvPr/>
          </p:nvSpPr>
          <p:spPr>
            <a:xfrm>
              <a:off x="4880012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61" name="tx660"/>
            <p:cNvSpPr/>
            <p:nvPr/>
          </p:nvSpPr>
          <p:spPr>
            <a:xfrm>
              <a:off x="4880012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62" name="tx661"/>
            <p:cNvSpPr/>
            <p:nvPr/>
          </p:nvSpPr>
          <p:spPr>
            <a:xfrm>
              <a:off x="5326224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5326224" y="6857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4" name="tx663"/>
            <p:cNvSpPr/>
            <p:nvPr/>
          </p:nvSpPr>
          <p:spPr>
            <a:xfrm>
              <a:off x="5761189" y="6620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5" name="tx664"/>
            <p:cNvSpPr/>
            <p:nvPr/>
          </p:nvSpPr>
          <p:spPr>
            <a:xfrm>
              <a:off x="5761189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66" name="tx665"/>
            <p:cNvSpPr/>
            <p:nvPr/>
          </p:nvSpPr>
          <p:spPr>
            <a:xfrm>
              <a:off x="6207401" y="6620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67" name="tx666"/>
            <p:cNvSpPr/>
            <p:nvPr/>
          </p:nvSpPr>
          <p:spPr>
            <a:xfrm>
              <a:off x="6207401" y="6857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2026-07-20T13:31:07Z</dcterms:modified>
  <cp:category/>
</cp:coreProperties>
</file>