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3142498" cy="17335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7509" y="939705"/>
              <a:ext cx="2876280" cy="17335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673252"/>
              <a:ext cx="3142498" cy="17335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07509" y="2673252"/>
              <a:ext cx="2876280" cy="17335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406799"/>
              <a:ext cx="3142498" cy="26022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07509" y="4406799"/>
              <a:ext cx="2876280" cy="26022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10306" y="1141550"/>
              <a:ext cx="2746591" cy="13597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403391" y="224954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404501" y="218219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443587" y="228369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397593" y="228080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14960" y="230573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61451" y="216350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63356" y="208431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54622" y="22652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74895" y="233428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59236" y="214389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328907" y="234230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263941" y="228148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215022" y="170322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220947" y="22042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347126" y="227557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358704" y="233688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64141" y="236171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351799" y="21964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59354" y="158285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294046" y="176184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4817" y="235269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157170" y="215823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88026" y="210439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316164" y="211373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18119" y="226898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26612" y="221150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364604" y="175412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29178" y="188493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049157" y="230338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059627" y="209521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47256" y="23155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97596" y="240196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033528" y="215815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124956" y="229341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942987" y="141751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85290" y="233709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21659" y="200842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974996" y="168950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082212" y="116580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126824" y="191265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938441" y="207127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970795" y="193716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925454" y="20464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999601" y="219205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14323" y="210883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38607" y="209485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55506" y="219066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83781" y="218065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761998" y="219721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713886" y="219504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683269" y="215351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777202" y="228504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694949" y="193073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823639" y="194799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714422" y="215569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835652" y="208352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874815" y="199832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735603" y="178374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840663" y="184725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766014" y="171688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780674" y="193811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894495" y="187570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683419" y="225481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865614" y="209951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893928" y="201159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832057" y="206950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851859" y="182448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779550" y="204214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857408" y="191448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872288" y="180917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822690" y="196743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762850" y="193878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1524964" y="1862377"/>
              <a:ext cx="2304685" cy="533992"/>
            </a:xfrm>
            <a:custGeom>
              <a:avLst/>
              <a:pathLst>
                <a:path w="2304685" h="533992">
                  <a:moveTo>
                    <a:pt x="0" y="151555"/>
                  </a:moveTo>
                  <a:lnTo>
                    <a:pt x="1217613" y="145445"/>
                  </a:lnTo>
                  <a:lnTo>
                    <a:pt x="1536456" y="115609"/>
                  </a:lnTo>
                  <a:lnTo>
                    <a:pt x="1985841" y="53046"/>
                  </a:lnTo>
                  <a:lnTo>
                    <a:pt x="2304685" y="0"/>
                  </a:lnTo>
                  <a:lnTo>
                    <a:pt x="2304685" y="346045"/>
                  </a:lnTo>
                  <a:lnTo>
                    <a:pt x="1985841" y="339967"/>
                  </a:lnTo>
                  <a:lnTo>
                    <a:pt x="1536456" y="343603"/>
                  </a:lnTo>
                  <a:lnTo>
                    <a:pt x="1217613" y="360736"/>
                  </a:lnTo>
                  <a:lnTo>
                    <a:pt x="0" y="53399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24964" y="1862377"/>
              <a:ext cx="2304685" cy="151555"/>
            </a:xfrm>
            <a:custGeom>
              <a:avLst/>
              <a:pathLst>
                <a:path w="2304685" h="151555">
                  <a:moveTo>
                    <a:pt x="0" y="151555"/>
                  </a:moveTo>
                  <a:lnTo>
                    <a:pt x="1217613" y="145445"/>
                  </a:lnTo>
                  <a:lnTo>
                    <a:pt x="1536456" y="115609"/>
                  </a:lnTo>
                  <a:lnTo>
                    <a:pt x="1985841" y="53046"/>
                  </a:lnTo>
                  <a:lnTo>
                    <a:pt x="23046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24964" y="2202344"/>
              <a:ext cx="2304685" cy="194025"/>
            </a:xfrm>
            <a:custGeom>
              <a:avLst/>
              <a:pathLst>
                <a:path w="2304685" h="194025">
                  <a:moveTo>
                    <a:pt x="2304685" y="6078"/>
                  </a:moveTo>
                  <a:lnTo>
                    <a:pt x="1985841" y="0"/>
                  </a:lnTo>
                  <a:lnTo>
                    <a:pt x="1536456" y="3636"/>
                  </a:lnTo>
                  <a:lnTo>
                    <a:pt x="1217613" y="20769"/>
                  </a:lnTo>
                  <a:lnTo>
                    <a:pt x="0" y="1940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24964" y="2035400"/>
              <a:ext cx="2304685" cy="169751"/>
            </a:xfrm>
            <a:custGeom>
              <a:avLst/>
              <a:pathLst>
                <a:path w="2304685" h="169751">
                  <a:moveTo>
                    <a:pt x="0" y="169751"/>
                  </a:moveTo>
                  <a:lnTo>
                    <a:pt x="1217613" y="80068"/>
                  </a:lnTo>
                  <a:lnTo>
                    <a:pt x="1536456" y="56583"/>
                  </a:lnTo>
                  <a:lnTo>
                    <a:pt x="1985841" y="23484"/>
                  </a:lnTo>
                  <a:lnTo>
                    <a:pt x="230468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3349954" y="1244903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0.271</a:t>
              </a:r>
            </a:p>
          </p:txBody>
        </p:sp>
        <p:sp>
          <p:nvSpPr>
            <p:cNvPr id="90" name="rc89"/>
            <p:cNvSpPr/>
            <p:nvPr/>
          </p:nvSpPr>
          <p:spPr>
            <a:xfrm>
              <a:off x="1310306" y="1141550"/>
              <a:ext cx="2746591" cy="13597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310306" y="1141550"/>
              <a:ext cx="0" cy="1359782"/>
            </a:xfrm>
            <a:custGeom>
              <a:avLst/>
              <a:pathLst>
                <a:path w="0" h="1359782">
                  <a:moveTo>
                    <a:pt x="0" y="135978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tx91"/>
            <p:cNvSpPr/>
            <p:nvPr/>
          </p:nvSpPr>
          <p:spPr>
            <a:xfrm rot="-5400000">
              <a:off x="1140740" y="221316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3" name="tx92"/>
            <p:cNvSpPr/>
            <p:nvPr/>
          </p:nvSpPr>
          <p:spPr>
            <a:xfrm rot="-5400000">
              <a:off x="1140740" y="184384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4" name="tx93"/>
            <p:cNvSpPr/>
            <p:nvPr/>
          </p:nvSpPr>
          <p:spPr>
            <a:xfrm rot="-5400000">
              <a:off x="1140740" y="147453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95" name="tx94"/>
            <p:cNvSpPr/>
            <p:nvPr/>
          </p:nvSpPr>
          <p:spPr>
            <a:xfrm rot="-5400000">
              <a:off x="1112485" y="1105214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96" name="pl95"/>
            <p:cNvSpPr/>
            <p:nvPr/>
          </p:nvSpPr>
          <p:spPr>
            <a:xfrm>
              <a:off x="1281838" y="224960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281838" y="18802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281838" y="15109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281838" y="11416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310306" y="2501332"/>
              <a:ext cx="2746591" cy="0"/>
            </a:xfrm>
            <a:custGeom>
              <a:avLst/>
              <a:pathLst>
                <a:path w="2746591" h="0">
                  <a:moveTo>
                    <a:pt x="0" y="0"/>
                  </a:moveTo>
                  <a:lnTo>
                    <a:pt x="274659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524964" y="250133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2293192" y="250133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3061420" y="250133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829649" y="250133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tx104"/>
            <p:cNvSpPr/>
            <p:nvPr/>
          </p:nvSpPr>
          <p:spPr>
            <a:xfrm>
              <a:off x="1496709" y="255257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6" name="tx105"/>
            <p:cNvSpPr/>
            <p:nvPr/>
          </p:nvSpPr>
          <p:spPr>
            <a:xfrm>
              <a:off x="2264937" y="255257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3033165" y="255257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3801394" y="255257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9" name="tx108"/>
            <p:cNvSpPr/>
            <p:nvPr/>
          </p:nvSpPr>
          <p:spPr>
            <a:xfrm rot="-5400000">
              <a:off x="934421" y="1775721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310306" y="965010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186587" y="1141550"/>
              <a:ext cx="2746591" cy="13597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361439" y="211901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322229" y="137347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340496" y="211200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378896" y="202442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390880" y="218570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325907" y="159900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273874" y="121891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301980" y="190734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310400" y="236717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393076" y="187248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003518" y="23853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064788" y="159957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005974" y="203733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89412" y="240196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138076" y="175983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41896" y="116580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43794" y="237316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91354" y="23224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001931" y="205833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121949" y="23790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162438" y="219831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063959" y="237591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68881" y="195850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064478" y="18428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152055" y="189458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4988273" y="172486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081716" y="216990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152354" y="237005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765618" y="215133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837000" y="223276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787123" y="23206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938555" y="211086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890263" y="165609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72819" y="135239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788807" y="155746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929495" y="217862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783439" y="212783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946256" y="162265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976525" y="180348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780755" y="22988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819305" y="157864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849322" y="175026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844226" y="191814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968739" y="22733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842592" y="191017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978658" y="224964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937351" y="173250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935846" y="192253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686945" y="201938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670264" y="214756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550940" y="219757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696178" y="200378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588673" y="189708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767579" y="19431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676563" y="214619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662534" y="196403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669711" y="217817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755883" y="207652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605387" y="192783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743730" y="165038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667109" y="216713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645746" y="23500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745001" y="222435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735107" y="202619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589711" y="214038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735044" y="200478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720280" y="198386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770776" y="183176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680243" y="187070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565049" y="193090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634146" y="225803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574225" y="199778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4350167" y="1808853"/>
              <a:ext cx="2347767" cy="388015"/>
            </a:xfrm>
            <a:custGeom>
              <a:avLst/>
              <a:pathLst>
                <a:path w="2347767" h="388015">
                  <a:moveTo>
                    <a:pt x="0" y="0"/>
                  </a:moveTo>
                  <a:lnTo>
                    <a:pt x="1240374" y="98648"/>
                  </a:lnTo>
                  <a:lnTo>
                    <a:pt x="1565178" y="114746"/>
                  </a:lnTo>
                  <a:lnTo>
                    <a:pt x="2022963" y="129662"/>
                  </a:lnTo>
                  <a:lnTo>
                    <a:pt x="2347767" y="135542"/>
                  </a:lnTo>
                  <a:lnTo>
                    <a:pt x="2347767" y="388015"/>
                  </a:lnTo>
                  <a:lnTo>
                    <a:pt x="2022963" y="361783"/>
                  </a:lnTo>
                  <a:lnTo>
                    <a:pt x="1565178" y="331441"/>
                  </a:lnTo>
                  <a:lnTo>
                    <a:pt x="1240374" y="315429"/>
                  </a:lnTo>
                  <a:lnTo>
                    <a:pt x="0" y="29145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350167" y="1808853"/>
              <a:ext cx="2347767" cy="135542"/>
            </a:xfrm>
            <a:custGeom>
              <a:avLst/>
              <a:pathLst>
                <a:path w="2347767" h="135542">
                  <a:moveTo>
                    <a:pt x="0" y="0"/>
                  </a:moveTo>
                  <a:lnTo>
                    <a:pt x="1240374" y="98648"/>
                  </a:lnTo>
                  <a:lnTo>
                    <a:pt x="1565178" y="114746"/>
                  </a:lnTo>
                  <a:lnTo>
                    <a:pt x="2022963" y="129662"/>
                  </a:lnTo>
                  <a:lnTo>
                    <a:pt x="2347767" y="1355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350167" y="2100303"/>
              <a:ext cx="2347767" cy="96564"/>
            </a:xfrm>
            <a:custGeom>
              <a:avLst/>
              <a:pathLst>
                <a:path w="2347767" h="96564">
                  <a:moveTo>
                    <a:pt x="2347767" y="96564"/>
                  </a:moveTo>
                  <a:lnTo>
                    <a:pt x="2022963" y="70333"/>
                  </a:lnTo>
                  <a:lnTo>
                    <a:pt x="1565178" y="39991"/>
                  </a:lnTo>
                  <a:lnTo>
                    <a:pt x="1240374" y="239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350167" y="1954578"/>
              <a:ext cx="2347767" cy="116053"/>
            </a:xfrm>
            <a:custGeom>
              <a:avLst/>
              <a:pathLst>
                <a:path w="2347767" h="116053">
                  <a:moveTo>
                    <a:pt x="0" y="0"/>
                  </a:moveTo>
                  <a:lnTo>
                    <a:pt x="1240374" y="61313"/>
                  </a:lnTo>
                  <a:lnTo>
                    <a:pt x="1565178" y="77368"/>
                  </a:lnTo>
                  <a:lnTo>
                    <a:pt x="2022963" y="99997"/>
                  </a:lnTo>
                  <a:lnTo>
                    <a:pt x="2347767" y="116053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tx187"/>
            <p:cNvSpPr/>
            <p:nvPr/>
          </p:nvSpPr>
          <p:spPr>
            <a:xfrm>
              <a:off x="6218240" y="1244878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0.163</a:t>
              </a:r>
            </a:p>
          </p:txBody>
        </p:sp>
        <p:sp>
          <p:nvSpPr>
            <p:cNvPr id="189" name="rc188"/>
            <p:cNvSpPr/>
            <p:nvPr/>
          </p:nvSpPr>
          <p:spPr>
            <a:xfrm>
              <a:off x="4186587" y="1141550"/>
              <a:ext cx="2746591" cy="13597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186587" y="1141550"/>
              <a:ext cx="0" cy="1359782"/>
            </a:xfrm>
            <a:custGeom>
              <a:avLst/>
              <a:pathLst>
                <a:path w="0" h="1359782">
                  <a:moveTo>
                    <a:pt x="0" y="135978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158119" y="22369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158119" y="17876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158119" y="13382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186587" y="2501332"/>
              <a:ext cx="2746591" cy="0"/>
            </a:xfrm>
            <a:custGeom>
              <a:avLst/>
              <a:pathLst>
                <a:path w="2746591" h="0">
                  <a:moveTo>
                    <a:pt x="0" y="0"/>
                  </a:moveTo>
                  <a:lnTo>
                    <a:pt x="274659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350167" y="250133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5132757" y="250133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5915346" y="250133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6697935" y="250133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tx198"/>
            <p:cNvSpPr/>
            <p:nvPr/>
          </p:nvSpPr>
          <p:spPr>
            <a:xfrm>
              <a:off x="4321913" y="255257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00" name="tx199"/>
            <p:cNvSpPr/>
            <p:nvPr/>
          </p:nvSpPr>
          <p:spPr>
            <a:xfrm>
              <a:off x="5104502" y="255257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01" name="tx200"/>
            <p:cNvSpPr/>
            <p:nvPr/>
          </p:nvSpPr>
          <p:spPr>
            <a:xfrm>
              <a:off x="5887091" y="255257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02" name="tx201"/>
            <p:cNvSpPr/>
            <p:nvPr/>
          </p:nvSpPr>
          <p:spPr>
            <a:xfrm>
              <a:off x="6669680" y="255257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03" name="tx202"/>
            <p:cNvSpPr/>
            <p:nvPr/>
          </p:nvSpPr>
          <p:spPr>
            <a:xfrm>
              <a:off x="4186587" y="965010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4" name="rc203"/>
            <p:cNvSpPr/>
            <p:nvPr/>
          </p:nvSpPr>
          <p:spPr>
            <a:xfrm>
              <a:off x="1310306" y="2875097"/>
              <a:ext cx="2746591" cy="13597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1479019" y="4020408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733464" y="388591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468723" y="4080319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672195" y="3960968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617249" y="3986323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691340" y="3872413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748644" y="357659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740899" y="395916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480270" y="3919032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397593" y="3871204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167668" y="408861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281487" y="4132371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117514" y="308345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437008" y="401540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392351" y="4038340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224049" y="3892846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152747" y="403988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488858" y="404165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441289" y="349531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291342" y="361772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140818" y="381445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333557" y="388901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262684" y="375289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340132" y="394246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106166" y="396420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247371" y="3849614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224461" y="3363304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485819" y="3588648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991776" y="3837440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983698" y="374097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021441" y="412061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819235" y="4112660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977533" y="393165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142509" y="412373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183792" y="327108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821237" y="414066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050715" y="3693571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889425" y="310551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105272" y="300751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110131" y="367740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168607" y="3556993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74170" y="3518353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808942" y="355169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976817" y="405313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2882951" y="3504811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936986" y="388455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126030" y="390438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2903621" y="372277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693425" y="3709481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768521" y="3808646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798306" y="3739969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614376" y="400650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546274" y="350886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690247" y="382493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677802" y="393339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684053" y="3663093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892377" y="359978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576085" y="333369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844045" y="335776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685376" y="3337558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894495" y="343470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530877" y="366972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38509" y="3696439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639664" y="3603095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602677" y="356455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819701" y="355284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635305" y="3383162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591857" y="349525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568467" y="353671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655599" y="335738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634886" y="356624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619123" y="340391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1620462" y="3452912"/>
              <a:ext cx="2128369" cy="682783"/>
            </a:xfrm>
            <a:custGeom>
              <a:avLst/>
              <a:pathLst>
                <a:path w="2128369" h="682783">
                  <a:moveTo>
                    <a:pt x="0" y="278447"/>
                  </a:moveTo>
                  <a:lnTo>
                    <a:pt x="1124461" y="206215"/>
                  </a:lnTo>
                  <a:lnTo>
                    <a:pt x="1418912" y="158945"/>
                  </a:lnTo>
                  <a:lnTo>
                    <a:pt x="1833918" y="71332"/>
                  </a:lnTo>
                  <a:lnTo>
                    <a:pt x="2128369" y="0"/>
                  </a:lnTo>
                  <a:lnTo>
                    <a:pt x="2128369" y="362690"/>
                  </a:lnTo>
                  <a:lnTo>
                    <a:pt x="1833918" y="374163"/>
                  </a:lnTo>
                  <a:lnTo>
                    <a:pt x="1418912" y="403258"/>
                  </a:lnTo>
                  <a:lnTo>
                    <a:pt x="1124461" y="438794"/>
                  </a:lnTo>
                  <a:lnTo>
                    <a:pt x="0" y="68278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1620462" y="3452912"/>
              <a:ext cx="2128369" cy="278447"/>
            </a:xfrm>
            <a:custGeom>
              <a:avLst/>
              <a:pathLst>
                <a:path w="2128369" h="278447">
                  <a:moveTo>
                    <a:pt x="0" y="278447"/>
                  </a:moveTo>
                  <a:lnTo>
                    <a:pt x="1124461" y="206215"/>
                  </a:lnTo>
                  <a:lnTo>
                    <a:pt x="1418912" y="158945"/>
                  </a:lnTo>
                  <a:lnTo>
                    <a:pt x="1833918" y="71332"/>
                  </a:lnTo>
                  <a:lnTo>
                    <a:pt x="212836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620462" y="3815602"/>
              <a:ext cx="2128369" cy="320092"/>
            </a:xfrm>
            <a:custGeom>
              <a:avLst/>
              <a:pathLst>
                <a:path w="2128369" h="320092">
                  <a:moveTo>
                    <a:pt x="2128369" y="0"/>
                  </a:moveTo>
                  <a:lnTo>
                    <a:pt x="1833918" y="11472"/>
                  </a:lnTo>
                  <a:lnTo>
                    <a:pt x="1418912" y="40567"/>
                  </a:lnTo>
                  <a:lnTo>
                    <a:pt x="1124461" y="76103"/>
                  </a:lnTo>
                  <a:lnTo>
                    <a:pt x="0" y="320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620462" y="3634257"/>
              <a:ext cx="2128369" cy="299270"/>
            </a:xfrm>
            <a:custGeom>
              <a:avLst/>
              <a:pathLst>
                <a:path w="2128369" h="299270">
                  <a:moveTo>
                    <a:pt x="0" y="299270"/>
                  </a:moveTo>
                  <a:lnTo>
                    <a:pt x="1124461" y="141159"/>
                  </a:lnTo>
                  <a:lnTo>
                    <a:pt x="1418912" y="99756"/>
                  </a:lnTo>
                  <a:lnTo>
                    <a:pt x="1833918" y="41402"/>
                  </a:lnTo>
                  <a:lnTo>
                    <a:pt x="212836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tx280"/>
            <p:cNvSpPr/>
            <p:nvPr/>
          </p:nvSpPr>
          <p:spPr>
            <a:xfrm>
              <a:off x="3269137" y="3034018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0.074</a:t>
              </a:r>
            </a:p>
          </p:txBody>
        </p:sp>
        <p:sp>
          <p:nvSpPr>
            <p:cNvPr id="282" name="rc281"/>
            <p:cNvSpPr/>
            <p:nvPr/>
          </p:nvSpPr>
          <p:spPr>
            <a:xfrm>
              <a:off x="1310306" y="2875097"/>
              <a:ext cx="2746591" cy="13597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310306" y="2875097"/>
              <a:ext cx="0" cy="1359782"/>
            </a:xfrm>
            <a:custGeom>
              <a:avLst/>
              <a:pathLst>
                <a:path w="0" h="1359782">
                  <a:moveTo>
                    <a:pt x="0" y="135978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tx283"/>
            <p:cNvSpPr/>
            <p:nvPr/>
          </p:nvSpPr>
          <p:spPr>
            <a:xfrm rot="-5400000">
              <a:off x="1140740" y="414855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85" name="tx284"/>
            <p:cNvSpPr/>
            <p:nvPr/>
          </p:nvSpPr>
          <p:spPr>
            <a:xfrm rot="-5400000">
              <a:off x="1140740" y="389714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86" name="tx285"/>
            <p:cNvSpPr/>
            <p:nvPr/>
          </p:nvSpPr>
          <p:spPr>
            <a:xfrm rot="-5400000">
              <a:off x="1140740" y="364572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87" name="tx286"/>
            <p:cNvSpPr/>
            <p:nvPr/>
          </p:nvSpPr>
          <p:spPr>
            <a:xfrm rot="-5400000">
              <a:off x="1140740" y="339431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88" name="tx287"/>
            <p:cNvSpPr/>
            <p:nvPr/>
          </p:nvSpPr>
          <p:spPr>
            <a:xfrm rot="-5400000">
              <a:off x="1140740" y="314289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89" name="tx288"/>
            <p:cNvSpPr/>
            <p:nvPr/>
          </p:nvSpPr>
          <p:spPr>
            <a:xfrm rot="-5400000">
              <a:off x="1140740" y="289147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3.5</a:t>
              </a:r>
            </a:p>
          </p:txBody>
        </p:sp>
        <p:sp>
          <p:nvSpPr>
            <p:cNvPr id="290" name="pl289"/>
            <p:cNvSpPr/>
            <p:nvPr/>
          </p:nvSpPr>
          <p:spPr>
            <a:xfrm>
              <a:off x="1281838" y="418499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1281838" y="39335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1281838" y="36821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281838" y="34307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281838" y="31793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281838" y="292791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310306" y="4234879"/>
              <a:ext cx="2746591" cy="0"/>
            </a:xfrm>
            <a:custGeom>
              <a:avLst/>
              <a:pathLst>
                <a:path w="2746591" h="0">
                  <a:moveTo>
                    <a:pt x="0" y="0"/>
                  </a:moveTo>
                  <a:lnTo>
                    <a:pt x="274659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620462" y="423487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2329919" y="423487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3039375" y="423487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3748831" y="423487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tx300"/>
            <p:cNvSpPr/>
            <p:nvPr/>
          </p:nvSpPr>
          <p:spPr>
            <a:xfrm>
              <a:off x="1592207" y="428612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2" name="tx301"/>
            <p:cNvSpPr/>
            <p:nvPr/>
          </p:nvSpPr>
          <p:spPr>
            <a:xfrm>
              <a:off x="2301664" y="428612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3" name="tx302"/>
            <p:cNvSpPr/>
            <p:nvPr/>
          </p:nvSpPr>
          <p:spPr>
            <a:xfrm>
              <a:off x="3011120" y="428612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4" name="tx303"/>
            <p:cNvSpPr/>
            <p:nvPr/>
          </p:nvSpPr>
          <p:spPr>
            <a:xfrm>
              <a:off x="3720576" y="428612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05" name="tx304"/>
            <p:cNvSpPr/>
            <p:nvPr/>
          </p:nvSpPr>
          <p:spPr>
            <a:xfrm rot="-5400000">
              <a:off x="934421" y="3509268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1310306" y="2698557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4186587" y="2875097"/>
              <a:ext cx="2746591" cy="13597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4386023" y="3736082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334347" y="312387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304269" y="3800590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327241" y="3582744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455248" y="384365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314301" y="304509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572406" y="300751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593844" y="333996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273874" y="3978440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431526" y="3637854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5038702" y="388461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050531" y="3421815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011367" y="380450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4956091" y="401835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191944" y="3701231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133534" y="339779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296414" y="4091578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335668" y="399314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294106" y="387101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267995" y="408595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069375" y="3984785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213494" y="408734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287787" y="383640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286671" y="378435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342839" y="3559575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048787" y="3597680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251996" y="3885839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216164" y="4140663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037342" y="3875592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865674" y="393370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793276" y="391263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694867" y="396259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963392" y="3184273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668884" y="3222770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835459" y="371871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672190" y="386487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816584" y="397302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007801" y="3687408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924783" y="3493458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883852" y="402405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724869" y="334806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768876" y="367032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829032" y="372359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798928" y="396661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789450" y="3495234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990138" y="370992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876504" y="3469808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894783" y="368281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663283" y="3824818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379895" y="391007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466011" y="3697031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415823" y="350416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654313" y="367225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497206" y="370802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674322" y="383994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619609" y="3745370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407695" y="384018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408320" y="3764178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692015" y="3538063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549663" y="327611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480467" y="385159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432934" y="399693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516923" y="3965909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770776" y="3741848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622575" y="390589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668781" y="380948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439304" y="3350394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597429" y="365123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649874" y="3732917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652300" y="368247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468347" y="396169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387010" y="3642233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4483602" y="3559849"/>
              <a:ext cx="2132930" cy="334961"/>
            </a:xfrm>
            <a:custGeom>
              <a:avLst/>
              <a:pathLst>
                <a:path w="2132930" h="334961">
                  <a:moveTo>
                    <a:pt x="0" y="0"/>
                  </a:moveTo>
                  <a:lnTo>
                    <a:pt x="1126871" y="97731"/>
                  </a:lnTo>
                  <a:lnTo>
                    <a:pt x="1421953" y="111951"/>
                  </a:lnTo>
                  <a:lnTo>
                    <a:pt x="1837848" y="122380"/>
                  </a:lnTo>
                  <a:lnTo>
                    <a:pt x="2132930" y="124430"/>
                  </a:lnTo>
                  <a:lnTo>
                    <a:pt x="2132930" y="334961"/>
                  </a:lnTo>
                  <a:lnTo>
                    <a:pt x="1837848" y="308802"/>
                  </a:lnTo>
                  <a:lnTo>
                    <a:pt x="1421953" y="279472"/>
                  </a:lnTo>
                  <a:lnTo>
                    <a:pt x="1126871" y="265481"/>
                  </a:lnTo>
                  <a:lnTo>
                    <a:pt x="0" y="25548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4483602" y="3559849"/>
              <a:ext cx="2132930" cy="124430"/>
            </a:xfrm>
            <a:custGeom>
              <a:avLst/>
              <a:pathLst>
                <a:path w="2132930" h="124430">
                  <a:moveTo>
                    <a:pt x="0" y="0"/>
                  </a:moveTo>
                  <a:lnTo>
                    <a:pt x="1126871" y="97731"/>
                  </a:lnTo>
                  <a:lnTo>
                    <a:pt x="1421953" y="111951"/>
                  </a:lnTo>
                  <a:lnTo>
                    <a:pt x="1837848" y="122380"/>
                  </a:lnTo>
                  <a:lnTo>
                    <a:pt x="2132930" y="1244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4483602" y="3815335"/>
              <a:ext cx="2132930" cy="79476"/>
            </a:xfrm>
            <a:custGeom>
              <a:avLst/>
              <a:pathLst>
                <a:path w="2132930" h="79476">
                  <a:moveTo>
                    <a:pt x="2132930" y="79476"/>
                  </a:moveTo>
                  <a:lnTo>
                    <a:pt x="1837848" y="53316"/>
                  </a:lnTo>
                  <a:lnTo>
                    <a:pt x="1421953" y="23986"/>
                  </a:lnTo>
                  <a:lnTo>
                    <a:pt x="1126871" y="99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483602" y="3687592"/>
              <a:ext cx="2132930" cy="101953"/>
            </a:xfrm>
            <a:custGeom>
              <a:avLst/>
              <a:pathLst>
                <a:path w="2132930" h="101953">
                  <a:moveTo>
                    <a:pt x="0" y="0"/>
                  </a:moveTo>
                  <a:lnTo>
                    <a:pt x="1126871" y="53864"/>
                  </a:lnTo>
                  <a:lnTo>
                    <a:pt x="1421953" y="67968"/>
                  </a:lnTo>
                  <a:lnTo>
                    <a:pt x="1837848" y="87848"/>
                  </a:lnTo>
                  <a:lnTo>
                    <a:pt x="2132930" y="101953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tx383"/>
            <p:cNvSpPr/>
            <p:nvPr/>
          </p:nvSpPr>
          <p:spPr>
            <a:xfrm>
              <a:off x="6136838" y="303575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0.213</a:t>
              </a:r>
            </a:p>
          </p:txBody>
        </p:sp>
        <p:sp>
          <p:nvSpPr>
            <p:cNvPr id="385" name="rc384"/>
            <p:cNvSpPr/>
            <p:nvPr/>
          </p:nvSpPr>
          <p:spPr>
            <a:xfrm>
              <a:off x="4186587" y="2875097"/>
              <a:ext cx="2746591" cy="13597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186587" y="2875097"/>
              <a:ext cx="0" cy="1359782"/>
            </a:xfrm>
            <a:custGeom>
              <a:avLst/>
              <a:pathLst>
                <a:path w="0" h="1359782">
                  <a:moveTo>
                    <a:pt x="0" y="135978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158119" y="40706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158119" y="38391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158119" y="36076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158119" y="33762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158119" y="31447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158119" y="29132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186587" y="4234879"/>
              <a:ext cx="2746591" cy="0"/>
            </a:xfrm>
            <a:custGeom>
              <a:avLst/>
              <a:pathLst>
                <a:path w="2746591" h="0">
                  <a:moveTo>
                    <a:pt x="0" y="0"/>
                  </a:moveTo>
                  <a:lnTo>
                    <a:pt x="274659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483602" y="423487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5194579" y="423487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905555" y="423487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6616532" y="423487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tx397"/>
            <p:cNvSpPr/>
            <p:nvPr/>
          </p:nvSpPr>
          <p:spPr>
            <a:xfrm>
              <a:off x="4455347" y="428612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9" name="tx398"/>
            <p:cNvSpPr/>
            <p:nvPr/>
          </p:nvSpPr>
          <p:spPr>
            <a:xfrm>
              <a:off x="5166324" y="428612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0" name="tx399"/>
            <p:cNvSpPr/>
            <p:nvPr/>
          </p:nvSpPr>
          <p:spPr>
            <a:xfrm>
              <a:off x="5877300" y="428612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1" name="tx400"/>
            <p:cNvSpPr/>
            <p:nvPr/>
          </p:nvSpPr>
          <p:spPr>
            <a:xfrm>
              <a:off x="6588277" y="428612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02" name="tx401"/>
            <p:cNvSpPr/>
            <p:nvPr/>
          </p:nvSpPr>
          <p:spPr>
            <a:xfrm>
              <a:off x="4186587" y="2698557"/>
              <a:ext cx="8892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3" name="rc402"/>
            <p:cNvSpPr/>
            <p:nvPr/>
          </p:nvSpPr>
          <p:spPr>
            <a:xfrm>
              <a:off x="1310306" y="4608644"/>
              <a:ext cx="2746591" cy="13597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98410" y="5491185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397593" y="5371527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752503" y="5443709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606567" y="5607878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741526" y="575183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454106" y="546462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530389" y="557853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474526" y="561223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637047" y="5700578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637086" y="5426094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391073" y="559133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416624" y="4938448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240221" y="507497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429536" y="528814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492016" y="540999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220334" y="587421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325464" y="5628482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265905" y="524583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246095" y="481770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91108" y="474105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459133" y="548789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327242" y="523021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62533" y="505026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471795" y="517179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350464" y="562367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445941" y="5573784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440076" y="5091953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369313" y="5134670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933932" y="5663831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199822" y="538933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048267" y="549609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089012" y="5724729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973410" y="5368628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982643" y="562483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174729" y="487171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098838" y="555884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934998" y="5276331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959393" y="5105156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888096" y="479351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051200" y="499590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950497" y="557723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193767" y="5214048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951919" y="534023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991558" y="517000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926646" y="5552422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865581" y="520806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016927" y="552076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923304" y="548285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872699" y="5534268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558649" y="548486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808920" y="5649528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774245" y="525669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586524" y="530860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726078" y="482123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859586" y="528845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688307" y="5482952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628945" y="530225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697724" y="5197706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655753" y="5141695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642251" y="501488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693567" y="543953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696422" y="492409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636051" y="5708566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624484" y="5577870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633859" y="5420140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696385" y="5503040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662838" y="5382452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894495" y="5544813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728698" y="535570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693324" y="528484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59164" y="529144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602141" y="5352594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639833" y="5184216"/>
              <a:ext cx="2135925" cy="406125"/>
            </a:xfrm>
            <a:custGeom>
              <a:avLst/>
              <a:pathLst>
                <a:path w="2135925" h="406125">
                  <a:moveTo>
                    <a:pt x="0" y="0"/>
                  </a:moveTo>
                  <a:lnTo>
                    <a:pt x="1128453" y="89886"/>
                  </a:lnTo>
                  <a:lnTo>
                    <a:pt x="1423950" y="81333"/>
                  </a:lnTo>
                  <a:lnTo>
                    <a:pt x="1840429" y="44993"/>
                  </a:lnTo>
                  <a:lnTo>
                    <a:pt x="2135925" y="9619"/>
                  </a:lnTo>
                  <a:lnTo>
                    <a:pt x="2135925" y="364273"/>
                  </a:lnTo>
                  <a:lnTo>
                    <a:pt x="1840429" y="333357"/>
                  </a:lnTo>
                  <a:lnTo>
                    <a:pt x="1423950" y="303303"/>
                  </a:lnTo>
                  <a:lnTo>
                    <a:pt x="1128453" y="299209"/>
                  </a:lnTo>
                  <a:lnTo>
                    <a:pt x="0" y="40612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639833" y="5184216"/>
              <a:ext cx="2135925" cy="89886"/>
            </a:xfrm>
            <a:custGeom>
              <a:avLst/>
              <a:pathLst>
                <a:path w="2135925" h="89886">
                  <a:moveTo>
                    <a:pt x="0" y="0"/>
                  </a:moveTo>
                  <a:lnTo>
                    <a:pt x="1128453" y="89886"/>
                  </a:lnTo>
                  <a:lnTo>
                    <a:pt x="1423950" y="81333"/>
                  </a:lnTo>
                  <a:lnTo>
                    <a:pt x="1840429" y="44993"/>
                  </a:lnTo>
                  <a:lnTo>
                    <a:pt x="2135925" y="9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639833" y="5483426"/>
              <a:ext cx="2135925" cy="106915"/>
            </a:xfrm>
            <a:custGeom>
              <a:avLst/>
              <a:pathLst>
                <a:path w="2135925" h="106915">
                  <a:moveTo>
                    <a:pt x="2135925" y="65063"/>
                  </a:moveTo>
                  <a:lnTo>
                    <a:pt x="1840429" y="34148"/>
                  </a:lnTo>
                  <a:lnTo>
                    <a:pt x="1423950" y="4093"/>
                  </a:lnTo>
                  <a:lnTo>
                    <a:pt x="1128453" y="0"/>
                  </a:lnTo>
                  <a:lnTo>
                    <a:pt x="0" y="106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639833" y="5371162"/>
              <a:ext cx="2135925" cy="16116"/>
            </a:xfrm>
            <a:custGeom>
              <a:avLst/>
              <a:pathLst>
                <a:path w="2135925" h="16116">
                  <a:moveTo>
                    <a:pt x="0" y="16116"/>
                  </a:moveTo>
                  <a:lnTo>
                    <a:pt x="1128453" y="7601"/>
                  </a:lnTo>
                  <a:lnTo>
                    <a:pt x="1423950" y="5372"/>
                  </a:lnTo>
                  <a:lnTo>
                    <a:pt x="1840429" y="2229"/>
                  </a:lnTo>
                  <a:lnTo>
                    <a:pt x="213592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tx479"/>
            <p:cNvSpPr/>
            <p:nvPr/>
          </p:nvSpPr>
          <p:spPr>
            <a:xfrm>
              <a:off x="3296064" y="4769902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0.921</a:t>
              </a:r>
            </a:p>
          </p:txBody>
        </p:sp>
        <p:sp>
          <p:nvSpPr>
            <p:cNvPr id="481" name="rc480"/>
            <p:cNvSpPr/>
            <p:nvPr/>
          </p:nvSpPr>
          <p:spPr>
            <a:xfrm>
              <a:off x="1310306" y="4608644"/>
              <a:ext cx="2746591" cy="13597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310306" y="4608644"/>
              <a:ext cx="0" cy="1359782"/>
            </a:xfrm>
            <a:custGeom>
              <a:avLst/>
              <a:pathLst>
                <a:path w="0" h="1359782">
                  <a:moveTo>
                    <a:pt x="0" y="135978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tx482"/>
            <p:cNvSpPr/>
            <p:nvPr/>
          </p:nvSpPr>
          <p:spPr>
            <a:xfrm rot="-5400000">
              <a:off x="1140740" y="584588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4" name="tx483"/>
            <p:cNvSpPr/>
            <p:nvPr/>
          </p:nvSpPr>
          <p:spPr>
            <a:xfrm rot="-5400000">
              <a:off x="1140740" y="549953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85" name="tx484"/>
            <p:cNvSpPr/>
            <p:nvPr/>
          </p:nvSpPr>
          <p:spPr>
            <a:xfrm rot="-5400000">
              <a:off x="1140740" y="515318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86" name="tx485"/>
            <p:cNvSpPr/>
            <p:nvPr/>
          </p:nvSpPr>
          <p:spPr>
            <a:xfrm rot="-5400000">
              <a:off x="1140740" y="480682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87" name="pl486"/>
            <p:cNvSpPr/>
            <p:nvPr/>
          </p:nvSpPr>
          <p:spPr>
            <a:xfrm>
              <a:off x="1281838" y="58823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7"/>
            <p:cNvSpPr/>
            <p:nvPr/>
          </p:nvSpPr>
          <p:spPr>
            <a:xfrm>
              <a:off x="1281838" y="55359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8"/>
            <p:cNvSpPr/>
            <p:nvPr/>
          </p:nvSpPr>
          <p:spPr>
            <a:xfrm>
              <a:off x="1281838" y="51896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89"/>
            <p:cNvSpPr/>
            <p:nvPr/>
          </p:nvSpPr>
          <p:spPr>
            <a:xfrm>
              <a:off x="1281838" y="48432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310306" y="5968427"/>
              <a:ext cx="2746591" cy="0"/>
            </a:xfrm>
            <a:custGeom>
              <a:avLst/>
              <a:pathLst>
                <a:path w="2746591" h="0">
                  <a:moveTo>
                    <a:pt x="0" y="0"/>
                  </a:moveTo>
                  <a:lnTo>
                    <a:pt x="274659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639833" y="59684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2351808" y="59684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3063783" y="59684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3775758" y="59684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tx495"/>
            <p:cNvSpPr/>
            <p:nvPr/>
          </p:nvSpPr>
          <p:spPr>
            <a:xfrm>
              <a:off x="1611578" y="60196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97" name="tx496"/>
            <p:cNvSpPr/>
            <p:nvPr/>
          </p:nvSpPr>
          <p:spPr>
            <a:xfrm>
              <a:off x="2323553" y="60196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8" name="tx497"/>
            <p:cNvSpPr/>
            <p:nvPr/>
          </p:nvSpPr>
          <p:spPr>
            <a:xfrm>
              <a:off x="3035528" y="60196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9" name="tx498"/>
            <p:cNvSpPr/>
            <p:nvPr/>
          </p:nvSpPr>
          <p:spPr>
            <a:xfrm>
              <a:off x="3747503" y="60196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0" name="tx499"/>
            <p:cNvSpPr/>
            <p:nvPr/>
          </p:nvSpPr>
          <p:spPr>
            <a:xfrm>
              <a:off x="2401190" y="6177306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1" name="tx500"/>
            <p:cNvSpPr/>
            <p:nvPr/>
          </p:nvSpPr>
          <p:spPr>
            <a:xfrm rot="-5400000">
              <a:off x="934421" y="5242816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1310306" y="4432104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3" name="rc502"/>
            <p:cNvSpPr/>
            <p:nvPr/>
          </p:nvSpPr>
          <p:spPr>
            <a:xfrm>
              <a:off x="4186587" y="4608644"/>
              <a:ext cx="2746591" cy="13597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273874" y="541731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4429913" y="5352197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4319017" y="5403827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4629118" y="5675290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508658" y="564203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314934" y="560378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600746" y="519611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580010" y="543555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579785" y="5623679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448912" y="532941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206893" y="587421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204765" y="5544973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255701" y="535956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026691" y="575370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135564" y="547387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106685" y="513753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232935" y="5505732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129019" y="556395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188880" y="534013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329572" y="564340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232542" y="529046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289636" y="561063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005944" y="526662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364599" y="496163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4999238" y="519836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005596" y="5241397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202231" y="5344820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316764" y="559266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735904" y="5395004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837688" y="544548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803432" y="562547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828980" y="524083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724408" y="5446660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874071" y="5260066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6035452" y="486437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730504" y="549635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761378" y="5343975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804817" y="4741059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825173" y="534842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676356" y="544799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674132" y="523857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910847" y="5178138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982064" y="506121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827848" y="553347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935144" y="5560193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995397" y="573614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717225" y="538585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945852" y="5316920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6697359" y="5355959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6653808" y="5467237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6548871" y="5533516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6711915" y="5563843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493078" y="539208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508295" y="533627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416167" y="553167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763873" y="5277726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661961" y="5595863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473572" y="5462310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639482" y="539750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649354" y="5471873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540326" y="543519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651456" y="569976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523812" y="5454618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609773" y="547059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734767" y="5368640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680977" y="539363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715693" y="5714270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599120" y="536356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650017" y="5263593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445570" y="528964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482265" y="555491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770776" y="5617318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4505642" y="5291006"/>
              <a:ext cx="2112320" cy="284488"/>
            </a:xfrm>
            <a:custGeom>
              <a:avLst/>
              <a:pathLst>
                <a:path w="2112320" h="284488">
                  <a:moveTo>
                    <a:pt x="0" y="0"/>
                  </a:moveTo>
                  <a:lnTo>
                    <a:pt x="1115983" y="57902"/>
                  </a:lnTo>
                  <a:lnTo>
                    <a:pt x="1408213" y="56506"/>
                  </a:lnTo>
                  <a:lnTo>
                    <a:pt x="1820090" y="41780"/>
                  </a:lnTo>
                  <a:lnTo>
                    <a:pt x="2112320" y="25101"/>
                  </a:lnTo>
                  <a:lnTo>
                    <a:pt x="2112320" y="275871"/>
                  </a:lnTo>
                  <a:lnTo>
                    <a:pt x="1820090" y="256912"/>
                  </a:lnTo>
                  <a:lnTo>
                    <a:pt x="1408213" y="238972"/>
                  </a:lnTo>
                  <a:lnTo>
                    <a:pt x="1115983" y="235295"/>
                  </a:lnTo>
                  <a:lnTo>
                    <a:pt x="0" y="28448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4505642" y="5291006"/>
              <a:ext cx="2112320" cy="57902"/>
            </a:xfrm>
            <a:custGeom>
              <a:avLst/>
              <a:pathLst>
                <a:path w="2112320" h="57902">
                  <a:moveTo>
                    <a:pt x="0" y="0"/>
                  </a:moveTo>
                  <a:lnTo>
                    <a:pt x="1115983" y="57902"/>
                  </a:lnTo>
                  <a:lnTo>
                    <a:pt x="1408213" y="56506"/>
                  </a:lnTo>
                  <a:lnTo>
                    <a:pt x="1820090" y="41780"/>
                  </a:lnTo>
                  <a:lnTo>
                    <a:pt x="2112320" y="25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4505642" y="5526302"/>
              <a:ext cx="2112320" cy="49192"/>
            </a:xfrm>
            <a:custGeom>
              <a:avLst/>
              <a:pathLst>
                <a:path w="2112320" h="49192">
                  <a:moveTo>
                    <a:pt x="2112320" y="40576"/>
                  </a:moveTo>
                  <a:lnTo>
                    <a:pt x="1820090" y="21616"/>
                  </a:lnTo>
                  <a:lnTo>
                    <a:pt x="1408213" y="3676"/>
                  </a:lnTo>
                  <a:lnTo>
                    <a:pt x="1115983" y="0"/>
                  </a:lnTo>
                  <a:lnTo>
                    <a:pt x="0" y="491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4505642" y="5433250"/>
              <a:ext cx="2112320" cy="8242"/>
            </a:xfrm>
            <a:custGeom>
              <a:avLst/>
              <a:pathLst>
                <a:path w="2112320" h="8242">
                  <a:moveTo>
                    <a:pt x="0" y="0"/>
                  </a:moveTo>
                  <a:lnTo>
                    <a:pt x="1115983" y="4354"/>
                  </a:lnTo>
                  <a:lnTo>
                    <a:pt x="1408213" y="5495"/>
                  </a:lnTo>
                  <a:lnTo>
                    <a:pt x="1820090" y="7102"/>
                  </a:lnTo>
                  <a:lnTo>
                    <a:pt x="2112320" y="8242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0" name="tx579"/>
            <p:cNvSpPr/>
            <p:nvPr/>
          </p:nvSpPr>
          <p:spPr>
            <a:xfrm>
              <a:off x="6138269" y="4769675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0.936</a:t>
              </a:r>
            </a:p>
          </p:txBody>
        </p:sp>
        <p:sp>
          <p:nvSpPr>
            <p:cNvPr id="581" name="rc580"/>
            <p:cNvSpPr/>
            <p:nvPr/>
          </p:nvSpPr>
          <p:spPr>
            <a:xfrm>
              <a:off x="4186587" y="4608644"/>
              <a:ext cx="2746591" cy="13597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186587" y="4608644"/>
              <a:ext cx="0" cy="1359782"/>
            </a:xfrm>
            <a:custGeom>
              <a:avLst/>
              <a:pathLst>
                <a:path w="0" h="1359782">
                  <a:moveTo>
                    <a:pt x="0" y="135978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158119" y="589297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158119" y="56450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4158119" y="539710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158119" y="51491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158119" y="490123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158119" y="46532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186587" y="5968427"/>
              <a:ext cx="2746591" cy="0"/>
            </a:xfrm>
            <a:custGeom>
              <a:avLst/>
              <a:pathLst>
                <a:path w="2746591" h="0">
                  <a:moveTo>
                    <a:pt x="0" y="0"/>
                  </a:moveTo>
                  <a:lnTo>
                    <a:pt x="274659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505642" y="59684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5209749" y="59684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5913856" y="59684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6617963" y="59684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tx593"/>
            <p:cNvSpPr/>
            <p:nvPr/>
          </p:nvSpPr>
          <p:spPr>
            <a:xfrm>
              <a:off x="4477387" y="60196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95" name="tx594"/>
            <p:cNvSpPr/>
            <p:nvPr/>
          </p:nvSpPr>
          <p:spPr>
            <a:xfrm>
              <a:off x="5181494" y="60196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96" name="tx595"/>
            <p:cNvSpPr/>
            <p:nvPr/>
          </p:nvSpPr>
          <p:spPr>
            <a:xfrm>
              <a:off x="5885601" y="60196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97" name="tx596"/>
            <p:cNvSpPr/>
            <p:nvPr/>
          </p:nvSpPr>
          <p:spPr>
            <a:xfrm>
              <a:off x="6589708" y="60196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98" name="tx597"/>
            <p:cNvSpPr/>
            <p:nvPr/>
          </p:nvSpPr>
          <p:spPr>
            <a:xfrm>
              <a:off x="5277471" y="6177306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99" name="tx598"/>
            <p:cNvSpPr/>
            <p:nvPr/>
          </p:nvSpPr>
          <p:spPr>
            <a:xfrm>
              <a:off x="4186587" y="4432104"/>
              <a:ext cx="85404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0" name="rc599"/>
            <p:cNvSpPr/>
            <p:nvPr/>
          </p:nvSpPr>
          <p:spPr>
            <a:xfrm>
              <a:off x="1889186" y="6402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tx600"/>
            <p:cNvSpPr/>
            <p:nvPr/>
          </p:nvSpPr>
          <p:spPr>
            <a:xfrm>
              <a:off x="2754643" y="6414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02" name="rc601"/>
            <p:cNvSpPr/>
            <p:nvPr/>
          </p:nvSpPr>
          <p:spPr>
            <a:xfrm>
              <a:off x="1889186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1941627" y="661929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rc603"/>
            <p:cNvSpPr/>
            <p:nvPr/>
          </p:nvSpPr>
          <p:spPr>
            <a:xfrm>
              <a:off x="1889186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1941627" y="685623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rc605"/>
            <p:cNvSpPr/>
            <p:nvPr/>
          </p:nvSpPr>
          <p:spPr>
            <a:xfrm>
              <a:off x="2341067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393509" y="661929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7"/>
            <p:cNvSpPr/>
            <p:nvPr/>
          </p:nvSpPr>
          <p:spPr>
            <a:xfrm>
              <a:off x="2341067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2393509" y="685623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09"/>
            <p:cNvSpPr/>
            <p:nvPr/>
          </p:nvSpPr>
          <p:spPr>
            <a:xfrm>
              <a:off x="2787279" y="6566853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2839721" y="66192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2787279" y="6803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2839721" y="685623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3"/>
            <p:cNvSpPr/>
            <p:nvPr/>
          </p:nvSpPr>
          <p:spPr>
            <a:xfrm>
              <a:off x="3222244" y="6566853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3274686" y="661929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3222244" y="6803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3274686" y="685623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3668456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3720898" y="661929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19"/>
            <p:cNvSpPr/>
            <p:nvPr/>
          </p:nvSpPr>
          <p:spPr>
            <a:xfrm>
              <a:off x="3668456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3720898" y="685623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tx621"/>
            <p:cNvSpPr/>
            <p:nvPr/>
          </p:nvSpPr>
          <p:spPr>
            <a:xfrm>
              <a:off x="2126122" y="6620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23" name="tx622"/>
            <p:cNvSpPr/>
            <p:nvPr/>
          </p:nvSpPr>
          <p:spPr>
            <a:xfrm>
              <a:off x="2126122" y="6857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24" name="tx623"/>
            <p:cNvSpPr/>
            <p:nvPr/>
          </p:nvSpPr>
          <p:spPr>
            <a:xfrm>
              <a:off x="2578004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25" name="tx624"/>
            <p:cNvSpPr/>
            <p:nvPr/>
          </p:nvSpPr>
          <p:spPr>
            <a:xfrm>
              <a:off x="2578004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26" name="tx625"/>
            <p:cNvSpPr/>
            <p:nvPr/>
          </p:nvSpPr>
          <p:spPr>
            <a:xfrm>
              <a:off x="3024216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3024216" y="6857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3459181" y="6620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3459181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30" name="tx629"/>
            <p:cNvSpPr/>
            <p:nvPr/>
          </p:nvSpPr>
          <p:spPr>
            <a:xfrm>
              <a:off x="3905393" y="6620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31" name="tx630"/>
            <p:cNvSpPr/>
            <p:nvPr/>
          </p:nvSpPr>
          <p:spPr>
            <a:xfrm>
              <a:off x="3905393" y="6857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  <p:sp>
          <p:nvSpPr>
            <p:cNvPr id="632" name="rc631"/>
            <p:cNvSpPr/>
            <p:nvPr/>
          </p:nvSpPr>
          <p:spPr>
            <a:xfrm>
              <a:off x="4191332" y="6402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tx632"/>
            <p:cNvSpPr/>
            <p:nvPr/>
          </p:nvSpPr>
          <p:spPr>
            <a:xfrm>
              <a:off x="5056789" y="6414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34" name="rc633"/>
            <p:cNvSpPr/>
            <p:nvPr/>
          </p:nvSpPr>
          <p:spPr>
            <a:xfrm>
              <a:off x="4191332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243773" y="661929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rc635"/>
            <p:cNvSpPr/>
            <p:nvPr/>
          </p:nvSpPr>
          <p:spPr>
            <a:xfrm>
              <a:off x="4191332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243773" y="685623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rc637"/>
            <p:cNvSpPr/>
            <p:nvPr/>
          </p:nvSpPr>
          <p:spPr>
            <a:xfrm>
              <a:off x="4643213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695655" y="6619294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rc639"/>
            <p:cNvSpPr/>
            <p:nvPr/>
          </p:nvSpPr>
          <p:spPr>
            <a:xfrm>
              <a:off x="4643213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695655" y="6856231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rc641"/>
            <p:cNvSpPr/>
            <p:nvPr/>
          </p:nvSpPr>
          <p:spPr>
            <a:xfrm>
              <a:off x="5089425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141867" y="661929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rc643"/>
            <p:cNvSpPr/>
            <p:nvPr/>
          </p:nvSpPr>
          <p:spPr>
            <a:xfrm>
              <a:off x="5089425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141867" y="685623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rc645"/>
            <p:cNvSpPr/>
            <p:nvPr/>
          </p:nvSpPr>
          <p:spPr>
            <a:xfrm>
              <a:off x="5524390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576832" y="661929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rc647"/>
            <p:cNvSpPr/>
            <p:nvPr/>
          </p:nvSpPr>
          <p:spPr>
            <a:xfrm>
              <a:off x="5524390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576832" y="685623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rc649"/>
            <p:cNvSpPr/>
            <p:nvPr/>
          </p:nvSpPr>
          <p:spPr>
            <a:xfrm>
              <a:off x="5970602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023044" y="661929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rc651"/>
            <p:cNvSpPr/>
            <p:nvPr/>
          </p:nvSpPr>
          <p:spPr>
            <a:xfrm>
              <a:off x="5970602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023044" y="685623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tx653"/>
            <p:cNvSpPr/>
            <p:nvPr/>
          </p:nvSpPr>
          <p:spPr>
            <a:xfrm>
              <a:off x="4428268" y="6620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55" name="tx654"/>
            <p:cNvSpPr/>
            <p:nvPr/>
          </p:nvSpPr>
          <p:spPr>
            <a:xfrm>
              <a:off x="4428268" y="6857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56" name="tx655"/>
            <p:cNvSpPr/>
            <p:nvPr/>
          </p:nvSpPr>
          <p:spPr>
            <a:xfrm>
              <a:off x="4880150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57" name="tx656"/>
            <p:cNvSpPr/>
            <p:nvPr/>
          </p:nvSpPr>
          <p:spPr>
            <a:xfrm>
              <a:off x="4880150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58" name="tx657"/>
            <p:cNvSpPr/>
            <p:nvPr/>
          </p:nvSpPr>
          <p:spPr>
            <a:xfrm>
              <a:off x="5326362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59" name="tx658"/>
            <p:cNvSpPr/>
            <p:nvPr/>
          </p:nvSpPr>
          <p:spPr>
            <a:xfrm>
              <a:off x="5326362" y="6857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60" name="tx659"/>
            <p:cNvSpPr/>
            <p:nvPr/>
          </p:nvSpPr>
          <p:spPr>
            <a:xfrm>
              <a:off x="5761327" y="6620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61" name="tx660"/>
            <p:cNvSpPr/>
            <p:nvPr/>
          </p:nvSpPr>
          <p:spPr>
            <a:xfrm>
              <a:off x="5761327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62" name="tx661"/>
            <p:cNvSpPr/>
            <p:nvPr/>
          </p:nvSpPr>
          <p:spPr>
            <a:xfrm>
              <a:off x="6207539" y="6620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63" name="tx662"/>
            <p:cNvSpPr/>
            <p:nvPr/>
          </p:nvSpPr>
          <p:spPr>
            <a:xfrm>
              <a:off x="6207539" y="6857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2026-07-20T11:03:10Z</dcterms:modified>
  <cp:category/>
</cp:coreProperties>
</file>