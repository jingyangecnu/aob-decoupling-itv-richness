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142361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107371" y="952357"/>
              <a:ext cx="2876417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811394"/>
              <a:ext cx="3142361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107371" y="2811394"/>
              <a:ext cx="2876417" cy="185903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670430"/>
              <a:ext cx="3142361" cy="23260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107371" y="4670430"/>
              <a:ext cx="2876417" cy="232601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10032" y="1166855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397325" y="23592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74598" y="22869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13816" y="239587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23316" y="2392934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543834" y="241963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540906" y="226699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548902" y="21818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589075" y="23761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594698" y="245019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512015" y="224589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318268" y="24589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149421" y="239364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302270" y="177260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177353" y="231072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78724" y="238723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81512" y="245317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314259" y="24797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41140" y="230222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362021" y="16434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150244" y="18356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81794" y="24700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319894" y="226123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226982" y="220349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320989" y="221354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10482" y="238012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62562" y="231835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360148" y="182727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303122" y="196787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3030960" y="241711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101679" y="21935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84235" y="243014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3059255" y="252290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116823" y="226120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107389" y="24062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90377" y="146592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3072245" y="245336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3063656" y="210044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2935410" y="175788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48996" y="11956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29903" y="19974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11950" y="21678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89669" y="202389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2992776" y="214118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3003699" y="22974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41550" y="220817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2924268" y="21931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75625" y="229615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62467" y="228537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804046" y="230315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825479" y="230072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30125" y="2256127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691412" y="239744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759451" y="201695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45685" y="203543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34349" y="22584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774283" y="218104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841563" y="20895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86567" y="18591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687276" y="192739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746168" y="178741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67837" y="20248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794596" y="195787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687778" y="236495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94352" y="219818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87421" y="21037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882302" y="216606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886334" y="190291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734170" y="213650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14169" y="199941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734563" y="188650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16529" y="20562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712619" y="202552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pg84"/>
            <p:cNvSpPr/>
            <p:nvPr/>
          </p:nvSpPr>
          <p:spPr>
            <a:xfrm>
              <a:off x="1523263" y="1940811"/>
              <a:ext cx="2311051" cy="573365"/>
            </a:xfrm>
            <a:custGeom>
              <a:avLst/>
              <a:pathLst>
                <a:path w="2311051" h="573365">
                  <a:moveTo>
                    <a:pt x="0" y="162730"/>
                  </a:moveTo>
                  <a:lnTo>
                    <a:pt x="1220976" y="156169"/>
                  </a:lnTo>
                  <a:lnTo>
                    <a:pt x="1540700" y="124133"/>
                  </a:lnTo>
                  <a:lnTo>
                    <a:pt x="1991326" y="56958"/>
                  </a:lnTo>
                  <a:lnTo>
                    <a:pt x="2311051" y="0"/>
                  </a:lnTo>
                  <a:lnTo>
                    <a:pt x="2311051" y="371560"/>
                  </a:lnTo>
                  <a:lnTo>
                    <a:pt x="1991326" y="365033"/>
                  </a:lnTo>
                  <a:lnTo>
                    <a:pt x="1540700" y="368938"/>
                  </a:lnTo>
                  <a:lnTo>
                    <a:pt x="1220976" y="387334"/>
                  </a:lnTo>
                  <a:lnTo>
                    <a:pt x="0" y="57336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23263" y="1940811"/>
              <a:ext cx="2311051" cy="162730"/>
            </a:xfrm>
            <a:custGeom>
              <a:avLst/>
              <a:pathLst>
                <a:path w="2311051" h="162730">
                  <a:moveTo>
                    <a:pt x="0" y="162730"/>
                  </a:moveTo>
                  <a:lnTo>
                    <a:pt x="1220976" y="156169"/>
                  </a:lnTo>
                  <a:lnTo>
                    <a:pt x="1540700" y="124133"/>
                  </a:lnTo>
                  <a:lnTo>
                    <a:pt x="1991326" y="56958"/>
                  </a:lnTo>
                  <a:lnTo>
                    <a:pt x="2311051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23263" y="2305845"/>
              <a:ext cx="2311051" cy="208331"/>
            </a:xfrm>
            <a:custGeom>
              <a:avLst/>
              <a:pathLst>
                <a:path w="2311051" h="208331">
                  <a:moveTo>
                    <a:pt x="2311051" y="6526"/>
                  </a:moveTo>
                  <a:lnTo>
                    <a:pt x="1991326" y="0"/>
                  </a:lnTo>
                  <a:lnTo>
                    <a:pt x="1540700" y="3904"/>
                  </a:lnTo>
                  <a:lnTo>
                    <a:pt x="1220976" y="22300"/>
                  </a:lnTo>
                  <a:lnTo>
                    <a:pt x="0" y="20833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23263" y="2126592"/>
              <a:ext cx="2311051" cy="182267"/>
            </a:xfrm>
            <a:custGeom>
              <a:avLst/>
              <a:pathLst>
                <a:path w="2311051" h="182267">
                  <a:moveTo>
                    <a:pt x="0" y="182267"/>
                  </a:moveTo>
                  <a:lnTo>
                    <a:pt x="1220976" y="85971"/>
                  </a:lnTo>
                  <a:lnTo>
                    <a:pt x="1540700" y="60755"/>
                  </a:lnTo>
                  <a:lnTo>
                    <a:pt x="1991326" y="25215"/>
                  </a:lnTo>
                  <a:lnTo>
                    <a:pt x="2311051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tx88"/>
            <p:cNvSpPr/>
            <p:nvPr/>
          </p:nvSpPr>
          <p:spPr>
            <a:xfrm>
              <a:off x="3345430" y="125999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90" name="tx89"/>
            <p:cNvSpPr/>
            <p:nvPr/>
          </p:nvSpPr>
          <p:spPr>
            <a:xfrm>
              <a:off x="3418171" y="1259992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0.271</a:t>
              </a:r>
            </a:p>
          </p:txBody>
        </p:sp>
        <p:sp>
          <p:nvSpPr>
            <p:cNvPr id="91" name="rc90"/>
            <p:cNvSpPr/>
            <p:nvPr/>
          </p:nvSpPr>
          <p:spPr>
            <a:xfrm>
              <a:off x="1310032" y="1166855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310032" y="1166855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tx92"/>
            <p:cNvSpPr/>
            <p:nvPr/>
          </p:nvSpPr>
          <p:spPr>
            <a:xfrm rot="-5400000">
              <a:off x="1140466" y="2320153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4" name="tx93"/>
            <p:cNvSpPr/>
            <p:nvPr/>
          </p:nvSpPr>
          <p:spPr>
            <a:xfrm rot="-5400000">
              <a:off x="1140466" y="1923604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5" name="tx94"/>
            <p:cNvSpPr/>
            <p:nvPr/>
          </p:nvSpPr>
          <p:spPr>
            <a:xfrm rot="-5400000">
              <a:off x="1140466" y="152705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96" name="tx95"/>
            <p:cNvSpPr/>
            <p:nvPr/>
          </p:nvSpPr>
          <p:spPr>
            <a:xfrm rot="-5400000">
              <a:off x="1112211" y="1130507"/>
              <a:ext cx="19778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97" name="pl96"/>
            <p:cNvSpPr/>
            <p:nvPr/>
          </p:nvSpPr>
          <p:spPr>
            <a:xfrm>
              <a:off x="1281564" y="23565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7"/>
            <p:cNvSpPr/>
            <p:nvPr/>
          </p:nvSpPr>
          <p:spPr>
            <a:xfrm>
              <a:off x="1281564" y="1960043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8"/>
            <p:cNvSpPr/>
            <p:nvPr/>
          </p:nvSpPr>
          <p:spPr>
            <a:xfrm>
              <a:off x="1281564" y="156349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99"/>
            <p:cNvSpPr/>
            <p:nvPr/>
          </p:nvSpPr>
          <p:spPr>
            <a:xfrm>
              <a:off x="1281564" y="1166946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0"/>
            <p:cNvSpPr/>
            <p:nvPr/>
          </p:nvSpPr>
          <p:spPr>
            <a:xfrm>
              <a:off x="1310032" y="262682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523263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2293613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3063964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3834314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tx105"/>
            <p:cNvSpPr/>
            <p:nvPr/>
          </p:nvSpPr>
          <p:spPr>
            <a:xfrm>
              <a:off x="1495008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07" name="tx106"/>
            <p:cNvSpPr/>
            <p:nvPr/>
          </p:nvSpPr>
          <p:spPr>
            <a:xfrm>
              <a:off x="2265358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08" name="tx107"/>
            <p:cNvSpPr/>
            <p:nvPr/>
          </p:nvSpPr>
          <p:spPr>
            <a:xfrm>
              <a:off x="3035709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09" name="tx108"/>
            <p:cNvSpPr/>
            <p:nvPr/>
          </p:nvSpPr>
          <p:spPr>
            <a:xfrm>
              <a:off x="3806059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110" name="tx109"/>
            <p:cNvSpPr/>
            <p:nvPr/>
          </p:nvSpPr>
          <p:spPr>
            <a:xfrm>
              <a:off x="1310032" y="990315"/>
              <a:ext cx="101598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186450" y="1166855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432258" y="22189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420433" y="14187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24655" y="221138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283864" y="211729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442963" y="229083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74365" y="1660924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299663" y="125260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273743" y="199165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281202" y="248550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316909" y="195420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163860" y="25050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21493" y="166116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230882" y="213140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111451" y="25229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44546" y="18333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082736" y="119565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54164" y="249191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183666" y="243727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040196" y="21537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140279" y="24984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086861" y="230415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085945" y="24949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33034" y="20466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52175" y="192260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146396" y="1978185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131838" y="179594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82703" y="227376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84193" y="248870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6006829" y="225383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866159" y="234120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820089" y="24354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50929" y="221033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6008682" y="172202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5844589" y="139586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854570" y="161635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833841" y="228321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6003752" y="2228657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6015626" y="168632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831411" y="18802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856108" y="241204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883920" y="163874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42104" y="182324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95827" y="200331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891385" y="238466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99973" y="199486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48164" y="235933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97136" y="180383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43731" y="20084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724011" y="211207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606120" y="224951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585120" y="230349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761948" y="209533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757851" y="19807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62585" y="20303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691365" y="224810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663673" y="205287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667872" y="228264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710109" y="217347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689652" y="201355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568450" y="171597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770769" y="227062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684915" y="246713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726498" y="2332173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14374" y="2119485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634701" y="22422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593281" y="209635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703233" y="2074177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588955" y="191053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695599" y="195236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579042" y="2017278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643747" y="23686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674074" y="2088669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pg183"/>
            <p:cNvSpPr/>
            <p:nvPr/>
          </p:nvSpPr>
          <p:spPr>
            <a:xfrm>
              <a:off x="4419973" y="1883319"/>
              <a:ext cx="2293106" cy="416592"/>
            </a:xfrm>
            <a:custGeom>
              <a:avLst/>
              <a:pathLst>
                <a:path w="2293106" h="416592">
                  <a:moveTo>
                    <a:pt x="0" y="0"/>
                  </a:moveTo>
                  <a:lnTo>
                    <a:pt x="1211495" y="105913"/>
                  </a:lnTo>
                  <a:lnTo>
                    <a:pt x="1528737" y="123198"/>
                  </a:lnTo>
                  <a:lnTo>
                    <a:pt x="1975864" y="139212"/>
                  </a:lnTo>
                  <a:lnTo>
                    <a:pt x="2293106" y="145525"/>
                  </a:lnTo>
                  <a:lnTo>
                    <a:pt x="2293106" y="416592"/>
                  </a:lnTo>
                  <a:lnTo>
                    <a:pt x="1975864" y="388429"/>
                  </a:lnTo>
                  <a:lnTo>
                    <a:pt x="1528737" y="355852"/>
                  </a:lnTo>
                  <a:lnTo>
                    <a:pt x="1211495" y="338660"/>
                  </a:lnTo>
                  <a:lnTo>
                    <a:pt x="0" y="312915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19973" y="1883319"/>
              <a:ext cx="2293106" cy="145525"/>
            </a:xfrm>
            <a:custGeom>
              <a:avLst/>
              <a:pathLst>
                <a:path w="2293106" h="145525">
                  <a:moveTo>
                    <a:pt x="0" y="0"/>
                  </a:moveTo>
                  <a:lnTo>
                    <a:pt x="1211495" y="105913"/>
                  </a:lnTo>
                  <a:lnTo>
                    <a:pt x="1528737" y="123198"/>
                  </a:lnTo>
                  <a:lnTo>
                    <a:pt x="1975864" y="139212"/>
                  </a:lnTo>
                  <a:lnTo>
                    <a:pt x="2293106" y="1455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19973" y="2196235"/>
              <a:ext cx="2293106" cy="103676"/>
            </a:xfrm>
            <a:custGeom>
              <a:avLst/>
              <a:pathLst>
                <a:path w="2293106" h="103676">
                  <a:moveTo>
                    <a:pt x="2293106" y="103676"/>
                  </a:moveTo>
                  <a:lnTo>
                    <a:pt x="1975864" y="75513"/>
                  </a:lnTo>
                  <a:lnTo>
                    <a:pt x="1528737" y="42936"/>
                  </a:lnTo>
                  <a:lnTo>
                    <a:pt x="1211495" y="257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19973" y="2039777"/>
              <a:ext cx="2293106" cy="124600"/>
            </a:xfrm>
            <a:custGeom>
              <a:avLst/>
              <a:pathLst>
                <a:path w="2293106" h="124600">
                  <a:moveTo>
                    <a:pt x="0" y="0"/>
                  </a:moveTo>
                  <a:lnTo>
                    <a:pt x="1211495" y="65829"/>
                  </a:lnTo>
                  <a:lnTo>
                    <a:pt x="1528737" y="83067"/>
                  </a:lnTo>
                  <a:lnTo>
                    <a:pt x="1975864" y="107362"/>
                  </a:lnTo>
                  <a:lnTo>
                    <a:pt x="2293106" y="12460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tx187"/>
            <p:cNvSpPr/>
            <p:nvPr/>
          </p:nvSpPr>
          <p:spPr>
            <a:xfrm>
              <a:off x="6224195" y="125998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189" name="tx188"/>
            <p:cNvSpPr/>
            <p:nvPr/>
          </p:nvSpPr>
          <p:spPr>
            <a:xfrm>
              <a:off x="6296935" y="1259983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0.163</a:t>
              </a:r>
            </a:p>
          </p:txBody>
        </p:sp>
        <p:sp>
          <p:nvSpPr>
            <p:cNvPr id="190" name="rc189"/>
            <p:cNvSpPr/>
            <p:nvPr/>
          </p:nvSpPr>
          <p:spPr>
            <a:xfrm>
              <a:off x="4186450" y="1166855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186450" y="1166855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157982" y="234294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157982" y="186050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3"/>
            <p:cNvSpPr/>
            <p:nvPr/>
          </p:nvSpPr>
          <p:spPr>
            <a:xfrm>
              <a:off x="4157982" y="13780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186450" y="2626821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5"/>
            <p:cNvSpPr/>
            <p:nvPr/>
          </p:nvSpPr>
          <p:spPr>
            <a:xfrm>
              <a:off x="4419973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6"/>
            <p:cNvSpPr/>
            <p:nvPr/>
          </p:nvSpPr>
          <p:spPr>
            <a:xfrm>
              <a:off x="5184341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7"/>
            <p:cNvSpPr/>
            <p:nvPr/>
          </p:nvSpPr>
          <p:spPr>
            <a:xfrm>
              <a:off x="5948710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8"/>
            <p:cNvSpPr/>
            <p:nvPr/>
          </p:nvSpPr>
          <p:spPr>
            <a:xfrm>
              <a:off x="6713079" y="2626821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tx199"/>
            <p:cNvSpPr/>
            <p:nvPr/>
          </p:nvSpPr>
          <p:spPr>
            <a:xfrm>
              <a:off x="4391718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01" name="tx200"/>
            <p:cNvSpPr/>
            <p:nvPr/>
          </p:nvSpPr>
          <p:spPr>
            <a:xfrm>
              <a:off x="5156086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02" name="tx201"/>
            <p:cNvSpPr/>
            <p:nvPr/>
          </p:nvSpPr>
          <p:spPr>
            <a:xfrm>
              <a:off x="5920455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203" name="tx202"/>
            <p:cNvSpPr/>
            <p:nvPr/>
          </p:nvSpPr>
          <p:spPr>
            <a:xfrm>
              <a:off x="6684824" y="2678064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204" name="tx203"/>
            <p:cNvSpPr/>
            <p:nvPr/>
          </p:nvSpPr>
          <p:spPr>
            <a:xfrm>
              <a:off x="4186450" y="990315"/>
              <a:ext cx="100867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5" name="rc204"/>
            <p:cNvSpPr/>
            <p:nvPr/>
          </p:nvSpPr>
          <p:spPr>
            <a:xfrm>
              <a:off x="1310032" y="3025891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pt205"/>
            <p:cNvSpPr/>
            <p:nvPr/>
          </p:nvSpPr>
          <p:spPr>
            <a:xfrm>
              <a:off x="1513570" y="425849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pt206"/>
            <p:cNvSpPr/>
            <p:nvPr/>
          </p:nvSpPr>
          <p:spPr>
            <a:xfrm>
              <a:off x="1492391" y="411600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pt207"/>
            <p:cNvSpPr/>
            <p:nvPr/>
          </p:nvSpPr>
          <p:spPr>
            <a:xfrm>
              <a:off x="1582093" y="4323104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452223" y="419674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397325" y="422286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67232" y="410022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576625" y="37832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82275" y="4194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67478" y="415223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592420" y="409913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2219933" y="43311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2177276" y="437890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2317854" y="325443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350476" y="42543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324968" y="428054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347292" y="412329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46910" y="427971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306032" y="42838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295480" y="36945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359884" y="382834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31134" y="403976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35573" y="412020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285227" y="397221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363130" y="417511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350756" y="41987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308698" y="407593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361533" y="355349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70120" y="379474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3131683" y="406307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975838" y="39593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967871" y="436865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2987430" y="435922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2913881" y="416313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22930" y="4372409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76744" y="345548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3128247" y="438746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2914100" y="390786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10437" y="327671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51895" y="31708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28249" y="38907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2920070" y="37639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79941" y="371836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2938900" y="375417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41610" y="429437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2952464" y="370833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3056715" y="411650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978199" y="41371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2960661" y="393774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894352" y="392857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839355" y="403076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3798340" y="395926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764050" y="42423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678745" y="371135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714152" y="405138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41862" y="416721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683288" y="387570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842756" y="380711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75295" y="352179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13203" y="354816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71320" y="352652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705862" y="363055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61142" y="38835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48141" y="391251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66171" y="380982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85542" y="377053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15275" y="375937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888061" y="357582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753794" y="36958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836122" y="373906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863815" y="35458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69522" y="37707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834122" y="359895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pg277"/>
            <p:cNvSpPr/>
            <p:nvPr/>
          </p:nvSpPr>
          <p:spPr>
            <a:xfrm>
              <a:off x="1533493" y="3647417"/>
              <a:ext cx="2291194" cy="733723"/>
            </a:xfrm>
            <a:custGeom>
              <a:avLst/>
              <a:pathLst>
                <a:path w="2291194" h="733723">
                  <a:moveTo>
                    <a:pt x="0" y="299221"/>
                  </a:moveTo>
                  <a:lnTo>
                    <a:pt x="1210485" y="221600"/>
                  </a:lnTo>
                  <a:lnTo>
                    <a:pt x="1527462" y="170803"/>
                  </a:lnTo>
                  <a:lnTo>
                    <a:pt x="1974217" y="76654"/>
                  </a:lnTo>
                  <a:lnTo>
                    <a:pt x="2291194" y="0"/>
                  </a:lnTo>
                  <a:lnTo>
                    <a:pt x="2291194" y="389749"/>
                  </a:lnTo>
                  <a:lnTo>
                    <a:pt x="1974217" y="402078"/>
                  </a:lnTo>
                  <a:lnTo>
                    <a:pt x="1527462" y="433344"/>
                  </a:lnTo>
                  <a:lnTo>
                    <a:pt x="1210485" y="471530"/>
                  </a:lnTo>
                  <a:lnTo>
                    <a:pt x="0" y="733723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279" name="pl278"/>
            <p:cNvSpPr/>
            <p:nvPr/>
          </p:nvSpPr>
          <p:spPr>
            <a:xfrm>
              <a:off x="1533493" y="3647417"/>
              <a:ext cx="2291194" cy="299221"/>
            </a:xfrm>
            <a:custGeom>
              <a:avLst/>
              <a:pathLst>
                <a:path w="2291194" h="299221">
                  <a:moveTo>
                    <a:pt x="0" y="299221"/>
                  </a:moveTo>
                  <a:lnTo>
                    <a:pt x="1210485" y="221600"/>
                  </a:lnTo>
                  <a:lnTo>
                    <a:pt x="1527462" y="170803"/>
                  </a:lnTo>
                  <a:lnTo>
                    <a:pt x="1974217" y="76654"/>
                  </a:lnTo>
                  <a:lnTo>
                    <a:pt x="22911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0" name="pl279"/>
            <p:cNvSpPr/>
            <p:nvPr/>
          </p:nvSpPr>
          <p:spPr>
            <a:xfrm>
              <a:off x="1533493" y="4037166"/>
              <a:ext cx="2291194" cy="343973"/>
            </a:xfrm>
            <a:custGeom>
              <a:avLst/>
              <a:pathLst>
                <a:path w="2291194" h="343973">
                  <a:moveTo>
                    <a:pt x="2291194" y="0"/>
                  </a:moveTo>
                  <a:lnTo>
                    <a:pt x="1974217" y="12328"/>
                  </a:lnTo>
                  <a:lnTo>
                    <a:pt x="1527462" y="43594"/>
                  </a:lnTo>
                  <a:lnTo>
                    <a:pt x="1210485" y="81781"/>
                  </a:lnTo>
                  <a:lnTo>
                    <a:pt x="0" y="3439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33493" y="3842292"/>
              <a:ext cx="2291194" cy="321597"/>
            </a:xfrm>
            <a:custGeom>
              <a:avLst/>
              <a:pathLst>
                <a:path w="2291194" h="321597">
                  <a:moveTo>
                    <a:pt x="0" y="321597"/>
                  </a:moveTo>
                  <a:lnTo>
                    <a:pt x="1210485" y="151690"/>
                  </a:lnTo>
                  <a:lnTo>
                    <a:pt x="1527462" y="107199"/>
                  </a:lnTo>
                  <a:lnTo>
                    <a:pt x="1974217" y="44491"/>
                  </a:lnTo>
                  <a:lnTo>
                    <a:pt x="2291194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tx281"/>
            <p:cNvSpPr/>
            <p:nvPr/>
          </p:nvSpPr>
          <p:spPr>
            <a:xfrm>
              <a:off x="3335803" y="3171612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283" name="tx282"/>
            <p:cNvSpPr/>
            <p:nvPr/>
          </p:nvSpPr>
          <p:spPr>
            <a:xfrm>
              <a:off x="3408544" y="3171612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0.074</a:t>
              </a:r>
            </a:p>
          </p:txBody>
        </p:sp>
        <p:sp>
          <p:nvSpPr>
            <p:cNvPr id="284" name="rc283"/>
            <p:cNvSpPr/>
            <p:nvPr/>
          </p:nvSpPr>
          <p:spPr>
            <a:xfrm>
              <a:off x="1310032" y="3025891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310032" y="3025891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tx285"/>
            <p:cNvSpPr/>
            <p:nvPr/>
          </p:nvSpPr>
          <p:spPr>
            <a:xfrm rot="-5400000">
              <a:off x="1140466" y="439768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87" name="tx286"/>
            <p:cNvSpPr/>
            <p:nvPr/>
          </p:nvSpPr>
          <p:spPr>
            <a:xfrm rot="-5400000">
              <a:off x="1140466" y="4127508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88" name="tx287"/>
            <p:cNvSpPr/>
            <p:nvPr/>
          </p:nvSpPr>
          <p:spPr>
            <a:xfrm rot="-5400000">
              <a:off x="1140466" y="3857335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89" name="tx288"/>
            <p:cNvSpPr/>
            <p:nvPr/>
          </p:nvSpPr>
          <p:spPr>
            <a:xfrm rot="-5400000">
              <a:off x="1140466" y="3587162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0" name="tx289"/>
            <p:cNvSpPr/>
            <p:nvPr/>
          </p:nvSpPr>
          <p:spPr>
            <a:xfrm rot="-5400000">
              <a:off x="1140466" y="331698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1" name="tx290"/>
            <p:cNvSpPr/>
            <p:nvPr/>
          </p:nvSpPr>
          <p:spPr>
            <a:xfrm rot="-5400000">
              <a:off x="1140466" y="3046816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3.5</a:t>
              </a:r>
            </a:p>
          </p:txBody>
        </p:sp>
        <p:sp>
          <p:nvSpPr>
            <p:cNvPr id="292" name="pl291"/>
            <p:cNvSpPr/>
            <p:nvPr/>
          </p:nvSpPr>
          <p:spPr>
            <a:xfrm>
              <a:off x="1281564" y="443412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2"/>
            <p:cNvSpPr/>
            <p:nvPr/>
          </p:nvSpPr>
          <p:spPr>
            <a:xfrm>
              <a:off x="1281564" y="416394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3"/>
            <p:cNvSpPr/>
            <p:nvPr/>
          </p:nvSpPr>
          <p:spPr>
            <a:xfrm>
              <a:off x="1281564" y="389377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4"/>
            <p:cNvSpPr/>
            <p:nvPr/>
          </p:nvSpPr>
          <p:spPr>
            <a:xfrm>
              <a:off x="1281564" y="362360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5"/>
            <p:cNvSpPr/>
            <p:nvPr/>
          </p:nvSpPr>
          <p:spPr>
            <a:xfrm>
              <a:off x="1281564" y="335342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6"/>
            <p:cNvSpPr/>
            <p:nvPr/>
          </p:nvSpPr>
          <p:spPr>
            <a:xfrm>
              <a:off x="1281564" y="3083255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7"/>
            <p:cNvSpPr/>
            <p:nvPr/>
          </p:nvSpPr>
          <p:spPr>
            <a:xfrm>
              <a:off x="1310032" y="4485858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533493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2297225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3060956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3824687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tx302"/>
            <p:cNvSpPr/>
            <p:nvPr/>
          </p:nvSpPr>
          <p:spPr>
            <a:xfrm>
              <a:off x="1505238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4" name="tx303"/>
            <p:cNvSpPr/>
            <p:nvPr/>
          </p:nvSpPr>
          <p:spPr>
            <a:xfrm>
              <a:off x="2268970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5" name="tx304"/>
            <p:cNvSpPr/>
            <p:nvPr/>
          </p:nvSpPr>
          <p:spPr>
            <a:xfrm>
              <a:off x="3032701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06" name="tx305"/>
            <p:cNvSpPr/>
            <p:nvPr/>
          </p:nvSpPr>
          <p:spPr>
            <a:xfrm>
              <a:off x="3796432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307" name="tx306"/>
            <p:cNvSpPr/>
            <p:nvPr/>
          </p:nvSpPr>
          <p:spPr>
            <a:xfrm rot="-5400000">
              <a:off x="129703" y="3710292"/>
              <a:ext cx="1806671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8" name="tx307"/>
            <p:cNvSpPr/>
            <p:nvPr/>
          </p:nvSpPr>
          <p:spPr>
            <a:xfrm>
              <a:off x="1310032" y="2849351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09" name="rc308"/>
            <p:cNvSpPr/>
            <p:nvPr/>
          </p:nvSpPr>
          <p:spPr>
            <a:xfrm>
              <a:off x="4186450" y="3025891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0" name="pt309"/>
            <p:cNvSpPr/>
            <p:nvPr/>
          </p:nvSpPr>
          <p:spPr>
            <a:xfrm>
              <a:off x="4418161" y="395064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88506" y="32940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447879" y="4021892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304007" y="3786292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330020" y="406811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480076" y="320813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273743" y="31708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20273" y="352740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374254" y="421501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424894" y="38477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5211662" y="411122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48370" y="361545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089109" y="402555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061830" y="42575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48480" y="391502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174128" y="35888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114120" y="43331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055653" y="422620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220368" y="409757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49396" y="433113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48563" y="42171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172675" y="432974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23544" y="4060472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188028" y="400626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093010" y="376364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01053" y="380285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105167" y="411023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066780" y="438746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936395" y="4102131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5795312" y="416685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814022" y="414058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810511" y="4194847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10672" y="335619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02464" y="340162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48162" y="393367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06740" y="409087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66583" y="42094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818524" y="389795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896056" y="369301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889318" y="426323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43962" y="353593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5831081" y="387873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858603" y="39388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07430" y="419940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48756" y="369055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61910" y="392339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817016" y="366817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879456" y="3896240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6697667" y="40474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52709" y="4141943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583654" y="391062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621788" y="370290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590538" y="388538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674389" y="392273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670445" y="406266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602676" y="3962530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622004" y="406366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655523" y="397953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563644" y="3740750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45803" y="345848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574030" y="407727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592119" y="42315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576993" y="419794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642866" y="395870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587432" y="413654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37713" y="403098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88862" y="35368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679015" y="386214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660932" y="394797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30895" y="3893643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770769" y="419331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735022" y="385235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382" name="pg381"/>
            <p:cNvSpPr/>
            <p:nvPr/>
          </p:nvSpPr>
          <p:spPr>
            <a:xfrm>
              <a:off x="4409073" y="3760054"/>
              <a:ext cx="2295783" cy="360017"/>
            </a:xfrm>
            <a:custGeom>
              <a:avLst/>
              <a:pathLst>
                <a:path w="2295783" h="360017">
                  <a:moveTo>
                    <a:pt x="0" y="0"/>
                  </a:moveTo>
                  <a:lnTo>
                    <a:pt x="1212910" y="105042"/>
                  </a:lnTo>
                  <a:lnTo>
                    <a:pt x="1530522" y="120325"/>
                  </a:lnTo>
                  <a:lnTo>
                    <a:pt x="1978171" y="131534"/>
                  </a:lnTo>
                  <a:lnTo>
                    <a:pt x="2295783" y="133738"/>
                  </a:lnTo>
                  <a:lnTo>
                    <a:pt x="2295783" y="360017"/>
                  </a:lnTo>
                  <a:lnTo>
                    <a:pt x="1978171" y="331901"/>
                  </a:lnTo>
                  <a:lnTo>
                    <a:pt x="1530522" y="300377"/>
                  </a:lnTo>
                  <a:lnTo>
                    <a:pt x="1212910" y="285340"/>
                  </a:lnTo>
                  <a:lnTo>
                    <a:pt x="0" y="274596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09073" y="3760054"/>
              <a:ext cx="2295783" cy="133738"/>
            </a:xfrm>
            <a:custGeom>
              <a:avLst/>
              <a:pathLst>
                <a:path w="2295783" h="133738">
                  <a:moveTo>
                    <a:pt x="0" y="0"/>
                  </a:moveTo>
                  <a:lnTo>
                    <a:pt x="1212910" y="105042"/>
                  </a:lnTo>
                  <a:lnTo>
                    <a:pt x="1530522" y="120325"/>
                  </a:lnTo>
                  <a:lnTo>
                    <a:pt x="1978171" y="131534"/>
                  </a:lnTo>
                  <a:lnTo>
                    <a:pt x="2295783" y="13373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09073" y="4034650"/>
              <a:ext cx="2295783" cy="85421"/>
            </a:xfrm>
            <a:custGeom>
              <a:avLst/>
              <a:pathLst>
                <a:path w="2295783" h="85421">
                  <a:moveTo>
                    <a:pt x="2295783" y="85421"/>
                  </a:moveTo>
                  <a:lnTo>
                    <a:pt x="1978171" y="57305"/>
                  </a:lnTo>
                  <a:lnTo>
                    <a:pt x="1530522" y="25780"/>
                  </a:lnTo>
                  <a:lnTo>
                    <a:pt x="1212910" y="1074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09073" y="3897352"/>
              <a:ext cx="2295783" cy="109579"/>
            </a:xfrm>
            <a:custGeom>
              <a:avLst/>
              <a:pathLst>
                <a:path w="2295783" h="109579">
                  <a:moveTo>
                    <a:pt x="0" y="0"/>
                  </a:moveTo>
                  <a:lnTo>
                    <a:pt x="1212910" y="57893"/>
                  </a:lnTo>
                  <a:lnTo>
                    <a:pt x="1530522" y="73053"/>
                  </a:lnTo>
                  <a:lnTo>
                    <a:pt x="1978171" y="94419"/>
                  </a:lnTo>
                  <a:lnTo>
                    <a:pt x="2295783" y="109579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tx385"/>
            <p:cNvSpPr/>
            <p:nvPr/>
          </p:nvSpPr>
          <p:spPr>
            <a:xfrm>
              <a:off x="6215973" y="317111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387" name="tx386"/>
            <p:cNvSpPr/>
            <p:nvPr/>
          </p:nvSpPr>
          <p:spPr>
            <a:xfrm>
              <a:off x="6288713" y="3171117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0.213</a:t>
              </a:r>
            </a:p>
          </p:txBody>
        </p:sp>
        <p:sp>
          <p:nvSpPr>
            <p:cNvPr id="388" name="rc387"/>
            <p:cNvSpPr/>
            <p:nvPr/>
          </p:nvSpPr>
          <p:spPr>
            <a:xfrm>
              <a:off x="4186450" y="3025891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186450" y="3025891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157982" y="430906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157982" y="406027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157982" y="381148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2"/>
            <p:cNvSpPr/>
            <p:nvPr/>
          </p:nvSpPr>
          <p:spPr>
            <a:xfrm>
              <a:off x="4157982" y="356269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157982" y="331390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4"/>
            <p:cNvSpPr/>
            <p:nvPr/>
          </p:nvSpPr>
          <p:spPr>
            <a:xfrm>
              <a:off x="4157982" y="306511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5"/>
            <p:cNvSpPr/>
            <p:nvPr/>
          </p:nvSpPr>
          <p:spPr>
            <a:xfrm>
              <a:off x="4186450" y="4485858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6"/>
            <p:cNvSpPr/>
            <p:nvPr/>
          </p:nvSpPr>
          <p:spPr>
            <a:xfrm>
              <a:off x="4409073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7"/>
            <p:cNvSpPr/>
            <p:nvPr/>
          </p:nvSpPr>
          <p:spPr>
            <a:xfrm>
              <a:off x="5174334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8"/>
            <p:cNvSpPr/>
            <p:nvPr/>
          </p:nvSpPr>
          <p:spPr>
            <a:xfrm>
              <a:off x="5939596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399"/>
            <p:cNvSpPr/>
            <p:nvPr/>
          </p:nvSpPr>
          <p:spPr>
            <a:xfrm>
              <a:off x="6704857" y="4485858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tx400"/>
            <p:cNvSpPr/>
            <p:nvPr/>
          </p:nvSpPr>
          <p:spPr>
            <a:xfrm>
              <a:off x="4380818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2" name="tx401"/>
            <p:cNvSpPr/>
            <p:nvPr/>
          </p:nvSpPr>
          <p:spPr>
            <a:xfrm>
              <a:off x="5146079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3" name="tx402"/>
            <p:cNvSpPr/>
            <p:nvPr/>
          </p:nvSpPr>
          <p:spPr>
            <a:xfrm>
              <a:off x="5911341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04" name="tx403"/>
            <p:cNvSpPr/>
            <p:nvPr/>
          </p:nvSpPr>
          <p:spPr>
            <a:xfrm>
              <a:off x="6676602" y="4537100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405" name="tx404"/>
            <p:cNvSpPr/>
            <p:nvPr/>
          </p:nvSpPr>
          <p:spPr>
            <a:xfrm>
              <a:off x="4186450" y="2849351"/>
              <a:ext cx="889254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06" name="rc405"/>
            <p:cNvSpPr/>
            <p:nvPr/>
          </p:nvSpPr>
          <p:spPr>
            <a:xfrm>
              <a:off x="1310032" y="4884928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pt406"/>
            <p:cNvSpPr/>
            <p:nvPr/>
          </p:nvSpPr>
          <p:spPr>
            <a:xfrm>
              <a:off x="1475046" y="58344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pt407"/>
            <p:cNvSpPr/>
            <p:nvPr/>
          </p:nvSpPr>
          <p:spPr>
            <a:xfrm>
              <a:off x="1580096" y="570735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pt408"/>
            <p:cNvSpPr/>
            <p:nvPr/>
          </p:nvSpPr>
          <p:spPr>
            <a:xfrm>
              <a:off x="1506327" y="578732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pt409"/>
            <p:cNvSpPr/>
            <p:nvPr/>
          </p:nvSpPr>
          <p:spPr>
            <a:xfrm>
              <a:off x="1397325" y="596243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pt410"/>
            <p:cNvSpPr/>
            <p:nvPr/>
          </p:nvSpPr>
          <p:spPr>
            <a:xfrm>
              <a:off x="1586953" y="61160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571878" y="5808149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429775" y="592904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480766" y="596809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447185" y="606043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470991" y="576819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2326226" y="5945397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2196967" y="524453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2283919" y="538894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2261940" y="561717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2258781" y="574908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334999" y="6246504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188181" y="598524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323536" y="557301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35460" y="511324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177952" y="502986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180607" y="583197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358829" y="555615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172705" y="536182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87426" y="549049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279716" y="597873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254295" y="592520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336335" y="5407075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215533" y="545229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3071609" y="601934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925816" y="572866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3008960" y="584129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3041000" y="608898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3072404" y="570349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40708" y="598096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3088926" y="517219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140793" y="590933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104908" y="5603649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2946268" y="541946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62817" y="508525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26240" y="53011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89474" y="592895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2998211" y="553592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2970282" y="567307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134742" y="549058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2969456" y="5903278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2925742" y="553248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2931673" y="5867721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133904" y="5826323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3787901" y="5880662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722550" y="582945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740654" y="6007405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3781128" y="558390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778616" y="563928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721814" y="5116757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889815" y="561800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57442" y="5828022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701943" y="5631180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70801" y="551909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807595" y="545917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29925" y="532422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61550" y="5782524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821094" y="522638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838336" y="6071294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734693" y="593010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790820" y="575751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47586" y="5847370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24944" y="5718050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823617" y="5894098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94352" y="5691595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846006" y="561282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817327" y="5621289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839156" y="5687361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479" name="pg478"/>
            <p:cNvSpPr/>
            <p:nvPr/>
          </p:nvSpPr>
          <p:spPr>
            <a:xfrm>
              <a:off x="1531243" y="5503137"/>
              <a:ext cx="2306013" cy="436737"/>
            </a:xfrm>
            <a:custGeom>
              <a:avLst/>
              <a:pathLst>
                <a:path w="2306013" h="436737">
                  <a:moveTo>
                    <a:pt x="0" y="0"/>
                  </a:moveTo>
                  <a:lnTo>
                    <a:pt x="1218315" y="96661"/>
                  </a:lnTo>
                  <a:lnTo>
                    <a:pt x="1537342" y="87463"/>
                  </a:lnTo>
                  <a:lnTo>
                    <a:pt x="1986986" y="48385"/>
                  </a:lnTo>
                  <a:lnTo>
                    <a:pt x="2306013" y="10344"/>
                  </a:lnTo>
                  <a:lnTo>
                    <a:pt x="2306013" y="391730"/>
                  </a:lnTo>
                  <a:lnTo>
                    <a:pt x="1986986" y="358485"/>
                  </a:lnTo>
                  <a:lnTo>
                    <a:pt x="1537342" y="326165"/>
                  </a:lnTo>
                  <a:lnTo>
                    <a:pt x="1218315" y="321763"/>
                  </a:lnTo>
                  <a:lnTo>
                    <a:pt x="0" y="436737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480" name="pl479"/>
            <p:cNvSpPr/>
            <p:nvPr/>
          </p:nvSpPr>
          <p:spPr>
            <a:xfrm>
              <a:off x="1531243" y="5503137"/>
              <a:ext cx="2306013" cy="96661"/>
            </a:xfrm>
            <a:custGeom>
              <a:avLst/>
              <a:pathLst>
                <a:path w="2306013" h="96661">
                  <a:moveTo>
                    <a:pt x="0" y="0"/>
                  </a:moveTo>
                  <a:lnTo>
                    <a:pt x="1218315" y="96661"/>
                  </a:lnTo>
                  <a:lnTo>
                    <a:pt x="1537342" y="87463"/>
                  </a:lnTo>
                  <a:lnTo>
                    <a:pt x="1986986" y="48385"/>
                  </a:lnTo>
                  <a:lnTo>
                    <a:pt x="2306013" y="103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1" name="pl480"/>
            <p:cNvSpPr/>
            <p:nvPr/>
          </p:nvSpPr>
          <p:spPr>
            <a:xfrm>
              <a:off x="1531243" y="5824901"/>
              <a:ext cx="2306013" cy="114974"/>
            </a:xfrm>
            <a:custGeom>
              <a:avLst/>
              <a:pathLst>
                <a:path w="2306013" h="114974">
                  <a:moveTo>
                    <a:pt x="2306013" y="69967"/>
                  </a:moveTo>
                  <a:lnTo>
                    <a:pt x="1986986" y="36721"/>
                  </a:lnTo>
                  <a:lnTo>
                    <a:pt x="1537342" y="4402"/>
                  </a:lnTo>
                  <a:lnTo>
                    <a:pt x="1218315" y="0"/>
                  </a:lnTo>
                  <a:lnTo>
                    <a:pt x="0" y="1149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482" name="pl481"/>
            <p:cNvSpPr/>
            <p:nvPr/>
          </p:nvSpPr>
          <p:spPr>
            <a:xfrm>
              <a:off x="1531243" y="5704175"/>
              <a:ext cx="2306013" cy="17331"/>
            </a:xfrm>
            <a:custGeom>
              <a:avLst/>
              <a:pathLst>
                <a:path w="2306013" h="17331">
                  <a:moveTo>
                    <a:pt x="0" y="17331"/>
                  </a:moveTo>
                  <a:lnTo>
                    <a:pt x="1218315" y="8174"/>
                  </a:lnTo>
                  <a:lnTo>
                    <a:pt x="1537342" y="5777"/>
                  </a:lnTo>
                  <a:lnTo>
                    <a:pt x="1986986" y="2397"/>
                  </a:lnTo>
                  <a:lnTo>
                    <a:pt x="2306013" y="0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3" name="tx482"/>
            <p:cNvSpPr/>
            <p:nvPr/>
          </p:nvSpPr>
          <p:spPr>
            <a:xfrm>
              <a:off x="3348373" y="503202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484" name="tx483"/>
            <p:cNvSpPr/>
            <p:nvPr/>
          </p:nvSpPr>
          <p:spPr>
            <a:xfrm>
              <a:off x="3421113" y="5032029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0.921</a:t>
              </a:r>
            </a:p>
          </p:txBody>
        </p:sp>
        <p:sp>
          <p:nvSpPr>
            <p:cNvPr id="485" name="rc484"/>
            <p:cNvSpPr/>
            <p:nvPr/>
          </p:nvSpPr>
          <p:spPr>
            <a:xfrm>
              <a:off x="1310032" y="4884928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310032" y="4884928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tx486"/>
            <p:cNvSpPr/>
            <p:nvPr/>
          </p:nvSpPr>
          <p:spPr>
            <a:xfrm rot="-5400000">
              <a:off x="1140466" y="621742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88" name="tx487"/>
            <p:cNvSpPr/>
            <p:nvPr/>
          </p:nvSpPr>
          <p:spPr>
            <a:xfrm rot="-5400000">
              <a:off x="1140466" y="5844969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89" name="tx488"/>
            <p:cNvSpPr/>
            <p:nvPr/>
          </p:nvSpPr>
          <p:spPr>
            <a:xfrm rot="-5400000">
              <a:off x="1140466" y="5472510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0" name="tx489"/>
            <p:cNvSpPr/>
            <p:nvPr/>
          </p:nvSpPr>
          <p:spPr>
            <a:xfrm rot="-5400000">
              <a:off x="1140466" y="5100051"/>
              <a:ext cx="14127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491" name="pl490"/>
            <p:cNvSpPr/>
            <p:nvPr/>
          </p:nvSpPr>
          <p:spPr>
            <a:xfrm>
              <a:off x="1281564" y="625386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281564" y="588140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281564" y="550894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3"/>
            <p:cNvSpPr/>
            <p:nvPr/>
          </p:nvSpPr>
          <p:spPr>
            <a:xfrm>
              <a:off x="1281564" y="5136490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10032" y="634489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5"/>
            <p:cNvSpPr/>
            <p:nvPr/>
          </p:nvSpPr>
          <p:spPr>
            <a:xfrm>
              <a:off x="1531243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6"/>
            <p:cNvSpPr/>
            <p:nvPr/>
          </p:nvSpPr>
          <p:spPr>
            <a:xfrm>
              <a:off x="2299914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7"/>
            <p:cNvSpPr/>
            <p:nvPr/>
          </p:nvSpPr>
          <p:spPr>
            <a:xfrm>
              <a:off x="3068585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8"/>
            <p:cNvSpPr/>
            <p:nvPr/>
          </p:nvSpPr>
          <p:spPr>
            <a:xfrm>
              <a:off x="3837256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tx499"/>
            <p:cNvSpPr/>
            <p:nvPr/>
          </p:nvSpPr>
          <p:spPr>
            <a:xfrm>
              <a:off x="1502988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01" name="tx500"/>
            <p:cNvSpPr/>
            <p:nvPr/>
          </p:nvSpPr>
          <p:spPr>
            <a:xfrm>
              <a:off x="2271659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02" name="tx501"/>
            <p:cNvSpPr/>
            <p:nvPr/>
          </p:nvSpPr>
          <p:spPr>
            <a:xfrm>
              <a:off x="3040330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03" name="tx502"/>
            <p:cNvSpPr/>
            <p:nvPr/>
          </p:nvSpPr>
          <p:spPr>
            <a:xfrm>
              <a:off x="3809002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04" name="tx503"/>
            <p:cNvSpPr/>
            <p:nvPr/>
          </p:nvSpPr>
          <p:spPr>
            <a:xfrm>
              <a:off x="2422335" y="6553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05" name="tx504"/>
            <p:cNvSpPr/>
            <p:nvPr/>
          </p:nvSpPr>
          <p:spPr>
            <a:xfrm>
              <a:off x="1310032" y="4708388"/>
              <a:ext cx="89656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06" name="rc505"/>
            <p:cNvSpPr/>
            <p:nvPr/>
          </p:nvSpPr>
          <p:spPr>
            <a:xfrm>
              <a:off x="4186450" y="4884928"/>
              <a:ext cx="2746729" cy="145996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7" name="pt506"/>
            <p:cNvSpPr/>
            <p:nvPr/>
          </p:nvSpPr>
          <p:spPr>
            <a:xfrm>
              <a:off x="4334406" y="5756848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8" name="pt507"/>
            <p:cNvSpPr/>
            <p:nvPr/>
          </p:nvSpPr>
          <p:spPr>
            <a:xfrm>
              <a:off x="4293442" y="568480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09" name="pt508"/>
            <p:cNvSpPr/>
            <p:nvPr/>
          </p:nvSpPr>
          <p:spPr>
            <a:xfrm>
              <a:off x="4293680" y="5742010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0" name="pt509"/>
            <p:cNvSpPr/>
            <p:nvPr/>
          </p:nvSpPr>
          <p:spPr>
            <a:xfrm>
              <a:off x="4273743" y="6033263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1" name="pt510"/>
            <p:cNvSpPr/>
            <p:nvPr/>
          </p:nvSpPr>
          <p:spPr>
            <a:xfrm>
              <a:off x="4350440" y="5997421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2" name="pt511"/>
            <p:cNvSpPr/>
            <p:nvPr/>
          </p:nvSpPr>
          <p:spPr>
            <a:xfrm>
              <a:off x="4323539" y="595433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3" name="pt512"/>
            <p:cNvSpPr/>
            <p:nvPr/>
          </p:nvSpPr>
          <p:spPr>
            <a:xfrm>
              <a:off x="4452411" y="551761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4" name="pt513"/>
            <p:cNvSpPr/>
            <p:nvPr/>
          </p:nvSpPr>
          <p:spPr>
            <a:xfrm>
              <a:off x="4377357" y="577578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5" name="pt514"/>
            <p:cNvSpPr/>
            <p:nvPr/>
          </p:nvSpPr>
          <p:spPr>
            <a:xfrm>
              <a:off x="4434789" y="5977441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404059" y="5661757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5066808" y="6246504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5106519" y="5892015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5059237" y="5692051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5088985" y="611832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5164420" y="5816051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5073182" y="5454451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5082953" y="585027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5247216" y="5914098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5033997" y="5674297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037737" y="599838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195031" y="562105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222610" y="5962752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208688" y="559296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250160" y="526608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091291" y="5520669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129736" y="5567218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053061" y="567755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087400" y="594249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949739" y="5732263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967410" y="5785192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827105" y="598007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864537" y="556618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967686" y="578733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972330" y="558612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6009932" y="5162169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995898" y="584090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919340" y="567613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842041" y="5029865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898534" y="5680508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843227" y="5787725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848939" y="556365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852163" y="5497932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5817759" y="537291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77572" y="587991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23574" y="5908939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31806" y="609882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53171" y="5722473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880394" y="564678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6720090" y="569061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753584" y="5809878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648237" y="5880658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6674358" y="5913573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6770769" y="5729240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6698875" y="566901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683234" y="5877820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6687281" y="5605588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6625840" y="5947914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637029" y="5805057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672930" y="5734687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644779" y="581428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571095" y="57753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585843" y="6058721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584533" y="5794399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676112" y="5812484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637090" y="5701843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579494" y="5729422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576044" y="6074311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685768" y="5698724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715939" y="55919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583291" y="5617465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26349" y="5904513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08894" y="5969912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579" name="pg578"/>
            <p:cNvSpPr/>
            <p:nvPr/>
          </p:nvSpPr>
          <p:spPr>
            <a:xfrm>
              <a:off x="4409355" y="5617198"/>
              <a:ext cx="2303768" cy="305588"/>
            </a:xfrm>
            <a:custGeom>
              <a:avLst/>
              <a:pathLst>
                <a:path w="2303768" h="305588">
                  <a:moveTo>
                    <a:pt x="0" y="0"/>
                  </a:moveTo>
                  <a:lnTo>
                    <a:pt x="1217128" y="62196"/>
                  </a:lnTo>
                  <a:lnTo>
                    <a:pt x="1535845" y="60697"/>
                  </a:lnTo>
                  <a:lnTo>
                    <a:pt x="1985051" y="44879"/>
                  </a:lnTo>
                  <a:lnTo>
                    <a:pt x="2303768" y="26963"/>
                  </a:lnTo>
                  <a:lnTo>
                    <a:pt x="2303768" y="296333"/>
                  </a:lnTo>
                  <a:lnTo>
                    <a:pt x="1985051" y="275967"/>
                  </a:lnTo>
                  <a:lnTo>
                    <a:pt x="1535845" y="256697"/>
                  </a:lnTo>
                  <a:lnTo>
                    <a:pt x="1217128" y="252747"/>
                  </a:lnTo>
                  <a:lnTo>
                    <a:pt x="0" y="305588"/>
                  </a:lnTo>
                  <a:close/>
                </a:path>
              </a:pathLst>
            </a:custGeom>
            <a:solidFill>
              <a:srgbClr val="000000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580" name="pl579"/>
            <p:cNvSpPr/>
            <p:nvPr/>
          </p:nvSpPr>
          <p:spPr>
            <a:xfrm>
              <a:off x="4409355" y="5617198"/>
              <a:ext cx="2303768" cy="62196"/>
            </a:xfrm>
            <a:custGeom>
              <a:avLst/>
              <a:pathLst>
                <a:path w="2303768" h="62196">
                  <a:moveTo>
                    <a:pt x="0" y="0"/>
                  </a:moveTo>
                  <a:lnTo>
                    <a:pt x="1217128" y="62196"/>
                  </a:lnTo>
                  <a:lnTo>
                    <a:pt x="1535845" y="60697"/>
                  </a:lnTo>
                  <a:lnTo>
                    <a:pt x="1985051" y="44879"/>
                  </a:lnTo>
                  <a:lnTo>
                    <a:pt x="2303768" y="2696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1" name="pl580"/>
            <p:cNvSpPr/>
            <p:nvPr/>
          </p:nvSpPr>
          <p:spPr>
            <a:xfrm>
              <a:off x="4409355" y="5869945"/>
              <a:ext cx="2303768" cy="52841"/>
            </a:xfrm>
            <a:custGeom>
              <a:avLst/>
              <a:pathLst>
                <a:path w="2303768" h="52841">
                  <a:moveTo>
                    <a:pt x="2303768" y="43585"/>
                  </a:moveTo>
                  <a:lnTo>
                    <a:pt x="1985051" y="23219"/>
                  </a:lnTo>
                  <a:lnTo>
                    <a:pt x="1535845" y="3949"/>
                  </a:lnTo>
                  <a:lnTo>
                    <a:pt x="1217128" y="0"/>
                  </a:lnTo>
                  <a:lnTo>
                    <a:pt x="0" y="5284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582" name="pl581"/>
            <p:cNvSpPr/>
            <p:nvPr/>
          </p:nvSpPr>
          <p:spPr>
            <a:xfrm>
              <a:off x="4409355" y="5769992"/>
              <a:ext cx="2303768" cy="8854"/>
            </a:xfrm>
            <a:custGeom>
              <a:avLst/>
              <a:pathLst>
                <a:path w="2303768" h="8854">
                  <a:moveTo>
                    <a:pt x="0" y="0"/>
                  </a:moveTo>
                  <a:lnTo>
                    <a:pt x="1217128" y="4677"/>
                  </a:lnTo>
                  <a:lnTo>
                    <a:pt x="1535845" y="5902"/>
                  </a:lnTo>
                  <a:lnTo>
                    <a:pt x="1985051" y="7629"/>
                  </a:lnTo>
                  <a:lnTo>
                    <a:pt x="2303768" y="8854"/>
                  </a:lnTo>
                </a:path>
              </a:pathLst>
            </a:custGeom>
            <a:ln w="32521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3" name="tx582"/>
            <p:cNvSpPr/>
            <p:nvPr/>
          </p:nvSpPr>
          <p:spPr>
            <a:xfrm>
              <a:off x="6224240" y="5031395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</a:t>
              </a:r>
            </a:p>
          </p:txBody>
        </p:sp>
        <p:sp>
          <p:nvSpPr>
            <p:cNvPr id="584" name="tx583"/>
            <p:cNvSpPr/>
            <p:nvPr/>
          </p:nvSpPr>
          <p:spPr>
            <a:xfrm>
              <a:off x="6296980" y="5031395"/>
              <a:ext cx="41614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 = 0.936</a:t>
              </a:r>
            </a:p>
          </p:txBody>
        </p:sp>
        <p:sp>
          <p:nvSpPr>
            <p:cNvPr id="585" name="rc584"/>
            <p:cNvSpPr/>
            <p:nvPr/>
          </p:nvSpPr>
          <p:spPr>
            <a:xfrm>
              <a:off x="4186450" y="4884928"/>
              <a:ext cx="2746729" cy="1459966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86" name="pl585"/>
            <p:cNvSpPr/>
            <p:nvPr/>
          </p:nvSpPr>
          <p:spPr>
            <a:xfrm>
              <a:off x="4186450" y="4884928"/>
              <a:ext cx="0" cy="1459966"/>
            </a:xfrm>
            <a:custGeom>
              <a:avLst/>
              <a:pathLst>
                <a:path w="0" h="1459966">
                  <a:moveTo>
                    <a:pt x="0" y="1459966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6"/>
            <p:cNvSpPr/>
            <p:nvPr/>
          </p:nvSpPr>
          <p:spPr>
            <a:xfrm>
              <a:off x="4157982" y="6263819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157982" y="5997494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157982" y="5731168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157982" y="5464842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157982" y="5198517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157982" y="4932191"/>
              <a:ext cx="28468" cy="0"/>
            </a:xfrm>
            <a:custGeom>
              <a:avLst/>
              <a:pathLst>
                <a:path w="28468" h="0">
                  <a:moveTo>
                    <a:pt x="0" y="0"/>
                  </a:moveTo>
                  <a:lnTo>
                    <a:pt x="28468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186450" y="6344894"/>
              <a:ext cx="2746729" cy="0"/>
            </a:xfrm>
            <a:custGeom>
              <a:avLst/>
              <a:pathLst>
                <a:path w="2746729" h="0">
                  <a:moveTo>
                    <a:pt x="0" y="0"/>
                  </a:moveTo>
                  <a:lnTo>
                    <a:pt x="2746729" y="0"/>
                  </a:lnTo>
                </a:path>
              </a:pathLst>
            </a:custGeom>
            <a:ln w="11086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409355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5177278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5945201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6713124" y="6344894"/>
              <a:ext cx="0" cy="28468"/>
            </a:xfrm>
            <a:custGeom>
              <a:avLst/>
              <a:pathLst>
                <a:path w="0" h="28468">
                  <a:moveTo>
                    <a:pt x="0" y="28468"/>
                  </a:moveTo>
                  <a:lnTo>
                    <a:pt x="0" y="0"/>
                  </a:lnTo>
                </a:path>
              </a:pathLst>
            </a:custGeom>
            <a:ln w="11086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tx597"/>
            <p:cNvSpPr/>
            <p:nvPr/>
          </p:nvSpPr>
          <p:spPr>
            <a:xfrm>
              <a:off x="4381100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99" name="tx598"/>
            <p:cNvSpPr/>
            <p:nvPr/>
          </p:nvSpPr>
          <p:spPr>
            <a:xfrm>
              <a:off x="5149023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0" name="tx599"/>
            <p:cNvSpPr/>
            <p:nvPr/>
          </p:nvSpPr>
          <p:spPr>
            <a:xfrm>
              <a:off x="5916946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1" name="tx600"/>
            <p:cNvSpPr/>
            <p:nvPr/>
          </p:nvSpPr>
          <p:spPr>
            <a:xfrm>
              <a:off x="6684869" y="6396137"/>
              <a:ext cx="5650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02" name="tx601"/>
            <p:cNvSpPr/>
            <p:nvPr/>
          </p:nvSpPr>
          <p:spPr>
            <a:xfrm>
              <a:off x="5298753" y="6553773"/>
              <a:ext cx="522122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03" name="tx602"/>
            <p:cNvSpPr/>
            <p:nvPr/>
          </p:nvSpPr>
          <p:spPr>
            <a:xfrm>
              <a:off x="4186450" y="4708388"/>
              <a:ext cx="854049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04" name="rc603"/>
            <p:cNvSpPr/>
            <p:nvPr/>
          </p:nvSpPr>
          <p:spPr>
            <a:xfrm>
              <a:off x="1711003" y="6778484"/>
              <a:ext cx="4821205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5" name="tx604"/>
            <p:cNvSpPr/>
            <p:nvPr/>
          </p:nvSpPr>
          <p:spPr>
            <a:xfrm>
              <a:off x="1711003" y="6827336"/>
              <a:ext cx="432054" cy="8229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06" name="rc605"/>
            <p:cNvSpPr/>
            <p:nvPr/>
          </p:nvSpPr>
          <p:spPr>
            <a:xfrm>
              <a:off x="2199994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7" name="pt606"/>
            <p:cNvSpPr/>
            <p:nvPr/>
          </p:nvSpPr>
          <p:spPr>
            <a:xfrm>
              <a:off x="2252435" y="6830926"/>
              <a:ext cx="75116" cy="75116"/>
            </a:xfrm>
            <a:prstGeom prst="ellipse">
              <a:avLst/>
            </a:prstGeom>
            <a:solidFill>
              <a:srgbClr val="5DC1A2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08" name="rc607"/>
            <p:cNvSpPr/>
            <p:nvPr/>
          </p:nvSpPr>
          <p:spPr>
            <a:xfrm>
              <a:off x="2646206" y="6778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9" name="pt608"/>
            <p:cNvSpPr/>
            <p:nvPr/>
          </p:nvSpPr>
          <p:spPr>
            <a:xfrm>
              <a:off x="2698647" y="6830926"/>
              <a:ext cx="75116" cy="75116"/>
            </a:xfrm>
            <a:prstGeom prst="ellipse">
              <a:avLst/>
            </a:prstGeom>
            <a:solidFill>
              <a:srgbClr val="13815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0" name="rc609"/>
            <p:cNvSpPr/>
            <p:nvPr/>
          </p:nvSpPr>
          <p:spPr>
            <a:xfrm>
              <a:off x="3098087" y="6778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1" name="pt610"/>
            <p:cNvSpPr/>
            <p:nvPr/>
          </p:nvSpPr>
          <p:spPr>
            <a:xfrm>
              <a:off x="3150529" y="6830926"/>
              <a:ext cx="75116" cy="75116"/>
            </a:xfrm>
            <a:prstGeom prst="ellipse">
              <a:avLst/>
            </a:prstGeom>
            <a:solidFill>
              <a:srgbClr val="E4D79A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2" name="rc611"/>
            <p:cNvSpPr/>
            <p:nvPr/>
          </p:nvSpPr>
          <p:spPr>
            <a:xfrm>
              <a:off x="3533052" y="6778484"/>
              <a:ext cx="179999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3" name="pt612"/>
            <p:cNvSpPr/>
            <p:nvPr/>
          </p:nvSpPr>
          <p:spPr>
            <a:xfrm>
              <a:off x="3585493" y="6830926"/>
              <a:ext cx="75116" cy="75116"/>
            </a:xfrm>
            <a:prstGeom prst="ellipse">
              <a:avLst/>
            </a:prstGeom>
            <a:solidFill>
              <a:srgbClr val="F5434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4" name="rc613"/>
            <p:cNvSpPr/>
            <p:nvPr/>
          </p:nvSpPr>
          <p:spPr>
            <a:xfrm>
              <a:off x="3979264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5" name="pt614"/>
            <p:cNvSpPr/>
            <p:nvPr/>
          </p:nvSpPr>
          <p:spPr>
            <a:xfrm>
              <a:off x="4031705" y="6830926"/>
              <a:ext cx="75116" cy="75116"/>
            </a:xfrm>
            <a:prstGeom prst="ellipse">
              <a:avLst/>
            </a:prstGeom>
            <a:solidFill>
              <a:srgbClr val="7E0D13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6" name="rc615"/>
            <p:cNvSpPr/>
            <p:nvPr/>
          </p:nvSpPr>
          <p:spPr>
            <a:xfrm>
              <a:off x="4414229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7" name="pt616"/>
            <p:cNvSpPr/>
            <p:nvPr/>
          </p:nvSpPr>
          <p:spPr>
            <a:xfrm>
              <a:off x="4466670" y="6830926"/>
              <a:ext cx="75116" cy="75116"/>
            </a:xfrm>
            <a:prstGeom prst="ellipse">
              <a:avLst/>
            </a:prstGeom>
            <a:solidFill>
              <a:srgbClr val="1B7C88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18" name="rc617"/>
            <p:cNvSpPr/>
            <p:nvPr/>
          </p:nvSpPr>
          <p:spPr>
            <a:xfrm>
              <a:off x="4849194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9" name="pt618"/>
            <p:cNvSpPr/>
            <p:nvPr/>
          </p:nvSpPr>
          <p:spPr>
            <a:xfrm>
              <a:off x="4901635" y="6830926"/>
              <a:ext cx="75116" cy="75116"/>
            </a:xfrm>
            <a:prstGeom prst="ellipse">
              <a:avLst/>
            </a:prstGeom>
            <a:solidFill>
              <a:srgbClr val="F7961E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0" name="rc619"/>
            <p:cNvSpPr/>
            <p:nvPr/>
          </p:nvSpPr>
          <p:spPr>
            <a:xfrm>
              <a:off x="5272911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1" name="pt620"/>
            <p:cNvSpPr/>
            <p:nvPr/>
          </p:nvSpPr>
          <p:spPr>
            <a:xfrm>
              <a:off x="5325353" y="6830926"/>
              <a:ext cx="75116" cy="75116"/>
            </a:xfrm>
            <a:prstGeom prst="ellipse">
              <a:avLst/>
            </a:prstGeom>
            <a:solidFill>
              <a:srgbClr val="5F7385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rc621"/>
            <p:cNvSpPr/>
            <p:nvPr/>
          </p:nvSpPr>
          <p:spPr>
            <a:xfrm>
              <a:off x="5719123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3" name="pt622"/>
            <p:cNvSpPr/>
            <p:nvPr/>
          </p:nvSpPr>
          <p:spPr>
            <a:xfrm>
              <a:off x="5771565" y="6830926"/>
              <a:ext cx="75116" cy="75116"/>
            </a:xfrm>
            <a:prstGeom prst="ellipse">
              <a:avLst/>
            </a:prstGeom>
            <a:solidFill>
              <a:srgbClr val="FF9999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rc623"/>
            <p:cNvSpPr/>
            <p:nvPr/>
          </p:nvSpPr>
          <p:spPr>
            <a:xfrm>
              <a:off x="6159758" y="6778484"/>
              <a:ext cx="180000" cy="1799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5" name="pt624"/>
            <p:cNvSpPr/>
            <p:nvPr/>
          </p:nvSpPr>
          <p:spPr>
            <a:xfrm>
              <a:off x="6212199" y="6830926"/>
              <a:ext cx="75116" cy="75116"/>
            </a:xfrm>
            <a:prstGeom prst="ellipse">
              <a:avLst/>
            </a:prstGeom>
            <a:solidFill>
              <a:srgbClr val="66B3FF">
                <a:alpha val="60000"/>
              </a:srgbClr>
            </a:solidFill>
          </p:spPr>
          <p:txBody>
            <a:bodyPr/>
            <a:lstStyle/>
            <a:p/>
          </p:txBody>
        </p:sp>
        <p:sp>
          <p:nvSpPr>
            <p:cNvPr id="626" name="tx625"/>
            <p:cNvSpPr/>
            <p:nvPr/>
          </p:nvSpPr>
          <p:spPr>
            <a:xfrm>
              <a:off x="2436930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27" name="tx626"/>
            <p:cNvSpPr/>
            <p:nvPr/>
          </p:nvSpPr>
          <p:spPr>
            <a:xfrm>
              <a:off x="2883142" y="6832045"/>
              <a:ext cx="158008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28" name="tx627"/>
            <p:cNvSpPr/>
            <p:nvPr/>
          </p:nvSpPr>
          <p:spPr>
            <a:xfrm>
              <a:off x="3335023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29" name="tx628"/>
            <p:cNvSpPr/>
            <p:nvPr/>
          </p:nvSpPr>
          <p:spPr>
            <a:xfrm>
              <a:off x="3769988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30" name="tx629"/>
            <p:cNvSpPr/>
            <p:nvPr/>
          </p:nvSpPr>
          <p:spPr>
            <a:xfrm>
              <a:off x="4216200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31" name="tx630"/>
            <p:cNvSpPr/>
            <p:nvPr/>
          </p:nvSpPr>
          <p:spPr>
            <a:xfrm>
              <a:off x="4651165" y="6832045"/>
              <a:ext cx="14109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32" name="tx631"/>
            <p:cNvSpPr/>
            <p:nvPr/>
          </p:nvSpPr>
          <p:spPr>
            <a:xfrm>
              <a:off x="5086130" y="6832045"/>
              <a:ext cx="12984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33" name="tx632"/>
            <p:cNvSpPr/>
            <p:nvPr/>
          </p:nvSpPr>
          <p:spPr>
            <a:xfrm>
              <a:off x="5509848" y="6832045"/>
              <a:ext cx="152339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34" name="tx633"/>
            <p:cNvSpPr/>
            <p:nvPr/>
          </p:nvSpPr>
          <p:spPr>
            <a:xfrm>
              <a:off x="5956060" y="6832045"/>
              <a:ext cx="146761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35" name="tx634"/>
            <p:cNvSpPr/>
            <p:nvPr/>
          </p:nvSpPr>
          <p:spPr>
            <a:xfrm>
              <a:off x="6396694" y="6832045"/>
              <a:ext cx="135514" cy="728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2026-07-20T13:54:43Z</dcterms:modified>
  <cp:category/>
</cp:coreProperties>
</file>