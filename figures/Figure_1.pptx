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6120000" cy="6120000"/>
            <a:chOff x="914400" y="914400"/>
            <a:chExt cx="6120000" cy="6120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6120000" cy="61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6120000" cy="61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965010" y="952357"/>
              <a:ext cx="3090767" cy="18540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4055778" y="952357"/>
              <a:ext cx="2928011" cy="18540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965010" y="2806407"/>
              <a:ext cx="3090767" cy="18540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4055778" y="2806407"/>
              <a:ext cx="2928011" cy="18540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965010" y="4660457"/>
              <a:ext cx="3090767" cy="23359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055778" y="4660457"/>
              <a:ext cx="2928011" cy="23359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342663" y="1185068"/>
              <a:ext cx="2662504" cy="14190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1468013" y="2342560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1435513" y="2272331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1601918" y="2378232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1447927" y="2375332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1573429" y="2401427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1594952" y="2252869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1505675" y="2170178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1524288" y="2359045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1525043" y="2431078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425719" y="2232496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228149" y="243949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2234114" y="2376072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2351569" y="1772429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2288866" y="2295469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2202962" y="2369959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181214" y="2433925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296062" y="2459804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2208478" y="2287133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300631" y="164698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2173289" y="1833620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2192609" y="2450375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2349938" y="2247323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2186420" y="2191215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2320505" y="2201030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189182" y="2362952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320026" y="2302887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2260114" y="1825579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158336" y="1962211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3038503" y="2398939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2949512" y="218160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3055716" y="241149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2943203" y="2501691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3087379" y="2247389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3015224" y="2388459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3012059" y="1474446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3059751" y="2434043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3065378" y="2090976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919178" y="1758110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3077577" y="1211605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978027" y="199102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3085069" y="2156642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3068044" y="201669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3050109" y="2130767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2927558" y="2282699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3060171" y="2195813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3071373" y="2181217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3075585" y="2281199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2976271" y="2270825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3656293" y="2288010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3692048" y="2285843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3772314" y="2242384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3828643" y="2379727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672750" y="2009949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3773918" y="2027894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3759384" y="224466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3693747" y="2169420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3670931" y="2080495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3826942" y="1856564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3668189" y="1922844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3686812" y="1786850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3840191" y="201767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3790431" y="1952607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3775504" y="2348243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3846177" y="2186187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3716567" y="2094410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3761488" y="2154910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3748263" y="1899042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3813128" y="2126208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3781929" y="1992943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3821923" y="1883163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3663610" y="2048167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3738225" y="2018262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1556395" y="1937398"/>
              <a:ext cx="2234961" cy="557280"/>
            </a:xfrm>
            <a:custGeom>
              <a:avLst/>
              <a:pathLst>
                <a:path w="2234961" h="557280">
                  <a:moveTo>
                    <a:pt x="0" y="158165"/>
                  </a:moveTo>
                  <a:lnTo>
                    <a:pt x="1180776" y="151788"/>
                  </a:lnTo>
                  <a:lnTo>
                    <a:pt x="1489974" y="120651"/>
                  </a:lnTo>
                  <a:lnTo>
                    <a:pt x="1925764" y="55360"/>
                  </a:lnTo>
                  <a:lnTo>
                    <a:pt x="2234961" y="0"/>
                  </a:lnTo>
                  <a:lnTo>
                    <a:pt x="2234961" y="361137"/>
                  </a:lnTo>
                  <a:lnTo>
                    <a:pt x="1925764" y="354793"/>
                  </a:lnTo>
                  <a:lnTo>
                    <a:pt x="1489974" y="358589"/>
                  </a:lnTo>
                  <a:lnTo>
                    <a:pt x="1180776" y="376469"/>
                  </a:lnTo>
                  <a:lnTo>
                    <a:pt x="0" y="55728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556395" y="1937398"/>
              <a:ext cx="2234961" cy="158165"/>
            </a:xfrm>
            <a:custGeom>
              <a:avLst/>
              <a:pathLst>
                <a:path w="2234961" h="158165">
                  <a:moveTo>
                    <a:pt x="0" y="158165"/>
                  </a:moveTo>
                  <a:lnTo>
                    <a:pt x="1180776" y="151788"/>
                  </a:lnTo>
                  <a:lnTo>
                    <a:pt x="1489974" y="120651"/>
                  </a:lnTo>
                  <a:lnTo>
                    <a:pt x="1925764" y="55360"/>
                  </a:lnTo>
                  <a:lnTo>
                    <a:pt x="223496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1556395" y="2292192"/>
              <a:ext cx="2234961" cy="202487"/>
            </a:xfrm>
            <a:custGeom>
              <a:avLst/>
              <a:pathLst>
                <a:path w="2234961" h="202487">
                  <a:moveTo>
                    <a:pt x="2234961" y="6343"/>
                  </a:moveTo>
                  <a:lnTo>
                    <a:pt x="1925764" y="0"/>
                  </a:lnTo>
                  <a:lnTo>
                    <a:pt x="1489974" y="3795"/>
                  </a:lnTo>
                  <a:lnTo>
                    <a:pt x="1180776" y="21675"/>
                  </a:lnTo>
                  <a:lnTo>
                    <a:pt x="0" y="2024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1556395" y="2117967"/>
              <a:ext cx="2234961" cy="177154"/>
            </a:xfrm>
            <a:custGeom>
              <a:avLst/>
              <a:pathLst>
                <a:path w="2234961" h="177154">
                  <a:moveTo>
                    <a:pt x="0" y="177154"/>
                  </a:moveTo>
                  <a:lnTo>
                    <a:pt x="1180776" y="83560"/>
                  </a:lnTo>
                  <a:lnTo>
                    <a:pt x="1489974" y="59051"/>
                  </a:lnTo>
                  <a:lnTo>
                    <a:pt x="1925764" y="24508"/>
                  </a:lnTo>
                  <a:lnTo>
                    <a:pt x="2234961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9" name="tx88"/>
            <p:cNvSpPr/>
            <p:nvPr/>
          </p:nvSpPr>
          <p:spPr>
            <a:xfrm>
              <a:off x="3248148" y="1261003"/>
              <a:ext cx="70591" cy="910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3328945" y="1260911"/>
              <a:ext cx="46241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0.271</a:t>
              </a:r>
            </a:p>
          </p:txBody>
        </p:sp>
        <p:sp>
          <p:nvSpPr>
            <p:cNvPr id="91" name="rc90"/>
            <p:cNvSpPr/>
            <p:nvPr/>
          </p:nvSpPr>
          <p:spPr>
            <a:xfrm>
              <a:off x="1342663" y="1185068"/>
              <a:ext cx="2662504" cy="141909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342663" y="1185068"/>
              <a:ext cx="0" cy="1419094"/>
            </a:xfrm>
            <a:custGeom>
              <a:avLst/>
              <a:pathLst>
                <a:path w="0" h="1419094">
                  <a:moveTo>
                    <a:pt x="0" y="1419094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2"/>
            <p:cNvSpPr/>
            <p:nvPr/>
          </p:nvSpPr>
          <p:spPr>
            <a:xfrm rot="-5400000">
              <a:off x="1152636" y="2300504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94" name="tx93"/>
            <p:cNvSpPr/>
            <p:nvPr/>
          </p:nvSpPr>
          <p:spPr>
            <a:xfrm rot="-5400000">
              <a:off x="1152636" y="1915080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5.0</a:t>
              </a:r>
            </a:p>
          </p:txBody>
        </p:sp>
        <p:sp>
          <p:nvSpPr>
            <p:cNvPr id="95" name="tx94"/>
            <p:cNvSpPr/>
            <p:nvPr/>
          </p:nvSpPr>
          <p:spPr>
            <a:xfrm rot="-5400000">
              <a:off x="1152636" y="1529655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7.5</a:t>
              </a:r>
            </a:p>
          </p:txBody>
        </p:sp>
        <p:sp>
          <p:nvSpPr>
            <p:cNvPr id="96" name="tx95"/>
            <p:cNvSpPr/>
            <p:nvPr/>
          </p:nvSpPr>
          <p:spPr>
            <a:xfrm rot="-5400000">
              <a:off x="1120861" y="1144231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10.0</a:t>
              </a:r>
            </a:p>
          </p:txBody>
        </p:sp>
        <p:sp>
          <p:nvSpPr>
            <p:cNvPr id="97" name="pl96"/>
            <p:cNvSpPr/>
            <p:nvPr/>
          </p:nvSpPr>
          <p:spPr>
            <a:xfrm>
              <a:off x="1311032" y="234151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1311032" y="195609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1311032" y="157066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1311032" y="118524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1342663" y="2604163"/>
              <a:ext cx="2662504" cy="0"/>
            </a:xfrm>
            <a:custGeom>
              <a:avLst/>
              <a:pathLst>
                <a:path w="2662504" h="0">
                  <a:moveTo>
                    <a:pt x="0" y="0"/>
                  </a:moveTo>
                  <a:lnTo>
                    <a:pt x="2662504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1556395" y="26041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2301382" y="26041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046370" y="26041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791357" y="26041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5"/>
            <p:cNvSpPr/>
            <p:nvPr/>
          </p:nvSpPr>
          <p:spPr>
            <a:xfrm>
              <a:off x="1524620" y="26610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2269607" y="26610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3014594" y="26610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3759581" y="26610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1342663" y="990315"/>
              <a:ext cx="111757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Aboveground</a:t>
              </a:r>
            </a:p>
          </p:txBody>
        </p:sp>
        <p:sp>
          <p:nvSpPr>
            <p:cNvPr id="111" name="rc110"/>
            <p:cNvSpPr/>
            <p:nvPr/>
          </p:nvSpPr>
          <p:spPr>
            <a:xfrm>
              <a:off x="4270675" y="1185068"/>
              <a:ext cx="2662504" cy="14190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4361688" y="2206566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4438650" y="1428343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4491255" y="2199225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4491723" y="2107760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4491585" y="2276304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4353730" y="1663886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4551236" y="126681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4547998" y="1985457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4548250" y="2465586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4454029" y="1949044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5149836" y="2484589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5296590" y="1664241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5247020" y="2121307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5126198" y="250169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5257287" y="1831474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5244711" y="1211605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5256976" y="2471964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5286403" y="241880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5090752" y="2143141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5252026" y="2478079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5169019" y="2289433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5090807" y="247470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5181381" y="2039133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5281881" y="1918419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5279895" y="1972413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5167541" y="1794972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5087612" y="2259714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5232862" y="2468437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5883992" y="2240422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5889609" y="2325465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5970469" y="2417035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5861648" y="2197960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5974444" y="1723072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5889742" y="1406257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5833404" y="162060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5860663" y="2268727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5859669" y="2215948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5864811" y="1688635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5863973" y="1877205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6008851" y="239415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5888033" y="1642467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5880761" y="1821467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6021106" y="1996809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5895353" y="2367587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5867080" y="1988547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5902804" y="2342733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5969583" y="1803092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5969695" y="2001732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6582698" y="2102550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6607170" y="2236345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6572955" y="2288422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6706613" y="2086143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6731984" y="1974956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6667735" y="2022807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6659093" y="223486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6615050" y="2045058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6608884" y="2268441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6751342" y="2162203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6764560" y="2006918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6655318" y="1717496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6655086" y="225659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6750983" y="244768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6680827" y="2316526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6750729" y="2109810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6658927" y="2229005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6652320" y="2087260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6774189" y="2065499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6605190" y="1906568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6743986" y="1947266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6630575" y="2010266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6714781" y="235169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6620669" y="2079870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4489850" y="1881544"/>
              <a:ext cx="2224137" cy="405017"/>
            </a:xfrm>
            <a:custGeom>
              <a:avLst/>
              <a:pathLst>
                <a:path w="2224137" h="405017">
                  <a:moveTo>
                    <a:pt x="0" y="0"/>
                  </a:moveTo>
                  <a:lnTo>
                    <a:pt x="1175058" y="102970"/>
                  </a:lnTo>
                  <a:lnTo>
                    <a:pt x="1482758" y="119774"/>
                  </a:lnTo>
                  <a:lnTo>
                    <a:pt x="1916437" y="135344"/>
                  </a:lnTo>
                  <a:lnTo>
                    <a:pt x="2224137" y="141481"/>
                  </a:lnTo>
                  <a:lnTo>
                    <a:pt x="2224137" y="405017"/>
                  </a:lnTo>
                  <a:lnTo>
                    <a:pt x="1916437" y="377636"/>
                  </a:lnTo>
                  <a:lnTo>
                    <a:pt x="1482758" y="345964"/>
                  </a:lnTo>
                  <a:lnTo>
                    <a:pt x="1175058" y="329251"/>
                  </a:lnTo>
                  <a:lnTo>
                    <a:pt x="0" y="304221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4489850" y="1881544"/>
              <a:ext cx="2224137" cy="141481"/>
            </a:xfrm>
            <a:custGeom>
              <a:avLst/>
              <a:pathLst>
                <a:path w="2224137" h="141481">
                  <a:moveTo>
                    <a:pt x="0" y="0"/>
                  </a:moveTo>
                  <a:lnTo>
                    <a:pt x="1175058" y="102970"/>
                  </a:lnTo>
                  <a:lnTo>
                    <a:pt x="1482758" y="119774"/>
                  </a:lnTo>
                  <a:lnTo>
                    <a:pt x="1916437" y="135344"/>
                  </a:lnTo>
                  <a:lnTo>
                    <a:pt x="2224137" y="1414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4489850" y="2185766"/>
              <a:ext cx="2224137" cy="100796"/>
            </a:xfrm>
            <a:custGeom>
              <a:avLst/>
              <a:pathLst>
                <a:path w="2224137" h="100796">
                  <a:moveTo>
                    <a:pt x="2224137" y="100796"/>
                  </a:moveTo>
                  <a:lnTo>
                    <a:pt x="1916437" y="73415"/>
                  </a:lnTo>
                  <a:lnTo>
                    <a:pt x="1482758" y="41743"/>
                  </a:lnTo>
                  <a:lnTo>
                    <a:pt x="1175058" y="2502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4489850" y="2033655"/>
              <a:ext cx="2224137" cy="121138"/>
            </a:xfrm>
            <a:custGeom>
              <a:avLst/>
              <a:pathLst>
                <a:path w="2224137" h="121138">
                  <a:moveTo>
                    <a:pt x="0" y="0"/>
                  </a:moveTo>
                  <a:lnTo>
                    <a:pt x="1175058" y="64000"/>
                  </a:lnTo>
                  <a:lnTo>
                    <a:pt x="1482758" y="80759"/>
                  </a:lnTo>
                  <a:lnTo>
                    <a:pt x="1916437" y="104379"/>
                  </a:lnTo>
                  <a:lnTo>
                    <a:pt x="2224137" y="121138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8" name="tx187"/>
            <p:cNvSpPr/>
            <p:nvPr/>
          </p:nvSpPr>
          <p:spPr>
            <a:xfrm>
              <a:off x="6170779" y="1260881"/>
              <a:ext cx="70591" cy="910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189" name="tx188"/>
            <p:cNvSpPr/>
            <p:nvPr/>
          </p:nvSpPr>
          <p:spPr>
            <a:xfrm>
              <a:off x="6251575" y="1260790"/>
              <a:ext cx="46241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0.163</a:t>
              </a:r>
            </a:p>
          </p:txBody>
        </p:sp>
        <p:sp>
          <p:nvSpPr>
            <p:cNvPr id="190" name="rc189"/>
            <p:cNvSpPr/>
            <p:nvPr/>
          </p:nvSpPr>
          <p:spPr>
            <a:xfrm>
              <a:off x="4270675" y="1185068"/>
              <a:ext cx="2662504" cy="141909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4270675" y="1185068"/>
              <a:ext cx="0" cy="1419094"/>
            </a:xfrm>
            <a:custGeom>
              <a:avLst/>
              <a:pathLst>
                <a:path w="0" h="1419094">
                  <a:moveTo>
                    <a:pt x="0" y="1419094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tx191"/>
            <p:cNvSpPr/>
            <p:nvPr/>
          </p:nvSpPr>
          <p:spPr>
            <a:xfrm rot="-5400000">
              <a:off x="4096512" y="2287385"/>
              <a:ext cx="12710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93" name="tx192"/>
            <p:cNvSpPr/>
            <p:nvPr/>
          </p:nvSpPr>
          <p:spPr>
            <a:xfrm rot="-5400000">
              <a:off x="4096512" y="1818353"/>
              <a:ext cx="12710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94" name="tx193"/>
            <p:cNvSpPr/>
            <p:nvPr/>
          </p:nvSpPr>
          <p:spPr>
            <a:xfrm rot="-5400000">
              <a:off x="4096512" y="1349321"/>
              <a:ext cx="12710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95" name="pl194"/>
            <p:cNvSpPr/>
            <p:nvPr/>
          </p:nvSpPr>
          <p:spPr>
            <a:xfrm>
              <a:off x="4239044" y="232839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4239044" y="185936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4239044" y="139033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4270675" y="2604163"/>
              <a:ext cx="2662504" cy="0"/>
            </a:xfrm>
            <a:custGeom>
              <a:avLst/>
              <a:pathLst>
                <a:path w="2662504" h="0">
                  <a:moveTo>
                    <a:pt x="0" y="0"/>
                  </a:moveTo>
                  <a:lnTo>
                    <a:pt x="2662504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4489850" y="26041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5231229" y="26041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5972608" y="26041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6713987" y="26041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tx202"/>
            <p:cNvSpPr/>
            <p:nvPr/>
          </p:nvSpPr>
          <p:spPr>
            <a:xfrm>
              <a:off x="4458074" y="26610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04" name="tx203"/>
            <p:cNvSpPr/>
            <p:nvPr/>
          </p:nvSpPr>
          <p:spPr>
            <a:xfrm>
              <a:off x="5199454" y="26610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05" name="tx204"/>
            <p:cNvSpPr/>
            <p:nvPr/>
          </p:nvSpPr>
          <p:spPr>
            <a:xfrm>
              <a:off x="5940833" y="26610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206" name="tx205"/>
            <p:cNvSpPr/>
            <p:nvPr/>
          </p:nvSpPr>
          <p:spPr>
            <a:xfrm>
              <a:off x="6682212" y="26610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207" name="tx206"/>
            <p:cNvSpPr/>
            <p:nvPr/>
          </p:nvSpPr>
          <p:spPr>
            <a:xfrm>
              <a:off x="4270675" y="990315"/>
              <a:ext cx="11097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(b) Belowground</a:t>
              </a:r>
            </a:p>
          </p:txBody>
        </p:sp>
        <p:sp>
          <p:nvSpPr>
            <p:cNvPr id="208" name="rc207"/>
            <p:cNvSpPr/>
            <p:nvPr/>
          </p:nvSpPr>
          <p:spPr>
            <a:xfrm>
              <a:off x="1342663" y="3039118"/>
              <a:ext cx="2662504" cy="14190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1493693" y="4238959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1598141" y="4097851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1493046" y="4301040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1526901" y="4175382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1425719" y="4203921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1516057" y="4081541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1518283" y="3773239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1578590" y="4175400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1433461" y="4132445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1479750" y="4083417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2239832" y="430736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2237044" y="4354023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2235212" y="325943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2182951" y="4233534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2250074" y="4256184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2317132" y="4106122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2360313" y="4255880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2350165" y="426186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2218252" y="3689183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2207609" y="3817204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2174244" y="4024495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2340605" y="4100003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2242308" y="3957869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2209783" y="415674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2163621" y="4180870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2319739" y="4057297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2178012" y="3551769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2236315" y="3784439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3114045" y="4046881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2923575" y="3945934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3005938" y="4344250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3010692" y="4334618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3048871" y="4144042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3111284" y="4347575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3054332" y="3453623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2910302" y="436111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2923883" y="3894835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3091159" y="3282898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3101268" y="317853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3029302" y="3879607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3025714" y="3753004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3094829" y="3710942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3088404" y="3738639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2947101" y="427151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3108726" y="3698381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2923626" y="4098989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3072689" y="4118473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3008741" y="3926098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3681709" y="3919278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3655171" y="4015780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3724651" y="3944568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3824678" y="4222028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3665105" y="370268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3741483" y="4035109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3846177" y="4147075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3838859" y="3864553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3807688" y="3797530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3757638" y="3519226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3734145" y="3544704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3675343" y="3525087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3768114" y="3626301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3655919" y="387138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3659884" y="3899684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3799853" y="3799653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3738435" y="3763477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3703774" y="3750209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3828180" y="3572273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3730228" y="3687804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754524" y="372987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3736406" y="3542373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3703526" y="3762259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3805635" y="3594643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1560026" y="3643101"/>
              <a:ext cx="2237951" cy="714159"/>
            </a:xfrm>
            <a:custGeom>
              <a:avLst/>
              <a:pathLst>
                <a:path w="2237951" h="714159">
                  <a:moveTo>
                    <a:pt x="0" y="291141"/>
                  </a:moveTo>
                  <a:lnTo>
                    <a:pt x="1182356" y="215633"/>
                  </a:lnTo>
                  <a:lnTo>
                    <a:pt x="1491967" y="166205"/>
                  </a:lnTo>
                  <a:lnTo>
                    <a:pt x="1928340" y="74592"/>
                  </a:lnTo>
                  <a:lnTo>
                    <a:pt x="2237951" y="0"/>
                  </a:lnTo>
                  <a:lnTo>
                    <a:pt x="2237951" y="379511"/>
                  </a:lnTo>
                  <a:lnTo>
                    <a:pt x="1928340" y="391494"/>
                  </a:lnTo>
                  <a:lnTo>
                    <a:pt x="1491967" y="421902"/>
                  </a:lnTo>
                  <a:lnTo>
                    <a:pt x="1182356" y="459049"/>
                  </a:lnTo>
                  <a:lnTo>
                    <a:pt x="0" y="714159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1560026" y="3643101"/>
              <a:ext cx="2237951" cy="291141"/>
            </a:xfrm>
            <a:custGeom>
              <a:avLst/>
              <a:pathLst>
                <a:path w="2237951" h="291141">
                  <a:moveTo>
                    <a:pt x="0" y="291141"/>
                  </a:moveTo>
                  <a:lnTo>
                    <a:pt x="1182356" y="215633"/>
                  </a:lnTo>
                  <a:lnTo>
                    <a:pt x="1491967" y="166205"/>
                  </a:lnTo>
                  <a:lnTo>
                    <a:pt x="1928340" y="74592"/>
                  </a:lnTo>
                  <a:lnTo>
                    <a:pt x="223795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1560026" y="4022613"/>
              <a:ext cx="2237951" cy="334647"/>
            </a:xfrm>
            <a:custGeom>
              <a:avLst/>
              <a:pathLst>
                <a:path w="2237951" h="334647">
                  <a:moveTo>
                    <a:pt x="2237951" y="0"/>
                  </a:moveTo>
                  <a:lnTo>
                    <a:pt x="1928340" y="11983"/>
                  </a:lnTo>
                  <a:lnTo>
                    <a:pt x="1491967" y="42390"/>
                  </a:lnTo>
                  <a:lnTo>
                    <a:pt x="1182356" y="79537"/>
                  </a:lnTo>
                  <a:lnTo>
                    <a:pt x="0" y="3346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1560026" y="3832857"/>
              <a:ext cx="2237951" cy="312894"/>
            </a:xfrm>
            <a:custGeom>
              <a:avLst/>
              <a:pathLst>
                <a:path w="2237951" h="312894">
                  <a:moveTo>
                    <a:pt x="0" y="312894"/>
                  </a:moveTo>
                  <a:lnTo>
                    <a:pt x="1182356" y="147585"/>
                  </a:lnTo>
                  <a:lnTo>
                    <a:pt x="1491967" y="104298"/>
                  </a:lnTo>
                  <a:lnTo>
                    <a:pt x="1928340" y="43287"/>
                  </a:lnTo>
                  <a:lnTo>
                    <a:pt x="2237951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tx284"/>
            <p:cNvSpPr/>
            <p:nvPr/>
          </p:nvSpPr>
          <p:spPr>
            <a:xfrm>
              <a:off x="3254769" y="3158586"/>
              <a:ext cx="70591" cy="910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286" name="tx285"/>
            <p:cNvSpPr/>
            <p:nvPr/>
          </p:nvSpPr>
          <p:spPr>
            <a:xfrm>
              <a:off x="3335565" y="3158494"/>
              <a:ext cx="46241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0.074</a:t>
              </a:r>
            </a:p>
          </p:txBody>
        </p:sp>
        <p:sp>
          <p:nvSpPr>
            <p:cNvPr id="287" name="rc286"/>
            <p:cNvSpPr/>
            <p:nvPr/>
          </p:nvSpPr>
          <p:spPr>
            <a:xfrm>
              <a:off x="1342663" y="3039118"/>
              <a:ext cx="2662504" cy="141909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1342663" y="3039118"/>
              <a:ext cx="0" cy="1419094"/>
            </a:xfrm>
            <a:custGeom>
              <a:avLst/>
              <a:pathLst>
                <a:path w="0" h="1419094">
                  <a:moveTo>
                    <a:pt x="0" y="1419094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tx288"/>
            <p:cNvSpPr/>
            <p:nvPr/>
          </p:nvSpPr>
          <p:spPr>
            <a:xfrm rot="-5400000">
              <a:off x="1152636" y="4367795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290" name="tx289"/>
            <p:cNvSpPr/>
            <p:nvPr/>
          </p:nvSpPr>
          <p:spPr>
            <a:xfrm rot="-5400000">
              <a:off x="1152636" y="4104910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1.5</a:t>
              </a:r>
            </a:p>
          </p:txBody>
        </p:sp>
        <p:sp>
          <p:nvSpPr>
            <p:cNvPr id="291" name="tx290"/>
            <p:cNvSpPr/>
            <p:nvPr/>
          </p:nvSpPr>
          <p:spPr>
            <a:xfrm rot="-5400000">
              <a:off x="1152636" y="384202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2.0</a:t>
              </a:r>
            </a:p>
          </p:txBody>
        </p:sp>
        <p:sp>
          <p:nvSpPr>
            <p:cNvPr id="292" name="tx291"/>
            <p:cNvSpPr/>
            <p:nvPr/>
          </p:nvSpPr>
          <p:spPr>
            <a:xfrm rot="-5400000">
              <a:off x="1152636" y="3579141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293" name="tx292"/>
            <p:cNvSpPr/>
            <p:nvPr/>
          </p:nvSpPr>
          <p:spPr>
            <a:xfrm rot="-5400000">
              <a:off x="1152636" y="331625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3.0</a:t>
              </a:r>
            </a:p>
          </p:txBody>
        </p:sp>
        <p:sp>
          <p:nvSpPr>
            <p:cNvPr id="294" name="tx293"/>
            <p:cNvSpPr/>
            <p:nvPr/>
          </p:nvSpPr>
          <p:spPr>
            <a:xfrm rot="-5400000">
              <a:off x="1152636" y="3053371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3.5</a:t>
              </a:r>
            </a:p>
          </p:txBody>
        </p:sp>
        <p:sp>
          <p:nvSpPr>
            <p:cNvPr id="295" name="pl294"/>
            <p:cNvSpPr/>
            <p:nvPr/>
          </p:nvSpPr>
          <p:spPr>
            <a:xfrm>
              <a:off x="1311032" y="440880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5"/>
            <p:cNvSpPr/>
            <p:nvPr/>
          </p:nvSpPr>
          <p:spPr>
            <a:xfrm>
              <a:off x="1311032" y="414592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6"/>
            <p:cNvSpPr/>
            <p:nvPr/>
          </p:nvSpPr>
          <p:spPr>
            <a:xfrm>
              <a:off x="1311032" y="38830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1311032" y="362015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1311032" y="335726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1311032" y="309438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1342663" y="4458213"/>
              <a:ext cx="2662504" cy="0"/>
            </a:xfrm>
            <a:custGeom>
              <a:avLst/>
              <a:pathLst>
                <a:path w="2662504" h="0">
                  <a:moveTo>
                    <a:pt x="0" y="0"/>
                  </a:moveTo>
                  <a:lnTo>
                    <a:pt x="2662504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1560026" y="445821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2306010" y="445821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3051994" y="445821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4"/>
            <p:cNvSpPr/>
            <p:nvPr/>
          </p:nvSpPr>
          <p:spPr>
            <a:xfrm>
              <a:off x="3797977" y="445821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tx305"/>
            <p:cNvSpPr/>
            <p:nvPr/>
          </p:nvSpPr>
          <p:spPr>
            <a:xfrm>
              <a:off x="1528250" y="451514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07" name="tx306"/>
            <p:cNvSpPr/>
            <p:nvPr/>
          </p:nvSpPr>
          <p:spPr>
            <a:xfrm>
              <a:off x="2274234" y="451514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8" name="tx307"/>
            <p:cNvSpPr/>
            <p:nvPr/>
          </p:nvSpPr>
          <p:spPr>
            <a:xfrm>
              <a:off x="3020218" y="451514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09" name="tx308"/>
            <p:cNvSpPr/>
            <p:nvPr/>
          </p:nvSpPr>
          <p:spPr>
            <a:xfrm>
              <a:off x="3766202" y="451514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310" name="tx309"/>
            <p:cNvSpPr/>
            <p:nvPr/>
          </p:nvSpPr>
          <p:spPr>
            <a:xfrm rot="-5400000">
              <a:off x="41327" y="3698556"/>
              <a:ext cx="19869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Intraspecific trait variability (ITV)</a:t>
              </a:r>
            </a:p>
          </p:txBody>
        </p:sp>
        <p:sp>
          <p:nvSpPr>
            <p:cNvPr id="311" name="tx310"/>
            <p:cNvSpPr/>
            <p:nvPr/>
          </p:nvSpPr>
          <p:spPr>
            <a:xfrm>
              <a:off x="1342663" y="2844365"/>
              <a:ext cx="98608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(c) Above_PC1</a:t>
              </a:r>
            </a:p>
          </p:txBody>
        </p:sp>
        <p:sp>
          <p:nvSpPr>
            <p:cNvPr id="312" name="rc311"/>
            <p:cNvSpPr/>
            <p:nvPr/>
          </p:nvSpPr>
          <p:spPr>
            <a:xfrm>
              <a:off x="4270675" y="3039118"/>
              <a:ext cx="2662504" cy="14190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4433501" y="3943645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4353730" y="3302086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4515088" y="4004084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4415060" y="3781097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4491962" y="4051927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4425870" y="3218520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4524008" y="3178538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4381393" y="3525925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4455774" y="4194482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4416241" y="3834882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5115106" y="4095295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5296896" y="3611768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5261163" y="401083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5295863" y="423325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5219383" y="3925322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5272290" y="3588947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5248620" y="4310713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5238281" y="4205004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5127029" y="408094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5286660" y="4304095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5170025" y="4196510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5215260" y="4306897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5163938" y="4041248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5139383" y="3992384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5226908" y="3757191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5131154" y="3793355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5202149" y="4093105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5295469" y="4361116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6032496" y="4084828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5955356" y="4147515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6000107" y="412368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5835427" y="4183324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5875134" y="3362908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5906680" y="3405649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5970399" y="3907917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6006482" y="4076333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5871815" y="4187391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5832553" y="3888374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5934703" y="368588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5889374" y="423949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5874326" y="3537655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5927345" y="386886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5950549" y="3924667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6012854" y="418014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6017371" y="3687393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5918824" y="3911510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5898612" y="3661395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5869088" y="3882114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6595749" y="4032085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6700259" y="4123763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6630524" y="3897381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6743076" y="3696234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6588906" y="3869705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6608561" y="3912731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6587653" y="4048680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6771444" y="3949884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6646460" y="4049126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6732734" y="3965898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6690465" y="3734301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6673769" y="3462126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6579142" y="4061478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6598769" y="420996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6722379" y="4176916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6738427" y="3944099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6661016" y="4116657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6658443" y="4015392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6574431" y="3525957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pt379"/>
            <p:cNvSpPr/>
            <p:nvPr/>
          </p:nvSpPr>
          <p:spPr>
            <a:xfrm>
              <a:off x="6575642" y="3851318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pt380"/>
            <p:cNvSpPr/>
            <p:nvPr/>
          </p:nvSpPr>
          <p:spPr>
            <a:xfrm>
              <a:off x="6774189" y="3935922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pt381"/>
            <p:cNvSpPr/>
            <p:nvPr/>
          </p:nvSpPr>
          <p:spPr>
            <a:xfrm>
              <a:off x="6641685" y="3881516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pt382"/>
            <p:cNvSpPr/>
            <p:nvPr/>
          </p:nvSpPr>
          <p:spPr>
            <a:xfrm>
              <a:off x="6614546" y="417530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pt383"/>
            <p:cNvSpPr/>
            <p:nvPr/>
          </p:nvSpPr>
          <p:spPr>
            <a:xfrm>
              <a:off x="6602040" y="3842693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4493879" y="3755101"/>
              <a:ext cx="2224539" cy="348209"/>
            </a:xfrm>
            <a:custGeom>
              <a:avLst/>
              <a:pathLst>
                <a:path w="2224539" h="348209">
                  <a:moveTo>
                    <a:pt x="0" y="0"/>
                  </a:moveTo>
                  <a:lnTo>
                    <a:pt x="1175270" y="101033"/>
                  </a:lnTo>
                  <a:lnTo>
                    <a:pt x="1483026" y="115621"/>
                  </a:lnTo>
                  <a:lnTo>
                    <a:pt x="1916783" y="126156"/>
                  </a:lnTo>
                  <a:lnTo>
                    <a:pt x="2224539" y="128047"/>
                  </a:lnTo>
                  <a:lnTo>
                    <a:pt x="2224539" y="348209"/>
                  </a:lnTo>
                  <a:lnTo>
                    <a:pt x="1916783" y="321161"/>
                  </a:lnTo>
                  <a:lnTo>
                    <a:pt x="1483026" y="290909"/>
                  </a:lnTo>
                  <a:lnTo>
                    <a:pt x="1175270" y="276558"/>
                  </a:lnTo>
                  <a:lnTo>
                    <a:pt x="0" y="267079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86" name="pl385"/>
            <p:cNvSpPr/>
            <p:nvPr/>
          </p:nvSpPr>
          <p:spPr>
            <a:xfrm>
              <a:off x="4493879" y="3755101"/>
              <a:ext cx="2224539" cy="128047"/>
            </a:xfrm>
            <a:custGeom>
              <a:avLst/>
              <a:pathLst>
                <a:path w="2224539" h="128047">
                  <a:moveTo>
                    <a:pt x="0" y="0"/>
                  </a:moveTo>
                  <a:lnTo>
                    <a:pt x="1175270" y="101033"/>
                  </a:lnTo>
                  <a:lnTo>
                    <a:pt x="1483026" y="115621"/>
                  </a:lnTo>
                  <a:lnTo>
                    <a:pt x="1916783" y="126156"/>
                  </a:lnTo>
                  <a:lnTo>
                    <a:pt x="2224539" y="1280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7" name="pl386"/>
            <p:cNvSpPr/>
            <p:nvPr/>
          </p:nvSpPr>
          <p:spPr>
            <a:xfrm>
              <a:off x="4493879" y="4022181"/>
              <a:ext cx="2224539" cy="81130"/>
            </a:xfrm>
            <a:custGeom>
              <a:avLst/>
              <a:pathLst>
                <a:path w="2224539" h="81130">
                  <a:moveTo>
                    <a:pt x="2224539" y="81130"/>
                  </a:moveTo>
                  <a:lnTo>
                    <a:pt x="1916783" y="54082"/>
                  </a:lnTo>
                  <a:lnTo>
                    <a:pt x="1483026" y="23830"/>
                  </a:lnTo>
                  <a:lnTo>
                    <a:pt x="1175270" y="947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8" name="pl387"/>
            <p:cNvSpPr/>
            <p:nvPr/>
          </p:nvSpPr>
          <p:spPr>
            <a:xfrm>
              <a:off x="4493879" y="3888641"/>
              <a:ext cx="2224539" cy="104588"/>
            </a:xfrm>
            <a:custGeom>
              <a:avLst/>
              <a:pathLst>
                <a:path w="2224539" h="104588">
                  <a:moveTo>
                    <a:pt x="0" y="0"/>
                  </a:moveTo>
                  <a:lnTo>
                    <a:pt x="1175270" y="55256"/>
                  </a:lnTo>
                  <a:lnTo>
                    <a:pt x="1483026" y="69725"/>
                  </a:lnTo>
                  <a:lnTo>
                    <a:pt x="1916783" y="90119"/>
                  </a:lnTo>
                  <a:lnTo>
                    <a:pt x="2224539" y="104588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9" name="tx388"/>
            <p:cNvSpPr/>
            <p:nvPr/>
          </p:nvSpPr>
          <p:spPr>
            <a:xfrm>
              <a:off x="6175209" y="3160278"/>
              <a:ext cx="70591" cy="910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390" name="tx389"/>
            <p:cNvSpPr/>
            <p:nvPr/>
          </p:nvSpPr>
          <p:spPr>
            <a:xfrm>
              <a:off x="6256006" y="3160187"/>
              <a:ext cx="46241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0.221</a:t>
              </a:r>
            </a:p>
          </p:txBody>
        </p:sp>
        <p:sp>
          <p:nvSpPr>
            <p:cNvPr id="391" name="rc390"/>
            <p:cNvSpPr/>
            <p:nvPr/>
          </p:nvSpPr>
          <p:spPr>
            <a:xfrm>
              <a:off x="4270675" y="3039118"/>
              <a:ext cx="2662504" cy="141909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92" name="pl391"/>
            <p:cNvSpPr/>
            <p:nvPr/>
          </p:nvSpPr>
          <p:spPr>
            <a:xfrm>
              <a:off x="4270675" y="3039118"/>
              <a:ext cx="0" cy="1419094"/>
            </a:xfrm>
            <a:custGeom>
              <a:avLst/>
              <a:pathLst>
                <a:path w="0" h="1419094">
                  <a:moveTo>
                    <a:pt x="0" y="1419094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tx392"/>
            <p:cNvSpPr/>
            <p:nvPr/>
          </p:nvSpPr>
          <p:spPr>
            <a:xfrm rot="-5400000">
              <a:off x="4128288" y="4246103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4" name="tx393"/>
            <p:cNvSpPr/>
            <p:nvPr/>
          </p:nvSpPr>
          <p:spPr>
            <a:xfrm rot="-5400000">
              <a:off x="4128288" y="400457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95" name="tx394"/>
            <p:cNvSpPr/>
            <p:nvPr/>
          </p:nvSpPr>
          <p:spPr>
            <a:xfrm rot="-5400000">
              <a:off x="4128288" y="3763054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96" name="tx395"/>
            <p:cNvSpPr/>
            <p:nvPr/>
          </p:nvSpPr>
          <p:spPr>
            <a:xfrm rot="-5400000">
              <a:off x="4128288" y="352152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397" name="tx396"/>
            <p:cNvSpPr/>
            <p:nvPr/>
          </p:nvSpPr>
          <p:spPr>
            <a:xfrm rot="-5400000">
              <a:off x="4128288" y="3280004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398" name="tx397"/>
            <p:cNvSpPr/>
            <p:nvPr/>
          </p:nvSpPr>
          <p:spPr>
            <a:xfrm rot="-5400000">
              <a:off x="4128288" y="303847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</a:t>
              </a:r>
            </a:p>
          </p:txBody>
        </p:sp>
        <p:sp>
          <p:nvSpPr>
            <p:cNvPr id="399" name="pl398"/>
            <p:cNvSpPr/>
            <p:nvPr/>
          </p:nvSpPr>
          <p:spPr>
            <a:xfrm>
              <a:off x="4239044" y="428711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399"/>
            <p:cNvSpPr/>
            <p:nvPr/>
          </p:nvSpPr>
          <p:spPr>
            <a:xfrm>
              <a:off x="4239044" y="404558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0"/>
            <p:cNvSpPr/>
            <p:nvPr/>
          </p:nvSpPr>
          <p:spPr>
            <a:xfrm>
              <a:off x="4239044" y="380406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1"/>
            <p:cNvSpPr/>
            <p:nvPr/>
          </p:nvSpPr>
          <p:spPr>
            <a:xfrm>
              <a:off x="4239044" y="356253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2"/>
            <p:cNvSpPr/>
            <p:nvPr/>
          </p:nvSpPr>
          <p:spPr>
            <a:xfrm>
              <a:off x="4239044" y="332101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3"/>
            <p:cNvSpPr/>
            <p:nvPr/>
          </p:nvSpPr>
          <p:spPr>
            <a:xfrm>
              <a:off x="4239044" y="307949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4"/>
            <p:cNvSpPr/>
            <p:nvPr/>
          </p:nvSpPr>
          <p:spPr>
            <a:xfrm>
              <a:off x="4270675" y="4458213"/>
              <a:ext cx="2662504" cy="0"/>
            </a:xfrm>
            <a:custGeom>
              <a:avLst/>
              <a:pathLst>
                <a:path w="2662504" h="0">
                  <a:moveTo>
                    <a:pt x="0" y="0"/>
                  </a:moveTo>
                  <a:lnTo>
                    <a:pt x="2662504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5"/>
            <p:cNvSpPr/>
            <p:nvPr/>
          </p:nvSpPr>
          <p:spPr>
            <a:xfrm>
              <a:off x="4493879" y="445821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6"/>
            <p:cNvSpPr/>
            <p:nvPr/>
          </p:nvSpPr>
          <p:spPr>
            <a:xfrm>
              <a:off x="5235392" y="445821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7"/>
            <p:cNvSpPr/>
            <p:nvPr/>
          </p:nvSpPr>
          <p:spPr>
            <a:xfrm>
              <a:off x="5976905" y="445821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8"/>
            <p:cNvSpPr/>
            <p:nvPr/>
          </p:nvSpPr>
          <p:spPr>
            <a:xfrm>
              <a:off x="6718418" y="445821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tx409"/>
            <p:cNvSpPr/>
            <p:nvPr/>
          </p:nvSpPr>
          <p:spPr>
            <a:xfrm>
              <a:off x="4462103" y="451514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1" name="tx410"/>
            <p:cNvSpPr/>
            <p:nvPr/>
          </p:nvSpPr>
          <p:spPr>
            <a:xfrm>
              <a:off x="5203616" y="451514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2" name="tx411"/>
            <p:cNvSpPr/>
            <p:nvPr/>
          </p:nvSpPr>
          <p:spPr>
            <a:xfrm>
              <a:off x="5945129" y="451514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3" name="tx412"/>
            <p:cNvSpPr/>
            <p:nvPr/>
          </p:nvSpPr>
          <p:spPr>
            <a:xfrm>
              <a:off x="6686642" y="451514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414" name="tx413"/>
            <p:cNvSpPr/>
            <p:nvPr/>
          </p:nvSpPr>
          <p:spPr>
            <a:xfrm>
              <a:off x="4270675" y="2844365"/>
              <a:ext cx="97822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(d) Below_PC1</a:t>
              </a:r>
            </a:p>
          </p:txBody>
        </p:sp>
        <p:sp>
          <p:nvSpPr>
            <p:cNvPr id="415" name="rc414"/>
            <p:cNvSpPr/>
            <p:nvPr/>
          </p:nvSpPr>
          <p:spPr>
            <a:xfrm>
              <a:off x="1342663" y="4893168"/>
              <a:ext cx="2662504" cy="14190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1524548" y="5813919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1522589" y="5693017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1607494" y="5766200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1445366" y="5939420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1578289" y="6086507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1472391" y="5790091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1425719" y="5905933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1597174" y="5941290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1509441" y="6035742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1428171" y="5767244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2192540" y="5918834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2332196" y="5240011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2330774" y="5380999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2285346" y="560266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2334839" y="5736055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2287975" y="6215166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2249467" y="5959348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2338667" y="5559642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2214443" y="5111525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2352683" y="503258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2296553" y="5811632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2171512" y="5541510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2345768" y="5336392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2293442" y="548169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2266329" y="5956444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2319243" y="5903334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2265427" y="5398757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2292018" y="5443440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3016030" y="5995813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3099815" y="5711349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2948819" y="5819699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2953913" y="6060017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2977383" y="5701349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3005725" y="5977792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3002515" y="5168752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3090257" y="588412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2922606" y="5590132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3019874" y="5410944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3062648" y="5085622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3054308" y="5298430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3007388" y="5907123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2917136" y="5524496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pt457"/>
            <p:cNvSpPr/>
            <p:nvPr/>
          </p:nvSpPr>
          <p:spPr>
            <a:xfrm>
              <a:off x="2937623" y="5655258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pt458"/>
            <p:cNvSpPr/>
            <p:nvPr/>
          </p:nvSpPr>
          <p:spPr>
            <a:xfrm>
              <a:off x="2977426" y="5479903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pt459"/>
            <p:cNvSpPr/>
            <p:nvPr/>
          </p:nvSpPr>
          <p:spPr>
            <a:xfrm>
              <a:off x="2913039" y="5881822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pt460"/>
            <p:cNvSpPr/>
            <p:nvPr/>
          </p:nvSpPr>
          <p:spPr>
            <a:xfrm>
              <a:off x="3091983" y="5520731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pt461"/>
            <p:cNvSpPr/>
            <p:nvPr/>
          </p:nvSpPr>
          <p:spPr>
            <a:xfrm>
              <a:off x="3058166" y="584616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pt462"/>
            <p:cNvSpPr/>
            <p:nvPr/>
          </p:nvSpPr>
          <p:spPr>
            <a:xfrm>
              <a:off x="3049892" y="5806131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pt463"/>
            <p:cNvSpPr/>
            <p:nvPr/>
          </p:nvSpPr>
          <p:spPr>
            <a:xfrm>
              <a:off x="3840452" y="5858229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pt464"/>
            <p:cNvSpPr/>
            <p:nvPr/>
          </p:nvSpPr>
          <p:spPr>
            <a:xfrm>
              <a:off x="3801950" y="5812327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pt465"/>
            <p:cNvSpPr/>
            <p:nvPr/>
          </p:nvSpPr>
          <p:spPr>
            <a:xfrm>
              <a:off x="3791174" y="5981407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pt466"/>
            <p:cNvSpPr/>
            <p:nvPr/>
          </p:nvSpPr>
          <p:spPr>
            <a:xfrm>
              <a:off x="3785206" y="5570353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pt467"/>
            <p:cNvSpPr/>
            <p:nvPr/>
          </p:nvSpPr>
          <p:spPr>
            <a:xfrm>
              <a:off x="3819543" y="5627925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pt468"/>
            <p:cNvSpPr/>
            <p:nvPr/>
          </p:nvSpPr>
          <p:spPr>
            <a:xfrm>
              <a:off x="3658834" y="5117964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pt469"/>
            <p:cNvSpPr/>
            <p:nvPr/>
          </p:nvSpPr>
          <p:spPr>
            <a:xfrm>
              <a:off x="3729626" y="560360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pt470"/>
            <p:cNvSpPr/>
            <p:nvPr/>
          </p:nvSpPr>
          <p:spPr>
            <a:xfrm>
              <a:off x="3703925" y="5823054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pt471"/>
            <p:cNvSpPr/>
            <p:nvPr/>
          </p:nvSpPr>
          <p:spPr>
            <a:xfrm>
              <a:off x="3687046" y="5618461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pt472"/>
            <p:cNvSpPr/>
            <p:nvPr/>
          </p:nvSpPr>
          <p:spPr>
            <a:xfrm>
              <a:off x="3833839" y="5506365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pt473"/>
            <p:cNvSpPr/>
            <p:nvPr/>
          </p:nvSpPr>
          <p:spPr>
            <a:xfrm>
              <a:off x="3706971" y="5449965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pt474"/>
            <p:cNvSpPr/>
            <p:nvPr/>
          </p:nvSpPr>
          <p:spPr>
            <a:xfrm>
              <a:off x="3788490" y="5318383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pt475"/>
            <p:cNvSpPr/>
            <p:nvPr/>
          </p:nvSpPr>
          <p:spPr>
            <a:xfrm>
              <a:off x="3841490" y="5762317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pt476"/>
            <p:cNvSpPr/>
            <p:nvPr/>
          </p:nvSpPr>
          <p:spPr>
            <a:xfrm>
              <a:off x="3794447" y="5225812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pt477"/>
            <p:cNvSpPr/>
            <p:nvPr/>
          </p:nvSpPr>
          <p:spPr>
            <a:xfrm>
              <a:off x="3747585" y="6044353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pt478"/>
            <p:cNvSpPr/>
            <p:nvPr/>
          </p:nvSpPr>
          <p:spPr>
            <a:xfrm>
              <a:off x="3797146" y="5905937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pt479"/>
            <p:cNvSpPr/>
            <p:nvPr/>
          </p:nvSpPr>
          <p:spPr>
            <a:xfrm>
              <a:off x="3656664" y="5741669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pt480"/>
            <p:cNvSpPr/>
            <p:nvPr/>
          </p:nvSpPr>
          <p:spPr>
            <a:xfrm>
              <a:off x="3720838" y="5827222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pt481"/>
            <p:cNvSpPr/>
            <p:nvPr/>
          </p:nvSpPr>
          <p:spPr>
            <a:xfrm>
              <a:off x="3840054" y="5702556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pt482"/>
            <p:cNvSpPr/>
            <p:nvPr/>
          </p:nvSpPr>
          <p:spPr>
            <a:xfrm>
              <a:off x="3733274" y="5873127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pt483"/>
            <p:cNvSpPr/>
            <p:nvPr/>
          </p:nvSpPr>
          <p:spPr>
            <a:xfrm>
              <a:off x="3771703" y="5674960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pt484"/>
            <p:cNvSpPr/>
            <p:nvPr/>
          </p:nvSpPr>
          <p:spPr>
            <a:xfrm>
              <a:off x="3687768" y="5598564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pt485"/>
            <p:cNvSpPr/>
            <p:nvPr/>
          </p:nvSpPr>
          <p:spPr>
            <a:xfrm>
              <a:off x="3846177" y="560917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pt486"/>
            <p:cNvSpPr/>
            <p:nvPr/>
          </p:nvSpPr>
          <p:spPr>
            <a:xfrm>
              <a:off x="3687756" y="5670738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1565217" y="5492653"/>
              <a:ext cx="2224617" cy="425806"/>
            </a:xfrm>
            <a:custGeom>
              <a:avLst/>
              <a:pathLst>
                <a:path w="2224617" h="425806">
                  <a:moveTo>
                    <a:pt x="0" y="0"/>
                  </a:moveTo>
                  <a:lnTo>
                    <a:pt x="1175311" y="95090"/>
                  </a:lnTo>
                  <a:lnTo>
                    <a:pt x="1483078" y="86380"/>
                  </a:lnTo>
                  <a:lnTo>
                    <a:pt x="1916850" y="48686"/>
                  </a:lnTo>
                  <a:lnTo>
                    <a:pt x="2224617" y="11890"/>
                  </a:lnTo>
                  <a:lnTo>
                    <a:pt x="2224617" y="383925"/>
                  </a:lnTo>
                  <a:lnTo>
                    <a:pt x="1916850" y="351278"/>
                  </a:lnTo>
                  <a:lnTo>
                    <a:pt x="1483078" y="319432"/>
                  </a:lnTo>
                  <a:lnTo>
                    <a:pt x="1175311" y="314871"/>
                  </a:lnTo>
                  <a:lnTo>
                    <a:pt x="0" y="425806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489" name="pl488"/>
            <p:cNvSpPr/>
            <p:nvPr/>
          </p:nvSpPr>
          <p:spPr>
            <a:xfrm>
              <a:off x="1565217" y="5492653"/>
              <a:ext cx="2224617" cy="95090"/>
            </a:xfrm>
            <a:custGeom>
              <a:avLst/>
              <a:pathLst>
                <a:path w="2224617" h="95090">
                  <a:moveTo>
                    <a:pt x="0" y="0"/>
                  </a:moveTo>
                  <a:lnTo>
                    <a:pt x="1175311" y="95090"/>
                  </a:lnTo>
                  <a:lnTo>
                    <a:pt x="1483078" y="86380"/>
                  </a:lnTo>
                  <a:lnTo>
                    <a:pt x="1916850" y="48686"/>
                  </a:lnTo>
                  <a:lnTo>
                    <a:pt x="2224617" y="118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0" name="pl489"/>
            <p:cNvSpPr/>
            <p:nvPr/>
          </p:nvSpPr>
          <p:spPr>
            <a:xfrm>
              <a:off x="1565217" y="5807524"/>
              <a:ext cx="2224617" cy="110935"/>
            </a:xfrm>
            <a:custGeom>
              <a:avLst/>
              <a:pathLst>
                <a:path w="2224617" h="110935">
                  <a:moveTo>
                    <a:pt x="2224617" y="69054"/>
                  </a:moveTo>
                  <a:lnTo>
                    <a:pt x="1916850" y="36407"/>
                  </a:lnTo>
                  <a:lnTo>
                    <a:pt x="1483078" y="4560"/>
                  </a:lnTo>
                  <a:lnTo>
                    <a:pt x="1175311" y="0"/>
                  </a:lnTo>
                  <a:lnTo>
                    <a:pt x="0" y="1109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1" name="pl490"/>
            <p:cNvSpPr/>
            <p:nvPr/>
          </p:nvSpPr>
          <p:spPr>
            <a:xfrm>
              <a:off x="1565217" y="5690561"/>
              <a:ext cx="2224617" cy="14995"/>
            </a:xfrm>
            <a:custGeom>
              <a:avLst/>
              <a:pathLst>
                <a:path w="2224617" h="14995">
                  <a:moveTo>
                    <a:pt x="0" y="14995"/>
                  </a:moveTo>
                  <a:lnTo>
                    <a:pt x="1175311" y="7073"/>
                  </a:lnTo>
                  <a:lnTo>
                    <a:pt x="1483078" y="4998"/>
                  </a:lnTo>
                  <a:lnTo>
                    <a:pt x="1916850" y="2074"/>
                  </a:lnTo>
                  <a:lnTo>
                    <a:pt x="2224617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92" name="tx491"/>
            <p:cNvSpPr/>
            <p:nvPr/>
          </p:nvSpPr>
          <p:spPr>
            <a:xfrm>
              <a:off x="3246625" y="5014245"/>
              <a:ext cx="70591" cy="910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493" name="tx492"/>
            <p:cNvSpPr/>
            <p:nvPr/>
          </p:nvSpPr>
          <p:spPr>
            <a:xfrm>
              <a:off x="3327422" y="5014153"/>
              <a:ext cx="46241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0.930</a:t>
              </a:r>
            </a:p>
          </p:txBody>
        </p:sp>
        <p:sp>
          <p:nvSpPr>
            <p:cNvPr id="494" name="rc493"/>
            <p:cNvSpPr/>
            <p:nvPr/>
          </p:nvSpPr>
          <p:spPr>
            <a:xfrm>
              <a:off x="1342663" y="4893168"/>
              <a:ext cx="2662504" cy="141909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95" name="pl494"/>
            <p:cNvSpPr/>
            <p:nvPr/>
          </p:nvSpPr>
          <p:spPr>
            <a:xfrm>
              <a:off x="1342663" y="4893168"/>
              <a:ext cx="0" cy="1419094"/>
            </a:xfrm>
            <a:custGeom>
              <a:avLst/>
              <a:pathLst>
                <a:path w="0" h="1419094">
                  <a:moveTo>
                    <a:pt x="0" y="1419094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tx495"/>
            <p:cNvSpPr/>
            <p:nvPr/>
          </p:nvSpPr>
          <p:spPr>
            <a:xfrm rot="-5400000">
              <a:off x="1152636" y="6181741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497" name="tx496"/>
            <p:cNvSpPr/>
            <p:nvPr/>
          </p:nvSpPr>
          <p:spPr>
            <a:xfrm rot="-5400000">
              <a:off x="1152636" y="5820062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1.5</a:t>
              </a:r>
            </a:p>
          </p:txBody>
        </p:sp>
        <p:sp>
          <p:nvSpPr>
            <p:cNvPr id="498" name="tx497"/>
            <p:cNvSpPr/>
            <p:nvPr/>
          </p:nvSpPr>
          <p:spPr>
            <a:xfrm rot="-5400000">
              <a:off x="1152636" y="5458384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2.0</a:t>
              </a:r>
            </a:p>
          </p:txBody>
        </p:sp>
        <p:sp>
          <p:nvSpPr>
            <p:cNvPr id="499" name="tx498"/>
            <p:cNvSpPr/>
            <p:nvPr/>
          </p:nvSpPr>
          <p:spPr>
            <a:xfrm rot="-5400000">
              <a:off x="1152636" y="509670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500" name="pl499"/>
            <p:cNvSpPr/>
            <p:nvPr/>
          </p:nvSpPr>
          <p:spPr>
            <a:xfrm>
              <a:off x="1311032" y="622275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0"/>
            <p:cNvSpPr/>
            <p:nvPr/>
          </p:nvSpPr>
          <p:spPr>
            <a:xfrm>
              <a:off x="1311032" y="586107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1"/>
            <p:cNvSpPr/>
            <p:nvPr/>
          </p:nvSpPr>
          <p:spPr>
            <a:xfrm>
              <a:off x="1311032" y="549939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2"/>
            <p:cNvSpPr/>
            <p:nvPr/>
          </p:nvSpPr>
          <p:spPr>
            <a:xfrm>
              <a:off x="1311032" y="513771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3"/>
            <p:cNvSpPr/>
            <p:nvPr/>
          </p:nvSpPr>
          <p:spPr>
            <a:xfrm>
              <a:off x="1342663" y="6312263"/>
              <a:ext cx="2662504" cy="0"/>
            </a:xfrm>
            <a:custGeom>
              <a:avLst/>
              <a:pathLst>
                <a:path w="2662504" h="0">
                  <a:moveTo>
                    <a:pt x="0" y="0"/>
                  </a:moveTo>
                  <a:lnTo>
                    <a:pt x="2662504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4"/>
            <p:cNvSpPr/>
            <p:nvPr/>
          </p:nvSpPr>
          <p:spPr>
            <a:xfrm>
              <a:off x="1565217" y="63122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5"/>
            <p:cNvSpPr/>
            <p:nvPr/>
          </p:nvSpPr>
          <p:spPr>
            <a:xfrm>
              <a:off x="2306756" y="63122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6"/>
            <p:cNvSpPr/>
            <p:nvPr/>
          </p:nvSpPr>
          <p:spPr>
            <a:xfrm>
              <a:off x="3048295" y="63122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7"/>
            <p:cNvSpPr/>
            <p:nvPr/>
          </p:nvSpPr>
          <p:spPr>
            <a:xfrm>
              <a:off x="3789834" y="63122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tx508"/>
            <p:cNvSpPr/>
            <p:nvPr/>
          </p:nvSpPr>
          <p:spPr>
            <a:xfrm>
              <a:off x="1533441" y="63691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510" name="tx509"/>
            <p:cNvSpPr/>
            <p:nvPr/>
          </p:nvSpPr>
          <p:spPr>
            <a:xfrm>
              <a:off x="2274980" y="63691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511" name="tx510"/>
            <p:cNvSpPr/>
            <p:nvPr/>
          </p:nvSpPr>
          <p:spPr>
            <a:xfrm>
              <a:off x="3016519" y="63691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12" name="tx511"/>
            <p:cNvSpPr/>
            <p:nvPr/>
          </p:nvSpPr>
          <p:spPr>
            <a:xfrm>
              <a:off x="3758058" y="63691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513" name="tx512"/>
            <p:cNvSpPr/>
            <p:nvPr/>
          </p:nvSpPr>
          <p:spPr>
            <a:xfrm>
              <a:off x="2386611" y="6545269"/>
              <a:ext cx="5746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514" name="tx513"/>
            <p:cNvSpPr/>
            <p:nvPr/>
          </p:nvSpPr>
          <p:spPr>
            <a:xfrm>
              <a:off x="1342663" y="4698415"/>
              <a:ext cx="98608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(e) Above_PC2</a:t>
              </a:r>
            </a:p>
          </p:txBody>
        </p:sp>
        <p:sp>
          <p:nvSpPr>
            <p:cNvPr id="515" name="rc514"/>
            <p:cNvSpPr/>
            <p:nvPr/>
          </p:nvSpPr>
          <p:spPr>
            <a:xfrm>
              <a:off x="4270675" y="4893168"/>
              <a:ext cx="2662504" cy="14190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4400703" y="5739954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4417314" y="5669935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4540083" y="5723734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4468283" y="6006568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4422837" y="5971076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4481351" y="5931392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4353730" y="5506997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4525128" y="5757747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4509130" y="5953156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4365852" y="5646486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5225712" y="621516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5148835" y="5871264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5250831" y="5676846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5257562" y="6090176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5226485" y="5798151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5131568" y="5444903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5244119" y="5827723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5163534" y="5891379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5235241" y="5658362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5200761" y="597338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5111970" y="5605195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5204227" y="593899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5129669" y="5579302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5286948" y="5262128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5184802" y="5508466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5109647" y="5553729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5245352" y="5662301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5128155" y="5920708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5982072" y="5715105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5880319" y="5766786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6046562" y="595461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5900376" y="5554802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5900759" y="5769460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6022842" y="5587340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5920825" y="5160301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5857030" y="5821154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5974001" y="5660740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6026428" y="5032588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pt553"/>
            <p:cNvSpPr/>
            <p:nvPr/>
          </p:nvSpPr>
          <p:spPr>
            <a:xfrm>
              <a:off x="5853864" y="5664725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5838771" y="5769800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5989800" y="5552210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pt556"/>
            <p:cNvSpPr/>
            <p:nvPr/>
          </p:nvSpPr>
          <p:spPr>
            <a:xfrm>
              <a:off x="5995919" y="5487438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5912013" y="5365711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6026640" y="5859214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pt559"/>
            <p:cNvSpPr/>
            <p:nvPr/>
          </p:nvSpPr>
          <p:spPr>
            <a:xfrm>
              <a:off x="5891593" y="5886553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5884132" y="6071523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5896083" y="5705796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pt562"/>
            <p:cNvSpPr/>
            <p:nvPr/>
          </p:nvSpPr>
          <p:spPr>
            <a:xfrm>
              <a:off x="5894583" y="5632306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6670251" y="5674082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6774189" y="5790607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pt565"/>
            <p:cNvSpPr/>
            <p:nvPr/>
          </p:nvSpPr>
          <p:spPr>
            <a:xfrm>
              <a:off x="6745052" y="5859229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pt566"/>
            <p:cNvSpPr/>
            <p:nvPr/>
          </p:nvSpPr>
          <p:spPr>
            <a:xfrm>
              <a:off x="6750576" y="5899167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pt567"/>
            <p:cNvSpPr/>
            <p:nvPr/>
          </p:nvSpPr>
          <p:spPr>
            <a:xfrm>
              <a:off x="6635751" y="5711650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pt568"/>
            <p:cNvSpPr/>
            <p:nvPr/>
          </p:nvSpPr>
          <p:spPr>
            <a:xfrm>
              <a:off x="6672409" y="5653261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pt569"/>
            <p:cNvSpPr/>
            <p:nvPr/>
          </p:nvSpPr>
          <p:spPr>
            <a:xfrm>
              <a:off x="6598866" y="585714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pt570"/>
            <p:cNvSpPr/>
            <p:nvPr/>
          </p:nvSpPr>
          <p:spPr>
            <a:xfrm>
              <a:off x="6673829" y="5591097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pt571"/>
            <p:cNvSpPr/>
            <p:nvPr/>
          </p:nvSpPr>
          <p:spPr>
            <a:xfrm>
              <a:off x="6767540" y="5924774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6673492" y="5784690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6627258" y="5717460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pt574"/>
            <p:cNvSpPr/>
            <p:nvPr/>
          </p:nvSpPr>
          <p:spPr>
            <a:xfrm>
              <a:off x="6767372" y="5794967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pt575"/>
            <p:cNvSpPr/>
            <p:nvPr/>
          </p:nvSpPr>
          <p:spPr>
            <a:xfrm>
              <a:off x="6583467" y="5757436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pt576"/>
            <p:cNvSpPr/>
            <p:nvPr/>
          </p:nvSpPr>
          <p:spPr>
            <a:xfrm>
              <a:off x="6681208" y="6032658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pt577"/>
            <p:cNvSpPr/>
            <p:nvPr/>
          </p:nvSpPr>
          <p:spPr>
            <a:xfrm>
              <a:off x="6729609" y="5776301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pt578"/>
            <p:cNvSpPr/>
            <p:nvPr/>
          </p:nvSpPr>
          <p:spPr>
            <a:xfrm>
              <a:off x="6758141" y="5792419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pt579"/>
            <p:cNvSpPr/>
            <p:nvPr/>
          </p:nvSpPr>
          <p:spPr>
            <a:xfrm>
              <a:off x="6702529" y="5686609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pt580"/>
            <p:cNvSpPr/>
            <p:nvPr/>
          </p:nvSpPr>
          <p:spPr>
            <a:xfrm>
              <a:off x="6617641" y="5712300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t581"/>
            <p:cNvSpPr/>
            <p:nvPr/>
          </p:nvSpPr>
          <p:spPr>
            <a:xfrm>
              <a:off x="6719524" y="6047081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pt582"/>
            <p:cNvSpPr/>
            <p:nvPr/>
          </p:nvSpPr>
          <p:spPr>
            <a:xfrm>
              <a:off x="6721449" y="5694299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pt583"/>
            <p:cNvSpPr/>
            <p:nvPr/>
          </p:nvSpPr>
          <p:spPr>
            <a:xfrm>
              <a:off x="6733492" y="5578560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pt584"/>
            <p:cNvSpPr/>
            <p:nvPr/>
          </p:nvSpPr>
          <p:spPr>
            <a:xfrm>
              <a:off x="6772174" y="5584365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pt585"/>
            <p:cNvSpPr/>
            <p:nvPr/>
          </p:nvSpPr>
          <p:spPr>
            <a:xfrm>
              <a:off x="6737179" y="5881401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pt586"/>
            <p:cNvSpPr/>
            <p:nvPr/>
          </p:nvSpPr>
          <p:spPr>
            <a:xfrm>
              <a:off x="6675204" y="5945469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pg587"/>
            <p:cNvSpPr/>
            <p:nvPr/>
          </p:nvSpPr>
          <p:spPr>
            <a:xfrm>
              <a:off x="4498536" y="5604653"/>
              <a:ext cx="2223737" cy="296901"/>
            </a:xfrm>
            <a:custGeom>
              <a:avLst/>
              <a:pathLst>
                <a:path w="2223737" h="296901">
                  <a:moveTo>
                    <a:pt x="0" y="0"/>
                  </a:moveTo>
                  <a:lnTo>
                    <a:pt x="1174846" y="60510"/>
                  </a:lnTo>
                  <a:lnTo>
                    <a:pt x="1482491" y="59139"/>
                  </a:lnTo>
                  <a:lnTo>
                    <a:pt x="1916092" y="43941"/>
                  </a:lnTo>
                  <a:lnTo>
                    <a:pt x="2223737" y="26666"/>
                  </a:lnTo>
                  <a:lnTo>
                    <a:pt x="2223737" y="288412"/>
                  </a:lnTo>
                  <a:lnTo>
                    <a:pt x="1916092" y="268622"/>
                  </a:lnTo>
                  <a:lnTo>
                    <a:pt x="1482491" y="249880"/>
                  </a:lnTo>
                  <a:lnTo>
                    <a:pt x="1174846" y="245994"/>
                  </a:lnTo>
                  <a:lnTo>
                    <a:pt x="0" y="296901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589" name="pl588"/>
            <p:cNvSpPr/>
            <p:nvPr/>
          </p:nvSpPr>
          <p:spPr>
            <a:xfrm>
              <a:off x="4498536" y="5604653"/>
              <a:ext cx="2223737" cy="60510"/>
            </a:xfrm>
            <a:custGeom>
              <a:avLst/>
              <a:pathLst>
                <a:path w="2223737" h="60510">
                  <a:moveTo>
                    <a:pt x="0" y="0"/>
                  </a:moveTo>
                  <a:lnTo>
                    <a:pt x="1174846" y="60510"/>
                  </a:lnTo>
                  <a:lnTo>
                    <a:pt x="1482491" y="59139"/>
                  </a:lnTo>
                  <a:lnTo>
                    <a:pt x="1916092" y="43941"/>
                  </a:lnTo>
                  <a:lnTo>
                    <a:pt x="2223737" y="266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0" name="pl589"/>
            <p:cNvSpPr/>
            <p:nvPr/>
          </p:nvSpPr>
          <p:spPr>
            <a:xfrm>
              <a:off x="4498536" y="5850647"/>
              <a:ext cx="2223737" cy="50907"/>
            </a:xfrm>
            <a:custGeom>
              <a:avLst/>
              <a:pathLst>
                <a:path w="2223737" h="50907">
                  <a:moveTo>
                    <a:pt x="2223737" y="42418"/>
                  </a:moveTo>
                  <a:lnTo>
                    <a:pt x="1916092" y="22628"/>
                  </a:lnTo>
                  <a:lnTo>
                    <a:pt x="1482491" y="3885"/>
                  </a:lnTo>
                  <a:lnTo>
                    <a:pt x="1174846" y="0"/>
                  </a:lnTo>
                  <a:lnTo>
                    <a:pt x="0" y="509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1" name="pl590"/>
            <p:cNvSpPr/>
            <p:nvPr/>
          </p:nvSpPr>
          <p:spPr>
            <a:xfrm>
              <a:off x="4498536" y="5753104"/>
              <a:ext cx="2223737" cy="9088"/>
            </a:xfrm>
            <a:custGeom>
              <a:avLst/>
              <a:pathLst>
                <a:path w="2223737" h="9088">
                  <a:moveTo>
                    <a:pt x="0" y="0"/>
                  </a:moveTo>
                  <a:lnTo>
                    <a:pt x="1174846" y="4801"/>
                  </a:lnTo>
                  <a:lnTo>
                    <a:pt x="1482491" y="6059"/>
                  </a:lnTo>
                  <a:lnTo>
                    <a:pt x="1916092" y="7831"/>
                  </a:lnTo>
                  <a:lnTo>
                    <a:pt x="2223737" y="9088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2" name="tx591"/>
            <p:cNvSpPr/>
            <p:nvPr/>
          </p:nvSpPr>
          <p:spPr>
            <a:xfrm>
              <a:off x="6179065" y="5013436"/>
              <a:ext cx="70591" cy="910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</a:t>
              </a:r>
            </a:p>
          </p:txBody>
        </p:sp>
        <p:sp>
          <p:nvSpPr>
            <p:cNvPr id="593" name="tx592"/>
            <p:cNvSpPr/>
            <p:nvPr/>
          </p:nvSpPr>
          <p:spPr>
            <a:xfrm>
              <a:off x="6259862" y="5013345"/>
              <a:ext cx="462412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= 0.933</a:t>
              </a:r>
            </a:p>
          </p:txBody>
        </p:sp>
        <p:sp>
          <p:nvSpPr>
            <p:cNvPr id="594" name="rc593"/>
            <p:cNvSpPr/>
            <p:nvPr/>
          </p:nvSpPr>
          <p:spPr>
            <a:xfrm>
              <a:off x="4270675" y="4893168"/>
              <a:ext cx="2662504" cy="1419094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95" name="pl594"/>
            <p:cNvSpPr/>
            <p:nvPr/>
          </p:nvSpPr>
          <p:spPr>
            <a:xfrm>
              <a:off x="4270675" y="4893168"/>
              <a:ext cx="0" cy="1419094"/>
            </a:xfrm>
            <a:custGeom>
              <a:avLst/>
              <a:pathLst>
                <a:path w="0" h="1419094">
                  <a:moveTo>
                    <a:pt x="0" y="1419094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tx595"/>
            <p:cNvSpPr/>
            <p:nvPr/>
          </p:nvSpPr>
          <p:spPr>
            <a:xfrm rot="-5400000">
              <a:off x="4128288" y="6192206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597" name="tx596"/>
            <p:cNvSpPr/>
            <p:nvPr/>
          </p:nvSpPr>
          <p:spPr>
            <a:xfrm rot="-5400000">
              <a:off x="4128288" y="5933320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598" name="tx597"/>
            <p:cNvSpPr/>
            <p:nvPr/>
          </p:nvSpPr>
          <p:spPr>
            <a:xfrm rot="-5400000">
              <a:off x="4128288" y="5674435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99" name="tx598"/>
            <p:cNvSpPr/>
            <p:nvPr/>
          </p:nvSpPr>
          <p:spPr>
            <a:xfrm rot="-5400000">
              <a:off x="4128288" y="5415550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600" name="tx599"/>
            <p:cNvSpPr/>
            <p:nvPr/>
          </p:nvSpPr>
          <p:spPr>
            <a:xfrm rot="-5400000">
              <a:off x="4128288" y="5156665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601" name="tx600"/>
            <p:cNvSpPr/>
            <p:nvPr/>
          </p:nvSpPr>
          <p:spPr>
            <a:xfrm rot="-5400000">
              <a:off x="4128288" y="4897780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</a:t>
              </a:r>
            </a:p>
          </p:txBody>
        </p:sp>
        <p:sp>
          <p:nvSpPr>
            <p:cNvPr id="602" name="pl601"/>
            <p:cNvSpPr/>
            <p:nvPr/>
          </p:nvSpPr>
          <p:spPr>
            <a:xfrm>
              <a:off x="4239044" y="623321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2"/>
            <p:cNvSpPr/>
            <p:nvPr/>
          </p:nvSpPr>
          <p:spPr>
            <a:xfrm>
              <a:off x="4239044" y="597433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3"/>
            <p:cNvSpPr/>
            <p:nvPr/>
          </p:nvSpPr>
          <p:spPr>
            <a:xfrm>
              <a:off x="4239044" y="571544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4"/>
            <p:cNvSpPr/>
            <p:nvPr/>
          </p:nvSpPr>
          <p:spPr>
            <a:xfrm>
              <a:off x="4239044" y="545656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5"/>
            <p:cNvSpPr/>
            <p:nvPr/>
          </p:nvSpPr>
          <p:spPr>
            <a:xfrm>
              <a:off x="4239044" y="519767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6"/>
            <p:cNvSpPr/>
            <p:nvPr/>
          </p:nvSpPr>
          <p:spPr>
            <a:xfrm>
              <a:off x="4239044" y="493879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7"/>
            <p:cNvSpPr/>
            <p:nvPr/>
          </p:nvSpPr>
          <p:spPr>
            <a:xfrm>
              <a:off x="4270675" y="6312263"/>
              <a:ext cx="2662504" cy="0"/>
            </a:xfrm>
            <a:custGeom>
              <a:avLst/>
              <a:pathLst>
                <a:path w="2662504" h="0">
                  <a:moveTo>
                    <a:pt x="0" y="0"/>
                  </a:moveTo>
                  <a:lnTo>
                    <a:pt x="2662504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8"/>
            <p:cNvSpPr/>
            <p:nvPr/>
          </p:nvSpPr>
          <p:spPr>
            <a:xfrm>
              <a:off x="4498536" y="63122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09"/>
            <p:cNvSpPr/>
            <p:nvPr/>
          </p:nvSpPr>
          <p:spPr>
            <a:xfrm>
              <a:off x="5239782" y="63122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0"/>
            <p:cNvSpPr/>
            <p:nvPr/>
          </p:nvSpPr>
          <p:spPr>
            <a:xfrm>
              <a:off x="5981028" y="63122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1"/>
            <p:cNvSpPr/>
            <p:nvPr/>
          </p:nvSpPr>
          <p:spPr>
            <a:xfrm>
              <a:off x="6722274" y="631226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tx612"/>
            <p:cNvSpPr/>
            <p:nvPr/>
          </p:nvSpPr>
          <p:spPr>
            <a:xfrm>
              <a:off x="4466761" y="63691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14" name="tx613"/>
            <p:cNvSpPr/>
            <p:nvPr/>
          </p:nvSpPr>
          <p:spPr>
            <a:xfrm>
              <a:off x="5208007" y="63691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15" name="tx614"/>
            <p:cNvSpPr/>
            <p:nvPr/>
          </p:nvSpPr>
          <p:spPr>
            <a:xfrm>
              <a:off x="5949253" y="63691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616" name="tx615"/>
            <p:cNvSpPr/>
            <p:nvPr/>
          </p:nvSpPr>
          <p:spPr>
            <a:xfrm>
              <a:off x="6690498" y="6369199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617" name="tx616"/>
            <p:cNvSpPr/>
            <p:nvPr/>
          </p:nvSpPr>
          <p:spPr>
            <a:xfrm>
              <a:off x="5314623" y="6545269"/>
              <a:ext cx="5746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618" name="tx617"/>
            <p:cNvSpPr/>
            <p:nvPr/>
          </p:nvSpPr>
          <p:spPr>
            <a:xfrm>
              <a:off x="4270675" y="4698415"/>
              <a:ext cx="939454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(f) Below_PC2</a:t>
              </a:r>
            </a:p>
          </p:txBody>
        </p:sp>
        <p:sp>
          <p:nvSpPr>
            <p:cNvPr id="619" name="rc618"/>
            <p:cNvSpPr/>
            <p:nvPr/>
          </p:nvSpPr>
          <p:spPr>
            <a:xfrm>
              <a:off x="1548979" y="6778484"/>
              <a:ext cx="5177885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tx619"/>
            <p:cNvSpPr/>
            <p:nvPr/>
          </p:nvSpPr>
          <p:spPr>
            <a:xfrm>
              <a:off x="1548979" y="6822764"/>
              <a:ext cx="480242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Species</a:t>
              </a:r>
            </a:p>
          </p:txBody>
        </p:sp>
        <p:sp>
          <p:nvSpPr>
            <p:cNvPr id="621" name="rc620"/>
            <p:cNvSpPr/>
            <p:nvPr/>
          </p:nvSpPr>
          <p:spPr>
            <a:xfrm>
              <a:off x="2092484" y="6778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pt621"/>
            <p:cNvSpPr/>
            <p:nvPr/>
          </p:nvSpPr>
          <p:spPr>
            <a:xfrm>
              <a:off x="2144517" y="6830517"/>
              <a:ext cx="75934" cy="75934"/>
            </a:xfrm>
            <a:prstGeom prst="ellipse">
              <a:avLst/>
            </a:prstGeom>
            <a:solidFill>
              <a:srgbClr val="5DC1A2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2"/>
            <p:cNvSpPr/>
            <p:nvPr/>
          </p:nvSpPr>
          <p:spPr>
            <a:xfrm>
              <a:off x="2570460" y="6778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pt623"/>
            <p:cNvSpPr/>
            <p:nvPr/>
          </p:nvSpPr>
          <p:spPr>
            <a:xfrm>
              <a:off x="2622492" y="6830517"/>
              <a:ext cx="75934" cy="75934"/>
            </a:xfrm>
            <a:prstGeom prst="ellipse">
              <a:avLst/>
            </a:prstGeom>
            <a:solidFill>
              <a:srgbClr val="13815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4"/>
            <p:cNvSpPr/>
            <p:nvPr/>
          </p:nvSpPr>
          <p:spPr>
            <a:xfrm>
              <a:off x="3054745" y="6778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t625"/>
            <p:cNvSpPr/>
            <p:nvPr/>
          </p:nvSpPr>
          <p:spPr>
            <a:xfrm>
              <a:off x="3106777" y="6830517"/>
              <a:ext cx="75934" cy="75934"/>
            </a:xfrm>
            <a:prstGeom prst="ellipse">
              <a:avLst/>
            </a:prstGeom>
            <a:solidFill>
              <a:srgbClr val="E4D79A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6"/>
            <p:cNvSpPr/>
            <p:nvPr/>
          </p:nvSpPr>
          <p:spPr>
            <a:xfrm>
              <a:off x="3520102" y="6778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pt627"/>
            <p:cNvSpPr/>
            <p:nvPr/>
          </p:nvSpPr>
          <p:spPr>
            <a:xfrm>
              <a:off x="3572134" y="6830517"/>
              <a:ext cx="75934" cy="75934"/>
            </a:xfrm>
            <a:prstGeom prst="ellipse">
              <a:avLst/>
            </a:prstGeom>
            <a:solidFill>
              <a:srgbClr val="F5434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8"/>
            <p:cNvSpPr/>
            <p:nvPr/>
          </p:nvSpPr>
          <p:spPr>
            <a:xfrm>
              <a:off x="3998077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pt629"/>
            <p:cNvSpPr/>
            <p:nvPr/>
          </p:nvSpPr>
          <p:spPr>
            <a:xfrm>
              <a:off x="4050110" y="6830517"/>
              <a:ext cx="75934" cy="75934"/>
            </a:xfrm>
            <a:prstGeom prst="ellipse">
              <a:avLst/>
            </a:prstGeom>
            <a:solidFill>
              <a:srgbClr val="7E0D13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0"/>
            <p:cNvSpPr/>
            <p:nvPr/>
          </p:nvSpPr>
          <p:spPr>
            <a:xfrm>
              <a:off x="4463434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pt631"/>
            <p:cNvSpPr/>
            <p:nvPr/>
          </p:nvSpPr>
          <p:spPr>
            <a:xfrm>
              <a:off x="4515466" y="6830517"/>
              <a:ext cx="75934" cy="75934"/>
            </a:xfrm>
            <a:prstGeom prst="ellipse">
              <a:avLst/>
            </a:prstGeom>
            <a:solidFill>
              <a:srgbClr val="1B7C88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2"/>
            <p:cNvSpPr/>
            <p:nvPr/>
          </p:nvSpPr>
          <p:spPr>
            <a:xfrm>
              <a:off x="4928791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pt633"/>
            <p:cNvSpPr/>
            <p:nvPr/>
          </p:nvSpPr>
          <p:spPr>
            <a:xfrm>
              <a:off x="4980823" y="6830517"/>
              <a:ext cx="75934" cy="75934"/>
            </a:xfrm>
            <a:prstGeom prst="ellipse">
              <a:avLst/>
            </a:prstGeom>
            <a:solidFill>
              <a:srgbClr val="F7961E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4"/>
            <p:cNvSpPr/>
            <p:nvPr/>
          </p:nvSpPr>
          <p:spPr>
            <a:xfrm>
              <a:off x="5381437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pt635"/>
            <p:cNvSpPr/>
            <p:nvPr/>
          </p:nvSpPr>
          <p:spPr>
            <a:xfrm>
              <a:off x="5433470" y="6830517"/>
              <a:ext cx="75934" cy="75934"/>
            </a:xfrm>
            <a:prstGeom prst="ellipse">
              <a:avLst/>
            </a:prstGeom>
            <a:solidFill>
              <a:srgbClr val="5F7385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6"/>
            <p:cNvSpPr/>
            <p:nvPr/>
          </p:nvSpPr>
          <p:spPr>
            <a:xfrm>
              <a:off x="5859413" y="6778484"/>
              <a:ext cx="180000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pt637"/>
            <p:cNvSpPr/>
            <p:nvPr/>
          </p:nvSpPr>
          <p:spPr>
            <a:xfrm>
              <a:off x="5911445" y="6830517"/>
              <a:ext cx="75934" cy="75934"/>
            </a:xfrm>
            <a:prstGeom prst="ellipse">
              <a:avLst/>
            </a:prstGeom>
            <a:solidFill>
              <a:srgbClr val="FF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8"/>
            <p:cNvSpPr/>
            <p:nvPr/>
          </p:nvSpPr>
          <p:spPr>
            <a:xfrm>
              <a:off x="6331079" y="6778484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pt639"/>
            <p:cNvSpPr/>
            <p:nvPr/>
          </p:nvSpPr>
          <p:spPr>
            <a:xfrm>
              <a:off x="6383112" y="6830517"/>
              <a:ext cx="75934" cy="75934"/>
            </a:xfrm>
            <a:prstGeom prst="ellipse">
              <a:avLst/>
            </a:prstGeom>
            <a:solidFill>
              <a:srgbClr val="66B3FF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tx640"/>
            <p:cNvSpPr/>
            <p:nvPr/>
          </p:nvSpPr>
          <p:spPr>
            <a:xfrm>
              <a:off x="2335747" y="6827473"/>
              <a:ext cx="1714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CG</a:t>
              </a:r>
            </a:p>
          </p:txBody>
        </p:sp>
        <p:sp>
          <p:nvSpPr>
            <p:cNvPr id="642" name="tx641"/>
            <p:cNvSpPr/>
            <p:nvPr/>
          </p:nvSpPr>
          <p:spPr>
            <a:xfrm>
              <a:off x="2813723" y="6827473"/>
              <a:ext cx="17775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CM</a:t>
              </a:r>
            </a:p>
          </p:txBody>
        </p:sp>
        <p:sp>
          <p:nvSpPr>
            <p:cNvPr id="643" name="tx642"/>
            <p:cNvSpPr/>
            <p:nvPr/>
          </p:nvSpPr>
          <p:spPr>
            <a:xfrm>
              <a:off x="3298007" y="682747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CS</a:t>
              </a:r>
            </a:p>
          </p:txBody>
        </p:sp>
        <p:sp>
          <p:nvSpPr>
            <p:cNvPr id="644" name="tx643"/>
            <p:cNvSpPr/>
            <p:nvPr/>
          </p:nvSpPr>
          <p:spPr>
            <a:xfrm>
              <a:off x="3763364" y="6827473"/>
              <a:ext cx="1714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</a:t>
              </a:r>
            </a:p>
          </p:txBody>
        </p:sp>
        <p:sp>
          <p:nvSpPr>
            <p:cNvPr id="645" name="tx644"/>
            <p:cNvSpPr/>
            <p:nvPr/>
          </p:nvSpPr>
          <p:spPr>
            <a:xfrm>
              <a:off x="4241340" y="682747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ED</a:t>
              </a:r>
            </a:p>
          </p:txBody>
        </p:sp>
        <p:sp>
          <p:nvSpPr>
            <p:cNvPr id="646" name="tx645"/>
            <p:cNvSpPr/>
            <p:nvPr/>
          </p:nvSpPr>
          <p:spPr>
            <a:xfrm>
              <a:off x="4706697" y="682747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</a:t>
              </a:r>
            </a:p>
          </p:txBody>
        </p:sp>
        <p:sp>
          <p:nvSpPr>
            <p:cNvPr id="647" name="tx646"/>
            <p:cNvSpPr/>
            <p:nvPr/>
          </p:nvSpPr>
          <p:spPr>
            <a:xfrm>
              <a:off x="5172053" y="6827473"/>
              <a:ext cx="14612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LH</a:t>
              </a:r>
            </a:p>
          </p:txBody>
        </p:sp>
        <p:sp>
          <p:nvSpPr>
            <p:cNvPr id="648" name="tx647"/>
            <p:cNvSpPr/>
            <p:nvPr/>
          </p:nvSpPr>
          <p:spPr>
            <a:xfrm>
              <a:off x="5624700" y="6827473"/>
              <a:ext cx="1714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QC</a:t>
              </a:r>
            </a:p>
          </p:txBody>
        </p:sp>
        <p:sp>
          <p:nvSpPr>
            <p:cNvPr id="649" name="tx648"/>
            <p:cNvSpPr/>
            <p:nvPr/>
          </p:nvSpPr>
          <p:spPr>
            <a:xfrm>
              <a:off x="6102676" y="6827473"/>
              <a:ext cx="16514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QS</a:t>
              </a:r>
            </a:p>
          </p:txBody>
        </p:sp>
        <p:sp>
          <p:nvSpPr>
            <p:cNvPr id="650" name="tx649"/>
            <p:cNvSpPr/>
            <p:nvPr/>
          </p:nvSpPr>
          <p:spPr>
            <a:xfrm>
              <a:off x="6574342" y="6827473"/>
              <a:ext cx="15252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jingyang</cp:lastModifiedBy>
  <cp:revision>3</cp:revision>
  <dcterms:created xsi:type="dcterms:W3CDTF">2017-02-13T16:18:36Z</dcterms:created>
  <dcterms:modified xsi:type="dcterms:W3CDTF">2026-07-20T17:43:40Z</dcterms:modified>
  <cp:category/>
</cp:coreProperties>
</file>