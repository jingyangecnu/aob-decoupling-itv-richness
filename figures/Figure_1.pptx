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343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73343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982"/>
              <a:ext cx="3142361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406982"/>
              <a:ext cx="2876417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29594" y="22495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08410" y="21821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52392" y="22837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49914" y="228085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61313" y="23058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35071" y="21636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02138" y="20843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21229" y="22653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97325" y="23343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45936" y="21440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53760" y="23423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62009" y="22815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19971" y="17031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67859" y="22043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49131" y="22757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30682" y="23370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813" y="23618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21200" y="21964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69460" y="15829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19274" y="17618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54301" y="23527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35772" y="21583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78430" y="21045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44310" y="21139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5918" y="22690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09406" y="22115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48697" y="17541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190253" y="18850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11946" y="230356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20404" y="20953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46918" y="23156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17901" y="2402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54229" y="21582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65179" y="22934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14770" y="14175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47546" y="23371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34774" y="20085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44343" y="16895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92581" y="11658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97250" y="19126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86699" y="20713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91813" y="1937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109556" y="20464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138987" y="21920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123619" y="210886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92212" y="20949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125806" y="21908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42025" y="21807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692809" y="21973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67432" y="2195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16449" y="215352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90900" y="22850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00665" y="19306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37496" y="19480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70783" y="21558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27415" y="208348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47771" y="19984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89211" y="17838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92618" y="18472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92690" y="17169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67136" y="19380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87579" y="18757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53551" y="22549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14570" y="20997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71253" y="20116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67754" y="206963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45639" y="18245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33276" y="20421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94352" y="19145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46450" y="18093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63737" y="19674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76132" y="19387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30215" y="1862439"/>
              <a:ext cx="2303691" cy="534032"/>
            </a:xfrm>
            <a:custGeom>
              <a:avLst/>
              <a:pathLst>
                <a:path w="2303691" h="534032">
                  <a:moveTo>
                    <a:pt x="0" y="151566"/>
                  </a:moveTo>
                  <a:lnTo>
                    <a:pt x="1217088" y="145455"/>
                  </a:lnTo>
                  <a:lnTo>
                    <a:pt x="1535794" y="115617"/>
                  </a:lnTo>
                  <a:lnTo>
                    <a:pt x="1984985" y="53050"/>
                  </a:lnTo>
                  <a:lnTo>
                    <a:pt x="2303691" y="0"/>
                  </a:lnTo>
                  <a:lnTo>
                    <a:pt x="2303691" y="346071"/>
                  </a:lnTo>
                  <a:lnTo>
                    <a:pt x="1984985" y="339992"/>
                  </a:lnTo>
                  <a:lnTo>
                    <a:pt x="1535794" y="343629"/>
                  </a:lnTo>
                  <a:lnTo>
                    <a:pt x="1217088" y="360763"/>
                  </a:lnTo>
                  <a:lnTo>
                    <a:pt x="0" y="53403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30215" y="1862439"/>
              <a:ext cx="2303691" cy="151566"/>
            </a:xfrm>
            <a:custGeom>
              <a:avLst/>
              <a:pathLst>
                <a:path w="2303691" h="151566">
                  <a:moveTo>
                    <a:pt x="0" y="151566"/>
                  </a:moveTo>
                  <a:lnTo>
                    <a:pt x="1217088" y="145455"/>
                  </a:lnTo>
                  <a:lnTo>
                    <a:pt x="1535794" y="115617"/>
                  </a:lnTo>
                  <a:lnTo>
                    <a:pt x="1984985" y="53050"/>
                  </a:lnTo>
                  <a:lnTo>
                    <a:pt x="23036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30215" y="2202432"/>
              <a:ext cx="2303691" cy="194039"/>
            </a:xfrm>
            <a:custGeom>
              <a:avLst/>
              <a:pathLst>
                <a:path w="2303691" h="194039">
                  <a:moveTo>
                    <a:pt x="2303691" y="6078"/>
                  </a:moveTo>
                  <a:lnTo>
                    <a:pt x="1984985" y="0"/>
                  </a:lnTo>
                  <a:lnTo>
                    <a:pt x="1535794" y="3636"/>
                  </a:lnTo>
                  <a:lnTo>
                    <a:pt x="1217088" y="20770"/>
                  </a:lnTo>
                  <a:lnTo>
                    <a:pt x="0" y="194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30215" y="2035475"/>
              <a:ext cx="2303691" cy="169763"/>
            </a:xfrm>
            <a:custGeom>
              <a:avLst/>
              <a:pathLst>
                <a:path w="2303691" h="169763">
                  <a:moveTo>
                    <a:pt x="0" y="169763"/>
                  </a:moveTo>
                  <a:lnTo>
                    <a:pt x="1217088" y="80074"/>
                  </a:lnTo>
                  <a:lnTo>
                    <a:pt x="1535794" y="56587"/>
                  </a:lnTo>
                  <a:lnTo>
                    <a:pt x="1984985" y="23486"/>
                  </a:lnTo>
                  <a:lnTo>
                    <a:pt x="230369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54212" y="124492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10032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40466" y="22132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40466" y="18439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47456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12211" y="110522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281564" y="22496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81564" y="18803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5110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1416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0032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30215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298112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066009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833907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501960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269857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03775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805652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34284" y="1775904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64121" y="21190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48625" y="13737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284402" y="21121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30559" y="202449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95879" y="21858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492021" y="15991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80479" y="12190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03818" y="19073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62306" y="23673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73743" y="18726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14623" y="23856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56737" y="15994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88511" y="20375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85597" y="24020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211738" y="17600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72166" y="1165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4427" y="23734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0833" y="23223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08114" y="2058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041502" y="23793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95696" y="21986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254420" y="23763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46086" y="19586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251681" y="18431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86144" y="18948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223436" y="17250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232625" y="21700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212821" y="237015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71102" y="215169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2759" y="22330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57998" y="23208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57558" y="21108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98298" y="16562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012746" y="13525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95237" y="15576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08517" y="21789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14898" y="21280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000295" y="16228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24230" y="18036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36880" y="22988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88191" y="15787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16639" y="17504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50612" y="19182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83396" y="22734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04448" y="19102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57988" y="22496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39786" y="17323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05295" y="192280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87591" y="20194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576808" y="21475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74223" y="21978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47789" y="20038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70214" y="1897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93256" y="19433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31986" y="21461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38079" y="19642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13414" y="21785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70769" y="20765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50468" y="19277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03074" y="16505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61778" y="21670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31818" y="23503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49378" y="22244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26048" y="20265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54013" y="21404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33173" y="20046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97329" y="19843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575035" y="1831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04862" y="18708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16906" y="19311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63279" y="22582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38868" y="19977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20781" y="1809016"/>
              <a:ext cx="2286035" cy="387995"/>
            </a:xfrm>
            <a:custGeom>
              <a:avLst/>
              <a:pathLst>
                <a:path w="2286035" h="387995">
                  <a:moveTo>
                    <a:pt x="0" y="0"/>
                  </a:moveTo>
                  <a:lnTo>
                    <a:pt x="1207760" y="98643"/>
                  </a:lnTo>
                  <a:lnTo>
                    <a:pt x="1524023" y="114741"/>
                  </a:lnTo>
                  <a:lnTo>
                    <a:pt x="1969771" y="129656"/>
                  </a:lnTo>
                  <a:lnTo>
                    <a:pt x="2286035" y="135535"/>
                  </a:lnTo>
                  <a:lnTo>
                    <a:pt x="2286035" y="387995"/>
                  </a:lnTo>
                  <a:lnTo>
                    <a:pt x="1969771" y="361765"/>
                  </a:lnTo>
                  <a:lnTo>
                    <a:pt x="1524023" y="331424"/>
                  </a:lnTo>
                  <a:lnTo>
                    <a:pt x="1207760" y="315413"/>
                  </a:lnTo>
                  <a:lnTo>
                    <a:pt x="0" y="29143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20781" y="1809016"/>
              <a:ext cx="2286035" cy="135535"/>
            </a:xfrm>
            <a:custGeom>
              <a:avLst/>
              <a:pathLst>
                <a:path w="2286035" h="135535">
                  <a:moveTo>
                    <a:pt x="0" y="0"/>
                  </a:moveTo>
                  <a:lnTo>
                    <a:pt x="1207760" y="98643"/>
                  </a:lnTo>
                  <a:lnTo>
                    <a:pt x="1524023" y="114741"/>
                  </a:lnTo>
                  <a:lnTo>
                    <a:pt x="1969771" y="129656"/>
                  </a:lnTo>
                  <a:lnTo>
                    <a:pt x="2286035" y="135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20781" y="2100452"/>
              <a:ext cx="2286035" cy="96559"/>
            </a:xfrm>
            <a:custGeom>
              <a:avLst/>
              <a:pathLst>
                <a:path w="2286035" h="96559">
                  <a:moveTo>
                    <a:pt x="2286035" y="96559"/>
                  </a:moveTo>
                  <a:lnTo>
                    <a:pt x="1969771" y="70329"/>
                  </a:lnTo>
                  <a:lnTo>
                    <a:pt x="1524023" y="39988"/>
                  </a:lnTo>
                  <a:lnTo>
                    <a:pt x="1207760" y="239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20781" y="1954734"/>
              <a:ext cx="2286035" cy="116047"/>
            </a:xfrm>
            <a:custGeom>
              <a:avLst/>
              <a:pathLst>
                <a:path w="2286035" h="116047">
                  <a:moveTo>
                    <a:pt x="0" y="0"/>
                  </a:moveTo>
                  <a:lnTo>
                    <a:pt x="1207760" y="61310"/>
                  </a:lnTo>
                  <a:lnTo>
                    <a:pt x="1524023" y="77365"/>
                  </a:lnTo>
                  <a:lnTo>
                    <a:pt x="1969771" y="99992"/>
                  </a:lnTo>
                  <a:lnTo>
                    <a:pt x="2286035" y="11604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27122" y="124506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186450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57982" y="22370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17877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3384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86450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42078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82793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94480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706816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39252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154538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916550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6678561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565429" y="402295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46137" y="388892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720735" y="408065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397410" y="396238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62130" y="398908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648163" y="387190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03898" y="357845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658292" y="396203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397325" y="392088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85592" y="387293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263602" y="408741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167943" y="413265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430270" y="308530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53415" y="401831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440950" y="403970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130893" y="389565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77743" y="40391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14510" y="404319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86557" y="349659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46937" y="36191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69235" y="381624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59201" y="389220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69607" y="375201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166700" y="394298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480877" y="396598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07929" y="385138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14456" y="336441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102713" y="359051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108394" y="383835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53598" y="374167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15102" y="412186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83519" y="411632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08827" y="393126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73505" y="412729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49133" y="327382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998948" y="41408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36322" y="36948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76912" y="31078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84336" y="30076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50187" y="36797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60532" y="356113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40786" y="351738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24247" y="355308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8407" y="405397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952961" y="350865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26565" y="388753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89173" y="390576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25941" y="372433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06819" y="371201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85861" y="381082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15587" y="374099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88769" y="400653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75876" y="351019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545575" y="382884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85087" y="39366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517155" y="366336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99916" y="360057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541388" y="333522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02858" y="335758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54522" y="33408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75196" y="343588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79202" y="367066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33994" y="369613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14147" y="360356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34481" y="356747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94352" y="355583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648462" y="338587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569128" y="349527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81527" y="353840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65221" y="335857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42797" y="356773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02078" y="340798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604163" y="3454691"/>
              <a:ext cx="2131696" cy="682545"/>
            </a:xfrm>
            <a:custGeom>
              <a:avLst/>
              <a:pathLst>
                <a:path w="2131696" h="682545">
                  <a:moveTo>
                    <a:pt x="0" y="278350"/>
                  </a:moveTo>
                  <a:lnTo>
                    <a:pt x="1126219" y="206143"/>
                  </a:lnTo>
                  <a:lnTo>
                    <a:pt x="1421131" y="158890"/>
                  </a:lnTo>
                  <a:lnTo>
                    <a:pt x="1836785" y="71307"/>
                  </a:lnTo>
                  <a:lnTo>
                    <a:pt x="2131696" y="0"/>
                  </a:lnTo>
                  <a:lnTo>
                    <a:pt x="2131696" y="362564"/>
                  </a:lnTo>
                  <a:lnTo>
                    <a:pt x="1836785" y="374033"/>
                  </a:lnTo>
                  <a:lnTo>
                    <a:pt x="1421131" y="403117"/>
                  </a:lnTo>
                  <a:lnTo>
                    <a:pt x="1126219" y="438641"/>
                  </a:lnTo>
                  <a:lnTo>
                    <a:pt x="0" y="6825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604163" y="3454691"/>
              <a:ext cx="2131696" cy="278350"/>
            </a:xfrm>
            <a:custGeom>
              <a:avLst/>
              <a:pathLst>
                <a:path w="2131696" h="278350">
                  <a:moveTo>
                    <a:pt x="0" y="278350"/>
                  </a:moveTo>
                  <a:lnTo>
                    <a:pt x="1126219" y="206143"/>
                  </a:lnTo>
                  <a:lnTo>
                    <a:pt x="1421131" y="158890"/>
                  </a:lnTo>
                  <a:lnTo>
                    <a:pt x="1836785" y="71307"/>
                  </a:lnTo>
                  <a:lnTo>
                    <a:pt x="2131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604163" y="3817255"/>
              <a:ext cx="2131696" cy="319981"/>
            </a:xfrm>
            <a:custGeom>
              <a:avLst/>
              <a:pathLst>
                <a:path w="2131696" h="319981">
                  <a:moveTo>
                    <a:pt x="2131696" y="0"/>
                  </a:moveTo>
                  <a:lnTo>
                    <a:pt x="1836785" y="11468"/>
                  </a:lnTo>
                  <a:lnTo>
                    <a:pt x="1421131" y="40553"/>
                  </a:lnTo>
                  <a:lnTo>
                    <a:pt x="1126219" y="76077"/>
                  </a:lnTo>
                  <a:lnTo>
                    <a:pt x="0" y="319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04163" y="3635973"/>
              <a:ext cx="2131696" cy="299165"/>
            </a:xfrm>
            <a:custGeom>
              <a:avLst/>
              <a:pathLst>
                <a:path w="2131696" h="299165">
                  <a:moveTo>
                    <a:pt x="0" y="299165"/>
                  </a:moveTo>
                  <a:lnTo>
                    <a:pt x="1126219" y="141110"/>
                  </a:lnTo>
                  <a:lnTo>
                    <a:pt x="1421131" y="99721"/>
                  </a:lnTo>
                  <a:lnTo>
                    <a:pt x="1836785" y="41388"/>
                  </a:lnTo>
                  <a:lnTo>
                    <a:pt x="213169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256166" y="303590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310032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40466" y="41500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40466" y="38987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36474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339609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1447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28934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281564" y="41865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281564" y="39351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281564" y="36838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34325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181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29298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0032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4163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31472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025295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3735860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575909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28647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2997040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3707605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34284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69864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411027" y="373719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429706" y="312695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21319" y="379824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97735" y="358221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620686" y="384427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78135" y="304624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95705" y="30076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73743" y="334226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299777" y="397767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79808" y="363603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258165" y="38849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79730" y="342343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344832" y="380157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90479" y="401762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51532" y="369807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30895" y="339794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4985577" y="40898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35068" y="39903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064207" y="387167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32911" y="408508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25601" y="398399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99852" y="408399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73167" y="383423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52258" y="378450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24763" y="356175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973254" y="359731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50188" y="388287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212629" y="41408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658854" y="387392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045588" y="393315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777008" y="390945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768977" y="396116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14398" y="318426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46686" y="322378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720005" y="371765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763783" y="386450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26362" y="397284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698878" y="368791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51134" y="349302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751525" y="402302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07451" y="335178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87273" y="366980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84496" y="372405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62785" y="396527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90560" y="349419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696518" y="371058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25983" y="346998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772157" y="368159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541614" y="382641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78280" y="391044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70769" y="369457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56111" y="350077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55202" y="367383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44258" y="370865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480226" y="383746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37024" y="374516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40578" y="383808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52160" y="376093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543457" y="353776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61080" y="327766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68407" y="385193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363929" y="399451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547970" y="396583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07713" y="373980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35359" y="390549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531156" y="380613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08635" y="334982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72373" y="36487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27140" y="373258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446074" y="368177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492322" y="395934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64427" y="364226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4475588" y="3559843"/>
              <a:ext cx="2129999" cy="334154"/>
            </a:xfrm>
            <a:custGeom>
              <a:avLst/>
              <a:pathLst>
                <a:path w="2129999" h="334154">
                  <a:moveTo>
                    <a:pt x="0" y="0"/>
                  </a:moveTo>
                  <a:lnTo>
                    <a:pt x="1125323" y="97496"/>
                  </a:lnTo>
                  <a:lnTo>
                    <a:pt x="1419999" y="111681"/>
                  </a:lnTo>
                  <a:lnTo>
                    <a:pt x="1835323" y="122085"/>
                  </a:lnTo>
                  <a:lnTo>
                    <a:pt x="2129999" y="124130"/>
                  </a:lnTo>
                  <a:lnTo>
                    <a:pt x="2129999" y="334154"/>
                  </a:lnTo>
                  <a:lnTo>
                    <a:pt x="1835323" y="308058"/>
                  </a:lnTo>
                  <a:lnTo>
                    <a:pt x="1419999" y="278798"/>
                  </a:lnTo>
                  <a:lnTo>
                    <a:pt x="1125323" y="264842"/>
                  </a:lnTo>
                  <a:lnTo>
                    <a:pt x="0" y="25487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75588" y="3559843"/>
              <a:ext cx="2129999" cy="124130"/>
            </a:xfrm>
            <a:custGeom>
              <a:avLst/>
              <a:pathLst>
                <a:path w="2129999" h="124130">
                  <a:moveTo>
                    <a:pt x="0" y="0"/>
                  </a:moveTo>
                  <a:lnTo>
                    <a:pt x="1125323" y="97496"/>
                  </a:lnTo>
                  <a:lnTo>
                    <a:pt x="1419999" y="111681"/>
                  </a:lnTo>
                  <a:lnTo>
                    <a:pt x="1835323" y="122085"/>
                  </a:lnTo>
                  <a:lnTo>
                    <a:pt x="2129999" y="1241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75588" y="3814713"/>
              <a:ext cx="2129999" cy="79284"/>
            </a:xfrm>
            <a:custGeom>
              <a:avLst/>
              <a:pathLst>
                <a:path w="2129999" h="79284">
                  <a:moveTo>
                    <a:pt x="2129999" y="79284"/>
                  </a:moveTo>
                  <a:lnTo>
                    <a:pt x="1835323" y="53188"/>
                  </a:lnTo>
                  <a:lnTo>
                    <a:pt x="1419999" y="23928"/>
                  </a:lnTo>
                  <a:lnTo>
                    <a:pt x="1125323" y="99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75588" y="3687278"/>
              <a:ext cx="2129999" cy="101707"/>
            </a:xfrm>
            <a:custGeom>
              <a:avLst/>
              <a:pathLst>
                <a:path w="2129999" h="101707">
                  <a:moveTo>
                    <a:pt x="0" y="0"/>
                  </a:moveTo>
                  <a:lnTo>
                    <a:pt x="1125323" y="53734"/>
                  </a:lnTo>
                  <a:lnTo>
                    <a:pt x="1419999" y="67805"/>
                  </a:lnTo>
                  <a:lnTo>
                    <a:pt x="1835323" y="87636"/>
                  </a:lnTo>
                  <a:lnTo>
                    <a:pt x="2129999" y="10170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6125894" y="303671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186450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157982" y="40694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157982" y="3838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57982" y="36075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33766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31457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29148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86450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47558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18558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89558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60558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444733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15733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586733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657733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186450" y="269864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64516" y="548899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20126" y="53740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03645" y="5443067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39463" y="560686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25649" y="575110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81082" y="54669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31380" y="557905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97325" y="561281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34374" y="569989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40714" y="542888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02308" y="559169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477598" y="494079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434829" y="507356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489155" y="52875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66892" y="54108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92738" y="58744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84151" y="563092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26850" y="524581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3285" y="481766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46680" y="47412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01344" y="548671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30079" y="522931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336288" y="505003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70588" y="517006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23950" y="562443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39028" y="557501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39763" y="508975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36673" y="513379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876392" y="566352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907247" y="538989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924603" y="549580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77084" y="572497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06259" y="53675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41496" y="562488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828469" y="487350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76818" y="555860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33278" y="527503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82949" y="510346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02936" y="47935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209447" y="499249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822053" y="557955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67447" y="521240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887942" y="533823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06890" y="517042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98878" y="555330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46047" y="521026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63115" y="551973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08673" y="548264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575515" y="553215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57863" y="548657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87104" y="564891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12700" y="525632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70443" y="530873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09203" y="482175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04034" y="528851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543666" y="548326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551390" y="52996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85621" y="51969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540843" y="514147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94352" y="501350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54490" y="54401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44980" y="49212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91108" y="571053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26142" y="557870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07572" y="541752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04196" y="550249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53215" y="538274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551750" y="554387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21935" y="535562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84267" y="528577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52509" y="529223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77888" y="535037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90195" y="5183910"/>
              <a:ext cx="2193175" cy="406411"/>
            </a:xfrm>
            <a:custGeom>
              <a:avLst/>
              <a:pathLst>
                <a:path w="2193175" h="406411">
                  <a:moveTo>
                    <a:pt x="0" y="0"/>
                  </a:moveTo>
                  <a:lnTo>
                    <a:pt x="1158700" y="89949"/>
                  </a:lnTo>
                  <a:lnTo>
                    <a:pt x="1462116" y="81390"/>
                  </a:lnTo>
                  <a:lnTo>
                    <a:pt x="1889758" y="45025"/>
                  </a:lnTo>
                  <a:lnTo>
                    <a:pt x="2193175" y="9625"/>
                  </a:lnTo>
                  <a:lnTo>
                    <a:pt x="2193175" y="364529"/>
                  </a:lnTo>
                  <a:lnTo>
                    <a:pt x="1889758" y="333592"/>
                  </a:lnTo>
                  <a:lnTo>
                    <a:pt x="1462116" y="303517"/>
                  </a:lnTo>
                  <a:lnTo>
                    <a:pt x="1158700" y="299420"/>
                  </a:lnTo>
                  <a:lnTo>
                    <a:pt x="0" y="40641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90195" y="5183910"/>
              <a:ext cx="2193175" cy="89949"/>
            </a:xfrm>
            <a:custGeom>
              <a:avLst/>
              <a:pathLst>
                <a:path w="2193175" h="89949">
                  <a:moveTo>
                    <a:pt x="0" y="0"/>
                  </a:moveTo>
                  <a:lnTo>
                    <a:pt x="1158700" y="89949"/>
                  </a:lnTo>
                  <a:lnTo>
                    <a:pt x="1462116" y="81390"/>
                  </a:lnTo>
                  <a:lnTo>
                    <a:pt x="1889758" y="45025"/>
                  </a:lnTo>
                  <a:lnTo>
                    <a:pt x="2193175" y="9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90195" y="5483331"/>
              <a:ext cx="2193175" cy="106990"/>
            </a:xfrm>
            <a:custGeom>
              <a:avLst/>
              <a:pathLst>
                <a:path w="2193175" h="106990">
                  <a:moveTo>
                    <a:pt x="2193175" y="65109"/>
                  </a:moveTo>
                  <a:lnTo>
                    <a:pt x="1889758" y="34172"/>
                  </a:lnTo>
                  <a:lnTo>
                    <a:pt x="1462116" y="4096"/>
                  </a:lnTo>
                  <a:lnTo>
                    <a:pt x="1158700" y="0"/>
                  </a:lnTo>
                  <a:lnTo>
                    <a:pt x="0" y="106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90195" y="5370988"/>
              <a:ext cx="2193175" cy="16127"/>
            </a:xfrm>
            <a:custGeom>
              <a:avLst/>
              <a:pathLst>
                <a:path w="2193175" h="16127">
                  <a:moveTo>
                    <a:pt x="0" y="16127"/>
                  </a:moveTo>
                  <a:lnTo>
                    <a:pt x="1158700" y="7607"/>
                  </a:lnTo>
                  <a:lnTo>
                    <a:pt x="1462116" y="5375"/>
                  </a:lnTo>
                  <a:lnTo>
                    <a:pt x="1889758" y="2231"/>
                  </a:lnTo>
                  <a:lnTo>
                    <a:pt x="219317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303677" y="476939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0032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40466" y="58460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40466" y="54994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40466" y="515288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48062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281564" y="58825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281564" y="55359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281564" y="51893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281564" y="4842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59019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321254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05231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378337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56194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292999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02405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375511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34284" y="5243181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310032" y="443228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576366" y="54176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609386" y="535236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308130" y="54049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73743" y="567591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532461" y="564191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596067" y="560379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19546" y="519574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38146" y="54361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46457" y="562315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08560" y="532923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229152" y="587448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155876" y="554416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183989" y="535922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974146" y="575541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341211" y="54735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20054" y="513817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13411" y="550540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22357" y="556445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277476" y="534068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10083" y="564399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320074" y="529168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82719" y="56099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206152" y="526699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306106" y="496075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16410" y="519906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64816" y="524151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89812" y="534513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71270" y="559272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955386" y="539549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924331" y="544539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847157" y="562574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57636" y="524170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86877" y="544696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70440" y="52594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045808" y="486363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11667" y="549713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01022" y="534404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93749" y="47412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762597" y="534709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43399" y="54467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19587" y="523984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61086" y="517870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034604" y="50606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30230" y="553411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01494" y="556078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72409" y="573701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074294" y="538592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716761" y="531692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490213" y="535664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651818" y="546688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467026" y="553252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770769" y="556460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396563" y="539351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562432" y="533725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24901" y="553135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38608" y="527725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435268" y="559567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77127" y="546251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30701" y="539792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436884" y="547142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485314" y="543659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377820" y="570065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407717" y="545454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396516" y="547011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90268" y="536882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376982" y="539247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58008" y="571431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58535" y="536418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488213" y="526340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480338" y="52890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485468" y="55560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45783" y="561683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4496208" y="5291105"/>
              <a:ext cx="2118040" cy="284582"/>
            </a:xfrm>
            <a:custGeom>
              <a:avLst/>
              <a:pathLst>
                <a:path w="2118040" h="284582">
                  <a:moveTo>
                    <a:pt x="0" y="0"/>
                  </a:moveTo>
                  <a:lnTo>
                    <a:pt x="1119004" y="57921"/>
                  </a:lnTo>
                  <a:lnTo>
                    <a:pt x="1412027" y="56524"/>
                  </a:lnTo>
                  <a:lnTo>
                    <a:pt x="1825018" y="41794"/>
                  </a:lnTo>
                  <a:lnTo>
                    <a:pt x="2118040" y="25110"/>
                  </a:lnTo>
                  <a:lnTo>
                    <a:pt x="2118040" y="275963"/>
                  </a:lnTo>
                  <a:lnTo>
                    <a:pt x="1825018" y="256997"/>
                  </a:lnTo>
                  <a:lnTo>
                    <a:pt x="1412027" y="239051"/>
                  </a:lnTo>
                  <a:lnTo>
                    <a:pt x="1119004" y="235373"/>
                  </a:lnTo>
                  <a:lnTo>
                    <a:pt x="0" y="28458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496208" y="5291105"/>
              <a:ext cx="2118040" cy="57921"/>
            </a:xfrm>
            <a:custGeom>
              <a:avLst/>
              <a:pathLst>
                <a:path w="2118040" h="57921">
                  <a:moveTo>
                    <a:pt x="0" y="0"/>
                  </a:moveTo>
                  <a:lnTo>
                    <a:pt x="1119004" y="57921"/>
                  </a:lnTo>
                  <a:lnTo>
                    <a:pt x="1412027" y="56524"/>
                  </a:lnTo>
                  <a:lnTo>
                    <a:pt x="1825018" y="41794"/>
                  </a:lnTo>
                  <a:lnTo>
                    <a:pt x="2118040" y="25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496208" y="5526478"/>
              <a:ext cx="2118040" cy="49208"/>
            </a:xfrm>
            <a:custGeom>
              <a:avLst/>
              <a:pathLst>
                <a:path w="2118040" h="49208">
                  <a:moveTo>
                    <a:pt x="2118040" y="40589"/>
                  </a:moveTo>
                  <a:lnTo>
                    <a:pt x="1825018" y="21623"/>
                  </a:lnTo>
                  <a:lnTo>
                    <a:pt x="1412027" y="3678"/>
                  </a:lnTo>
                  <a:lnTo>
                    <a:pt x="1119004" y="0"/>
                  </a:lnTo>
                  <a:lnTo>
                    <a:pt x="0" y="49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496208" y="5433396"/>
              <a:ext cx="2118040" cy="8245"/>
            </a:xfrm>
            <a:custGeom>
              <a:avLst/>
              <a:pathLst>
                <a:path w="2118040" h="8245">
                  <a:moveTo>
                    <a:pt x="0" y="0"/>
                  </a:moveTo>
                  <a:lnTo>
                    <a:pt x="1119004" y="4356"/>
                  </a:lnTo>
                  <a:lnTo>
                    <a:pt x="1412027" y="5497"/>
                  </a:lnTo>
                  <a:lnTo>
                    <a:pt x="1825018" y="7104"/>
                  </a:lnTo>
                  <a:lnTo>
                    <a:pt x="2118040" y="824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6134554" y="476964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186450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157982" y="58932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157982" y="5645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157982" y="53972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57982" y="5149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49012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46531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96208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20222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590823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6614248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4467953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17396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587998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6585993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186450" y="4432287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1889049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2754506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1889049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941490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1889049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41490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34093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393372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34093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393372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787142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839584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787142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839584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222107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274548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222107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274548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66831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720760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66831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720760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125985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125985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57786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57786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024078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024078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459043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459043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905255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905255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191195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056652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19119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243636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19119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243636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64307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95518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64307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95518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089288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141730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089288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141730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52425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576694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52425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576694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97046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022906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97046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022906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4428131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4428131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488001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880012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532622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326224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761189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576118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207401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6207401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2026-07-20T11:39:15Z</dcterms:modified>
  <cp:category/>
</cp:coreProperties>
</file>