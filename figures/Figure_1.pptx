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42361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52357"/>
              <a:ext cx="2876417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811394"/>
              <a:ext cx="3142361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811394"/>
              <a:ext cx="2876417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670430"/>
              <a:ext cx="3142361" cy="23260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670430"/>
              <a:ext cx="2876417" cy="23260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66855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31120" y="23592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81397" y="22869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397325" y="239595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37402" y="239283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64991" y="24196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58932" y="22669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74671" y="21817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99392" y="23761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90318" y="245022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26904" y="22458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83370" y="24588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343550" y="23935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182661" y="17726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372474" y="23107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310261" y="23872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34046" y="24531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83025" y="247964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59209" y="23021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09367" y="16435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41919" y="18355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61064" y="24699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184750" y="22612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38972" y="22034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69211" y="221343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11958" y="23801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190879" y="231831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55236" y="182739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33657" y="19678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20049" y="24171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66896" y="21935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28634" y="24300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60254" y="25229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53669" y="22611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41801" y="24063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116414" y="14659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40627" y="24532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81014" y="21003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74496" y="17579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139009" y="11956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51533" y="19974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13249" y="21678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63035" y="202388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42406" y="21411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74339" y="22974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72275" y="220816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52102" y="21932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88640" y="229600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41212" y="22853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39606" y="23031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699181" y="23008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719031" y="225617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10924" y="23973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83589" y="201695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72115" y="20353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16298" y="22585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685231" y="21809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78510" y="20896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85147" y="18591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33788" y="19272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15584" y="17873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45485" y="20248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87621" y="19578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27125" y="23649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10755" y="21982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760984" y="21037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94352" y="21659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97229" y="19029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44086" y="21365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91284" y="19994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85137" y="18864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23303" y="20562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42542" y="20255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41140" y="1940805"/>
              <a:ext cx="2289589" cy="573330"/>
            </a:xfrm>
            <a:custGeom>
              <a:avLst/>
              <a:pathLst>
                <a:path w="2289589" h="573330">
                  <a:moveTo>
                    <a:pt x="0" y="162720"/>
                  </a:moveTo>
                  <a:lnTo>
                    <a:pt x="1209637" y="156159"/>
                  </a:lnTo>
                  <a:lnTo>
                    <a:pt x="1526393" y="124125"/>
                  </a:lnTo>
                  <a:lnTo>
                    <a:pt x="1972834" y="56954"/>
                  </a:lnTo>
                  <a:lnTo>
                    <a:pt x="2289589" y="0"/>
                  </a:lnTo>
                  <a:lnTo>
                    <a:pt x="2289589" y="371537"/>
                  </a:lnTo>
                  <a:lnTo>
                    <a:pt x="1972834" y="365011"/>
                  </a:lnTo>
                  <a:lnTo>
                    <a:pt x="1526393" y="368916"/>
                  </a:lnTo>
                  <a:lnTo>
                    <a:pt x="1209637" y="387311"/>
                  </a:lnTo>
                  <a:lnTo>
                    <a:pt x="0" y="57333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41140" y="1940805"/>
              <a:ext cx="2289589" cy="162720"/>
            </a:xfrm>
            <a:custGeom>
              <a:avLst/>
              <a:pathLst>
                <a:path w="2289589" h="162720">
                  <a:moveTo>
                    <a:pt x="0" y="162720"/>
                  </a:moveTo>
                  <a:lnTo>
                    <a:pt x="1209637" y="156159"/>
                  </a:lnTo>
                  <a:lnTo>
                    <a:pt x="1526393" y="124125"/>
                  </a:lnTo>
                  <a:lnTo>
                    <a:pt x="1972834" y="56954"/>
                  </a:lnTo>
                  <a:lnTo>
                    <a:pt x="22895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41140" y="2305817"/>
              <a:ext cx="2289589" cy="208318"/>
            </a:xfrm>
            <a:custGeom>
              <a:avLst/>
              <a:pathLst>
                <a:path w="2289589" h="208318">
                  <a:moveTo>
                    <a:pt x="2289589" y="6525"/>
                  </a:moveTo>
                  <a:lnTo>
                    <a:pt x="1972834" y="0"/>
                  </a:lnTo>
                  <a:lnTo>
                    <a:pt x="1526393" y="3904"/>
                  </a:lnTo>
                  <a:lnTo>
                    <a:pt x="1209637" y="22299"/>
                  </a:lnTo>
                  <a:lnTo>
                    <a:pt x="0" y="2083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41140" y="2126574"/>
              <a:ext cx="2289589" cy="182256"/>
            </a:xfrm>
            <a:custGeom>
              <a:avLst/>
              <a:pathLst>
                <a:path w="2289589" h="182256">
                  <a:moveTo>
                    <a:pt x="0" y="182256"/>
                  </a:moveTo>
                  <a:lnTo>
                    <a:pt x="1209637" y="85966"/>
                  </a:lnTo>
                  <a:lnTo>
                    <a:pt x="1526393" y="60752"/>
                  </a:lnTo>
                  <a:lnTo>
                    <a:pt x="1972834" y="25214"/>
                  </a:lnTo>
                  <a:lnTo>
                    <a:pt x="228958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41845" y="126002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414586" y="126002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10032" y="1166855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10032" y="1166855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40466" y="232012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466" y="192359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40466" y="152707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12211" y="1130548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281564" y="23565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564" y="19600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564" y="15635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281564" y="11669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262682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541140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304336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67533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830729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512885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76081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039278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802474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032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66855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456853" y="221912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448044" y="14187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38055" y="22115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56742" y="211746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86800" y="22909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273743" y="16609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284406" y="12527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65277" y="19918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68736" y="248584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74594" y="19542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239960" y="25054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226033" y="16614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237232" y="21314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29330" y="25229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210215" y="18337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249871" y="11956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051567" y="24921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44001" y="24374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233263" y="21539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93644" y="24982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214612" y="23044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73509" y="24951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54742" y="20468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226983" y="19228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44970" y="19782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39483" y="17959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91159" y="227397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235456" y="24886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42422" y="225418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797882" y="234129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30969" y="24356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26859" y="22103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13876" y="17219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13189" y="13963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44371" y="16162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6012209" y="22833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28626" y="22287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824414" y="16865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795654" y="18802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18489" y="24121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54973" y="163912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49345" y="18234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62922" y="20034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94855" y="23850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799641" y="199491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22702" y="23591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91887" y="18042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66583" y="20085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15214" y="21122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09797" y="22496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585017" y="230353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23894" y="20955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36943" y="19810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59826" y="20302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94444" y="22482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78827" y="20529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70769" y="22828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86429" y="21734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49812" y="20139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37000" y="17160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39039" y="22709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41535" y="24674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16675" y="233226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584363" y="211959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599952" y="22422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37297" y="20966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76797" y="20741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559563" y="19107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559038" y="19525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669743" y="20171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70843" y="23686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28867" y="20888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20334" y="1883465"/>
              <a:ext cx="2280252" cy="416579"/>
            </a:xfrm>
            <a:custGeom>
              <a:avLst/>
              <a:pathLst>
                <a:path w="2280252" h="416579">
                  <a:moveTo>
                    <a:pt x="0" y="0"/>
                  </a:moveTo>
                  <a:lnTo>
                    <a:pt x="1204704" y="105910"/>
                  </a:lnTo>
                  <a:lnTo>
                    <a:pt x="1520168" y="123194"/>
                  </a:lnTo>
                  <a:lnTo>
                    <a:pt x="1964788" y="139208"/>
                  </a:lnTo>
                  <a:lnTo>
                    <a:pt x="2280252" y="145520"/>
                  </a:lnTo>
                  <a:lnTo>
                    <a:pt x="2280252" y="416579"/>
                  </a:lnTo>
                  <a:lnTo>
                    <a:pt x="1964788" y="388417"/>
                  </a:lnTo>
                  <a:lnTo>
                    <a:pt x="1520168" y="355841"/>
                  </a:lnTo>
                  <a:lnTo>
                    <a:pt x="1204704" y="338650"/>
                  </a:lnTo>
                  <a:lnTo>
                    <a:pt x="0" y="31290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20334" y="1883465"/>
              <a:ext cx="2280252" cy="145520"/>
            </a:xfrm>
            <a:custGeom>
              <a:avLst/>
              <a:pathLst>
                <a:path w="2280252" h="145520">
                  <a:moveTo>
                    <a:pt x="0" y="0"/>
                  </a:moveTo>
                  <a:lnTo>
                    <a:pt x="1204704" y="105910"/>
                  </a:lnTo>
                  <a:lnTo>
                    <a:pt x="1520168" y="123194"/>
                  </a:lnTo>
                  <a:lnTo>
                    <a:pt x="1964788" y="139208"/>
                  </a:lnTo>
                  <a:lnTo>
                    <a:pt x="2280252" y="1455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20334" y="2196371"/>
              <a:ext cx="2280252" cy="103673"/>
            </a:xfrm>
            <a:custGeom>
              <a:avLst/>
              <a:pathLst>
                <a:path w="2280252" h="103673">
                  <a:moveTo>
                    <a:pt x="2280252" y="103673"/>
                  </a:moveTo>
                  <a:lnTo>
                    <a:pt x="1964788" y="75510"/>
                  </a:lnTo>
                  <a:lnTo>
                    <a:pt x="1520168" y="42935"/>
                  </a:lnTo>
                  <a:lnTo>
                    <a:pt x="1204704" y="25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20334" y="2039918"/>
              <a:ext cx="2280252" cy="124596"/>
            </a:xfrm>
            <a:custGeom>
              <a:avLst/>
              <a:pathLst>
                <a:path w="2280252" h="124596">
                  <a:moveTo>
                    <a:pt x="0" y="0"/>
                  </a:moveTo>
                  <a:lnTo>
                    <a:pt x="1204704" y="65827"/>
                  </a:lnTo>
                  <a:lnTo>
                    <a:pt x="1520168" y="83064"/>
                  </a:lnTo>
                  <a:lnTo>
                    <a:pt x="1964788" y="107359"/>
                  </a:lnTo>
                  <a:lnTo>
                    <a:pt x="2280252" y="12459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11702" y="126014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6284442" y="126014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0" name="rc189"/>
            <p:cNvSpPr/>
            <p:nvPr/>
          </p:nvSpPr>
          <p:spPr>
            <a:xfrm>
              <a:off x="4186450" y="1166855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86450" y="1166855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7982" y="23430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7982" y="18606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57982" y="13782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186450" y="262682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420334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80418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940502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6700586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199"/>
            <p:cNvSpPr/>
            <p:nvPr/>
          </p:nvSpPr>
          <p:spPr>
            <a:xfrm>
              <a:off x="4392079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152163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5912247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6672331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4186450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10032" y="3025891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64143" y="42581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89124" y="41144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06531" y="432149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30932" y="419450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09391" y="42245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397325" y="409937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64762" y="37826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29681" y="41935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67668" y="415194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43247" y="40990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251329" y="43295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323598" y="438032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12141" y="32543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51353" y="42545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339093" y="42792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185499" y="41226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158705" y="42799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319306" y="4283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367521" y="36938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37437" y="38272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325966" y="40387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27646" y="41191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00674" y="39697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161590" y="41749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177217" y="41994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335194" y="407433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32094" y="355630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07964" y="379481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24166" y="406316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73083" y="39607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117745" y="43669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03581" y="43589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963638" y="41632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967420" y="43718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08503" y="34550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65761" y="43874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13418" y="39067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74800" y="32793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40103" y="31708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04735" y="38912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944528" y="376416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86008" y="37181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47744" y="37568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2973310" y="42948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43674" y="370838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11358" y="41166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927329" y="41349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977218" y="393788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17272" y="39285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55999" y="403161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796222" y="39578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54800" y="42427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20883" y="37122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08465" y="40503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25352" y="41656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66553" y="387588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36118" y="38066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76063" y="35248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79269" y="35480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74288" y="35283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42910" y="36301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711483" y="38825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94442" y="391156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41269" y="38126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87987" y="37726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06796" y="37584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01489" y="357405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82339" y="369435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94352" y="37387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65933" y="35478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26892" y="37704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44289" y="35989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1530541" y="3647903"/>
              <a:ext cx="2304569" cy="732265"/>
            </a:xfrm>
            <a:custGeom>
              <a:avLst/>
              <a:pathLst>
                <a:path w="2304569" h="732265">
                  <a:moveTo>
                    <a:pt x="0" y="298627"/>
                  </a:moveTo>
                  <a:lnTo>
                    <a:pt x="1217551" y="221160"/>
                  </a:lnTo>
                  <a:lnTo>
                    <a:pt x="1536379" y="170464"/>
                  </a:lnTo>
                  <a:lnTo>
                    <a:pt x="1985741" y="76502"/>
                  </a:lnTo>
                  <a:lnTo>
                    <a:pt x="2304569" y="0"/>
                  </a:lnTo>
                  <a:lnTo>
                    <a:pt x="2304569" y="388975"/>
                  </a:lnTo>
                  <a:lnTo>
                    <a:pt x="1985741" y="401279"/>
                  </a:lnTo>
                  <a:lnTo>
                    <a:pt x="1536379" y="432483"/>
                  </a:lnTo>
                  <a:lnTo>
                    <a:pt x="1217551" y="470594"/>
                  </a:lnTo>
                  <a:lnTo>
                    <a:pt x="0" y="73226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30541" y="3647903"/>
              <a:ext cx="2304569" cy="298627"/>
            </a:xfrm>
            <a:custGeom>
              <a:avLst/>
              <a:pathLst>
                <a:path w="2304569" h="298627">
                  <a:moveTo>
                    <a:pt x="0" y="298627"/>
                  </a:moveTo>
                  <a:lnTo>
                    <a:pt x="1217551" y="221160"/>
                  </a:lnTo>
                  <a:lnTo>
                    <a:pt x="1536379" y="170464"/>
                  </a:lnTo>
                  <a:lnTo>
                    <a:pt x="1985741" y="76502"/>
                  </a:lnTo>
                  <a:lnTo>
                    <a:pt x="230456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30541" y="4036879"/>
              <a:ext cx="2304569" cy="343290"/>
            </a:xfrm>
            <a:custGeom>
              <a:avLst/>
              <a:pathLst>
                <a:path w="2304569" h="343290">
                  <a:moveTo>
                    <a:pt x="2304569" y="0"/>
                  </a:moveTo>
                  <a:lnTo>
                    <a:pt x="1985741" y="12304"/>
                  </a:lnTo>
                  <a:lnTo>
                    <a:pt x="1536379" y="43507"/>
                  </a:lnTo>
                  <a:lnTo>
                    <a:pt x="1217551" y="81618"/>
                  </a:lnTo>
                  <a:lnTo>
                    <a:pt x="0" y="343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30541" y="3842391"/>
              <a:ext cx="2304569" cy="320958"/>
            </a:xfrm>
            <a:custGeom>
              <a:avLst/>
              <a:pathLst>
                <a:path w="2304569" h="320958">
                  <a:moveTo>
                    <a:pt x="0" y="320958"/>
                  </a:moveTo>
                  <a:lnTo>
                    <a:pt x="1217551" y="151389"/>
                  </a:lnTo>
                  <a:lnTo>
                    <a:pt x="1536379" y="106986"/>
                  </a:lnTo>
                  <a:lnTo>
                    <a:pt x="1985741" y="44403"/>
                  </a:lnTo>
                  <a:lnTo>
                    <a:pt x="230456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tx281"/>
            <p:cNvSpPr/>
            <p:nvPr/>
          </p:nvSpPr>
          <p:spPr>
            <a:xfrm>
              <a:off x="3346226" y="317273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3" name="tx282"/>
            <p:cNvSpPr/>
            <p:nvPr/>
          </p:nvSpPr>
          <p:spPr>
            <a:xfrm>
              <a:off x="3418967" y="317273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4" name="rc283"/>
            <p:cNvSpPr/>
            <p:nvPr/>
          </p:nvSpPr>
          <p:spPr>
            <a:xfrm>
              <a:off x="1310032" y="3025891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310032" y="3025891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tx285"/>
            <p:cNvSpPr/>
            <p:nvPr/>
          </p:nvSpPr>
          <p:spPr>
            <a:xfrm rot="-5400000">
              <a:off x="1140466" y="439660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466" y="412696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466" y="385733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466" y="358769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40466" y="331805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304842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2" name="pl291"/>
            <p:cNvSpPr/>
            <p:nvPr/>
          </p:nvSpPr>
          <p:spPr>
            <a:xfrm>
              <a:off x="1281564" y="44330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564" y="41634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564" y="38937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564" y="36241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281564" y="33544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30848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10032" y="448585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530541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2298731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3066921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3835110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>
              <a:off x="1502286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2270476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3038666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806855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7" name="tx306"/>
            <p:cNvSpPr/>
            <p:nvPr/>
          </p:nvSpPr>
          <p:spPr>
            <a:xfrm rot="-5400000">
              <a:off x="129703" y="3710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8" name="tx307"/>
            <p:cNvSpPr/>
            <p:nvPr/>
          </p:nvSpPr>
          <p:spPr>
            <a:xfrm>
              <a:off x="1310032" y="2849351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9" name="rc308"/>
            <p:cNvSpPr/>
            <p:nvPr/>
          </p:nvSpPr>
          <p:spPr>
            <a:xfrm>
              <a:off x="4186450" y="3025891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416384" y="39555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280437" y="32990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88480" y="402166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419774" y="37901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273743" y="40695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52985" y="321153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93244" y="31708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03261" y="35304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64886" y="421619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435856" y="384769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030290" y="41133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40450" y="361592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242770" y="40249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71507" y="42596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084538" y="39152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203398" y="35917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043732" y="43332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37152" y="42294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46996" y="41000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240359" y="43303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235202" y="42174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39404" y="43310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236366" y="40617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68210" y="40068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01707" y="37654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037128" y="380600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204245" y="411131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104533" y="43874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76699" y="410427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88008" y="41655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823278" y="41439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27533" y="41950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797569" y="33623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78657" y="34047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34179" y="39337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43755" y="40944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16262" y="42096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46364" y="39005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799780" y="36924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68038" y="42631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58557" y="35376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38694" y="38807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011482" y="39413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802318" y="420074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72142" y="369276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59996" y="39259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987781" y="367088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904861" y="389775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31446" y="40503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41295" y="41409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40929" y="391050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71983" y="37023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60879" y="388723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578709" y="39268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72513" y="40640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35017" y="39619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568955" y="406613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46164" y="39822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58311" y="374184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698592" y="34634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70769" y="40774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17229" y="42334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57930" y="419989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03268" y="39603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23311" y="41391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99347" y="40330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42484" y="353993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04158" y="38612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39455" y="39503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50978" y="38974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709954" y="41952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594821" y="38508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4409351" y="3761890"/>
              <a:ext cx="2298956" cy="359443"/>
            </a:xfrm>
            <a:custGeom>
              <a:avLst/>
              <a:pathLst>
                <a:path w="2298956" h="359443">
                  <a:moveTo>
                    <a:pt x="0" y="0"/>
                  </a:moveTo>
                  <a:lnTo>
                    <a:pt x="1214586" y="104874"/>
                  </a:lnTo>
                  <a:lnTo>
                    <a:pt x="1532637" y="120133"/>
                  </a:lnTo>
                  <a:lnTo>
                    <a:pt x="1980905" y="131324"/>
                  </a:lnTo>
                  <a:lnTo>
                    <a:pt x="2298956" y="133524"/>
                  </a:lnTo>
                  <a:lnTo>
                    <a:pt x="2298956" y="359443"/>
                  </a:lnTo>
                  <a:lnTo>
                    <a:pt x="1980905" y="331371"/>
                  </a:lnTo>
                  <a:lnTo>
                    <a:pt x="1532637" y="299897"/>
                  </a:lnTo>
                  <a:lnTo>
                    <a:pt x="1214586" y="284885"/>
                  </a:lnTo>
                  <a:lnTo>
                    <a:pt x="0" y="27415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09351" y="3761890"/>
              <a:ext cx="2298956" cy="133524"/>
            </a:xfrm>
            <a:custGeom>
              <a:avLst/>
              <a:pathLst>
                <a:path w="2298956" h="133524">
                  <a:moveTo>
                    <a:pt x="0" y="0"/>
                  </a:moveTo>
                  <a:lnTo>
                    <a:pt x="1214586" y="104874"/>
                  </a:lnTo>
                  <a:lnTo>
                    <a:pt x="1532637" y="120133"/>
                  </a:lnTo>
                  <a:lnTo>
                    <a:pt x="1980905" y="131324"/>
                  </a:lnTo>
                  <a:lnTo>
                    <a:pt x="2298956" y="133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09351" y="4036048"/>
              <a:ext cx="2298956" cy="85284"/>
            </a:xfrm>
            <a:custGeom>
              <a:avLst/>
              <a:pathLst>
                <a:path w="2298956" h="85284">
                  <a:moveTo>
                    <a:pt x="2298956" y="85284"/>
                  </a:moveTo>
                  <a:lnTo>
                    <a:pt x="1980905" y="57213"/>
                  </a:lnTo>
                  <a:lnTo>
                    <a:pt x="1532637" y="25739"/>
                  </a:lnTo>
                  <a:lnTo>
                    <a:pt x="1214586" y="107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09351" y="3898969"/>
              <a:ext cx="2298956" cy="109404"/>
            </a:xfrm>
            <a:custGeom>
              <a:avLst/>
              <a:pathLst>
                <a:path w="2298956" h="109404">
                  <a:moveTo>
                    <a:pt x="0" y="0"/>
                  </a:moveTo>
                  <a:lnTo>
                    <a:pt x="1214586" y="57800"/>
                  </a:lnTo>
                  <a:lnTo>
                    <a:pt x="1532637" y="72936"/>
                  </a:lnTo>
                  <a:lnTo>
                    <a:pt x="1980905" y="94269"/>
                  </a:lnTo>
                  <a:lnTo>
                    <a:pt x="2298956" y="10940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tx385"/>
            <p:cNvSpPr/>
            <p:nvPr/>
          </p:nvSpPr>
          <p:spPr>
            <a:xfrm>
              <a:off x="6219424" y="317364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87" name="tx386"/>
            <p:cNvSpPr/>
            <p:nvPr/>
          </p:nvSpPr>
          <p:spPr>
            <a:xfrm>
              <a:off x="6292164" y="317364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88" name="rc387"/>
            <p:cNvSpPr/>
            <p:nvPr/>
          </p:nvSpPr>
          <p:spPr>
            <a:xfrm>
              <a:off x="4186450" y="3025891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86450" y="3025891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7982" y="43100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7982" y="40616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38132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35648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3164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30680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86450" y="448585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409351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75670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941989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08308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4381096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5147415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3" name="tx402"/>
            <p:cNvSpPr/>
            <p:nvPr/>
          </p:nvSpPr>
          <p:spPr>
            <a:xfrm>
              <a:off x="5913734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" name="tx403"/>
            <p:cNvSpPr/>
            <p:nvPr/>
          </p:nvSpPr>
          <p:spPr>
            <a:xfrm>
              <a:off x="6680053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5" name="tx404"/>
            <p:cNvSpPr/>
            <p:nvPr/>
          </p:nvSpPr>
          <p:spPr>
            <a:xfrm>
              <a:off x="4186450" y="2849351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6" name="rc405"/>
            <p:cNvSpPr/>
            <p:nvPr/>
          </p:nvSpPr>
          <p:spPr>
            <a:xfrm>
              <a:off x="1310032" y="4884928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397325" y="58342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90484" y="57089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68623" y="578312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28097" y="596270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76069" y="61152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72275" y="58084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53433" y="59282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535702" y="59652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528801" y="60604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554075" y="576566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22036" y="59432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25409" y="524383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76261" y="53859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328291" y="56168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84488" y="57481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56195" y="62465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80680" y="59845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29720" y="55738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36204" y="51112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30324" y="50298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57198" y="58317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42439" y="55530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89856" y="53592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75312" y="54922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35642" y="59788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95611" y="592572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206686" y="540554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335024" y="54503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968084" y="601860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73042" y="57273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67679" y="58390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64064" y="60880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91636" y="57017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941057" y="59773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948383" y="517075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28861" y="59082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63053" y="56023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962245" y="54187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38732" y="50835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77691" y="53010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137360" y="59279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89569" y="55357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83241" y="56701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124141" y="54927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960630" y="59009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23242" y="55317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015357" y="586775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974816" y="58254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92003" y="58793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699320" y="58288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93844" y="600461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54140" y="55800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79304" y="56398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89687" y="51159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28082" y="56178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87875" y="582403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736140" y="563098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94352" y="55187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715110" y="54579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49127" y="53256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96334" y="57816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03163" y="52235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26843" y="60710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67561" y="592988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58364" y="57595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12575" y="58468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65702" y="571870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58438" y="58936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16649" y="56887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795619" y="56126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702282" y="56210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718796" y="56866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499544" y="5502403"/>
              <a:ext cx="2346277" cy="436475"/>
            </a:xfrm>
            <a:custGeom>
              <a:avLst/>
              <a:pathLst>
                <a:path w="2346277" h="436475">
                  <a:moveTo>
                    <a:pt x="0" y="0"/>
                  </a:moveTo>
                  <a:lnTo>
                    <a:pt x="1239587" y="96603"/>
                  </a:lnTo>
                  <a:lnTo>
                    <a:pt x="1564185" y="87411"/>
                  </a:lnTo>
                  <a:lnTo>
                    <a:pt x="2021680" y="48356"/>
                  </a:lnTo>
                  <a:lnTo>
                    <a:pt x="2346277" y="10338"/>
                  </a:lnTo>
                  <a:lnTo>
                    <a:pt x="2346277" y="391496"/>
                  </a:lnTo>
                  <a:lnTo>
                    <a:pt x="2021680" y="358270"/>
                  </a:lnTo>
                  <a:lnTo>
                    <a:pt x="1564185" y="325970"/>
                  </a:lnTo>
                  <a:lnTo>
                    <a:pt x="1239587" y="321570"/>
                  </a:lnTo>
                  <a:lnTo>
                    <a:pt x="0" y="43647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99544" y="5502403"/>
              <a:ext cx="2346277" cy="96603"/>
            </a:xfrm>
            <a:custGeom>
              <a:avLst/>
              <a:pathLst>
                <a:path w="2346277" h="96603">
                  <a:moveTo>
                    <a:pt x="0" y="0"/>
                  </a:moveTo>
                  <a:lnTo>
                    <a:pt x="1239587" y="96603"/>
                  </a:lnTo>
                  <a:lnTo>
                    <a:pt x="1564185" y="87411"/>
                  </a:lnTo>
                  <a:lnTo>
                    <a:pt x="2021680" y="48356"/>
                  </a:lnTo>
                  <a:lnTo>
                    <a:pt x="2346277" y="10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99544" y="5823973"/>
              <a:ext cx="2346277" cy="114905"/>
            </a:xfrm>
            <a:custGeom>
              <a:avLst/>
              <a:pathLst>
                <a:path w="2346277" h="114905">
                  <a:moveTo>
                    <a:pt x="2346277" y="69925"/>
                  </a:moveTo>
                  <a:lnTo>
                    <a:pt x="2021680" y="36699"/>
                  </a:lnTo>
                  <a:lnTo>
                    <a:pt x="1564185" y="4399"/>
                  </a:lnTo>
                  <a:lnTo>
                    <a:pt x="1239587" y="0"/>
                  </a:lnTo>
                  <a:lnTo>
                    <a:pt x="0" y="114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99544" y="5703320"/>
              <a:ext cx="2346277" cy="17320"/>
            </a:xfrm>
            <a:custGeom>
              <a:avLst/>
              <a:pathLst>
                <a:path w="2346277" h="17320">
                  <a:moveTo>
                    <a:pt x="0" y="17320"/>
                  </a:moveTo>
                  <a:lnTo>
                    <a:pt x="1239587" y="8169"/>
                  </a:lnTo>
                  <a:lnTo>
                    <a:pt x="1564185" y="5773"/>
                  </a:lnTo>
                  <a:lnTo>
                    <a:pt x="2021680" y="2396"/>
                  </a:lnTo>
                  <a:lnTo>
                    <a:pt x="234627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>
              <a:off x="3356938" y="503148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84" name="tx483"/>
            <p:cNvSpPr/>
            <p:nvPr/>
          </p:nvSpPr>
          <p:spPr>
            <a:xfrm>
              <a:off x="3429678" y="503148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85" name="rc484"/>
            <p:cNvSpPr/>
            <p:nvPr/>
          </p:nvSpPr>
          <p:spPr>
            <a:xfrm>
              <a:off x="1310032" y="4884928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310032" y="4884928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621624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584400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47177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509953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281564" y="62526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58804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55082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51359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10032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499544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281637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063729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845822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>
              <a:off x="1471289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2253382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3035474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817567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2422335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1310032" y="470838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6" name="rc505"/>
            <p:cNvSpPr/>
            <p:nvPr/>
          </p:nvSpPr>
          <p:spPr>
            <a:xfrm>
              <a:off x="4186450" y="4884928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451354" y="57559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364538" y="56850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336045" y="574198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273743" y="603408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423819" y="59965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51794" y="595545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83499" y="55181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433687" y="57760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446074" y="59783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16115" y="56620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109727" y="62465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217637" y="589167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81779" y="56927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209599" y="61187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75286" y="58179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233256" y="54558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28437" y="58512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31964" y="59135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72845" y="56746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03464" y="59985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29538" y="56209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065895" y="59627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68716" y="55926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10571" y="52657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67104" y="55213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027213" y="556676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84253" y="567912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063918" y="59427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964647" y="573261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816032" y="57863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33018" y="59799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69339" y="55661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86948" y="57877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814452" y="55864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31277" y="51604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68129" y="5840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93582" y="56769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04593" y="50298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25660" y="56801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99629" y="57875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20442" y="55636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816570" y="549867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25552" y="53722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66807" y="58800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14577" y="590906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84296" y="60997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20253" y="57223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09238" y="56474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667545" y="56906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750662" y="58102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633534" y="587963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56859" y="59140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572143" y="57286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08431" y="56682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55725" y="58786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33942" y="560576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93106" y="59486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04334" y="58050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74325" y="573355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595580" y="58138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70769" y="57766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14687" y="60607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47737" y="579434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37068" y="58114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54545" y="57036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42042" y="57289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25177" y="60752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59542" y="56971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596330" y="55905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26387" y="56171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16304" y="59041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06665" y="59696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4409393" y="5617166"/>
              <a:ext cx="2292640" cy="305968"/>
            </a:xfrm>
            <a:custGeom>
              <a:avLst/>
              <a:pathLst>
                <a:path w="2292640" h="305968">
                  <a:moveTo>
                    <a:pt x="0" y="0"/>
                  </a:moveTo>
                  <a:lnTo>
                    <a:pt x="1211249" y="62274"/>
                  </a:lnTo>
                  <a:lnTo>
                    <a:pt x="1528426" y="60772"/>
                  </a:lnTo>
                  <a:lnTo>
                    <a:pt x="1975462" y="44935"/>
                  </a:lnTo>
                  <a:lnTo>
                    <a:pt x="2292640" y="26997"/>
                  </a:lnTo>
                  <a:lnTo>
                    <a:pt x="2292640" y="296701"/>
                  </a:lnTo>
                  <a:lnTo>
                    <a:pt x="1975462" y="276310"/>
                  </a:lnTo>
                  <a:lnTo>
                    <a:pt x="1528426" y="257016"/>
                  </a:lnTo>
                  <a:lnTo>
                    <a:pt x="1211249" y="253061"/>
                  </a:lnTo>
                  <a:lnTo>
                    <a:pt x="0" y="30596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409393" y="5617166"/>
              <a:ext cx="2292640" cy="62274"/>
            </a:xfrm>
            <a:custGeom>
              <a:avLst/>
              <a:pathLst>
                <a:path w="2292640" h="62274">
                  <a:moveTo>
                    <a:pt x="0" y="0"/>
                  </a:moveTo>
                  <a:lnTo>
                    <a:pt x="1211249" y="62274"/>
                  </a:lnTo>
                  <a:lnTo>
                    <a:pt x="1528426" y="60772"/>
                  </a:lnTo>
                  <a:lnTo>
                    <a:pt x="1975462" y="44935"/>
                  </a:lnTo>
                  <a:lnTo>
                    <a:pt x="2292640" y="26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409393" y="5870227"/>
              <a:ext cx="2292640" cy="52906"/>
            </a:xfrm>
            <a:custGeom>
              <a:avLst/>
              <a:pathLst>
                <a:path w="2292640" h="52906">
                  <a:moveTo>
                    <a:pt x="2292640" y="43639"/>
                  </a:moveTo>
                  <a:lnTo>
                    <a:pt x="1975462" y="23248"/>
                  </a:lnTo>
                  <a:lnTo>
                    <a:pt x="1528426" y="3954"/>
                  </a:lnTo>
                  <a:lnTo>
                    <a:pt x="1211249" y="0"/>
                  </a:lnTo>
                  <a:lnTo>
                    <a:pt x="0" y="5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09393" y="5770150"/>
              <a:ext cx="2292640" cy="8865"/>
            </a:xfrm>
            <a:custGeom>
              <a:avLst/>
              <a:pathLst>
                <a:path w="2292640" h="8865">
                  <a:moveTo>
                    <a:pt x="0" y="0"/>
                  </a:moveTo>
                  <a:lnTo>
                    <a:pt x="1211249" y="4683"/>
                  </a:lnTo>
                  <a:lnTo>
                    <a:pt x="1528426" y="5910"/>
                  </a:lnTo>
                  <a:lnTo>
                    <a:pt x="1975462" y="7638"/>
                  </a:lnTo>
                  <a:lnTo>
                    <a:pt x="2292640" y="886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tx582"/>
            <p:cNvSpPr/>
            <p:nvPr/>
          </p:nvSpPr>
          <p:spPr>
            <a:xfrm>
              <a:off x="6213150" y="503083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84" name="tx583"/>
            <p:cNvSpPr/>
            <p:nvPr/>
          </p:nvSpPr>
          <p:spPr>
            <a:xfrm>
              <a:off x="6285890" y="503083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85" name="rc584"/>
            <p:cNvSpPr/>
            <p:nvPr/>
          </p:nvSpPr>
          <p:spPr>
            <a:xfrm>
              <a:off x="4186450" y="4884928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86450" y="4884928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7982" y="62645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7982" y="59979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57982" y="57312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157982" y="54646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57982" y="51979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57982" y="49313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86450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409393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5173607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5937820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6702034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tx597"/>
            <p:cNvSpPr/>
            <p:nvPr/>
          </p:nvSpPr>
          <p:spPr>
            <a:xfrm>
              <a:off x="4381138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5145352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0" name="tx599"/>
            <p:cNvSpPr/>
            <p:nvPr/>
          </p:nvSpPr>
          <p:spPr>
            <a:xfrm>
              <a:off x="5909565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1" name="tx600"/>
            <p:cNvSpPr/>
            <p:nvPr/>
          </p:nvSpPr>
          <p:spPr>
            <a:xfrm>
              <a:off x="6673779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2" name="tx601"/>
            <p:cNvSpPr/>
            <p:nvPr/>
          </p:nvSpPr>
          <p:spPr>
            <a:xfrm>
              <a:off x="5298753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4186450" y="4708388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4" name="rc603"/>
            <p:cNvSpPr/>
            <p:nvPr/>
          </p:nvSpPr>
          <p:spPr>
            <a:xfrm>
              <a:off x="1711003" y="6778484"/>
              <a:ext cx="482120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tx604"/>
            <p:cNvSpPr/>
            <p:nvPr/>
          </p:nvSpPr>
          <p:spPr>
            <a:xfrm>
              <a:off x="1711003" y="6827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6" name="rc605"/>
            <p:cNvSpPr/>
            <p:nvPr/>
          </p:nvSpPr>
          <p:spPr>
            <a:xfrm>
              <a:off x="219999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252435" y="68309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646206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98647" y="68309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098087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150529" y="68309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533052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585493" y="68309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97926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031705" y="68309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4414229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466670" y="68309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84919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01635" y="68309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5272911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25353" y="68309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5719123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771565" y="683092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6159758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212199" y="68309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tx625"/>
            <p:cNvSpPr/>
            <p:nvPr/>
          </p:nvSpPr>
          <p:spPr>
            <a:xfrm>
              <a:off x="2436930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2883142" y="6832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335023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76998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216200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651165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32" name="tx631"/>
            <p:cNvSpPr/>
            <p:nvPr/>
          </p:nvSpPr>
          <p:spPr>
            <a:xfrm>
              <a:off x="5086130" y="6832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33" name="tx632"/>
            <p:cNvSpPr/>
            <p:nvPr/>
          </p:nvSpPr>
          <p:spPr>
            <a:xfrm>
              <a:off x="550984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4" name="tx633"/>
            <p:cNvSpPr/>
            <p:nvPr/>
          </p:nvSpPr>
          <p:spPr>
            <a:xfrm>
              <a:off x="5956060" y="6832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5" name="tx634"/>
            <p:cNvSpPr/>
            <p:nvPr/>
          </p:nvSpPr>
          <p:spPr>
            <a:xfrm>
              <a:off x="6396694" y="6832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2026-07-20T14:52:14Z</dcterms:modified>
  <cp:category/>
</cp:coreProperties>
</file>