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57095" cy="18540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22106" y="952357"/>
              <a:ext cx="2861683" cy="18540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806407"/>
              <a:ext cx="3157095" cy="18540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22106" y="2806407"/>
              <a:ext cx="2861683" cy="18540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660457"/>
              <a:ext cx="3157095" cy="23359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22106" y="4660457"/>
              <a:ext cx="2861683" cy="23359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42663" y="118506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28734" y="234257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453807" y="227238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540306" y="237822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16416" y="237530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474717" y="240140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22085" y="225285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34712" y="217027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68321" y="235906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67535" y="243115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36588" y="223248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351431" y="243944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177804" y="237605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156890" y="177250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52121" y="229534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139815" y="236993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67180" y="243384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29862" y="245978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19757" y="22871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126953" y="164688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175304" y="183371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1353" y="245032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54487" y="224737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80187" y="219126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51722" y="220105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44624" y="236288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75483" y="230290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151858" y="182559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87213" y="196218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978846" y="239898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923340" y="218151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953939" y="24115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07133" y="250169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937120" y="224738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64914" y="238836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81430" y="147432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48165" y="243401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41708" y="209101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47077" y="175814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136150" y="121160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12578" y="199105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966185" y="215659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12086" y="201673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60406" y="213071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974080" y="228258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127895" y="219578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43053" y="218117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52762" y="228128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130897" y="227081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744088" y="228813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909490" y="228582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906364" y="224249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719390" y="237963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896724" y="200992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741567" y="202796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98292" y="224463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61856" y="216940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798011" y="208051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719840" y="185653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48932" y="192275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55220" y="178673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18909" y="201756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805037" y="195258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37677" y="234823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867779" y="218614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786195" y="209430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74583" y="215477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707115" y="189898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848594" y="212613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39639" y="199288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74767" y="188314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788010" y="204816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711495" y="201823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489207" y="1937372"/>
              <a:ext cx="2368527" cy="557300"/>
            </a:xfrm>
            <a:custGeom>
              <a:avLst/>
              <a:pathLst>
                <a:path w="2368527" h="557300">
                  <a:moveTo>
                    <a:pt x="0" y="158170"/>
                  </a:moveTo>
                  <a:lnTo>
                    <a:pt x="1251342" y="151793"/>
                  </a:lnTo>
                  <a:lnTo>
                    <a:pt x="1579018" y="120655"/>
                  </a:lnTo>
                  <a:lnTo>
                    <a:pt x="2040851" y="55362"/>
                  </a:lnTo>
                  <a:lnTo>
                    <a:pt x="2368527" y="0"/>
                  </a:lnTo>
                  <a:lnTo>
                    <a:pt x="2368527" y="361149"/>
                  </a:lnTo>
                  <a:lnTo>
                    <a:pt x="2040851" y="354806"/>
                  </a:lnTo>
                  <a:lnTo>
                    <a:pt x="1579018" y="358601"/>
                  </a:lnTo>
                  <a:lnTo>
                    <a:pt x="1251342" y="376482"/>
                  </a:lnTo>
                  <a:lnTo>
                    <a:pt x="0" y="55730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489207" y="1937372"/>
              <a:ext cx="2368527" cy="158170"/>
            </a:xfrm>
            <a:custGeom>
              <a:avLst/>
              <a:pathLst>
                <a:path w="2368527" h="158170">
                  <a:moveTo>
                    <a:pt x="0" y="158170"/>
                  </a:moveTo>
                  <a:lnTo>
                    <a:pt x="1251342" y="151793"/>
                  </a:lnTo>
                  <a:lnTo>
                    <a:pt x="1579018" y="120655"/>
                  </a:lnTo>
                  <a:lnTo>
                    <a:pt x="2040851" y="55362"/>
                  </a:lnTo>
                  <a:lnTo>
                    <a:pt x="23685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489207" y="2292178"/>
              <a:ext cx="2368527" cy="202494"/>
            </a:xfrm>
            <a:custGeom>
              <a:avLst/>
              <a:pathLst>
                <a:path w="2368527" h="202494">
                  <a:moveTo>
                    <a:pt x="2368527" y="6343"/>
                  </a:moveTo>
                  <a:lnTo>
                    <a:pt x="2040851" y="0"/>
                  </a:lnTo>
                  <a:lnTo>
                    <a:pt x="1579018" y="3795"/>
                  </a:lnTo>
                  <a:lnTo>
                    <a:pt x="1251342" y="21675"/>
                  </a:lnTo>
                  <a:lnTo>
                    <a:pt x="0" y="202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489207" y="2117946"/>
              <a:ext cx="2368527" cy="177160"/>
            </a:xfrm>
            <a:custGeom>
              <a:avLst/>
              <a:pathLst>
                <a:path w="2368527" h="177160">
                  <a:moveTo>
                    <a:pt x="0" y="177160"/>
                  </a:moveTo>
                  <a:lnTo>
                    <a:pt x="1251342" y="83563"/>
                  </a:lnTo>
                  <a:lnTo>
                    <a:pt x="1579018" y="59053"/>
                  </a:lnTo>
                  <a:lnTo>
                    <a:pt x="2040851" y="24509"/>
                  </a:lnTo>
                  <a:lnTo>
                    <a:pt x="2368527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314525" y="126095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3395322" y="1260865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0.271</a:t>
              </a:r>
            </a:p>
          </p:txBody>
        </p:sp>
        <p:sp>
          <p:nvSpPr>
            <p:cNvPr id="91" name="rc90"/>
            <p:cNvSpPr/>
            <p:nvPr/>
          </p:nvSpPr>
          <p:spPr>
            <a:xfrm>
              <a:off x="1342663" y="118506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342663" y="118506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2"/>
            <p:cNvSpPr/>
            <p:nvPr/>
          </p:nvSpPr>
          <p:spPr>
            <a:xfrm rot="-5400000">
              <a:off x="1152636" y="230049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52636" y="191505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52636" y="152961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6" name="tx95"/>
            <p:cNvSpPr/>
            <p:nvPr/>
          </p:nvSpPr>
          <p:spPr>
            <a:xfrm rot="-5400000">
              <a:off x="1120861" y="1144178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7" name="pl96"/>
            <p:cNvSpPr/>
            <p:nvPr/>
          </p:nvSpPr>
          <p:spPr>
            <a:xfrm>
              <a:off x="1311032" y="234150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311032" y="195606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311032" y="15706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311032" y="118518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42663" y="26041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489207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278716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068225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3857734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457431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246940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3036449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825959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342663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204347" y="118506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452883" y="220621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431879" y="142834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49383" y="219891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413459" y="210746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438722" y="227601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501780" y="166374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319196" y="126680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64728" y="198548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352856" y="246535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290417" y="194892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181057" y="248450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262287" y="166426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049484" y="212104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200383" y="250169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056594" y="183148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68330" y="121160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093390" y="247166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239859" y="241834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258933" y="214306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084522" y="247777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102976" y="228928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88724" y="247444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219068" y="203875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212319" y="191823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062352" y="197221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232091" y="179496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071282" y="225941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50998" y="246845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985479" y="224036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884710" y="232524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844046" y="241687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813317" y="219773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865273" y="172299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50134" y="140629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75347" y="162045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843494" y="226867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6013278" y="221579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970303" y="168842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27063" y="187701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981707" y="239394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888173" y="164245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56949" y="182161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6001597" y="199657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842260" y="236739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870862" y="198846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956709" y="234268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36129" y="180294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821062" y="200140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753109" y="210243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771174" y="223586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570216" y="228823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758838" y="208608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622556" y="197460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656553" y="202266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733355" y="22346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91920" y="204464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759631" y="226830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561917" y="216196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10666" y="200668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762051" y="171731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583906" y="225667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653349" y="244770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588627" y="231638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700820" y="210947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658811" y="222883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760292" y="208700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740542" y="206563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624111" y="190635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716119" y="194740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556783" y="201016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600679" y="235137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720748" y="207972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4437275" y="1881446"/>
              <a:ext cx="2265084" cy="404931"/>
            </a:xfrm>
            <a:custGeom>
              <a:avLst/>
              <a:pathLst>
                <a:path w="2265084" h="404931">
                  <a:moveTo>
                    <a:pt x="0" y="0"/>
                  </a:moveTo>
                  <a:lnTo>
                    <a:pt x="1196691" y="102948"/>
                  </a:lnTo>
                  <a:lnTo>
                    <a:pt x="1510056" y="119749"/>
                  </a:lnTo>
                  <a:lnTo>
                    <a:pt x="1951719" y="135315"/>
                  </a:lnTo>
                  <a:lnTo>
                    <a:pt x="2265084" y="141451"/>
                  </a:lnTo>
                  <a:lnTo>
                    <a:pt x="2265084" y="404931"/>
                  </a:lnTo>
                  <a:lnTo>
                    <a:pt x="1951719" y="377556"/>
                  </a:lnTo>
                  <a:lnTo>
                    <a:pt x="1510056" y="345891"/>
                  </a:lnTo>
                  <a:lnTo>
                    <a:pt x="1196691" y="329180"/>
                  </a:lnTo>
                  <a:lnTo>
                    <a:pt x="0" y="30415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37275" y="1881446"/>
              <a:ext cx="2265084" cy="141451"/>
            </a:xfrm>
            <a:custGeom>
              <a:avLst/>
              <a:pathLst>
                <a:path w="2265084" h="141451">
                  <a:moveTo>
                    <a:pt x="0" y="0"/>
                  </a:moveTo>
                  <a:lnTo>
                    <a:pt x="1196691" y="102948"/>
                  </a:lnTo>
                  <a:lnTo>
                    <a:pt x="1510056" y="119749"/>
                  </a:lnTo>
                  <a:lnTo>
                    <a:pt x="1951719" y="135315"/>
                  </a:lnTo>
                  <a:lnTo>
                    <a:pt x="2265084" y="141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37275" y="2185603"/>
              <a:ext cx="2265084" cy="100774"/>
            </a:xfrm>
            <a:custGeom>
              <a:avLst/>
              <a:pathLst>
                <a:path w="2265084" h="100774">
                  <a:moveTo>
                    <a:pt x="2265084" y="100774"/>
                  </a:moveTo>
                  <a:lnTo>
                    <a:pt x="1951719" y="73399"/>
                  </a:lnTo>
                  <a:lnTo>
                    <a:pt x="1510056" y="41734"/>
                  </a:lnTo>
                  <a:lnTo>
                    <a:pt x="1196691" y="250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37275" y="2033524"/>
              <a:ext cx="2265084" cy="121112"/>
            </a:xfrm>
            <a:custGeom>
              <a:avLst/>
              <a:pathLst>
                <a:path w="2265084" h="121112">
                  <a:moveTo>
                    <a:pt x="0" y="0"/>
                  </a:moveTo>
                  <a:lnTo>
                    <a:pt x="1196691" y="63986"/>
                  </a:lnTo>
                  <a:lnTo>
                    <a:pt x="1510056" y="80741"/>
                  </a:lnTo>
                  <a:lnTo>
                    <a:pt x="1951719" y="104357"/>
                  </a:lnTo>
                  <a:lnTo>
                    <a:pt x="2265084" y="121112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6159151" y="1260890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89" name="tx188"/>
            <p:cNvSpPr/>
            <p:nvPr/>
          </p:nvSpPr>
          <p:spPr>
            <a:xfrm>
              <a:off x="6239948" y="1260799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0.163</a:t>
              </a:r>
            </a:p>
          </p:txBody>
        </p:sp>
        <p:sp>
          <p:nvSpPr>
            <p:cNvPr id="190" name="rc189"/>
            <p:cNvSpPr/>
            <p:nvPr/>
          </p:nvSpPr>
          <p:spPr>
            <a:xfrm>
              <a:off x="4204347" y="118506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204347" y="118506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172716" y="232820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72716" y="185927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172716" y="139033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204347" y="26041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437275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5192304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5947332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6702360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tx199"/>
            <p:cNvSpPr/>
            <p:nvPr/>
          </p:nvSpPr>
          <p:spPr>
            <a:xfrm>
              <a:off x="4405500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1" name="tx200"/>
            <p:cNvSpPr/>
            <p:nvPr/>
          </p:nvSpPr>
          <p:spPr>
            <a:xfrm>
              <a:off x="5160528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5915556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6670584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4" name="tx203"/>
            <p:cNvSpPr/>
            <p:nvPr/>
          </p:nvSpPr>
          <p:spPr>
            <a:xfrm>
              <a:off x="4204347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5" name="rc204"/>
            <p:cNvSpPr/>
            <p:nvPr/>
          </p:nvSpPr>
          <p:spPr>
            <a:xfrm>
              <a:off x="1342663" y="303911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444473" y="423692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429574" y="409674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540214" y="429934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581494" y="417701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428734" y="420247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450756" y="408142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429614" y="377484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605792" y="417607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437100" y="413208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448520" y="408310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376106" y="43076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219929" y="435571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213278" y="325896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379234" y="423328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165557" y="425619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264249" y="410691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380755" y="425672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173094" y="426242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31188" y="368828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342376" y="381849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54597" y="402384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349053" y="410267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358629" y="395828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262108" y="415751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238222" y="417933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367204" y="405995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333313" y="355333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316536" y="378525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139464" y="404686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137494" y="394712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999594" y="434239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128376" y="433661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965763" y="414378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988169" y="434780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81382" y="345441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45694" y="43611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137642" y="389676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17515" y="328445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989388" y="317853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937432" y="387869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70377" y="375628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84389" y="371184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988321" y="374807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13002" y="427222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947056" y="370029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32754" y="409860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129915" y="411776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2983135" y="392656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58774" y="391615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773595" y="401562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789650" y="394618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860195" y="422326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27048" y="370362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880137" y="403482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909490" y="414760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840183" y="386475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03241" y="379696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32496" y="352082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56619" y="354527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10441" y="352541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735444" y="362613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76713" y="387297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785847" y="389862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04085" y="380060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82939" y="376340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811573" y="375197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900681" y="357243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47225" y="369025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10113" y="373121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723082" y="354507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31715" y="376383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702559" y="359672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1545372" y="3644042"/>
              <a:ext cx="2298469" cy="713276"/>
            </a:xfrm>
            <a:custGeom>
              <a:avLst/>
              <a:pathLst>
                <a:path w="2298469" h="713276">
                  <a:moveTo>
                    <a:pt x="0" y="290883"/>
                  </a:moveTo>
                  <a:lnTo>
                    <a:pt x="1214329" y="215425"/>
                  </a:lnTo>
                  <a:lnTo>
                    <a:pt x="1532312" y="166044"/>
                  </a:lnTo>
                  <a:lnTo>
                    <a:pt x="1980485" y="74518"/>
                  </a:lnTo>
                  <a:lnTo>
                    <a:pt x="2298469" y="0"/>
                  </a:lnTo>
                  <a:lnTo>
                    <a:pt x="2298469" y="378888"/>
                  </a:lnTo>
                  <a:lnTo>
                    <a:pt x="1980485" y="390873"/>
                  </a:lnTo>
                  <a:lnTo>
                    <a:pt x="1532312" y="421268"/>
                  </a:lnTo>
                  <a:lnTo>
                    <a:pt x="1214329" y="458390"/>
                  </a:lnTo>
                  <a:lnTo>
                    <a:pt x="0" y="71327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545372" y="3644042"/>
              <a:ext cx="2298469" cy="290883"/>
            </a:xfrm>
            <a:custGeom>
              <a:avLst/>
              <a:pathLst>
                <a:path w="2298469" h="290883">
                  <a:moveTo>
                    <a:pt x="0" y="290883"/>
                  </a:moveTo>
                  <a:lnTo>
                    <a:pt x="1214329" y="215425"/>
                  </a:lnTo>
                  <a:lnTo>
                    <a:pt x="1532312" y="166044"/>
                  </a:lnTo>
                  <a:lnTo>
                    <a:pt x="1980485" y="74518"/>
                  </a:lnTo>
                  <a:lnTo>
                    <a:pt x="229846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545372" y="4022930"/>
              <a:ext cx="2298469" cy="334388"/>
            </a:xfrm>
            <a:custGeom>
              <a:avLst/>
              <a:pathLst>
                <a:path w="2298469" h="334388">
                  <a:moveTo>
                    <a:pt x="2298469" y="0"/>
                  </a:moveTo>
                  <a:lnTo>
                    <a:pt x="1980485" y="11985"/>
                  </a:lnTo>
                  <a:lnTo>
                    <a:pt x="1532312" y="42379"/>
                  </a:lnTo>
                  <a:lnTo>
                    <a:pt x="1214329" y="79502"/>
                  </a:lnTo>
                  <a:lnTo>
                    <a:pt x="0" y="334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545372" y="3833486"/>
              <a:ext cx="2298469" cy="312635"/>
            </a:xfrm>
            <a:custGeom>
              <a:avLst/>
              <a:pathLst>
                <a:path w="2298469" h="312635">
                  <a:moveTo>
                    <a:pt x="0" y="312635"/>
                  </a:moveTo>
                  <a:lnTo>
                    <a:pt x="1214329" y="147463"/>
                  </a:lnTo>
                  <a:lnTo>
                    <a:pt x="1532312" y="104211"/>
                  </a:lnTo>
                  <a:lnTo>
                    <a:pt x="1980485" y="43251"/>
                  </a:lnTo>
                  <a:lnTo>
                    <a:pt x="229846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tx281"/>
            <p:cNvSpPr/>
            <p:nvPr/>
          </p:nvSpPr>
          <p:spPr>
            <a:xfrm>
              <a:off x="3300633" y="315958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3" name="tx282"/>
            <p:cNvSpPr/>
            <p:nvPr/>
          </p:nvSpPr>
          <p:spPr>
            <a:xfrm>
              <a:off x="3381429" y="315949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0.074</a:t>
              </a:r>
            </a:p>
          </p:txBody>
        </p:sp>
        <p:sp>
          <p:nvSpPr>
            <p:cNvPr id="284" name="rc283"/>
            <p:cNvSpPr/>
            <p:nvPr/>
          </p:nvSpPr>
          <p:spPr>
            <a:xfrm>
              <a:off x="1342663" y="303911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342663" y="303911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tx285"/>
            <p:cNvSpPr/>
            <p:nvPr/>
          </p:nvSpPr>
          <p:spPr>
            <a:xfrm rot="-5400000">
              <a:off x="1152636" y="436781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7" name="tx286"/>
            <p:cNvSpPr/>
            <p:nvPr/>
          </p:nvSpPr>
          <p:spPr>
            <a:xfrm rot="-5400000">
              <a:off x="1152636" y="410516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52636" y="384252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52636" y="357987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0" name="tx289"/>
            <p:cNvSpPr/>
            <p:nvPr/>
          </p:nvSpPr>
          <p:spPr>
            <a:xfrm rot="-5400000">
              <a:off x="1152636" y="331723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1" name="tx290"/>
            <p:cNvSpPr/>
            <p:nvPr/>
          </p:nvSpPr>
          <p:spPr>
            <a:xfrm rot="-5400000">
              <a:off x="1152636" y="305459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2" name="pl291"/>
            <p:cNvSpPr/>
            <p:nvPr/>
          </p:nvSpPr>
          <p:spPr>
            <a:xfrm>
              <a:off x="1311032" y="440882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311032" y="414617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311032" y="388353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311032" y="362089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311032" y="335824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311032" y="309560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342663" y="445821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545372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2311529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3077685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3843841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tx302"/>
            <p:cNvSpPr/>
            <p:nvPr/>
          </p:nvSpPr>
          <p:spPr>
            <a:xfrm>
              <a:off x="1513597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2279753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5" name="tx304"/>
            <p:cNvSpPr/>
            <p:nvPr/>
          </p:nvSpPr>
          <p:spPr>
            <a:xfrm>
              <a:off x="3045910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3812066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7" name="tx306"/>
            <p:cNvSpPr/>
            <p:nvPr/>
          </p:nvSpPr>
          <p:spPr>
            <a:xfrm rot="-5400000">
              <a:off x="41327" y="3698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308" name="tx307"/>
            <p:cNvSpPr/>
            <p:nvPr/>
          </p:nvSpPr>
          <p:spPr>
            <a:xfrm>
              <a:off x="1342663" y="2844365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9" name="rc308"/>
            <p:cNvSpPr/>
            <p:nvPr/>
          </p:nvSpPr>
          <p:spPr>
            <a:xfrm>
              <a:off x="4204347" y="303911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290417" y="393958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367870" y="330056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362298" y="400484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482585" y="377841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294422" y="405329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472940" y="321717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479050" y="317853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465744" y="352647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4477888" y="419341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4307444" y="383752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205622" y="409429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98227" y="361139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238276" y="400965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077417" y="423453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229346" y="390053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196870" y="358835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60916" y="430772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194672" y="420789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068107" y="408137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077765" y="430324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04046" y="419739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092099" y="430391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12172" y="404102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206876" y="399113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78353" y="375746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224198" y="379273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061722" y="409313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136285" y="436111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915698" y="408564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951831" y="414662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005182" y="412132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944940" y="417524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19952" y="336413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889196" y="340571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903876" y="391919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881662" y="407322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881135" y="418618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016245" y="388842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986972" y="368540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894167" y="423895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013489" y="353790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938513" y="386978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894932" y="392435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799062" y="417820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810904" y="368734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855197" y="391026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867517" y="366326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5889384" y="388377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562289" y="403192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580362" y="412040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28717" y="389537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634319" y="369462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71174" y="387339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07949" y="391288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616807" y="404573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667251" y="394685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589574" y="404625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666768" y="396622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564660" y="373129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577196" y="346287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615261" y="405956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55957" y="421012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657665" y="417793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761793" y="394504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563330" y="411655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05587" y="401490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35317" y="353545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23876" y="385125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08908" y="393515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676859" y="388313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668843" y="417347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6673722" y="384225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4410790" y="3754087"/>
              <a:ext cx="2299802" cy="349177"/>
            </a:xfrm>
            <a:custGeom>
              <a:avLst/>
              <a:pathLst>
                <a:path w="2299802" h="349177">
                  <a:moveTo>
                    <a:pt x="0" y="0"/>
                  </a:moveTo>
                  <a:lnTo>
                    <a:pt x="1215033" y="101879"/>
                  </a:lnTo>
                  <a:lnTo>
                    <a:pt x="1533201" y="116702"/>
                  </a:lnTo>
                  <a:lnTo>
                    <a:pt x="1981634" y="127574"/>
                  </a:lnTo>
                  <a:lnTo>
                    <a:pt x="2299802" y="129711"/>
                  </a:lnTo>
                  <a:lnTo>
                    <a:pt x="2299802" y="349177"/>
                  </a:lnTo>
                  <a:lnTo>
                    <a:pt x="1981634" y="321908"/>
                  </a:lnTo>
                  <a:lnTo>
                    <a:pt x="1533201" y="291333"/>
                  </a:lnTo>
                  <a:lnTo>
                    <a:pt x="1215033" y="276749"/>
                  </a:lnTo>
                  <a:lnTo>
                    <a:pt x="0" y="26632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10790" y="3754087"/>
              <a:ext cx="2299802" cy="129711"/>
            </a:xfrm>
            <a:custGeom>
              <a:avLst/>
              <a:pathLst>
                <a:path w="2299802" h="129711">
                  <a:moveTo>
                    <a:pt x="0" y="0"/>
                  </a:moveTo>
                  <a:lnTo>
                    <a:pt x="1215033" y="101879"/>
                  </a:lnTo>
                  <a:lnTo>
                    <a:pt x="1533201" y="116702"/>
                  </a:lnTo>
                  <a:lnTo>
                    <a:pt x="1981634" y="127574"/>
                  </a:lnTo>
                  <a:lnTo>
                    <a:pt x="2299802" y="1297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410790" y="4020416"/>
              <a:ext cx="2299802" cy="82849"/>
            </a:xfrm>
            <a:custGeom>
              <a:avLst/>
              <a:pathLst>
                <a:path w="2299802" h="82849">
                  <a:moveTo>
                    <a:pt x="2299802" y="82849"/>
                  </a:moveTo>
                  <a:lnTo>
                    <a:pt x="1981634" y="55579"/>
                  </a:lnTo>
                  <a:lnTo>
                    <a:pt x="1533201" y="25004"/>
                  </a:lnTo>
                  <a:lnTo>
                    <a:pt x="1215033" y="104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410790" y="3887252"/>
              <a:ext cx="2299802" cy="106280"/>
            </a:xfrm>
            <a:custGeom>
              <a:avLst/>
              <a:pathLst>
                <a:path w="2299802" h="106280">
                  <a:moveTo>
                    <a:pt x="0" y="0"/>
                  </a:moveTo>
                  <a:lnTo>
                    <a:pt x="1215033" y="56150"/>
                  </a:lnTo>
                  <a:lnTo>
                    <a:pt x="1533201" y="70853"/>
                  </a:lnTo>
                  <a:lnTo>
                    <a:pt x="1981634" y="91576"/>
                  </a:lnTo>
                  <a:lnTo>
                    <a:pt x="2299802" y="10628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tx385"/>
            <p:cNvSpPr/>
            <p:nvPr/>
          </p:nvSpPr>
          <p:spPr>
            <a:xfrm>
              <a:off x="6167384" y="316061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87" name="tx386"/>
            <p:cNvSpPr/>
            <p:nvPr/>
          </p:nvSpPr>
          <p:spPr>
            <a:xfrm>
              <a:off x="6248181" y="316052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0.213</a:t>
              </a:r>
            </a:p>
          </p:txBody>
        </p:sp>
        <p:sp>
          <p:nvSpPr>
            <p:cNvPr id="388" name="rc387"/>
            <p:cNvSpPr/>
            <p:nvPr/>
          </p:nvSpPr>
          <p:spPr>
            <a:xfrm>
              <a:off x="4204347" y="303911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204347" y="303911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172716" y="428656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172716" y="404526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72716" y="380396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72716" y="356266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172716" y="332136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172716" y="308006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204347" y="445821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410790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5177391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943992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6710593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4379015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2" name="tx401"/>
            <p:cNvSpPr/>
            <p:nvPr/>
          </p:nvSpPr>
          <p:spPr>
            <a:xfrm>
              <a:off x="5145615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3" name="tx402"/>
            <p:cNvSpPr/>
            <p:nvPr/>
          </p:nvSpPr>
          <p:spPr>
            <a:xfrm>
              <a:off x="5912216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4" name="tx403"/>
            <p:cNvSpPr/>
            <p:nvPr/>
          </p:nvSpPr>
          <p:spPr>
            <a:xfrm>
              <a:off x="6678817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5" name="tx404"/>
            <p:cNvSpPr/>
            <p:nvPr/>
          </p:nvSpPr>
          <p:spPr>
            <a:xfrm>
              <a:off x="4204347" y="2844365"/>
              <a:ext cx="97822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6" name="rc405"/>
            <p:cNvSpPr/>
            <p:nvPr/>
          </p:nvSpPr>
          <p:spPr>
            <a:xfrm>
              <a:off x="1342663" y="489316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616057" y="581419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40139" y="569266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601020" y="576718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30705" y="593827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560793" y="608624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65115" y="578833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635243" y="590643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487277" y="594143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471072" y="603447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428734" y="574786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341910" y="591902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256545" y="523962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300629" y="538007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249277" y="560527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287747" y="573057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209912" y="621516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358619" y="596105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307411" y="555864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27541" y="511147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192494" y="50325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64025" y="581009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258449" y="554347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187876" y="535315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340834" y="548140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305495" y="595676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306676" y="590299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347316" y="539676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399422" y="544328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017789" y="599435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031628" y="570875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958211" y="581760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063100" y="605948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63252" y="568665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973120" y="595640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146827" y="517139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61676" y="588569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06624" y="559066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20153" y="541041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134771" y="508696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073241" y="529547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138236" y="590671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032630" y="552451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953894" y="565574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005681" y="548069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996120" y="588188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114425" y="552030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051939" y="584579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071241" y="580642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909490" y="585823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780325" y="581181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730254" y="598123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726336" y="556851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799710" y="562560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813343" y="511615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719246" y="560414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726515" y="580472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855564" y="561787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743202" y="550848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818729" y="545051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69148" y="532002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791230" y="576214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11826" y="522221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870755" y="604406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723314" y="590642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826663" y="573870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735405" y="582670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57423" y="570219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47304" y="587206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890046" y="567483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779907" y="559953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899944" y="560961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862970" y="567175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71306" y="5493838"/>
              <a:ext cx="2272412" cy="423909"/>
            </a:xfrm>
            <a:custGeom>
              <a:avLst/>
              <a:pathLst>
                <a:path w="2272412" h="423909">
                  <a:moveTo>
                    <a:pt x="0" y="0"/>
                  </a:moveTo>
                  <a:lnTo>
                    <a:pt x="1200562" y="93822"/>
                  </a:lnTo>
                  <a:lnTo>
                    <a:pt x="1514941" y="84894"/>
                  </a:lnTo>
                  <a:lnTo>
                    <a:pt x="1958033" y="46964"/>
                  </a:lnTo>
                  <a:lnTo>
                    <a:pt x="2272412" y="10040"/>
                  </a:lnTo>
                  <a:lnTo>
                    <a:pt x="2272412" y="380225"/>
                  </a:lnTo>
                  <a:lnTo>
                    <a:pt x="1958033" y="347955"/>
                  </a:lnTo>
                  <a:lnTo>
                    <a:pt x="1514941" y="316585"/>
                  </a:lnTo>
                  <a:lnTo>
                    <a:pt x="1200562" y="312312"/>
                  </a:lnTo>
                  <a:lnTo>
                    <a:pt x="0" y="42390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571306" y="5493838"/>
              <a:ext cx="2272412" cy="93822"/>
            </a:xfrm>
            <a:custGeom>
              <a:avLst/>
              <a:pathLst>
                <a:path w="2272412" h="93822">
                  <a:moveTo>
                    <a:pt x="0" y="0"/>
                  </a:moveTo>
                  <a:lnTo>
                    <a:pt x="1200562" y="93822"/>
                  </a:lnTo>
                  <a:lnTo>
                    <a:pt x="1514941" y="84894"/>
                  </a:lnTo>
                  <a:lnTo>
                    <a:pt x="1958033" y="46964"/>
                  </a:lnTo>
                  <a:lnTo>
                    <a:pt x="2272412" y="1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571306" y="5806151"/>
              <a:ext cx="2272412" cy="111597"/>
            </a:xfrm>
            <a:custGeom>
              <a:avLst/>
              <a:pathLst>
                <a:path w="2272412" h="111597">
                  <a:moveTo>
                    <a:pt x="2272412" y="67912"/>
                  </a:moveTo>
                  <a:lnTo>
                    <a:pt x="1958033" y="35643"/>
                  </a:lnTo>
                  <a:lnTo>
                    <a:pt x="1514941" y="4273"/>
                  </a:lnTo>
                  <a:lnTo>
                    <a:pt x="1200562" y="0"/>
                  </a:lnTo>
                  <a:lnTo>
                    <a:pt x="0" y="111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571306" y="5688971"/>
              <a:ext cx="2272412" cy="16822"/>
            </a:xfrm>
            <a:custGeom>
              <a:avLst/>
              <a:pathLst>
                <a:path w="2272412" h="16822">
                  <a:moveTo>
                    <a:pt x="0" y="16822"/>
                  </a:moveTo>
                  <a:lnTo>
                    <a:pt x="1200562" y="7934"/>
                  </a:lnTo>
                  <a:lnTo>
                    <a:pt x="1514941" y="5607"/>
                  </a:lnTo>
                  <a:lnTo>
                    <a:pt x="1958033" y="2327"/>
                  </a:lnTo>
                  <a:lnTo>
                    <a:pt x="227241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tx482"/>
            <p:cNvSpPr/>
            <p:nvPr/>
          </p:nvSpPr>
          <p:spPr>
            <a:xfrm>
              <a:off x="3300510" y="5014420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84" name="tx483"/>
            <p:cNvSpPr/>
            <p:nvPr/>
          </p:nvSpPr>
          <p:spPr>
            <a:xfrm>
              <a:off x="3381306" y="5014328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0.921</a:t>
              </a:r>
            </a:p>
          </p:txBody>
        </p:sp>
        <p:sp>
          <p:nvSpPr>
            <p:cNvPr id="485" name="rc484"/>
            <p:cNvSpPr/>
            <p:nvPr/>
          </p:nvSpPr>
          <p:spPr>
            <a:xfrm>
              <a:off x="1342663" y="489316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342663" y="489316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152636" y="618150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152636" y="581998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52636" y="545846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152636" y="509694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311032" y="622251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311032" y="586099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311032" y="549947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11032" y="513796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42663" y="63122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571306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328777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3086248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843719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>
              <a:off x="1539530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2297001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3054472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3811943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2419775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1342663" y="4698415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6" name="rc505"/>
            <p:cNvSpPr/>
            <p:nvPr/>
          </p:nvSpPr>
          <p:spPr>
            <a:xfrm>
              <a:off x="4204347" y="489316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290417" y="573724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440548" y="566865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299754" y="572337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450592" y="600598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407759" y="597092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363710" y="593025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458365" y="550625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309929" y="575578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361456" y="595256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336641" y="564593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221493" y="621516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196239" y="586886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46901" y="567722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119102" y="608938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078041" y="579679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091608" y="544569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036807" y="582968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119265" y="589191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231810" y="565747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082689" y="597363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049710" y="560630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76574" y="593804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109473" y="557925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037466" y="526051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209542" y="550903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189459" y="555379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219443" y="566306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213628" y="591877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893563" y="571400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963544" y="576643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863840" y="595482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837407" y="555314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10742" y="576758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991975" y="557160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836093" y="516054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848605" y="581983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08731" y="565974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854715" y="503258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14396" y="566386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940988" y="576763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802884" y="555099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6001268" y="548768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959729" y="536575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833759" y="585717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844002" y="588543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914470" y="607126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822589" y="570372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879212" y="563221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6652632" y="567400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631826" y="57899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632950" y="585804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763864" y="589139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726373" y="571256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753051" y="565258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705344" y="585479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771174" y="559181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616560" y="592478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717374" y="578542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728413" y="571583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606448" y="579469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642778" y="575644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659676" y="603297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643988" y="577517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598230" y="579162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670129" y="568543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751534" y="571085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665718" y="604711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633895" y="568097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76159" y="557677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636996" y="560332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708054" y="588197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571516" y="594561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4421488" y="5604156"/>
              <a:ext cx="2282828" cy="296929"/>
            </a:xfrm>
            <a:custGeom>
              <a:avLst/>
              <a:pathLst>
                <a:path w="2282828" h="296929">
                  <a:moveTo>
                    <a:pt x="0" y="0"/>
                  </a:moveTo>
                  <a:lnTo>
                    <a:pt x="1206065" y="60434"/>
                  </a:lnTo>
                  <a:lnTo>
                    <a:pt x="1521885" y="58977"/>
                  </a:lnTo>
                  <a:lnTo>
                    <a:pt x="1967008" y="43607"/>
                  </a:lnTo>
                  <a:lnTo>
                    <a:pt x="2282828" y="26199"/>
                  </a:lnTo>
                  <a:lnTo>
                    <a:pt x="2282828" y="287936"/>
                  </a:lnTo>
                  <a:lnTo>
                    <a:pt x="1967008" y="268147"/>
                  </a:lnTo>
                  <a:lnTo>
                    <a:pt x="1521885" y="249423"/>
                  </a:lnTo>
                  <a:lnTo>
                    <a:pt x="1206065" y="245585"/>
                  </a:lnTo>
                  <a:lnTo>
                    <a:pt x="0" y="29692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4421488" y="5604156"/>
              <a:ext cx="2282828" cy="60434"/>
            </a:xfrm>
            <a:custGeom>
              <a:avLst/>
              <a:pathLst>
                <a:path w="2282828" h="60434">
                  <a:moveTo>
                    <a:pt x="0" y="0"/>
                  </a:moveTo>
                  <a:lnTo>
                    <a:pt x="1206065" y="60434"/>
                  </a:lnTo>
                  <a:lnTo>
                    <a:pt x="1521885" y="58977"/>
                  </a:lnTo>
                  <a:lnTo>
                    <a:pt x="1967008" y="43607"/>
                  </a:lnTo>
                  <a:lnTo>
                    <a:pt x="2282828" y="26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4421488" y="5849741"/>
              <a:ext cx="2282828" cy="51343"/>
            </a:xfrm>
            <a:custGeom>
              <a:avLst/>
              <a:pathLst>
                <a:path w="2282828" h="51343">
                  <a:moveTo>
                    <a:pt x="2282828" y="42350"/>
                  </a:moveTo>
                  <a:lnTo>
                    <a:pt x="1967008" y="22561"/>
                  </a:lnTo>
                  <a:lnTo>
                    <a:pt x="1521885" y="3837"/>
                  </a:lnTo>
                  <a:lnTo>
                    <a:pt x="1206065" y="0"/>
                  </a:lnTo>
                  <a:lnTo>
                    <a:pt x="0" y="51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421488" y="5752621"/>
              <a:ext cx="2282828" cy="8603"/>
            </a:xfrm>
            <a:custGeom>
              <a:avLst/>
              <a:pathLst>
                <a:path w="2282828" h="8603">
                  <a:moveTo>
                    <a:pt x="0" y="0"/>
                  </a:moveTo>
                  <a:lnTo>
                    <a:pt x="1206065" y="4545"/>
                  </a:lnTo>
                  <a:lnTo>
                    <a:pt x="1521885" y="5735"/>
                  </a:lnTo>
                  <a:lnTo>
                    <a:pt x="1967008" y="7413"/>
                  </a:lnTo>
                  <a:lnTo>
                    <a:pt x="2282828" y="860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tx582"/>
            <p:cNvSpPr/>
            <p:nvPr/>
          </p:nvSpPr>
          <p:spPr>
            <a:xfrm>
              <a:off x="6161108" y="5013057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84" name="tx583"/>
            <p:cNvSpPr/>
            <p:nvPr/>
          </p:nvSpPr>
          <p:spPr>
            <a:xfrm>
              <a:off x="6241904" y="5012966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0.936</a:t>
              </a:r>
            </a:p>
          </p:txBody>
        </p:sp>
        <p:sp>
          <p:nvSpPr>
            <p:cNvPr id="585" name="rc584"/>
            <p:cNvSpPr/>
            <p:nvPr/>
          </p:nvSpPr>
          <p:spPr>
            <a:xfrm>
              <a:off x="4204347" y="489316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204347" y="489316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172716" y="623245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172716" y="597367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172716" y="571489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172716" y="545611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172716" y="51973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172716" y="493856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204347" y="63122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421488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5182431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5943374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6704316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tx597"/>
            <p:cNvSpPr/>
            <p:nvPr/>
          </p:nvSpPr>
          <p:spPr>
            <a:xfrm>
              <a:off x="4389713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9" name="tx598"/>
            <p:cNvSpPr/>
            <p:nvPr/>
          </p:nvSpPr>
          <p:spPr>
            <a:xfrm>
              <a:off x="5150655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0" name="tx599"/>
            <p:cNvSpPr/>
            <p:nvPr/>
          </p:nvSpPr>
          <p:spPr>
            <a:xfrm>
              <a:off x="5911598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1" name="tx600"/>
            <p:cNvSpPr/>
            <p:nvPr/>
          </p:nvSpPr>
          <p:spPr>
            <a:xfrm>
              <a:off x="6672541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2" name="tx601"/>
            <p:cNvSpPr/>
            <p:nvPr/>
          </p:nvSpPr>
          <p:spPr>
            <a:xfrm>
              <a:off x="5281459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3" name="tx602"/>
            <p:cNvSpPr/>
            <p:nvPr/>
          </p:nvSpPr>
          <p:spPr>
            <a:xfrm>
              <a:off x="4204347" y="4698415"/>
              <a:ext cx="93945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4" name="rc603"/>
            <p:cNvSpPr/>
            <p:nvPr/>
          </p:nvSpPr>
          <p:spPr>
            <a:xfrm>
              <a:off x="1548979" y="6778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tx604"/>
            <p:cNvSpPr/>
            <p:nvPr/>
          </p:nvSpPr>
          <p:spPr>
            <a:xfrm>
              <a:off x="1548979" y="6822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6" name="rc605"/>
            <p:cNvSpPr/>
            <p:nvPr/>
          </p:nvSpPr>
          <p:spPr>
            <a:xfrm>
              <a:off x="2092484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144517" y="683051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7"/>
            <p:cNvSpPr/>
            <p:nvPr/>
          </p:nvSpPr>
          <p:spPr>
            <a:xfrm>
              <a:off x="2570460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622492" y="683051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3054745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3106777" y="683051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3520102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3572134" y="683051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399807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050110" y="683051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4463434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515466" y="683051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4928791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980823" y="683051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538143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433470" y="683051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rc621"/>
            <p:cNvSpPr/>
            <p:nvPr/>
          </p:nvSpPr>
          <p:spPr>
            <a:xfrm>
              <a:off x="5859413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911445" y="683051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rc623"/>
            <p:cNvSpPr/>
            <p:nvPr/>
          </p:nvSpPr>
          <p:spPr>
            <a:xfrm>
              <a:off x="6331079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383112" y="683051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tx625"/>
            <p:cNvSpPr/>
            <p:nvPr/>
          </p:nvSpPr>
          <p:spPr>
            <a:xfrm>
              <a:off x="2335747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2813723" y="6827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329800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3763364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4241340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470669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32" name="tx631"/>
            <p:cNvSpPr/>
            <p:nvPr/>
          </p:nvSpPr>
          <p:spPr>
            <a:xfrm>
              <a:off x="5172053" y="6827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33" name="tx632"/>
            <p:cNvSpPr/>
            <p:nvPr/>
          </p:nvSpPr>
          <p:spPr>
            <a:xfrm>
              <a:off x="5624700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4" name="tx633"/>
            <p:cNvSpPr/>
            <p:nvPr/>
          </p:nvSpPr>
          <p:spPr>
            <a:xfrm>
              <a:off x="6102676" y="6827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5" name="tx634"/>
            <p:cNvSpPr/>
            <p:nvPr/>
          </p:nvSpPr>
          <p:spPr>
            <a:xfrm>
              <a:off x="6574342" y="6827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2026-07-20T15:04:31Z</dcterms:modified>
  <cp:category/>
</cp:coreProperties>
</file>