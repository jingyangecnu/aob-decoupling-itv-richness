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39705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73343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73343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406982"/>
              <a:ext cx="3142361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406982"/>
              <a:ext cx="2876417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09123" y="22495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26889" y="21822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397325" y="228378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84460" y="228092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62711" y="23059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67700" y="21636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94731" y="20843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09494" y="22653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13578" y="23344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00753" y="214401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81264" y="23424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27078" y="22816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44695" y="17032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331170" y="22043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87827" y="22756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52491" y="23370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67992" y="23619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42329" y="21965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93023" y="15829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69456" y="17618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96641" y="23527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179743" y="21583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57979" y="21045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58515" y="21139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19566" y="22690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31505" y="22115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25704" y="175412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61145" y="188501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97322" y="230362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54774" y="20953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68297" y="23156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05814" y="24020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118998" y="21583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86063" y="22935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43364" y="14175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23867" y="23372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34101" y="20085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99601" y="16895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66159" y="11658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124545" y="19126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89241" y="20713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106921" y="19373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95887" y="20465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06545" y="21921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12356" y="21088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53328" y="20950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41998" y="21908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76292" y="2180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54106" y="21973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27023" y="21951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51970" y="215357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66860" y="22851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695323" y="19307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81514" y="19480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99731" y="21558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74696" y="208357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34743" y="19984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91052" y="17838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60613" y="18473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83181" y="17169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78543" y="19380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22829" y="18757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34663" y="22549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03519" y="20996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38506" y="201176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31950" y="20697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04914" y="182451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23365" y="20422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00383" y="19145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21734" y="18093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15628" y="19674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94352" y="19387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40350" y="1862454"/>
              <a:ext cx="2294852" cy="534058"/>
            </a:xfrm>
            <a:custGeom>
              <a:avLst/>
              <a:pathLst>
                <a:path w="2294852" h="534058">
                  <a:moveTo>
                    <a:pt x="0" y="151574"/>
                  </a:moveTo>
                  <a:lnTo>
                    <a:pt x="1212418" y="145463"/>
                  </a:lnTo>
                  <a:lnTo>
                    <a:pt x="1529901" y="115623"/>
                  </a:lnTo>
                  <a:lnTo>
                    <a:pt x="1977369" y="53053"/>
                  </a:lnTo>
                  <a:lnTo>
                    <a:pt x="2294852" y="0"/>
                  </a:lnTo>
                  <a:lnTo>
                    <a:pt x="2294852" y="346088"/>
                  </a:lnTo>
                  <a:lnTo>
                    <a:pt x="1977369" y="340009"/>
                  </a:lnTo>
                  <a:lnTo>
                    <a:pt x="1529901" y="343646"/>
                  </a:lnTo>
                  <a:lnTo>
                    <a:pt x="1212418" y="360781"/>
                  </a:lnTo>
                  <a:lnTo>
                    <a:pt x="0" y="53405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40350" y="1862454"/>
              <a:ext cx="2294852" cy="151574"/>
            </a:xfrm>
            <a:custGeom>
              <a:avLst/>
              <a:pathLst>
                <a:path w="2294852" h="151574">
                  <a:moveTo>
                    <a:pt x="0" y="151574"/>
                  </a:moveTo>
                  <a:lnTo>
                    <a:pt x="1212418" y="145463"/>
                  </a:lnTo>
                  <a:lnTo>
                    <a:pt x="1529901" y="115623"/>
                  </a:lnTo>
                  <a:lnTo>
                    <a:pt x="1977369" y="53053"/>
                  </a:lnTo>
                  <a:lnTo>
                    <a:pt x="22948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40350" y="2202463"/>
              <a:ext cx="2294852" cy="194049"/>
            </a:xfrm>
            <a:custGeom>
              <a:avLst/>
              <a:pathLst>
                <a:path w="2294852" h="194049">
                  <a:moveTo>
                    <a:pt x="2294852" y="6078"/>
                  </a:moveTo>
                  <a:lnTo>
                    <a:pt x="1977369" y="0"/>
                  </a:lnTo>
                  <a:lnTo>
                    <a:pt x="1529901" y="3637"/>
                  </a:lnTo>
                  <a:lnTo>
                    <a:pt x="1212418" y="20771"/>
                  </a:lnTo>
                  <a:lnTo>
                    <a:pt x="0" y="1940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40350" y="2035498"/>
              <a:ext cx="2294852" cy="169772"/>
            </a:xfrm>
            <a:custGeom>
              <a:avLst/>
              <a:pathLst>
                <a:path w="2294852" h="169772">
                  <a:moveTo>
                    <a:pt x="0" y="169772"/>
                  </a:moveTo>
                  <a:lnTo>
                    <a:pt x="1212418" y="80078"/>
                  </a:lnTo>
                  <a:lnTo>
                    <a:pt x="1529901" y="56590"/>
                  </a:lnTo>
                  <a:lnTo>
                    <a:pt x="1977369" y="23487"/>
                  </a:lnTo>
                  <a:lnTo>
                    <a:pt x="229485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55508" y="124491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10032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40466" y="221329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40466" y="18439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47456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12211" y="1105201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281564" y="22497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281564" y="18803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5110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1416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0032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40350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305301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070251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835202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512095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277046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041997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806947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34284" y="1775904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66238" y="21191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28542" y="13736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00649" y="21120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273743" y="202457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24421" y="21859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464151" y="15992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29586" y="12188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09546" y="19075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13753" y="23673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401133" y="18724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241537" y="23856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93242" y="15996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91781" y="20376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086521" y="24020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49821" y="17601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43304" y="1165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67513" y="23735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221418" y="23226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22329" y="20585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222986" y="23793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53464" y="21985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32334" y="23763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047821" y="19588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82470" y="18429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15413" y="18947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049678" y="17247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221049" y="21700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16054" y="23701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95187" y="215154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67917" y="22331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17475" y="23209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81477" y="211088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29085" y="16562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33864" y="13523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30444" y="15576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49360" y="21788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70868" y="21283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38685" y="16229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04672" y="18035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55544" y="22990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84153" y="15786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56675" y="175025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72713" y="19180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10475" y="22734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66258" y="19103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31121" y="22497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52634" y="17326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24566" y="19227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47294" y="20195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578937" y="21477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45817" y="219758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55556" y="20039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24780" y="18970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17387" y="19431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92576" y="21460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61929" y="19642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70769" y="21785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02074" y="20765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49021" y="192794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10903" y="16505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00966" y="21672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19327" y="23502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01761" y="22246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64846" y="20265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565974" y="21406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94907" y="20048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83117" y="19843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564138" y="183163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34390" y="18710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654859" y="19311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579083" y="22581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05361" y="19977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19139" y="1808996"/>
              <a:ext cx="2282672" cy="388039"/>
            </a:xfrm>
            <a:custGeom>
              <a:avLst/>
              <a:pathLst>
                <a:path w="2282672" h="388039">
                  <a:moveTo>
                    <a:pt x="0" y="0"/>
                  </a:moveTo>
                  <a:lnTo>
                    <a:pt x="1205983" y="98654"/>
                  </a:lnTo>
                  <a:lnTo>
                    <a:pt x="1521781" y="114754"/>
                  </a:lnTo>
                  <a:lnTo>
                    <a:pt x="1966873" y="129670"/>
                  </a:lnTo>
                  <a:lnTo>
                    <a:pt x="2282672" y="135550"/>
                  </a:lnTo>
                  <a:lnTo>
                    <a:pt x="2282672" y="388039"/>
                  </a:lnTo>
                  <a:lnTo>
                    <a:pt x="1966873" y="361806"/>
                  </a:lnTo>
                  <a:lnTo>
                    <a:pt x="1521781" y="331462"/>
                  </a:lnTo>
                  <a:lnTo>
                    <a:pt x="1205983" y="315448"/>
                  </a:lnTo>
                  <a:lnTo>
                    <a:pt x="0" y="29146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19139" y="1808996"/>
              <a:ext cx="2282672" cy="135550"/>
            </a:xfrm>
            <a:custGeom>
              <a:avLst/>
              <a:pathLst>
                <a:path w="2282672" h="135550">
                  <a:moveTo>
                    <a:pt x="0" y="0"/>
                  </a:moveTo>
                  <a:lnTo>
                    <a:pt x="1205983" y="98654"/>
                  </a:lnTo>
                  <a:lnTo>
                    <a:pt x="1521781" y="114754"/>
                  </a:lnTo>
                  <a:lnTo>
                    <a:pt x="1966873" y="129670"/>
                  </a:lnTo>
                  <a:lnTo>
                    <a:pt x="2282672" y="135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19139" y="2100464"/>
              <a:ext cx="2282672" cy="96570"/>
            </a:xfrm>
            <a:custGeom>
              <a:avLst/>
              <a:pathLst>
                <a:path w="2282672" h="96570">
                  <a:moveTo>
                    <a:pt x="2282672" y="96570"/>
                  </a:moveTo>
                  <a:lnTo>
                    <a:pt x="1966873" y="70337"/>
                  </a:lnTo>
                  <a:lnTo>
                    <a:pt x="1521781" y="39993"/>
                  </a:lnTo>
                  <a:lnTo>
                    <a:pt x="1205983" y="23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19139" y="1954730"/>
              <a:ext cx="2282672" cy="116060"/>
            </a:xfrm>
            <a:custGeom>
              <a:avLst/>
              <a:pathLst>
                <a:path w="2282672" h="116060">
                  <a:moveTo>
                    <a:pt x="0" y="0"/>
                  </a:moveTo>
                  <a:lnTo>
                    <a:pt x="1205983" y="61317"/>
                  </a:lnTo>
                  <a:lnTo>
                    <a:pt x="1521781" y="77373"/>
                  </a:lnTo>
                  <a:lnTo>
                    <a:pt x="1966873" y="100004"/>
                  </a:lnTo>
                  <a:lnTo>
                    <a:pt x="2282672" y="11606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22117" y="124499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186450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57982" y="22371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7982" y="17877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13383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86450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419139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80030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940921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6701811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4390884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151775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912666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6673556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186450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652514" y="402364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692921" y="388738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72563" y="408108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710475" y="396402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399841" y="398888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708675" y="387324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397325" y="357685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52515" y="396172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73615" y="392106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69197" y="387247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215442" y="408968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77814" y="413560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433943" y="308398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423065" y="401756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194092" y="404218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407648" y="389580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69235" y="404025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19388" y="404348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081725" y="349484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63725" y="362019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457642" y="381691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392527" y="389170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38025" y="375254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482490" y="394257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476826" y="396620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183422" y="385025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43153" y="336574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79667" y="358773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056889" y="383802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910503" y="374132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138632" y="412396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166545" y="411587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04060" y="393301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13243" y="412726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162302" y="327135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34694" y="41408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70091" y="369462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47822" y="31075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50919" y="300761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984818" y="368032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926888" y="355927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00719" y="351779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181705" y="355332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831045" y="405752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114994" y="350627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875414" y="388679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836863" y="390649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97694" y="372416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820916" y="371177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517413" y="381066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86451" y="374162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10536" y="400677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13861" y="351059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81311" y="382909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94352" y="393704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90231" y="366293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93571" y="359916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54951" y="333412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98496" y="335729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37981" y="333923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25409" y="343606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39394" y="367027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89399" y="369721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42756" y="360341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16125" y="356591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74785" y="355457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42267" y="338371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634283" y="349509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37416" y="353579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51087" y="335733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552732" y="356625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561647" y="340736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614896" y="3454031"/>
              <a:ext cx="2116142" cy="684115"/>
            </a:xfrm>
            <a:custGeom>
              <a:avLst/>
              <a:pathLst>
                <a:path w="2116142" h="684115">
                  <a:moveTo>
                    <a:pt x="0" y="278990"/>
                  </a:moveTo>
                  <a:lnTo>
                    <a:pt x="1118001" y="206617"/>
                  </a:lnTo>
                  <a:lnTo>
                    <a:pt x="1410761" y="159255"/>
                  </a:lnTo>
                  <a:lnTo>
                    <a:pt x="1823382" y="71471"/>
                  </a:lnTo>
                  <a:lnTo>
                    <a:pt x="2116142" y="0"/>
                  </a:lnTo>
                  <a:lnTo>
                    <a:pt x="2116142" y="363398"/>
                  </a:lnTo>
                  <a:lnTo>
                    <a:pt x="1823382" y="374893"/>
                  </a:lnTo>
                  <a:lnTo>
                    <a:pt x="1410761" y="404045"/>
                  </a:lnTo>
                  <a:lnTo>
                    <a:pt x="1118001" y="439650"/>
                  </a:lnTo>
                  <a:lnTo>
                    <a:pt x="0" y="68411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614896" y="3454031"/>
              <a:ext cx="2116142" cy="278990"/>
            </a:xfrm>
            <a:custGeom>
              <a:avLst/>
              <a:pathLst>
                <a:path w="2116142" h="278990">
                  <a:moveTo>
                    <a:pt x="0" y="278990"/>
                  </a:moveTo>
                  <a:lnTo>
                    <a:pt x="1118001" y="206617"/>
                  </a:lnTo>
                  <a:lnTo>
                    <a:pt x="1410761" y="159255"/>
                  </a:lnTo>
                  <a:lnTo>
                    <a:pt x="1823382" y="71471"/>
                  </a:lnTo>
                  <a:lnTo>
                    <a:pt x="21161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614896" y="3817429"/>
              <a:ext cx="2116142" cy="320717"/>
            </a:xfrm>
            <a:custGeom>
              <a:avLst/>
              <a:pathLst>
                <a:path w="2116142" h="320717">
                  <a:moveTo>
                    <a:pt x="2116142" y="0"/>
                  </a:moveTo>
                  <a:lnTo>
                    <a:pt x="1823382" y="11495"/>
                  </a:lnTo>
                  <a:lnTo>
                    <a:pt x="1410761" y="40647"/>
                  </a:lnTo>
                  <a:lnTo>
                    <a:pt x="1118001" y="76252"/>
                  </a:lnTo>
                  <a:lnTo>
                    <a:pt x="0" y="320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614896" y="3635730"/>
              <a:ext cx="2116142" cy="299854"/>
            </a:xfrm>
            <a:custGeom>
              <a:avLst/>
              <a:pathLst>
                <a:path w="2116142" h="299854">
                  <a:moveTo>
                    <a:pt x="0" y="299854"/>
                  </a:moveTo>
                  <a:lnTo>
                    <a:pt x="1118001" y="141434"/>
                  </a:lnTo>
                  <a:lnTo>
                    <a:pt x="1410761" y="99951"/>
                  </a:lnTo>
                  <a:lnTo>
                    <a:pt x="1823382" y="41483"/>
                  </a:lnTo>
                  <a:lnTo>
                    <a:pt x="211614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251344" y="303456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310032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40466" y="41511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40466" y="38991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40466" y="364729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339538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14348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28915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281564" y="41875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281564" y="39356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281564" y="36837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564" y="34318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1799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29280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0032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14896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320277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025658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3731039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586642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292022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2997403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3702784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34284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032" y="2698649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464833" y="373670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58895" y="312347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483043" y="379682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532574" y="358177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66301" y="384401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57659" y="304336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604329" y="300761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548654" y="33396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630333" y="397699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273743" y="363655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243165" y="388276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047367" y="341908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029703" y="380352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4951817" y="401914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010851" y="370000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306893" y="339764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230529" y="409122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333998" y="399163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33045" y="386880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37443" y="40846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284594" y="398191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84275" y="408522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222716" y="383251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218331" y="378593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4993281" y="356051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10195" y="35945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028201" y="388378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4984848" y="414084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803429" y="387367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883578" y="393376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038830" y="391083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773563" y="396115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755552" y="318131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32562" y="322328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039439" y="371636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693467" y="386721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655832" y="397278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702822" y="368464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09273" y="349328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761187" y="402431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91709" y="334836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40091" y="366710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020107" y="372062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761323" y="396405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15297" y="349222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023590" y="370774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802206" y="347095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665180" y="368147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435267" y="382438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481418" y="391019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68059" y="369494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70769" y="350249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518319" y="367254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52236" y="370936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397121" y="383936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60462" y="374445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515165" y="383804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13244" y="376077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41202" y="353857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40426" y="327582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29172" y="385147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526202" y="399651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473552" y="396348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588316" y="373809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06922" y="390593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75008" y="380577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433325" y="334767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536395" y="365096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15897" y="373088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561717" y="368301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482793" y="395950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47347" y="363911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4469739" y="3558751"/>
              <a:ext cx="2135625" cy="335038"/>
            </a:xfrm>
            <a:custGeom>
              <a:avLst/>
              <a:pathLst>
                <a:path w="2135625" h="335038">
                  <a:moveTo>
                    <a:pt x="0" y="0"/>
                  </a:moveTo>
                  <a:lnTo>
                    <a:pt x="1128295" y="97754"/>
                  </a:lnTo>
                  <a:lnTo>
                    <a:pt x="1423750" y="111976"/>
                  </a:lnTo>
                  <a:lnTo>
                    <a:pt x="1840170" y="122408"/>
                  </a:lnTo>
                  <a:lnTo>
                    <a:pt x="2135625" y="124459"/>
                  </a:lnTo>
                  <a:lnTo>
                    <a:pt x="2135625" y="335038"/>
                  </a:lnTo>
                  <a:lnTo>
                    <a:pt x="1840170" y="308873"/>
                  </a:lnTo>
                  <a:lnTo>
                    <a:pt x="1423750" y="279536"/>
                  </a:lnTo>
                  <a:lnTo>
                    <a:pt x="1128295" y="265542"/>
                  </a:lnTo>
                  <a:lnTo>
                    <a:pt x="0" y="25554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69739" y="3558751"/>
              <a:ext cx="2135625" cy="124459"/>
            </a:xfrm>
            <a:custGeom>
              <a:avLst/>
              <a:pathLst>
                <a:path w="2135625" h="124459">
                  <a:moveTo>
                    <a:pt x="0" y="0"/>
                  </a:moveTo>
                  <a:lnTo>
                    <a:pt x="1128295" y="97754"/>
                  </a:lnTo>
                  <a:lnTo>
                    <a:pt x="1423750" y="111976"/>
                  </a:lnTo>
                  <a:lnTo>
                    <a:pt x="1840170" y="122408"/>
                  </a:lnTo>
                  <a:lnTo>
                    <a:pt x="2135625" y="1244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69739" y="3814295"/>
              <a:ext cx="2135625" cy="79494"/>
            </a:xfrm>
            <a:custGeom>
              <a:avLst/>
              <a:pathLst>
                <a:path w="2135625" h="79494">
                  <a:moveTo>
                    <a:pt x="2135625" y="79494"/>
                  </a:moveTo>
                  <a:lnTo>
                    <a:pt x="1840170" y="53329"/>
                  </a:lnTo>
                  <a:lnTo>
                    <a:pt x="1423750" y="23992"/>
                  </a:lnTo>
                  <a:lnTo>
                    <a:pt x="1128295" y="99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69739" y="3686523"/>
              <a:ext cx="2135625" cy="101976"/>
            </a:xfrm>
            <a:custGeom>
              <a:avLst/>
              <a:pathLst>
                <a:path w="2135625" h="101976">
                  <a:moveTo>
                    <a:pt x="0" y="0"/>
                  </a:moveTo>
                  <a:lnTo>
                    <a:pt x="1128295" y="53876"/>
                  </a:lnTo>
                  <a:lnTo>
                    <a:pt x="1423750" y="67984"/>
                  </a:lnTo>
                  <a:lnTo>
                    <a:pt x="1840170" y="87868"/>
                  </a:lnTo>
                  <a:lnTo>
                    <a:pt x="2135625" y="10197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6125671" y="303456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186450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157982" y="40696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157982" y="38381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57982" y="36066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7982" y="33750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31435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29120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86450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469739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181614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893490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605365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4441484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5153359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5865235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6577110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186450" y="2698649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30046" y="549245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97325" y="537370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621999" y="544660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51314" y="560964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76079" y="575458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71575" y="546734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59274" y="558096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10722" y="561298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660481" y="570253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90331" y="542999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17746" y="55914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348441" y="493772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01701" y="507278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97413" y="528995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42783" y="541301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60978" y="58744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417126" y="563017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477371" y="524857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04747" y="481664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58360" y="474125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23624" y="548657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79727" y="523026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437790" y="504836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44738" y="51720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408163" y="562799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499922" y="557649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50368" y="509199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64369" y="513161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798715" y="5665796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102267" y="539018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911716" y="549509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37255" y="572626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886753" y="536797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993301" y="562811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46108" y="487208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22974" y="555755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18537" y="527795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63681" y="510471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91528" y="479141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44865" y="499337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108409" y="558171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899736" y="521244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63101" y="534022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897286" y="517143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199865" y="555343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51724" y="520843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88088" y="551947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02603" y="548299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66850" y="553384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77561" y="548866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58097" y="565274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596047" y="525701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506781" y="531137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00848" y="482259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94352" y="528838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11858" y="548240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645253" y="530327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66655" y="519565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571036" y="514167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585303" y="501504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589041" y="543978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09394" y="49230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581942" y="571236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09113" y="558021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06705" y="541847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509040" y="550490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66583" y="538332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58797" y="554723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566119" y="535749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49065" y="528370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71782" y="529299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19474" y="535154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630855" y="5184060"/>
              <a:ext cx="2111102" cy="407488"/>
            </a:xfrm>
            <a:custGeom>
              <a:avLst/>
              <a:pathLst>
                <a:path w="2111102" h="407488">
                  <a:moveTo>
                    <a:pt x="0" y="0"/>
                  </a:moveTo>
                  <a:lnTo>
                    <a:pt x="1115339" y="90188"/>
                  </a:lnTo>
                  <a:lnTo>
                    <a:pt x="1407401" y="81606"/>
                  </a:lnTo>
                  <a:lnTo>
                    <a:pt x="1819040" y="45145"/>
                  </a:lnTo>
                  <a:lnTo>
                    <a:pt x="2111102" y="9651"/>
                  </a:lnTo>
                  <a:lnTo>
                    <a:pt x="2111102" y="365496"/>
                  </a:lnTo>
                  <a:lnTo>
                    <a:pt x="1819040" y="334477"/>
                  </a:lnTo>
                  <a:lnTo>
                    <a:pt x="1407401" y="304322"/>
                  </a:lnTo>
                  <a:lnTo>
                    <a:pt x="1115339" y="300214"/>
                  </a:lnTo>
                  <a:lnTo>
                    <a:pt x="0" y="40748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630855" y="5184060"/>
              <a:ext cx="2111102" cy="90188"/>
            </a:xfrm>
            <a:custGeom>
              <a:avLst/>
              <a:pathLst>
                <a:path w="2111102" h="90188">
                  <a:moveTo>
                    <a:pt x="0" y="0"/>
                  </a:moveTo>
                  <a:lnTo>
                    <a:pt x="1115339" y="90188"/>
                  </a:lnTo>
                  <a:lnTo>
                    <a:pt x="1407401" y="81606"/>
                  </a:lnTo>
                  <a:lnTo>
                    <a:pt x="1819040" y="45145"/>
                  </a:lnTo>
                  <a:lnTo>
                    <a:pt x="2111102" y="9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630855" y="5484275"/>
              <a:ext cx="2111102" cy="107274"/>
            </a:xfrm>
            <a:custGeom>
              <a:avLst/>
              <a:pathLst>
                <a:path w="2111102" h="107274">
                  <a:moveTo>
                    <a:pt x="2111102" y="65282"/>
                  </a:moveTo>
                  <a:lnTo>
                    <a:pt x="1819040" y="34262"/>
                  </a:lnTo>
                  <a:lnTo>
                    <a:pt x="1407401" y="4107"/>
                  </a:lnTo>
                  <a:lnTo>
                    <a:pt x="1115339" y="0"/>
                  </a:lnTo>
                  <a:lnTo>
                    <a:pt x="0" y="107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630855" y="5371634"/>
              <a:ext cx="2111102" cy="16170"/>
            </a:xfrm>
            <a:custGeom>
              <a:avLst/>
              <a:pathLst>
                <a:path w="2111102" h="16170">
                  <a:moveTo>
                    <a:pt x="0" y="16170"/>
                  </a:moveTo>
                  <a:lnTo>
                    <a:pt x="1115339" y="7627"/>
                  </a:lnTo>
                  <a:lnTo>
                    <a:pt x="1407401" y="5390"/>
                  </a:lnTo>
                  <a:lnTo>
                    <a:pt x="1819040" y="2237"/>
                  </a:lnTo>
                  <a:lnTo>
                    <a:pt x="211110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262263" y="476876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10032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40466" y="584807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40466" y="550055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40466" y="51530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40466" y="48055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281564" y="58845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281564" y="55369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281564" y="51894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281564" y="48419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0032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630855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33455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038257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3741957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602600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30630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3010002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3713702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422335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34284" y="5243181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310032" y="4432287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631995" y="541813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392454" y="535122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362110" y="540434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541689" y="567559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517635" y="564096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73743" y="560341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423096" y="519547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512919" y="543490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494538" y="562359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80855" y="532883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304733" y="587448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297628" y="554398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219408" y="535853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139460" y="575440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83235" y="547448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97961" y="513756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287969" y="550601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21028" y="55649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59162" y="534107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47063" y="564454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992329" y="529161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351440" y="560939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363937" y="526523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290447" y="496008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238746" y="519833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353295" y="524015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64042" y="534540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234299" y="559227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043422" y="539567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027832" y="54445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010797" y="562547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753953" y="524109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6033092" y="544772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043646" y="525958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02941" y="486332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67449" y="549637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030187" y="534215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025529" y="47412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061122" y="534809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57378" y="54461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22599" y="523872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54916" y="517682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740289" y="505902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772622" y="55337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52258" y="555964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745356" y="573724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697528" y="538584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56059" y="531599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478768" y="535670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770769" y="546744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670548" y="553279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697735" y="556496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674443" y="539192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477532" y="533666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550368" y="552976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52465" y="527742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441578" y="559624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13645" y="546363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31204" y="539770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01031" y="547101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495497" y="543505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81578" y="570072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11687" y="545324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418633" y="546869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69592" y="536758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528557" y="539243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83772" y="571352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15465" y="536329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89082" y="526332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468362" y="528894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434593" y="55549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60159" y="561624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4476302" y="5290539"/>
              <a:ext cx="2158647" cy="284835"/>
            </a:xfrm>
            <a:custGeom>
              <a:avLst/>
              <a:pathLst>
                <a:path w="2158647" h="284835">
                  <a:moveTo>
                    <a:pt x="0" y="0"/>
                  </a:moveTo>
                  <a:lnTo>
                    <a:pt x="1140458" y="57972"/>
                  </a:lnTo>
                  <a:lnTo>
                    <a:pt x="1439098" y="56575"/>
                  </a:lnTo>
                  <a:lnTo>
                    <a:pt x="1860008" y="41831"/>
                  </a:lnTo>
                  <a:lnTo>
                    <a:pt x="2158647" y="25132"/>
                  </a:lnTo>
                  <a:lnTo>
                    <a:pt x="2158647" y="276208"/>
                  </a:lnTo>
                  <a:lnTo>
                    <a:pt x="1860008" y="257225"/>
                  </a:lnTo>
                  <a:lnTo>
                    <a:pt x="1439098" y="239264"/>
                  </a:lnTo>
                  <a:lnTo>
                    <a:pt x="1140458" y="235582"/>
                  </a:lnTo>
                  <a:lnTo>
                    <a:pt x="0" y="28483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476302" y="5290539"/>
              <a:ext cx="2158647" cy="57972"/>
            </a:xfrm>
            <a:custGeom>
              <a:avLst/>
              <a:pathLst>
                <a:path w="2158647" h="57972">
                  <a:moveTo>
                    <a:pt x="0" y="0"/>
                  </a:moveTo>
                  <a:lnTo>
                    <a:pt x="1140458" y="57972"/>
                  </a:lnTo>
                  <a:lnTo>
                    <a:pt x="1439098" y="56575"/>
                  </a:lnTo>
                  <a:lnTo>
                    <a:pt x="1860008" y="41831"/>
                  </a:lnTo>
                  <a:lnTo>
                    <a:pt x="2158647" y="251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476302" y="5526121"/>
              <a:ext cx="2158647" cy="49252"/>
            </a:xfrm>
            <a:custGeom>
              <a:avLst/>
              <a:pathLst>
                <a:path w="2158647" h="49252">
                  <a:moveTo>
                    <a:pt x="2158647" y="40625"/>
                  </a:moveTo>
                  <a:lnTo>
                    <a:pt x="1860008" y="21643"/>
                  </a:lnTo>
                  <a:lnTo>
                    <a:pt x="1439098" y="3681"/>
                  </a:lnTo>
                  <a:lnTo>
                    <a:pt x="1140458" y="0"/>
                  </a:lnTo>
                  <a:lnTo>
                    <a:pt x="0" y="49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476302" y="5432956"/>
              <a:ext cx="2158647" cy="8252"/>
            </a:xfrm>
            <a:custGeom>
              <a:avLst/>
              <a:pathLst>
                <a:path w="2158647" h="8252">
                  <a:moveTo>
                    <a:pt x="0" y="0"/>
                  </a:moveTo>
                  <a:lnTo>
                    <a:pt x="1140458" y="4360"/>
                  </a:lnTo>
                  <a:lnTo>
                    <a:pt x="1439098" y="5501"/>
                  </a:lnTo>
                  <a:lnTo>
                    <a:pt x="1860008" y="7111"/>
                  </a:lnTo>
                  <a:lnTo>
                    <a:pt x="2158647" y="825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6155255" y="476872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186450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157982" y="58932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157982" y="56450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157982" y="539676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57982" y="51485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7982" y="49002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7982" y="46520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86450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7630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519585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5915400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6634950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444804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16759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5887145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6606695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5298753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186450" y="4432287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1889049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2754506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1889049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941490" y="6619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1889049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41490" y="6856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340930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393372" y="6619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340930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393372" y="6856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2787142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839584" y="6619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2787142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839584" y="6856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222107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274548" y="6619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222107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274548" y="6856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668319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720760" y="6619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3668319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3720760" y="6856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125985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125985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577866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577866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024078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024078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459043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459043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3905255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3905255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191195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056652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19119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243636" y="66192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19119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243636" y="68562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64307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695518" y="66192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464307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695518" y="6856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089288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141730" y="66192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089288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141730" y="68562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5524253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576694" y="66192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5524253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576694" y="68562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97046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022906" y="66192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597046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022906" y="68562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4428131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4428131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4880012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4880012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5326224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5326224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5761189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5761189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6207401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6207401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2026-07-20T11:11:53Z</dcterms:modified>
  <cp:category/>
</cp:coreProperties>
</file>