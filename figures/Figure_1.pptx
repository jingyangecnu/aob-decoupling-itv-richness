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29600" y="914400"/>
              <a:ext cx="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784392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749402" y="939705"/>
              <a:ext cx="3429587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3032001"/>
              <a:ext cx="3784392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749402" y="3032001"/>
              <a:ext cx="3429587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5124297"/>
              <a:ext cx="3784392" cy="30799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749402" y="5124297"/>
              <a:ext cx="3429587" cy="30799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408383" y="1208169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35481" y="251636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631569" y="243728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72001" y="255657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702827" y="255328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33548" y="258270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83809" y="241540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88015" y="232223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45070" y="253495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51456" y="261606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19161" y="239239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87865" y="262558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501207" y="255408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466881" y="187408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629379" y="246324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618949" y="254717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475449" y="261932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79800" y="264842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117" y="245405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27935" y="173253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627544" y="194292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587651" y="263786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534636" y="240911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582222" y="234586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549358" y="235692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482464" y="253928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458980" y="247170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452314" y="193389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447780" y="208775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489196" y="257984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510815" y="233501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375469" y="259409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358255" y="269577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408589" y="240908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567737" y="256807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588197" y="153818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466743" y="261945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581563" y="223291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509214" y="185778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364528" y="12420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472172" y="212029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379646" y="230685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555461" y="214917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09786" y="227773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591836" y="24488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340175" y="235099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476147" y="233458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594838" y="244729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425370" y="243545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4425710" y="245493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4327539" y="245247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281517" y="240352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292025" y="255823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4491537" y="214157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4266096" y="216187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4510442" y="240611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4468439" y="232125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4506443" y="222110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4252106" y="196872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4354604" y="204350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4256600" y="189021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4392495" y="215020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4335959" y="207692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4297330" y="252268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498010" y="234013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483590" y="223663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273413" y="230478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330331" y="201672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23667" y="227253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413069" y="212239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266949" y="199866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306445" y="218463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450479" y="215096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668508" y="2055838"/>
              <a:ext cx="2753301" cy="627947"/>
            </a:xfrm>
            <a:custGeom>
              <a:avLst/>
              <a:pathLst>
                <a:path w="2753301" h="627947">
                  <a:moveTo>
                    <a:pt x="0" y="178221"/>
                  </a:moveTo>
                  <a:lnTo>
                    <a:pt x="1454626" y="171036"/>
                  </a:lnTo>
                  <a:lnTo>
                    <a:pt x="1835534" y="135950"/>
                  </a:lnTo>
                  <a:lnTo>
                    <a:pt x="2372393" y="62380"/>
                  </a:lnTo>
                  <a:lnTo>
                    <a:pt x="2753301" y="0"/>
                  </a:lnTo>
                  <a:lnTo>
                    <a:pt x="2753301" y="406931"/>
                  </a:lnTo>
                  <a:lnTo>
                    <a:pt x="2372393" y="399783"/>
                  </a:lnTo>
                  <a:lnTo>
                    <a:pt x="1835534" y="404060"/>
                  </a:lnTo>
                  <a:lnTo>
                    <a:pt x="1454626" y="424207"/>
                  </a:lnTo>
                  <a:lnTo>
                    <a:pt x="0" y="62794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68508" y="2055838"/>
              <a:ext cx="2753301" cy="178221"/>
            </a:xfrm>
            <a:custGeom>
              <a:avLst/>
              <a:pathLst>
                <a:path w="2753301" h="178221">
                  <a:moveTo>
                    <a:pt x="0" y="178221"/>
                  </a:moveTo>
                  <a:lnTo>
                    <a:pt x="1454626" y="171036"/>
                  </a:lnTo>
                  <a:lnTo>
                    <a:pt x="1835534" y="135950"/>
                  </a:lnTo>
                  <a:lnTo>
                    <a:pt x="2372393" y="62380"/>
                  </a:lnTo>
                  <a:lnTo>
                    <a:pt x="275330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68508" y="2455622"/>
              <a:ext cx="2753301" cy="228163"/>
            </a:xfrm>
            <a:custGeom>
              <a:avLst/>
              <a:pathLst>
                <a:path w="2753301" h="228163">
                  <a:moveTo>
                    <a:pt x="2753301" y="7147"/>
                  </a:moveTo>
                  <a:lnTo>
                    <a:pt x="2372393" y="0"/>
                  </a:lnTo>
                  <a:lnTo>
                    <a:pt x="1835534" y="4276"/>
                  </a:lnTo>
                  <a:lnTo>
                    <a:pt x="1454626" y="24423"/>
                  </a:lnTo>
                  <a:lnTo>
                    <a:pt x="0" y="2281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68508" y="2259304"/>
              <a:ext cx="2753301" cy="199618"/>
            </a:xfrm>
            <a:custGeom>
              <a:avLst/>
              <a:pathLst>
                <a:path w="2753301" h="199618">
                  <a:moveTo>
                    <a:pt x="0" y="199618"/>
                  </a:moveTo>
                  <a:lnTo>
                    <a:pt x="1454626" y="94156"/>
                  </a:lnTo>
                  <a:lnTo>
                    <a:pt x="1835534" y="66539"/>
                  </a:lnTo>
                  <a:lnTo>
                    <a:pt x="2372393" y="27616"/>
                  </a:lnTo>
                  <a:lnTo>
                    <a:pt x="275330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942116" y="134415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0.271</a:t>
              </a:r>
            </a:p>
          </p:txBody>
        </p:sp>
        <p:sp>
          <p:nvSpPr>
            <p:cNvPr id="90" name="rc89"/>
            <p:cNvSpPr/>
            <p:nvPr/>
          </p:nvSpPr>
          <p:spPr>
            <a:xfrm>
              <a:off x="1408383" y="1208169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08383" y="1208169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1"/>
            <p:cNvSpPr/>
            <p:nvPr/>
          </p:nvSpPr>
          <p:spPr>
            <a:xfrm rot="-5400000">
              <a:off x="1177387" y="246109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3" name="tx92"/>
            <p:cNvSpPr/>
            <p:nvPr/>
          </p:nvSpPr>
          <p:spPr>
            <a:xfrm rot="-5400000">
              <a:off x="1177387" y="202679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77387" y="159249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38525" y="1158194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6" name="pl95"/>
            <p:cNvSpPr/>
            <p:nvPr/>
          </p:nvSpPr>
          <p:spPr>
            <a:xfrm>
              <a:off x="1370425" y="25111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70425" y="207690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70425" y="164260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70425" y="120830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408383" y="2807247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668508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586276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504043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4421810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4"/>
            <p:cNvSpPr/>
            <p:nvPr/>
          </p:nvSpPr>
          <p:spPr>
            <a:xfrm>
              <a:off x="1629646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2547414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465181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4382948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" name="tx108"/>
            <p:cNvSpPr/>
            <p:nvPr/>
          </p:nvSpPr>
          <p:spPr>
            <a:xfrm rot="-5400000">
              <a:off x="910098" y="1948272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408383" y="965010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837970" y="1208169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968288" y="236292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948748" y="148647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5046954" y="235454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5183452" y="225146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5051729" y="244135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5120474" y="175174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5142897" y="130462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987504" y="211387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5162644" y="265475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5066527" y="207297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883395" y="267611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6049659" y="175196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876332" y="226691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6029818" y="269577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953886" y="194049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6032138" y="124206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964107" y="266172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6002830" y="260201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6002621" y="229132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981666" y="266867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6026111" y="245630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6064794" y="266532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6074720" y="217447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6066913" y="203836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6035472" y="209916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6073399" y="189940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994195" y="242273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6102848" y="265817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6887170" y="240120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6918258" y="249673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6993351" y="260010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6887962" y="235306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6835653" y="181844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6782275" y="146161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6971299" y="170262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7034168" y="243323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934411" y="237337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7002603" y="177942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6947718" y="199199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6924612" y="257451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6783335" y="172737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6950469" y="192948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6872434" y="212652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6855669" y="254445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6827779" y="211730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6851050" y="251640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6892640" y="190824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6921020" y="213225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7777651" y="224591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7774208" y="239650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7814122" y="245539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7940029" y="222747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7930896" y="210194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7737001" y="215608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7725183" y="239488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7901815" y="218088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7794294" y="243282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7866828" y="231281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7719116" y="213808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7915399" y="181208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7816557" y="241944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7708838" y="263477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7740477" y="248688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7727846" y="225402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7834037" y="238814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7735972" y="222870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7906761" y="220428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7704911" y="202504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7853064" y="20708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7817212" y="214188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7785911" y="252671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7746089" y="222024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5112956" y="1992894"/>
              <a:ext cx="2758650" cy="456244"/>
            </a:xfrm>
            <a:custGeom>
              <a:avLst/>
              <a:pathLst>
                <a:path w="2758650" h="456244">
                  <a:moveTo>
                    <a:pt x="0" y="0"/>
                  </a:moveTo>
                  <a:lnTo>
                    <a:pt x="1457452" y="115994"/>
                  </a:lnTo>
                  <a:lnTo>
                    <a:pt x="1839100" y="134924"/>
                  </a:lnTo>
                  <a:lnTo>
                    <a:pt x="2377003" y="152462"/>
                  </a:lnTo>
                  <a:lnTo>
                    <a:pt x="2758650" y="159376"/>
                  </a:lnTo>
                  <a:lnTo>
                    <a:pt x="2758650" y="456244"/>
                  </a:lnTo>
                  <a:lnTo>
                    <a:pt x="2377003" y="425400"/>
                  </a:lnTo>
                  <a:lnTo>
                    <a:pt x="1839100" y="389722"/>
                  </a:lnTo>
                  <a:lnTo>
                    <a:pt x="1457452" y="370894"/>
                  </a:lnTo>
                  <a:lnTo>
                    <a:pt x="0" y="34269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5112956" y="1992894"/>
              <a:ext cx="2758650" cy="159376"/>
            </a:xfrm>
            <a:custGeom>
              <a:avLst/>
              <a:pathLst>
                <a:path w="2758650" h="159376">
                  <a:moveTo>
                    <a:pt x="0" y="0"/>
                  </a:moveTo>
                  <a:lnTo>
                    <a:pt x="1457452" y="115994"/>
                  </a:lnTo>
                  <a:lnTo>
                    <a:pt x="1839100" y="134924"/>
                  </a:lnTo>
                  <a:lnTo>
                    <a:pt x="2377003" y="152462"/>
                  </a:lnTo>
                  <a:lnTo>
                    <a:pt x="2758650" y="159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5112956" y="2335594"/>
              <a:ext cx="2758650" cy="113544"/>
            </a:xfrm>
            <a:custGeom>
              <a:avLst/>
              <a:pathLst>
                <a:path w="2758650" h="113544">
                  <a:moveTo>
                    <a:pt x="2758650" y="113544"/>
                  </a:moveTo>
                  <a:lnTo>
                    <a:pt x="2377003" y="82700"/>
                  </a:lnTo>
                  <a:lnTo>
                    <a:pt x="1839100" y="47023"/>
                  </a:lnTo>
                  <a:lnTo>
                    <a:pt x="1457452" y="281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5112956" y="2164244"/>
              <a:ext cx="2758650" cy="136460"/>
            </a:xfrm>
            <a:custGeom>
              <a:avLst/>
              <a:pathLst>
                <a:path w="2758650" h="136460">
                  <a:moveTo>
                    <a:pt x="0" y="0"/>
                  </a:moveTo>
                  <a:lnTo>
                    <a:pt x="1457452" y="72094"/>
                  </a:lnTo>
                  <a:lnTo>
                    <a:pt x="1839100" y="90973"/>
                  </a:lnTo>
                  <a:lnTo>
                    <a:pt x="2377003" y="117581"/>
                  </a:lnTo>
                  <a:lnTo>
                    <a:pt x="2758650" y="13646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7391912" y="134417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0.163</a:t>
              </a:r>
            </a:p>
          </p:txBody>
        </p:sp>
        <p:sp>
          <p:nvSpPr>
            <p:cNvPr id="189" name="rc188"/>
            <p:cNvSpPr/>
            <p:nvPr/>
          </p:nvSpPr>
          <p:spPr>
            <a:xfrm>
              <a:off x="4837970" y="1208169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837970" y="1208169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800012" y="249626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800012" y="196790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800012" y="14395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837970" y="2807247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5112956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6032506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6952056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7871606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8"/>
            <p:cNvSpPr/>
            <p:nvPr/>
          </p:nvSpPr>
          <p:spPr>
            <a:xfrm>
              <a:off x="5074094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0" name="tx199"/>
            <p:cNvSpPr/>
            <p:nvPr/>
          </p:nvSpPr>
          <p:spPr>
            <a:xfrm>
              <a:off x="5993644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6913194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7832744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4837970" y="965010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1408383" y="3300465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1628966" y="465399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628284" y="449606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886680" y="4722034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884722" y="458098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694851" y="461400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747197" y="447643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670275" y="413202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519161" y="458368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666230" y="4534122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666660" y="447714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589168" y="473125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510064" y="4783265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383502" y="355226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748256" y="464823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591279" y="4672974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412890" y="4503893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339228" y="4673592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423479" y="467733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575815" y="403481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541830" y="417923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411065" y="441109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521035" y="450027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658888" y="433769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805274" y="4561093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93554" y="458755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731768" y="445025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685794" y="388225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712525" y="414577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273002" y="4436899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266102" y="432293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641580" y="476934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208580" y="476212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291075" y="454792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528147" y="477566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21153" y="377228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534644" y="479412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54639" y="4266773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660750" y="358010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235730" y="346156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510795" y="425140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431697" y="410983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410105" y="4060247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170094" y="410024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570352" y="469359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439618" y="4047205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218241" y="449614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73636" y="451789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526575" y="430143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392670" y="429041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135900" y="440443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447453" y="4324101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123270" y="463357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144928" y="405291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084228" y="4425619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386672" y="455208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282957" y="4231531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097204" y="4158112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4149021" y="3847402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4312800" y="387443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4487096" y="385026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399522" y="396493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4343885" y="424023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159996" y="4270285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4510442" y="416314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209270" y="411701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4366309" y="410445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488857" y="390532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4109959" y="403683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150519" y="408304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4057574" y="3872059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066343" y="411871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4488879" y="392895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1736559" y="3981239"/>
              <a:ext cx="2579419" cy="801633"/>
            </a:xfrm>
            <a:custGeom>
              <a:avLst/>
              <a:pathLst>
                <a:path w="2579419" h="801633">
                  <a:moveTo>
                    <a:pt x="0" y="326916"/>
                  </a:moveTo>
                  <a:lnTo>
                    <a:pt x="1362761" y="242110"/>
                  </a:lnTo>
                  <a:lnTo>
                    <a:pt x="1719613" y="186612"/>
                  </a:lnTo>
                  <a:lnTo>
                    <a:pt x="2222567" y="83749"/>
                  </a:lnTo>
                  <a:lnTo>
                    <a:pt x="2579419" y="0"/>
                  </a:lnTo>
                  <a:lnTo>
                    <a:pt x="2579419" y="425823"/>
                  </a:lnTo>
                  <a:lnTo>
                    <a:pt x="2222567" y="439293"/>
                  </a:lnTo>
                  <a:lnTo>
                    <a:pt x="1719613" y="473452"/>
                  </a:lnTo>
                  <a:lnTo>
                    <a:pt x="1362761" y="515174"/>
                  </a:lnTo>
                  <a:lnTo>
                    <a:pt x="0" y="80163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736559" y="3981239"/>
              <a:ext cx="2579419" cy="326916"/>
            </a:xfrm>
            <a:custGeom>
              <a:avLst/>
              <a:pathLst>
                <a:path w="2579419" h="326916">
                  <a:moveTo>
                    <a:pt x="0" y="326916"/>
                  </a:moveTo>
                  <a:lnTo>
                    <a:pt x="1362761" y="242110"/>
                  </a:lnTo>
                  <a:lnTo>
                    <a:pt x="1719613" y="186612"/>
                  </a:lnTo>
                  <a:lnTo>
                    <a:pt x="2222567" y="83749"/>
                  </a:lnTo>
                  <a:lnTo>
                    <a:pt x="257941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736559" y="4407062"/>
              <a:ext cx="2579419" cy="375810"/>
            </a:xfrm>
            <a:custGeom>
              <a:avLst/>
              <a:pathLst>
                <a:path w="2579419" h="375810">
                  <a:moveTo>
                    <a:pt x="2579419" y="0"/>
                  </a:moveTo>
                  <a:lnTo>
                    <a:pt x="2222567" y="13470"/>
                  </a:lnTo>
                  <a:lnTo>
                    <a:pt x="1719613" y="47629"/>
                  </a:lnTo>
                  <a:lnTo>
                    <a:pt x="1362761" y="89350"/>
                  </a:lnTo>
                  <a:lnTo>
                    <a:pt x="0" y="375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736559" y="4194151"/>
              <a:ext cx="2579419" cy="351363"/>
            </a:xfrm>
            <a:custGeom>
              <a:avLst/>
              <a:pathLst>
                <a:path w="2579419" h="351363">
                  <a:moveTo>
                    <a:pt x="0" y="351363"/>
                  </a:moveTo>
                  <a:lnTo>
                    <a:pt x="1362761" y="165730"/>
                  </a:lnTo>
                  <a:lnTo>
                    <a:pt x="1719613" y="117121"/>
                  </a:lnTo>
                  <a:lnTo>
                    <a:pt x="2222567" y="48609"/>
                  </a:lnTo>
                  <a:lnTo>
                    <a:pt x="257941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3836285" y="351084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0.074</a:t>
              </a:r>
            </a:p>
          </p:txBody>
        </p:sp>
        <p:sp>
          <p:nvSpPr>
            <p:cNvPr id="282" name="rc281"/>
            <p:cNvSpPr/>
            <p:nvPr/>
          </p:nvSpPr>
          <p:spPr>
            <a:xfrm>
              <a:off x="1408383" y="3300465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408383" y="3300465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tx283"/>
            <p:cNvSpPr/>
            <p:nvPr/>
          </p:nvSpPr>
          <p:spPr>
            <a:xfrm rot="-5400000">
              <a:off x="1177387" y="479064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5" name="tx284"/>
            <p:cNvSpPr/>
            <p:nvPr/>
          </p:nvSpPr>
          <p:spPr>
            <a:xfrm rot="-5400000">
              <a:off x="1177387" y="449546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6" name="tx285"/>
            <p:cNvSpPr/>
            <p:nvPr/>
          </p:nvSpPr>
          <p:spPr>
            <a:xfrm rot="-5400000">
              <a:off x="1177387" y="420028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77387" y="390511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77387" y="360993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77387" y="331475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0" name="pl289"/>
            <p:cNvSpPr/>
            <p:nvPr/>
          </p:nvSpPr>
          <p:spPr>
            <a:xfrm>
              <a:off x="1370425" y="48407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370425" y="45455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370425" y="425039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370425" y="39552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370425" y="366004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370425" y="336486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408383" y="4899543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736559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2596366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3456173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315979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>
              <a:off x="1697697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2" name="tx301"/>
            <p:cNvSpPr/>
            <p:nvPr/>
          </p:nvSpPr>
          <p:spPr>
            <a:xfrm>
              <a:off x="2557504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3" name="tx302"/>
            <p:cNvSpPr/>
            <p:nvPr/>
          </p:nvSpPr>
          <p:spPr>
            <a:xfrm>
              <a:off x="3417311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4277117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910098" y="40405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408383" y="3057306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837970" y="3300465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218900" y="4320942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948748" y="3598441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320649" y="4395499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358532" y="4138873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952182" y="444788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391607" y="3506257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384715" y="346156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044190" y="385244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122011" y="460704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091259" y="420473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822458" y="449249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939286" y="3951218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122322" y="440040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190747" y="465272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79568" y="427812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855591" y="3921732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190023" y="4735762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859283" y="462138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963906" y="447945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962156" y="473291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258768" y="461130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206975" y="473413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249750" y="4436516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07758" y="437685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977560" y="411413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202260" y="4155232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255151" y="4492998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174129" y="4794129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803598" y="4482205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738034" y="455171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7102560" y="452541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885979" y="4583696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978631" y="3668579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904393" y="3714837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869554" y="430027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810395" y="447229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929025" y="4601493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7009900" y="425967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906106" y="403279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998263" y="465677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755040" y="386591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895261" y="424086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7011607" y="430521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954266" y="458959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927221" y="4033274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800921" y="428956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919096" y="4009127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7041606" y="4258452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7712266" y="442635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7638035" y="4525815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7530641" y="4274102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7774273" y="404406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7573094" y="4245036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7492920" y="4289413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7764109" y="444033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7931158" y="4330803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7568039" y="444022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7873364" y="434953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7898082" y="408625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7925245" y="3782066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7520689" y="445735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7873187" y="4627407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7682167" y="4589362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7513400" y="4325503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7877156" y="452304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7874716" y="4405531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7795386" y="386352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7940029" y="4218846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7615705" y="431290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7670988" y="425608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7504111" y="458491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7667733" y="4206853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5204846" y="4106873"/>
              <a:ext cx="2547362" cy="394187"/>
            </a:xfrm>
            <a:custGeom>
              <a:avLst/>
              <a:pathLst>
                <a:path w="2547362" h="394187">
                  <a:moveTo>
                    <a:pt x="0" y="0"/>
                  </a:moveTo>
                  <a:lnTo>
                    <a:pt x="1345824" y="115012"/>
                  </a:lnTo>
                  <a:lnTo>
                    <a:pt x="1698241" y="131745"/>
                  </a:lnTo>
                  <a:lnTo>
                    <a:pt x="2194945" y="144018"/>
                  </a:lnTo>
                  <a:lnTo>
                    <a:pt x="2547362" y="146431"/>
                  </a:lnTo>
                  <a:lnTo>
                    <a:pt x="2547362" y="394187"/>
                  </a:lnTo>
                  <a:lnTo>
                    <a:pt x="2194945" y="363402"/>
                  </a:lnTo>
                  <a:lnTo>
                    <a:pt x="1698241" y="328886"/>
                  </a:lnTo>
                  <a:lnTo>
                    <a:pt x="1345824" y="312422"/>
                  </a:lnTo>
                  <a:lnTo>
                    <a:pt x="0" y="30065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204846" y="4106873"/>
              <a:ext cx="2547362" cy="146431"/>
            </a:xfrm>
            <a:custGeom>
              <a:avLst/>
              <a:pathLst>
                <a:path w="2547362" h="146431">
                  <a:moveTo>
                    <a:pt x="0" y="0"/>
                  </a:moveTo>
                  <a:lnTo>
                    <a:pt x="1345824" y="115012"/>
                  </a:lnTo>
                  <a:lnTo>
                    <a:pt x="1698241" y="131745"/>
                  </a:lnTo>
                  <a:lnTo>
                    <a:pt x="2194945" y="144018"/>
                  </a:lnTo>
                  <a:lnTo>
                    <a:pt x="2547362" y="146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204846" y="4407532"/>
              <a:ext cx="2547362" cy="93528"/>
            </a:xfrm>
            <a:custGeom>
              <a:avLst/>
              <a:pathLst>
                <a:path w="2547362" h="93528">
                  <a:moveTo>
                    <a:pt x="2547362" y="93528"/>
                  </a:moveTo>
                  <a:lnTo>
                    <a:pt x="2194945" y="62744"/>
                  </a:lnTo>
                  <a:lnTo>
                    <a:pt x="1698241" y="28227"/>
                  </a:lnTo>
                  <a:lnTo>
                    <a:pt x="1345824" y="117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204846" y="4257202"/>
              <a:ext cx="2547362" cy="119979"/>
            </a:xfrm>
            <a:custGeom>
              <a:avLst/>
              <a:pathLst>
                <a:path w="2547362" h="119979">
                  <a:moveTo>
                    <a:pt x="0" y="0"/>
                  </a:moveTo>
                  <a:lnTo>
                    <a:pt x="1345824" y="63387"/>
                  </a:lnTo>
                  <a:lnTo>
                    <a:pt x="1698241" y="79986"/>
                  </a:lnTo>
                  <a:lnTo>
                    <a:pt x="2194945" y="103381"/>
                  </a:lnTo>
                  <a:lnTo>
                    <a:pt x="2547362" y="11997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7272514" y="351186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0.213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4837970" y="3300465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837970" y="3300465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800012" y="47079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800012" y="443558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800012" y="416318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800012" y="38907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800012" y="36183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800012" y="33459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837970" y="4899543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204846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6053966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6903087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7752208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7"/>
            <p:cNvSpPr/>
            <p:nvPr/>
          </p:nvSpPr>
          <p:spPr>
            <a:xfrm>
              <a:off x="5165984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9" name="tx398"/>
            <p:cNvSpPr/>
            <p:nvPr/>
          </p:nvSpPr>
          <p:spPr>
            <a:xfrm>
              <a:off x="6015104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0" name="tx399"/>
            <p:cNvSpPr/>
            <p:nvPr/>
          </p:nvSpPr>
          <p:spPr>
            <a:xfrm>
              <a:off x="6864225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1" name="tx400"/>
            <p:cNvSpPr/>
            <p:nvPr/>
          </p:nvSpPr>
          <p:spPr>
            <a:xfrm>
              <a:off x="7713346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4837970" y="3057306"/>
              <a:ext cx="1244315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408383" y="5392761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519161" y="6436087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585797" y="629731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19573" y="6381305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659033" y="6572696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826766" y="674166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869325" y="640363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843652" y="653708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609345" y="657927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905170" y="6683696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74306" y="636187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59183" y="655205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581909" y="5786164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363983" y="594334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78108" y="619650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309338" y="633904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487407" y="688642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347263" y="6597575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560476" y="614858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682953" y="564146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34528" y="555386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708060" y="643000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509795" y="612750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708983" y="591508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614198" y="605869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432686" y="659177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567210" y="6533591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598788" y="596329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632275" y="6014722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400434" y="6636407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421098" y="631478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467684" y="643768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210866" y="6712253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583932" y="6289933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594517" y="659216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412697" y="570618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359195" y="6513347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468869" y="618333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281502" y="597652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181262" y="561086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456365" y="584921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483725" y="654016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558684" y="6108397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295203" y="6254823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323722" y="605646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464129" y="6507409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527578" y="6100626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212492" y="646779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435514" y="6425941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439614" y="6483947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195384" y="643051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191897" y="6623452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445526" y="615758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068789" y="622145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123170" y="564561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218290" y="619794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4373931" y="6425627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326111" y="6209374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4081940" y="6089232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197079" y="602111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4280592" y="587589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209425" y="637327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4044051" y="576512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048370" y="6693574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4340865" y="654017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205139" y="634893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4377682" y="644863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105349" y="6307331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4510442" y="649893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171483" y="627743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186089" y="619239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042594" y="620210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4191454" y="627058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696891" y="6067547"/>
              <a:ext cx="2605999" cy="478945"/>
            </a:xfrm>
            <a:custGeom>
              <a:avLst/>
              <a:pathLst>
                <a:path w="2605999" h="478945">
                  <a:moveTo>
                    <a:pt x="0" y="0"/>
                  </a:moveTo>
                  <a:lnTo>
                    <a:pt x="1376803" y="106003"/>
                  </a:lnTo>
                  <a:lnTo>
                    <a:pt x="1737332" y="95916"/>
                  </a:lnTo>
                  <a:lnTo>
                    <a:pt x="2245470" y="53061"/>
                  </a:lnTo>
                  <a:lnTo>
                    <a:pt x="2605999" y="11343"/>
                  </a:lnTo>
                  <a:lnTo>
                    <a:pt x="2605999" y="429589"/>
                  </a:lnTo>
                  <a:lnTo>
                    <a:pt x="2245470" y="393130"/>
                  </a:lnTo>
                  <a:lnTo>
                    <a:pt x="1737332" y="357687"/>
                  </a:lnTo>
                  <a:lnTo>
                    <a:pt x="1376803" y="352859"/>
                  </a:lnTo>
                  <a:lnTo>
                    <a:pt x="0" y="47894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696891" y="6067547"/>
              <a:ext cx="2605999" cy="106003"/>
            </a:xfrm>
            <a:custGeom>
              <a:avLst/>
              <a:pathLst>
                <a:path w="2605999" h="106003">
                  <a:moveTo>
                    <a:pt x="0" y="0"/>
                  </a:moveTo>
                  <a:lnTo>
                    <a:pt x="1376803" y="106003"/>
                  </a:lnTo>
                  <a:lnTo>
                    <a:pt x="1737332" y="95916"/>
                  </a:lnTo>
                  <a:lnTo>
                    <a:pt x="2245470" y="53061"/>
                  </a:lnTo>
                  <a:lnTo>
                    <a:pt x="2605999" y="11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696891" y="6420406"/>
              <a:ext cx="2605999" cy="126085"/>
            </a:xfrm>
            <a:custGeom>
              <a:avLst/>
              <a:pathLst>
                <a:path w="2605999" h="126085">
                  <a:moveTo>
                    <a:pt x="2605999" y="76729"/>
                  </a:moveTo>
                  <a:lnTo>
                    <a:pt x="2245470" y="40270"/>
                  </a:lnTo>
                  <a:lnTo>
                    <a:pt x="1737332" y="4827"/>
                  </a:lnTo>
                  <a:lnTo>
                    <a:pt x="1376803" y="0"/>
                  </a:lnTo>
                  <a:lnTo>
                    <a:pt x="0" y="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696891" y="6288013"/>
              <a:ext cx="2605999" cy="19006"/>
            </a:xfrm>
            <a:custGeom>
              <a:avLst/>
              <a:pathLst>
                <a:path w="2605999" h="19006">
                  <a:moveTo>
                    <a:pt x="0" y="19006"/>
                  </a:moveTo>
                  <a:lnTo>
                    <a:pt x="1376803" y="8964"/>
                  </a:lnTo>
                  <a:lnTo>
                    <a:pt x="1737332" y="6335"/>
                  </a:lnTo>
                  <a:lnTo>
                    <a:pt x="2245470" y="2629"/>
                  </a:lnTo>
                  <a:lnTo>
                    <a:pt x="260599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tx479"/>
            <p:cNvSpPr/>
            <p:nvPr/>
          </p:nvSpPr>
          <p:spPr>
            <a:xfrm>
              <a:off x="3823196" y="5601005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0.921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1408383" y="5392761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08383" y="5392761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 rot="-5400000">
              <a:off x="1177387" y="684072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4" name="tx483"/>
            <p:cNvSpPr/>
            <p:nvPr/>
          </p:nvSpPr>
          <p:spPr>
            <a:xfrm rot="-5400000">
              <a:off x="1177387" y="643226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5" name="tx484"/>
            <p:cNvSpPr/>
            <p:nvPr/>
          </p:nvSpPr>
          <p:spPr>
            <a:xfrm rot="-5400000">
              <a:off x="1177387" y="602381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86" name="tx485"/>
            <p:cNvSpPr/>
            <p:nvPr/>
          </p:nvSpPr>
          <p:spPr>
            <a:xfrm rot="-5400000">
              <a:off x="1177387" y="561535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87" name="pl486"/>
            <p:cNvSpPr/>
            <p:nvPr/>
          </p:nvSpPr>
          <p:spPr>
            <a:xfrm>
              <a:off x="1370425" y="689083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370425" y="648237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370425" y="607392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370425" y="56654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408383" y="6991840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696891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2565558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3434224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4302890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>
              <a:off x="1658029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97" name="tx496"/>
            <p:cNvSpPr/>
            <p:nvPr/>
          </p:nvSpPr>
          <p:spPr>
            <a:xfrm>
              <a:off x="2526696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8" name="tx497"/>
            <p:cNvSpPr/>
            <p:nvPr/>
          </p:nvSpPr>
          <p:spPr>
            <a:xfrm>
              <a:off x="3395362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9" name="tx498"/>
            <p:cNvSpPr/>
            <p:nvPr/>
          </p:nvSpPr>
          <p:spPr>
            <a:xfrm>
              <a:off x="4264028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2686547" y="7273028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1" name="tx500"/>
            <p:cNvSpPr/>
            <p:nvPr/>
          </p:nvSpPr>
          <p:spPr>
            <a:xfrm rot="-5400000">
              <a:off x="910098" y="6132865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1408383" y="5149602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3" name="rc502"/>
            <p:cNvSpPr/>
            <p:nvPr/>
          </p:nvSpPr>
          <p:spPr>
            <a:xfrm>
              <a:off x="4837970" y="5392761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948748" y="6348760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232536" y="627209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276132" y="6332533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078594" y="665308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231342" y="661250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068745" y="656832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047060" y="608883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270734" y="637145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979338" y="6591582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197941" y="6245181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6110690" y="688642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959008" y="6499445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780773" y="6281243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965450" y="674643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938271" y="6416302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6172800" y="601955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6185132" y="645403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992040" y="652279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912697" y="6259145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6190055" y="661479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732523" y="620057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739446" y="657576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890739" y="617214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725540" y="581177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6063793" y="609121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721133" y="6141801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6117013" y="6263984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926274" y="6553796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6901882" y="6322865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6707185" y="638151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6955503" y="659398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6679260" y="614095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7078599" y="638412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6939372" y="6162423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6791811" y="569656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6990012" y="644289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6669732" y="626201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600685" y="5553861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6600672" y="626805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6941981" y="638386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6789167" y="613858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786234" y="606738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806931" y="592963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939230" y="648515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778814" y="6516217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764177" y="672468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6847286" y="6311526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6657341" y="6230272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7758713" y="6278510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7637252" y="6407995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7519960" y="6485755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7719122" y="652308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7680307" y="632041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7742264" y="625330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7869256" y="648339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7866509" y="6184085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7760172" y="655880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7633176" y="6402733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7703352" y="632641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7883903" y="641300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7915906" y="636990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7751807" y="6683227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7940029" y="6392886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7764535" y="641172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7865849" y="6291789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7597628" y="6320035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7829109" y="6697159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7763848" y="628616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7544973" y="6169106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7843924" y="619858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7645449" y="651229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7885917" y="658453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5114639" y="6194906"/>
              <a:ext cx="2643364" cy="334907"/>
            </a:xfrm>
            <a:custGeom>
              <a:avLst/>
              <a:pathLst>
                <a:path w="2643364" h="334907">
                  <a:moveTo>
                    <a:pt x="0" y="0"/>
                  </a:moveTo>
                  <a:lnTo>
                    <a:pt x="1396544" y="68164"/>
                  </a:lnTo>
                  <a:lnTo>
                    <a:pt x="1762243" y="66520"/>
                  </a:lnTo>
                  <a:lnTo>
                    <a:pt x="2277666" y="49185"/>
                  </a:lnTo>
                  <a:lnTo>
                    <a:pt x="2643364" y="29550"/>
                  </a:lnTo>
                  <a:lnTo>
                    <a:pt x="2643364" y="324763"/>
                  </a:lnTo>
                  <a:lnTo>
                    <a:pt x="2277666" y="302443"/>
                  </a:lnTo>
                  <a:lnTo>
                    <a:pt x="1762243" y="281324"/>
                  </a:lnTo>
                  <a:lnTo>
                    <a:pt x="1396544" y="276996"/>
                  </a:lnTo>
                  <a:lnTo>
                    <a:pt x="0" y="33490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5114639" y="6194906"/>
              <a:ext cx="2643364" cy="68164"/>
            </a:xfrm>
            <a:custGeom>
              <a:avLst/>
              <a:pathLst>
                <a:path w="2643364" h="68164">
                  <a:moveTo>
                    <a:pt x="0" y="0"/>
                  </a:moveTo>
                  <a:lnTo>
                    <a:pt x="1396544" y="68164"/>
                  </a:lnTo>
                  <a:lnTo>
                    <a:pt x="1762243" y="66520"/>
                  </a:lnTo>
                  <a:lnTo>
                    <a:pt x="2277666" y="49185"/>
                  </a:lnTo>
                  <a:lnTo>
                    <a:pt x="2643364" y="29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5114639" y="6471902"/>
              <a:ext cx="2643364" cy="57910"/>
            </a:xfrm>
            <a:custGeom>
              <a:avLst/>
              <a:pathLst>
                <a:path w="2643364" h="57910">
                  <a:moveTo>
                    <a:pt x="2643364" y="47767"/>
                  </a:moveTo>
                  <a:lnTo>
                    <a:pt x="2277666" y="25447"/>
                  </a:lnTo>
                  <a:lnTo>
                    <a:pt x="1762243" y="4328"/>
                  </a:lnTo>
                  <a:lnTo>
                    <a:pt x="1396544" y="0"/>
                  </a:lnTo>
                  <a:lnTo>
                    <a:pt x="0" y="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5114639" y="6362359"/>
              <a:ext cx="2643364" cy="9703"/>
            </a:xfrm>
            <a:custGeom>
              <a:avLst/>
              <a:pathLst>
                <a:path w="2643364" h="9703">
                  <a:moveTo>
                    <a:pt x="0" y="0"/>
                  </a:moveTo>
                  <a:lnTo>
                    <a:pt x="1396544" y="5126"/>
                  </a:lnTo>
                  <a:lnTo>
                    <a:pt x="1762243" y="6469"/>
                  </a:lnTo>
                  <a:lnTo>
                    <a:pt x="2277666" y="8361"/>
                  </a:lnTo>
                  <a:lnTo>
                    <a:pt x="2643364" y="970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0" name="tx579"/>
            <p:cNvSpPr/>
            <p:nvPr/>
          </p:nvSpPr>
          <p:spPr>
            <a:xfrm>
              <a:off x="7278310" y="560298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0.936</a:t>
              </a:r>
            </a:p>
          </p:txBody>
        </p:sp>
        <p:sp>
          <p:nvSpPr>
            <p:cNvPr id="581" name="rc580"/>
            <p:cNvSpPr/>
            <p:nvPr/>
          </p:nvSpPr>
          <p:spPr>
            <a:xfrm>
              <a:off x="4837970" y="5392761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837970" y="5392761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800012" y="69035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800012" y="66116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800012" y="631981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800012" y="602793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800012" y="57360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800012" y="54441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837970" y="6991840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5114639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5995761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6876882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7758004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tx593"/>
            <p:cNvSpPr/>
            <p:nvPr/>
          </p:nvSpPr>
          <p:spPr>
            <a:xfrm>
              <a:off x="5075777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5" name="tx594"/>
            <p:cNvSpPr/>
            <p:nvPr/>
          </p:nvSpPr>
          <p:spPr>
            <a:xfrm>
              <a:off x="5956899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96" name="tx595"/>
            <p:cNvSpPr/>
            <p:nvPr/>
          </p:nvSpPr>
          <p:spPr>
            <a:xfrm>
              <a:off x="6838020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7" name="tx596"/>
            <p:cNvSpPr/>
            <p:nvPr/>
          </p:nvSpPr>
          <p:spPr>
            <a:xfrm>
              <a:off x="7719142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98" name="tx597"/>
            <p:cNvSpPr/>
            <p:nvPr/>
          </p:nvSpPr>
          <p:spPr>
            <a:xfrm>
              <a:off x="6116134" y="7273028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4837970" y="5149602"/>
              <a:ext cx="119493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0" name="rc599"/>
            <p:cNvSpPr/>
            <p:nvPr/>
          </p:nvSpPr>
          <p:spPr>
            <a:xfrm>
              <a:off x="2083471" y="7523781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tx600"/>
            <p:cNvSpPr/>
            <p:nvPr/>
          </p:nvSpPr>
          <p:spPr>
            <a:xfrm>
              <a:off x="3103050" y="7540606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2" name="rc601"/>
            <p:cNvSpPr/>
            <p:nvPr/>
          </p:nvSpPr>
          <p:spPr>
            <a:xfrm>
              <a:off x="2083471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2134685" y="779428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3"/>
            <p:cNvSpPr/>
            <p:nvPr/>
          </p:nvSpPr>
          <p:spPr>
            <a:xfrm>
              <a:off x="2083471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2134685" y="805020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5"/>
            <p:cNvSpPr/>
            <p:nvPr/>
          </p:nvSpPr>
          <p:spPr>
            <a:xfrm>
              <a:off x="2632563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683777" y="779428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632563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683777" y="805020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3173883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3225097" y="779428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3173883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225097" y="805020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699749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3750963" y="779428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699749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750963" y="805020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4241069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292283" y="779428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4241069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292283" y="805020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tx621"/>
            <p:cNvSpPr/>
            <p:nvPr/>
          </p:nvSpPr>
          <p:spPr>
            <a:xfrm>
              <a:off x="2339386" y="7782965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3" name="tx622"/>
            <p:cNvSpPr/>
            <p:nvPr/>
          </p:nvSpPr>
          <p:spPr>
            <a:xfrm>
              <a:off x="2339386" y="8038880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4" name="tx623"/>
            <p:cNvSpPr/>
            <p:nvPr/>
          </p:nvSpPr>
          <p:spPr>
            <a:xfrm>
              <a:off x="2888478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2888478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3429798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3429798" y="80388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955664" y="7782965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955664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4496984" y="7782965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4496984" y="8038880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4837970" y="7523781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tx632"/>
            <p:cNvSpPr/>
            <p:nvPr/>
          </p:nvSpPr>
          <p:spPr>
            <a:xfrm>
              <a:off x="5857549" y="7540606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4" name="rc633"/>
            <p:cNvSpPr/>
            <p:nvPr/>
          </p:nvSpPr>
          <p:spPr>
            <a:xfrm>
              <a:off x="4837970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889184" y="779428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837970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889184" y="805020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5387062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438276" y="7794288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39"/>
            <p:cNvSpPr/>
            <p:nvPr/>
          </p:nvSpPr>
          <p:spPr>
            <a:xfrm>
              <a:off x="5387062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438276" y="8050204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1"/>
            <p:cNvSpPr/>
            <p:nvPr/>
          </p:nvSpPr>
          <p:spPr>
            <a:xfrm>
              <a:off x="5928382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979596" y="779428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5928382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979596" y="805020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5"/>
            <p:cNvSpPr/>
            <p:nvPr/>
          </p:nvSpPr>
          <p:spPr>
            <a:xfrm>
              <a:off x="6454248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505462" y="779428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7"/>
            <p:cNvSpPr/>
            <p:nvPr/>
          </p:nvSpPr>
          <p:spPr>
            <a:xfrm>
              <a:off x="6454248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505462" y="805020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6995568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7046782" y="7794288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1"/>
            <p:cNvSpPr/>
            <p:nvPr/>
          </p:nvSpPr>
          <p:spPr>
            <a:xfrm>
              <a:off x="6995568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7046782" y="805020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tx653"/>
            <p:cNvSpPr/>
            <p:nvPr/>
          </p:nvSpPr>
          <p:spPr>
            <a:xfrm>
              <a:off x="5093885" y="7782965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5" name="tx654"/>
            <p:cNvSpPr/>
            <p:nvPr/>
          </p:nvSpPr>
          <p:spPr>
            <a:xfrm>
              <a:off x="5093885" y="8038880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56" name="tx655"/>
            <p:cNvSpPr/>
            <p:nvPr/>
          </p:nvSpPr>
          <p:spPr>
            <a:xfrm>
              <a:off x="5642977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57" name="tx656"/>
            <p:cNvSpPr/>
            <p:nvPr/>
          </p:nvSpPr>
          <p:spPr>
            <a:xfrm>
              <a:off x="5642977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58" name="tx657"/>
            <p:cNvSpPr/>
            <p:nvPr/>
          </p:nvSpPr>
          <p:spPr>
            <a:xfrm>
              <a:off x="6184297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6184297" y="80388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6710163" y="7782965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6710163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7251483" y="7782965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7251483" y="8038880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2026-07-20T00:36:14Z</dcterms:modified>
  <cp:category/>
</cp:coreProperties>
</file>