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57095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22106" y="952357"/>
              <a:ext cx="2861683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806407"/>
              <a:ext cx="3157095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22106" y="2806407"/>
              <a:ext cx="2861683" cy="18540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660457"/>
              <a:ext cx="3157095" cy="23359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22106" y="4660457"/>
              <a:ext cx="2861683" cy="23359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42663" y="118506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609204" y="234258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455570" y="227223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545116" y="237817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608103" y="237521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603479" y="240124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80324" y="225287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28734" y="217017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51681" y="235892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60304" y="243097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64769" y="223239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43793" y="243939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311785" y="237587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55621" y="177233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14421" y="229528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23730" y="236975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26941" y="243385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64294" y="245965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74632" y="228712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82661" y="164688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190405" y="183364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28753" y="245024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48076" y="224720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39182" y="219112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29104" y="220087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18753" y="236276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306952" y="230286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27952" y="182555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83350" y="196206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90963" y="239887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936267" y="218150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51614" y="24114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95270" y="250169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134224" y="224725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40244" y="238833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82480" y="147426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988659" y="24339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38244" y="209098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63224" y="175812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54991" y="121160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938219" y="199097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970198" y="215644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99637" y="201669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76282" y="213057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983231" y="228249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86692" y="219572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127613" y="218120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76144" y="228121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121773" y="227073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783971" y="228802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895573" y="228572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907295" y="2242396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909490" y="237965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909382" y="200987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45953" y="202782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767156" y="224463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755771" y="216930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13057" y="208044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08624" y="1856451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10268" y="192273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88002" y="178672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903643" y="201748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881601" y="195247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56783" y="2348173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75699" y="218601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64255" y="209421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97917" y="215469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747973" y="1898993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92378" y="212608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713547" y="199292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718292" y="188309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16720" y="20481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80579" y="201818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566982" y="1937311"/>
              <a:ext cx="2273126" cy="557271"/>
            </a:xfrm>
            <a:custGeom>
              <a:avLst/>
              <a:pathLst>
                <a:path w="2273126" h="557271">
                  <a:moveTo>
                    <a:pt x="0" y="158162"/>
                  </a:moveTo>
                  <a:lnTo>
                    <a:pt x="1200939" y="151785"/>
                  </a:lnTo>
                  <a:lnTo>
                    <a:pt x="1515417" y="120649"/>
                  </a:lnTo>
                  <a:lnTo>
                    <a:pt x="1958648" y="55359"/>
                  </a:lnTo>
                  <a:lnTo>
                    <a:pt x="2273126" y="0"/>
                  </a:lnTo>
                  <a:lnTo>
                    <a:pt x="2273126" y="361131"/>
                  </a:lnTo>
                  <a:lnTo>
                    <a:pt x="1958648" y="354787"/>
                  </a:lnTo>
                  <a:lnTo>
                    <a:pt x="1515417" y="358583"/>
                  </a:lnTo>
                  <a:lnTo>
                    <a:pt x="1200939" y="376462"/>
                  </a:lnTo>
                  <a:lnTo>
                    <a:pt x="0" y="55727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66982" y="1937311"/>
              <a:ext cx="2273126" cy="158162"/>
            </a:xfrm>
            <a:custGeom>
              <a:avLst/>
              <a:pathLst>
                <a:path w="2273126" h="158162">
                  <a:moveTo>
                    <a:pt x="0" y="158162"/>
                  </a:moveTo>
                  <a:lnTo>
                    <a:pt x="1200939" y="151785"/>
                  </a:lnTo>
                  <a:lnTo>
                    <a:pt x="1515417" y="120649"/>
                  </a:lnTo>
                  <a:lnTo>
                    <a:pt x="1958648" y="55359"/>
                  </a:lnTo>
                  <a:lnTo>
                    <a:pt x="22731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66982" y="2292099"/>
              <a:ext cx="2273126" cy="202483"/>
            </a:xfrm>
            <a:custGeom>
              <a:avLst/>
              <a:pathLst>
                <a:path w="2273126" h="202483">
                  <a:moveTo>
                    <a:pt x="2273126" y="6343"/>
                  </a:moveTo>
                  <a:lnTo>
                    <a:pt x="1958648" y="0"/>
                  </a:lnTo>
                  <a:lnTo>
                    <a:pt x="1515417" y="3795"/>
                  </a:lnTo>
                  <a:lnTo>
                    <a:pt x="1200939" y="21674"/>
                  </a:lnTo>
                  <a:lnTo>
                    <a:pt x="0" y="2024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66982" y="2117877"/>
              <a:ext cx="2273126" cy="177151"/>
            </a:xfrm>
            <a:custGeom>
              <a:avLst/>
              <a:pathLst>
                <a:path w="2273126" h="177151">
                  <a:moveTo>
                    <a:pt x="0" y="177151"/>
                  </a:moveTo>
                  <a:lnTo>
                    <a:pt x="1200939" y="83558"/>
                  </a:lnTo>
                  <a:lnTo>
                    <a:pt x="1515417" y="59050"/>
                  </a:lnTo>
                  <a:lnTo>
                    <a:pt x="1958648" y="24508"/>
                  </a:lnTo>
                  <a:lnTo>
                    <a:pt x="227312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296900" y="126092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3377696" y="126083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0.271</a:t>
              </a:r>
            </a:p>
          </p:txBody>
        </p:sp>
        <p:sp>
          <p:nvSpPr>
            <p:cNvPr id="91" name="rc90"/>
            <p:cNvSpPr/>
            <p:nvPr/>
          </p:nvSpPr>
          <p:spPr>
            <a:xfrm>
              <a:off x="1342663" y="118506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342663" y="11850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2"/>
            <p:cNvSpPr/>
            <p:nvPr/>
          </p:nvSpPr>
          <p:spPr>
            <a:xfrm rot="-5400000">
              <a:off x="1152636" y="230041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52636" y="191499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52636" y="152957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6" name="tx95"/>
            <p:cNvSpPr/>
            <p:nvPr/>
          </p:nvSpPr>
          <p:spPr>
            <a:xfrm rot="-5400000">
              <a:off x="1120861" y="1144156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7" name="pl96"/>
            <p:cNvSpPr/>
            <p:nvPr/>
          </p:nvSpPr>
          <p:spPr>
            <a:xfrm>
              <a:off x="1311032" y="23414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311032" y="195600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311032" y="15705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311032" y="118516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42663" y="26041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566982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324691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082400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3840109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535207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292916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050624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808333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342663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204347" y="118506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443146" y="220645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461775" y="142837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22329" y="219889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42428" y="210771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52734" y="227598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453557" y="166377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477149" y="126718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443855" y="198524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290417" y="246542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15990" y="194912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216479" y="24845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19898" y="166431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88017" y="212104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096604" y="250169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070393" y="183164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062235" y="121160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94280" y="247164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72004" y="241858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63095" y="214278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205899" y="24775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042949" y="228912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031931" y="247455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46968" y="203888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27149" y="191812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04435" y="197218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94586" y="179489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065007" y="2259358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024105" y="246821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69867" y="2240352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85546" y="232511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803332" y="241684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890151" y="219777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829127" y="172314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29239" y="140649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07304" y="162033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891235" y="226869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6006170" y="2215731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882178" y="168840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47584" y="187690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890316" y="239398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892452" y="164258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10904" y="182149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806218" y="199659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935946" y="236734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19432" y="198848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893839" y="234255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828902" y="18030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898240" y="200149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559365" y="210229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639037" y="223602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750290" y="228831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648672" y="208598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656376" y="197462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568367" y="202271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565760" y="223466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757997" y="204490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44582" y="226839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732813" y="216185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75598" y="200659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649772" y="171733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586227" y="225662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37034" y="244753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614413" y="231637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740568" y="210972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703319" y="222862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762093" y="208714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724129" y="206564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771174" y="190663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92103" y="194737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589377" y="201020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586780" y="235163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567990" y="207968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4404810" y="1881519"/>
              <a:ext cx="2295933" cy="404884"/>
            </a:xfrm>
            <a:custGeom>
              <a:avLst/>
              <a:pathLst>
                <a:path w="2295933" h="404884">
                  <a:moveTo>
                    <a:pt x="0" y="0"/>
                  </a:moveTo>
                  <a:lnTo>
                    <a:pt x="1212989" y="102936"/>
                  </a:lnTo>
                  <a:lnTo>
                    <a:pt x="1530622" y="119735"/>
                  </a:lnTo>
                  <a:lnTo>
                    <a:pt x="1978300" y="135299"/>
                  </a:lnTo>
                  <a:lnTo>
                    <a:pt x="2295933" y="141435"/>
                  </a:lnTo>
                  <a:lnTo>
                    <a:pt x="2295933" y="404884"/>
                  </a:lnTo>
                  <a:lnTo>
                    <a:pt x="1978300" y="377512"/>
                  </a:lnTo>
                  <a:lnTo>
                    <a:pt x="1530622" y="345851"/>
                  </a:lnTo>
                  <a:lnTo>
                    <a:pt x="1212989" y="329142"/>
                  </a:lnTo>
                  <a:lnTo>
                    <a:pt x="0" y="30412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04810" y="1881519"/>
              <a:ext cx="2295933" cy="141435"/>
            </a:xfrm>
            <a:custGeom>
              <a:avLst/>
              <a:pathLst>
                <a:path w="2295933" h="141435">
                  <a:moveTo>
                    <a:pt x="0" y="0"/>
                  </a:moveTo>
                  <a:lnTo>
                    <a:pt x="1212989" y="102936"/>
                  </a:lnTo>
                  <a:lnTo>
                    <a:pt x="1530622" y="119735"/>
                  </a:lnTo>
                  <a:lnTo>
                    <a:pt x="1978300" y="135299"/>
                  </a:lnTo>
                  <a:lnTo>
                    <a:pt x="2295933" y="141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04810" y="2185640"/>
              <a:ext cx="2295933" cy="100762"/>
            </a:xfrm>
            <a:custGeom>
              <a:avLst/>
              <a:pathLst>
                <a:path w="2295933" h="100762">
                  <a:moveTo>
                    <a:pt x="2295933" y="100762"/>
                  </a:moveTo>
                  <a:lnTo>
                    <a:pt x="1978300" y="73391"/>
                  </a:lnTo>
                  <a:lnTo>
                    <a:pt x="1530622" y="41729"/>
                  </a:lnTo>
                  <a:lnTo>
                    <a:pt x="1212989" y="250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04810" y="2033580"/>
              <a:ext cx="2295933" cy="121098"/>
            </a:xfrm>
            <a:custGeom>
              <a:avLst/>
              <a:pathLst>
                <a:path w="2295933" h="121098">
                  <a:moveTo>
                    <a:pt x="0" y="0"/>
                  </a:moveTo>
                  <a:lnTo>
                    <a:pt x="1212989" y="63979"/>
                  </a:lnTo>
                  <a:lnTo>
                    <a:pt x="1530622" y="80732"/>
                  </a:lnTo>
                  <a:lnTo>
                    <a:pt x="1978300" y="104345"/>
                  </a:lnTo>
                  <a:lnTo>
                    <a:pt x="2295933" y="12109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6157535" y="1261021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89" name="tx188"/>
            <p:cNvSpPr/>
            <p:nvPr/>
          </p:nvSpPr>
          <p:spPr>
            <a:xfrm>
              <a:off x="6238331" y="1260930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0.163</a:t>
              </a:r>
            </a:p>
          </p:txBody>
        </p:sp>
        <p:sp>
          <p:nvSpPr>
            <p:cNvPr id="190" name="rc189"/>
            <p:cNvSpPr/>
            <p:nvPr/>
          </p:nvSpPr>
          <p:spPr>
            <a:xfrm>
              <a:off x="4204347" y="118506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204347" y="11850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172716" y="232822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72716" y="185934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172716" y="139046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204347" y="26041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404810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170121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5935432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6700743" y="26041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tx199"/>
            <p:cNvSpPr/>
            <p:nvPr/>
          </p:nvSpPr>
          <p:spPr>
            <a:xfrm>
              <a:off x="4373035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5138346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5903657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6668968" y="26610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4" name="tx203"/>
            <p:cNvSpPr/>
            <p:nvPr/>
          </p:nvSpPr>
          <p:spPr>
            <a:xfrm>
              <a:off x="4204347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5" name="rc204"/>
            <p:cNvSpPr/>
            <p:nvPr/>
          </p:nvSpPr>
          <p:spPr>
            <a:xfrm>
              <a:off x="1342663" y="303911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458677" y="423552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595762" y="409667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566046" y="429959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592995" y="417291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457201" y="4200666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460331" y="408210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428734" y="377541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577975" y="417472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542255" y="413220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519395" y="408140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385344" y="430679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332357" y="435313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196628" y="326012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224137" y="42307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188138" y="425466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377415" y="410531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382468" y="425560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192779" y="425918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365534" y="3687270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279047" y="381724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16002" y="402283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342039" y="409853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331864" y="395514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352963" y="415452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203566" y="417901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90354" y="405699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306852" y="355375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58637" y="378635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046783" y="4046208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034670" y="394431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007237" y="43411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132131" y="433178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129208" y="414415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956678" y="434613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121209" y="345692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117779" y="43611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73007" y="389456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09630" y="328420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115306" y="317853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43438" y="387889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44631" y="375580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94348" y="371309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39679" y="374658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102135" y="427228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66862" y="369881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31872" y="409767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2972762" y="411492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013051" y="392603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762740" y="3914195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736697" y="401472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59302" y="394484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802418" y="422104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83127" y="370466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884114" y="403456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795751" y="414612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74384" y="386420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777424" y="379785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900475" y="352068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732839" y="354397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42551" y="352455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764367" y="362761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65170" y="387146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31081" y="389775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49621" y="380128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909490" y="376121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01748" y="375129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697404" y="357247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782056" y="368913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713941" y="373248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04399" y="354569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773603" y="376345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739465" y="3593822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1556039" y="3643948"/>
              <a:ext cx="2281915" cy="711117"/>
            </a:xfrm>
            <a:custGeom>
              <a:avLst/>
              <a:pathLst>
                <a:path w="2281915" h="711117">
                  <a:moveTo>
                    <a:pt x="0" y="290002"/>
                  </a:moveTo>
                  <a:lnTo>
                    <a:pt x="1205583" y="214772"/>
                  </a:lnTo>
                  <a:lnTo>
                    <a:pt x="1521277" y="165541"/>
                  </a:lnTo>
                  <a:lnTo>
                    <a:pt x="1966222" y="74292"/>
                  </a:lnTo>
                  <a:lnTo>
                    <a:pt x="2281915" y="0"/>
                  </a:lnTo>
                  <a:lnTo>
                    <a:pt x="2281915" y="377741"/>
                  </a:lnTo>
                  <a:lnTo>
                    <a:pt x="1966222" y="389690"/>
                  </a:lnTo>
                  <a:lnTo>
                    <a:pt x="1521277" y="419992"/>
                  </a:lnTo>
                  <a:lnTo>
                    <a:pt x="1205583" y="457003"/>
                  </a:lnTo>
                  <a:lnTo>
                    <a:pt x="0" y="71111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556039" y="3643948"/>
              <a:ext cx="2281915" cy="290002"/>
            </a:xfrm>
            <a:custGeom>
              <a:avLst/>
              <a:pathLst>
                <a:path w="2281915" h="290002">
                  <a:moveTo>
                    <a:pt x="0" y="290002"/>
                  </a:moveTo>
                  <a:lnTo>
                    <a:pt x="1205583" y="214772"/>
                  </a:lnTo>
                  <a:lnTo>
                    <a:pt x="1521277" y="165541"/>
                  </a:lnTo>
                  <a:lnTo>
                    <a:pt x="1966222" y="74292"/>
                  </a:lnTo>
                  <a:lnTo>
                    <a:pt x="228191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556039" y="4021689"/>
              <a:ext cx="2281915" cy="333376"/>
            </a:xfrm>
            <a:custGeom>
              <a:avLst/>
              <a:pathLst>
                <a:path w="2281915" h="333376">
                  <a:moveTo>
                    <a:pt x="2281915" y="0"/>
                  </a:moveTo>
                  <a:lnTo>
                    <a:pt x="1966222" y="11949"/>
                  </a:lnTo>
                  <a:lnTo>
                    <a:pt x="1521277" y="42251"/>
                  </a:lnTo>
                  <a:lnTo>
                    <a:pt x="1205583" y="79261"/>
                  </a:lnTo>
                  <a:lnTo>
                    <a:pt x="0" y="333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556039" y="3832819"/>
              <a:ext cx="2281915" cy="311689"/>
            </a:xfrm>
            <a:custGeom>
              <a:avLst/>
              <a:pathLst>
                <a:path w="2281915" h="311689">
                  <a:moveTo>
                    <a:pt x="0" y="311689"/>
                  </a:moveTo>
                  <a:lnTo>
                    <a:pt x="1205583" y="147017"/>
                  </a:lnTo>
                  <a:lnTo>
                    <a:pt x="1521277" y="103896"/>
                  </a:lnTo>
                  <a:lnTo>
                    <a:pt x="1966222" y="43120"/>
                  </a:lnTo>
                  <a:lnTo>
                    <a:pt x="228191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tx281"/>
            <p:cNvSpPr/>
            <p:nvPr/>
          </p:nvSpPr>
          <p:spPr>
            <a:xfrm>
              <a:off x="3294746" y="3160427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3" name="tx282"/>
            <p:cNvSpPr/>
            <p:nvPr/>
          </p:nvSpPr>
          <p:spPr>
            <a:xfrm>
              <a:off x="3375543" y="3160336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0.074</a:t>
              </a:r>
            </a:p>
          </p:txBody>
        </p:sp>
        <p:sp>
          <p:nvSpPr>
            <p:cNvPr id="284" name="rc283"/>
            <p:cNvSpPr/>
            <p:nvPr/>
          </p:nvSpPr>
          <p:spPr>
            <a:xfrm>
              <a:off x="1342663" y="303911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342663" y="303911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tx285"/>
            <p:cNvSpPr/>
            <p:nvPr/>
          </p:nvSpPr>
          <p:spPr>
            <a:xfrm rot="-5400000">
              <a:off x="1152636" y="436540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52636" y="410355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52636" y="384170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52636" y="357985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0" name="tx289"/>
            <p:cNvSpPr/>
            <p:nvPr/>
          </p:nvSpPr>
          <p:spPr>
            <a:xfrm rot="-5400000">
              <a:off x="1152636" y="331800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52636" y="305615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2" name="pl291"/>
            <p:cNvSpPr/>
            <p:nvPr/>
          </p:nvSpPr>
          <p:spPr>
            <a:xfrm>
              <a:off x="1311032" y="44064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311032" y="41445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311032" y="388271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311032" y="362086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311032" y="33590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311032" y="309716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42663" y="445821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556039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2316678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3077316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3837955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2"/>
            <p:cNvSpPr/>
            <p:nvPr/>
          </p:nvSpPr>
          <p:spPr>
            <a:xfrm>
              <a:off x="1524264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2284902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5" name="tx304"/>
            <p:cNvSpPr/>
            <p:nvPr/>
          </p:nvSpPr>
          <p:spPr>
            <a:xfrm>
              <a:off x="3045541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3806179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7" name="tx306"/>
            <p:cNvSpPr/>
            <p:nvPr/>
          </p:nvSpPr>
          <p:spPr>
            <a:xfrm rot="-5400000">
              <a:off x="41327" y="3698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8" name="tx307"/>
            <p:cNvSpPr/>
            <p:nvPr/>
          </p:nvSpPr>
          <p:spPr>
            <a:xfrm>
              <a:off x="1342663" y="2844365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9" name="rc308"/>
            <p:cNvSpPr/>
            <p:nvPr/>
          </p:nvSpPr>
          <p:spPr>
            <a:xfrm>
              <a:off x="4204347" y="303911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325693" y="393948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348200" y="330128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479918" y="400334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01750" y="377835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388928" y="405258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371095" y="321856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24248" y="317853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397168" y="352591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377847" y="419192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290417" y="383694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143182" y="409462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45966" y="3609629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200051" y="400940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034012" y="42353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20119" y="390174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76306" y="358867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058752" y="430896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080875" y="420433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217489" y="4080264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055605" y="430540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84256" y="419591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067071" y="430352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214596" y="404203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074179" y="3990621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38924" y="375603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08489" y="379467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202958" y="409488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063259" y="436111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93959" y="4085249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812372" y="414449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36118" y="412145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009598" y="417442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874892" y="336182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813856" y="340438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989282" y="3921785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964771" y="4074082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825507" y="418569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849431" y="388689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867053" y="368470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832989" y="423727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825300" y="353776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019119" y="386708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902581" y="392470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893958" y="41780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818175" y="368703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882678" y="390991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858115" y="366119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5889634" y="3883963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626867" y="403445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614923" y="412169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43595" y="3898340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579507" y="369461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63933" y="387272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665847" y="391100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66468" y="404868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27832" y="394806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20013" y="404537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643002" y="3965539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585438" y="373418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620288" y="3459618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676279" y="406085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684697" y="421040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71174" y="417813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78465" y="394372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598428" y="4117508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668424" y="4015073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02938" y="353772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583797" y="384849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12077" y="393447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676433" y="388266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589352" y="417205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595964" y="383899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4410311" y="3754158"/>
              <a:ext cx="2308241" cy="348986"/>
            </a:xfrm>
            <a:custGeom>
              <a:avLst/>
              <a:pathLst>
                <a:path w="2308241" h="348986">
                  <a:moveTo>
                    <a:pt x="0" y="0"/>
                  </a:moveTo>
                  <a:lnTo>
                    <a:pt x="1219491" y="101823"/>
                  </a:lnTo>
                  <a:lnTo>
                    <a:pt x="1538827" y="116638"/>
                  </a:lnTo>
                  <a:lnTo>
                    <a:pt x="1988905" y="127504"/>
                  </a:lnTo>
                  <a:lnTo>
                    <a:pt x="2308241" y="129640"/>
                  </a:lnTo>
                  <a:lnTo>
                    <a:pt x="2308241" y="348986"/>
                  </a:lnTo>
                  <a:lnTo>
                    <a:pt x="1988905" y="321731"/>
                  </a:lnTo>
                  <a:lnTo>
                    <a:pt x="1538827" y="291173"/>
                  </a:lnTo>
                  <a:lnTo>
                    <a:pt x="1219491" y="276597"/>
                  </a:lnTo>
                  <a:lnTo>
                    <a:pt x="0" y="26618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10311" y="3754158"/>
              <a:ext cx="2308241" cy="129640"/>
            </a:xfrm>
            <a:custGeom>
              <a:avLst/>
              <a:pathLst>
                <a:path w="2308241" h="129640">
                  <a:moveTo>
                    <a:pt x="0" y="0"/>
                  </a:moveTo>
                  <a:lnTo>
                    <a:pt x="1219491" y="101823"/>
                  </a:lnTo>
                  <a:lnTo>
                    <a:pt x="1538827" y="116638"/>
                  </a:lnTo>
                  <a:lnTo>
                    <a:pt x="1988905" y="127504"/>
                  </a:lnTo>
                  <a:lnTo>
                    <a:pt x="2308241" y="1296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410311" y="4020340"/>
              <a:ext cx="2308241" cy="82803"/>
            </a:xfrm>
            <a:custGeom>
              <a:avLst/>
              <a:pathLst>
                <a:path w="2308241" h="82803">
                  <a:moveTo>
                    <a:pt x="2308241" y="82803"/>
                  </a:moveTo>
                  <a:lnTo>
                    <a:pt x="1988905" y="55549"/>
                  </a:lnTo>
                  <a:lnTo>
                    <a:pt x="1538827" y="24990"/>
                  </a:lnTo>
                  <a:lnTo>
                    <a:pt x="1219491" y="104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410311" y="3887249"/>
              <a:ext cx="2308241" cy="106222"/>
            </a:xfrm>
            <a:custGeom>
              <a:avLst/>
              <a:pathLst>
                <a:path w="2308241" h="106222">
                  <a:moveTo>
                    <a:pt x="0" y="0"/>
                  </a:moveTo>
                  <a:lnTo>
                    <a:pt x="1219491" y="56119"/>
                  </a:lnTo>
                  <a:lnTo>
                    <a:pt x="1538827" y="70814"/>
                  </a:lnTo>
                  <a:lnTo>
                    <a:pt x="1988905" y="91526"/>
                  </a:lnTo>
                  <a:lnTo>
                    <a:pt x="2308241" y="106222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tx385"/>
            <p:cNvSpPr/>
            <p:nvPr/>
          </p:nvSpPr>
          <p:spPr>
            <a:xfrm>
              <a:off x="6175344" y="3160918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87" name="tx386"/>
            <p:cNvSpPr/>
            <p:nvPr/>
          </p:nvSpPr>
          <p:spPr>
            <a:xfrm>
              <a:off x="6256140" y="316082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0.213</a:t>
              </a:r>
            </a:p>
          </p:txBody>
        </p:sp>
        <p:sp>
          <p:nvSpPr>
            <p:cNvPr id="388" name="rc387"/>
            <p:cNvSpPr/>
            <p:nvPr/>
          </p:nvSpPr>
          <p:spPr>
            <a:xfrm>
              <a:off x="4204347" y="303911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204347" y="303911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172716" y="428634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72716" y="40451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72716" y="380401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72716" y="356284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72716" y="33216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72716" y="308051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204347" y="445821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410311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5179725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949139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6718553" y="445821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4378536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5147950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3" name="tx402"/>
            <p:cNvSpPr/>
            <p:nvPr/>
          </p:nvSpPr>
          <p:spPr>
            <a:xfrm>
              <a:off x="5917363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" name="tx403"/>
            <p:cNvSpPr/>
            <p:nvPr/>
          </p:nvSpPr>
          <p:spPr>
            <a:xfrm>
              <a:off x="6686777" y="451514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5" name="tx404"/>
            <p:cNvSpPr/>
            <p:nvPr/>
          </p:nvSpPr>
          <p:spPr>
            <a:xfrm>
              <a:off x="4204347" y="2844365"/>
              <a:ext cx="97822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6" name="rc405"/>
            <p:cNvSpPr/>
            <p:nvPr/>
          </p:nvSpPr>
          <p:spPr>
            <a:xfrm>
              <a:off x="1342663" y="489316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554013" y="581365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62520" y="569301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618953" y="576613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28734" y="5939241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57416" y="608737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537971" y="578757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568539" y="590728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451531" y="594337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495281" y="6033248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577756" y="575060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380844" y="592143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199081" y="523899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281795" y="537930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321553" y="560264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300745" y="573164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87208" y="621516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90787" y="595832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318788" y="556026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350686" y="511203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344625" y="503258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88209" y="581104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38110" y="554294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69192" y="535328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308814" y="548213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374699" y="595506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267623" y="5904168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262679" y="5398226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391854" y="544177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28268" y="5996233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995892" y="570963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57066" y="5820051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035374" y="6061984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54937" y="568597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106343" y="595574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83303" y="516866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955904" y="588343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968012" y="559009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977595" y="541038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991529" y="508442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995729" y="529751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116270" y="590543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983921" y="5524821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39463" y="5658186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992665" y="548022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949163" y="5879935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975160" y="552045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949615" y="5843829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017524" y="580660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765588" y="585707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95694" y="580994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865561" y="598226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732972" y="5567864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841628" y="562548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743889" y="511494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81157" y="560565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697285" y="5807216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97025" y="5617094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26201" y="550621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752633" y="545076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741943" y="531984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694897" y="576264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708673" y="522228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867000" y="604300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794415" y="590870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797872" y="573983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756933" y="5829695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99568" y="5700970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40362" y="587048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817000" y="567468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909490" y="5598774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700661" y="560735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806472" y="5670851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71973" y="5493434"/>
              <a:ext cx="2268199" cy="424280"/>
            </a:xfrm>
            <a:custGeom>
              <a:avLst/>
              <a:pathLst>
                <a:path w="2268199" h="424280">
                  <a:moveTo>
                    <a:pt x="0" y="0"/>
                  </a:moveTo>
                  <a:lnTo>
                    <a:pt x="1198337" y="93904"/>
                  </a:lnTo>
                  <a:lnTo>
                    <a:pt x="1512133" y="84968"/>
                  </a:lnTo>
                  <a:lnTo>
                    <a:pt x="1954403" y="47005"/>
                  </a:lnTo>
                  <a:lnTo>
                    <a:pt x="2268199" y="10049"/>
                  </a:lnTo>
                  <a:lnTo>
                    <a:pt x="2268199" y="380557"/>
                  </a:lnTo>
                  <a:lnTo>
                    <a:pt x="1954403" y="348260"/>
                  </a:lnTo>
                  <a:lnTo>
                    <a:pt x="1512133" y="316862"/>
                  </a:lnTo>
                  <a:lnTo>
                    <a:pt x="1198337" y="312585"/>
                  </a:lnTo>
                  <a:lnTo>
                    <a:pt x="0" y="42428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571973" y="5493434"/>
              <a:ext cx="2268199" cy="93904"/>
            </a:xfrm>
            <a:custGeom>
              <a:avLst/>
              <a:pathLst>
                <a:path w="2268199" h="93904">
                  <a:moveTo>
                    <a:pt x="0" y="0"/>
                  </a:moveTo>
                  <a:lnTo>
                    <a:pt x="1198337" y="93904"/>
                  </a:lnTo>
                  <a:lnTo>
                    <a:pt x="1512133" y="84968"/>
                  </a:lnTo>
                  <a:lnTo>
                    <a:pt x="1954403" y="47005"/>
                  </a:lnTo>
                  <a:lnTo>
                    <a:pt x="2268199" y="100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571973" y="5806019"/>
              <a:ext cx="2268199" cy="111694"/>
            </a:xfrm>
            <a:custGeom>
              <a:avLst/>
              <a:pathLst>
                <a:path w="2268199" h="111694">
                  <a:moveTo>
                    <a:pt x="2268199" y="67972"/>
                  </a:moveTo>
                  <a:lnTo>
                    <a:pt x="1954403" y="35674"/>
                  </a:lnTo>
                  <a:lnTo>
                    <a:pt x="1512133" y="4276"/>
                  </a:lnTo>
                  <a:lnTo>
                    <a:pt x="1198337" y="0"/>
                  </a:lnTo>
                  <a:lnTo>
                    <a:pt x="0" y="111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571973" y="5688737"/>
              <a:ext cx="2268199" cy="16836"/>
            </a:xfrm>
            <a:custGeom>
              <a:avLst/>
              <a:pathLst>
                <a:path w="2268199" h="16836">
                  <a:moveTo>
                    <a:pt x="0" y="16836"/>
                  </a:moveTo>
                  <a:lnTo>
                    <a:pt x="1198337" y="7941"/>
                  </a:lnTo>
                  <a:lnTo>
                    <a:pt x="1512133" y="5612"/>
                  </a:lnTo>
                  <a:lnTo>
                    <a:pt x="1954403" y="2329"/>
                  </a:lnTo>
                  <a:lnTo>
                    <a:pt x="226819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>
              <a:off x="3296965" y="501374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84" name="tx483"/>
            <p:cNvSpPr/>
            <p:nvPr/>
          </p:nvSpPr>
          <p:spPr>
            <a:xfrm>
              <a:off x="3377761" y="5013658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0.921</a:t>
              </a:r>
            </a:p>
          </p:txBody>
        </p:sp>
        <p:sp>
          <p:nvSpPr>
            <p:cNvPr id="485" name="rc484"/>
            <p:cNvSpPr/>
            <p:nvPr/>
          </p:nvSpPr>
          <p:spPr>
            <a:xfrm>
              <a:off x="1342663" y="489316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342663" y="48931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152636" y="618174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52636" y="581990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52636" y="545806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52636" y="509623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311032" y="62227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311032" y="586091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11032" y="549908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11032" y="513724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42663" y="63122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571973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328040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3084106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840173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>
              <a:off x="1540198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2296264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3052331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3808398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2419775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1342663" y="4698415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6" name="rc505"/>
            <p:cNvSpPr/>
            <p:nvPr/>
          </p:nvSpPr>
          <p:spPr>
            <a:xfrm>
              <a:off x="4204347" y="4893168"/>
              <a:ext cx="2728831" cy="141909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349483" y="573819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494192" y="567116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398291" y="5724324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492382" y="600743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315940" y="5972629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445534" y="59318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38399" y="550765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308424" y="575780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374547" y="595326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290417" y="564703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200284" y="6215166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043080" y="5871042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107057" y="5677338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118761" y="609035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215115" y="5796979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081090" y="544564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137938" y="583091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236438" y="5892185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229397" y="565805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14299" y="597439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25969" y="560589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228226" y="593964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125239" y="5581428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67868" y="526174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229982" y="551050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62199" y="5554459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02272" y="566281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44428" y="591999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968583" y="5714431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886037" y="5766712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6006655" y="595649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921097" y="5554685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837109" y="576893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841781" y="5573932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56298" y="5161199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42398" y="582091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826903" y="5660653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80058" y="5032588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64997" y="5665825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800731" y="5770110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66532" y="5551970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6012060" y="5488573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811505" y="536560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928167" y="5859038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51090" y="5886682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817010" y="607215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831323" y="5705006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28756" y="5633120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586280" y="5675322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630215" y="5790606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616864" y="5858805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583157" y="5893091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655957" y="571362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576098" y="565358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744737" y="5857493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609140" y="5593021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624501" y="5924580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714186" y="5786370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562251" y="5717103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38504" y="57957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571666" y="5758340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34439" y="6033624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755430" y="5776940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740207" y="5793096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750968" y="5687496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84002" y="5712324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602982" y="6047909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566817" y="5681515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48456" y="5579062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771174" y="5604043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707767" y="5883679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697403" y="5945775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4430223" y="5605126"/>
              <a:ext cx="2275153" cy="297176"/>
            </a:xfrm>
            <a:custGeom>
              <a:avLst/>
              <a:pathLst>
                <a:path w="2275153" h="297176">
                  <a:moveTo>
                    <a:pt x="0" y="0"/>
                  </a:moveTo>
                  <a:lnTo>
                    <a:pt x="1202011" y="60484"/>
                  </a:lnTo>
                  <a:lnTo>
                    <a:pt x="1516769" y="59026"/>
                  </a:lnTo>
                  <a:lnTo>
                    <a:pt x="1960395" y="43644"/>
                  </a:lnTo>
                  <a:lnTo>
                    <a:pt x="2275153" y="26221"/>
                  </a:lnTo>
                  <a:lnTo>
                    <a:pt x="2275153" y="288175"/>
                  </a:lnTo>
                  <a:lnTo>
                    <a:pt x="1960395" y="268370"/>
                  </a:lnTo>
                  <a:lnTo>
                    <a:pt x="1516769" y="249630"/>
                  </a:lnTo>
                  <a:lnTo>
                    <a:pt x="1202011" y="245789"/>
                  </a:lnTo>
                  <a:lnTo>
                    <a:pt x="0" y="29717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430223" y="5605126"/>
              <a:ext cx="2275153" cy="60484"/>
            </a:xfrm>
            <a:custGeom>
              <a:avLst/>
              <a:pathLst>
                <a:path w="2275153" h="60484">
                  <a:moveTo>
                    <a:pt x="0" y="0"/>
                  </a:moveTo>
                  <a:lnTo>
                    <a:pt x="1202011" y="60484"/>
                  </a:lnTo>
                  <a:lnTo>
                    <a:pt x="1516769" y="59026"/>
                  </a:lnTo>
                  <a:lnTo>
                    <a:pt x="1960395" y="43644"/>
                  </a:lnTo>
                  <a:lnTo>
                    <a:pt x="2275153" y="26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430223" y="5850916"/>
              <a:ext cx="2275153" cy="51386"/>
            </a:xfrm>
            <a:custGeom>
              <a:avLst/>
              <a:pathLst>
                <a:path w="2275153" h="51386">
                  <a:moveTo>
                    <a:pt x="2275153" y="42385"/>
                  </a:moveTo>
                  <a:lnTo>
                    <a:pt x="1960395" y="22580"/>
                  </a:lnTo>
                  <a:lnTo>
                    <a:pt x="1516769" y="3840"/>
                  </a:lnTo>
                  <a:lnTo>
                    <a:pt x="1202011" y="0"/>
                  </a:lnTo>
                  <a:lnTo>
                    <a:pt x="0" y="51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430223" y="5753714"/>
              <a:ext cx="2275153" cy="8610"/>
            </a:xfrm>
            <a:custGeom>
              <a:avLst/>
              <a:pathLst>
                <a:path w="2275153" h="8610">
                  <a:moveTo>
                    <a:pt x="0" y="0"/>
                  </a:moveTo>
                  <a:lnTo>
                    <a:pt x="1202011" y="4549"/>
                  </a:lnTo>
                  <a:lnTo>
                    <a:pt x="1516769" y="5740"/>
                  </a:lnTo>
                  <a:lnTo>
                    <a:pt x="1960395" y="7419"/>
                  </a:lnTo>
                  <a:lnTo>
                    <a:pt x="2275153" y="861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tx582"/>
            <p:cNvSpPr/>
            <p:nvPr/>
          </p:nvSpPr>
          <p:spPr>
            <a:xfrm>
              <a:off x="6162168" y="501368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84" name="tx583"/>
            <p:cNvSpPr/>
            <p:nvPr/>
          </p:nvSpPr>
          <p:spPr>
            <a:xfrm>
              <a:off x="6242964" y="5013590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0.936</a:t>
              </a:r>
            </a:p>
          </p:txBody>
        </p:sp>
        <p:sp>
          <p:nvSpPr>
            <p:cNvPr id="585" name="rc584"/>
            <p:cNvSpPr/>
            <p:nvPr/>
          </p:nvSpPr>
          <p:spPr>
            <a:xfrm>
              <a:off x="4204347" y="4893168"/>
              <a:ext cx="2728831" cy="141909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204347" y="4893168"/>
              <a:ext cx="0" cy="1419094"/>
            </a:xfrm>
            <a:custGeom>
              <a:avLst/>
              <a:pathLst>
                <a:path w="0" h="1419094">
                  <a:moveTo>
                    <a:pt x="0" y="1419094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172716" y="623394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172716" y="597495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172716" y="57159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172716" y="545696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172716" y="519797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172716" y="49389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204347" y="63122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430223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5188607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5946992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6705376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tx597"/>
            <p:cNvSpPr/>
            <p:nvPr/>
          </p:nvSpPr>
          <p:spPr>
            <a:xfrm>
              <a:off x="4398447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5156832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0" name="tx599"/>
            <p:cNvSpPr/>
            <p:nvPr/>
          </p:nvSpPr>
          <p:spPr>
            <a:xfrm>
              <a:off x="5915216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1" name="tx600"/>
            <p:cNvSpPr/>
            <p:nvPr/>
          </p:nvSpPr>
          <p:spPr>
            <a:xfrm>
              <a:off x="6673601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2" name="tx601"/>
            <p:cNvSpPr/>
            <p:nvPr/>
          </p:nvSpPr>
          <p:spPr>
            <a:xfrm>
              <a:off x="5281459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3" name="tx602"/>
            <p:cNvSpPr/>
            <p:nvPr/>
          </p:nvSpPr>
          <p:spPr>
            <a:xfrm>
              <a:off x="4204347" y="4698415"/>
              <a:ext cx="93945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4" name="rc603"/>
            <p:cNvSpPr/>
            <p:nvPr/>
          </p:nvSpPr>
          <p:spPr>
            <a:xfrm>
              <a:off x="1548979" y="6778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tx604"/>
            <p:cNvSpPr/>
            <p:nvPr/>
          </p:nvSpPr>
          <p:spPr>
            <a:xfrm>
              <a:off x="1548979" y="6822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6" name="rc605"/>
            <p:cNvSpPr/>
            <p:nvPr/>
          </p:nvSpPr>
          <p:spPr>
            <a:xfrm>
              <a:off x="2092484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144517" y="6830517"/>
              <a:ext cx="75934" cy="75934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570460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622492" y="6830517"/>
              <a:ext cx="75934" cy="75934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3054745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3106777" y="6830517"/>
              <a:ext cx="75934" cy="75934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3520102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572134" y="6830517"/>
              <a:ext cx="75934" cy="75934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99807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050110" y="6830517"/>
              <a:ext cx="75934" cy="75934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446343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515466" y="6830517"/>
              <a:ext cx="75934" cy="75934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4928791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980823" y="6830517"/>
              <a:ext cx="75934" cy="75934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538143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433470" y="6830517"/>
              <a:ext cx="75934" cy="75934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1"/>
            <p:cNvSpPr/>
            <p:nvPr/>
          </p:nvSpPr>
          <p:spPr>
            <a:xfrm>
              <a:off x="5859413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911445" y="6830517"/>
              <a:ext cx="75934" cy="75934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3"/>
            <p:cNvSpPr/>
            <p:nvPr/>
          </p:nvSpPr>
          <p:spPr>
            <a:xfrm>
              <a:off x="6331079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383112" y="6830517"/>
              <a:ext cx="75934" cy="75934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tx625"/>
            <p:cNvSpPr/>
            <p:nvPr/>
          </p:nvSpPr>
          <p:spPr>
            <a:xfrm>
              <a:off x="2335747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2813723" y="6827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29800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763364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4241340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470669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32" name="tx631"/>
            <p:cNvSpPr/>
            <p:nvPr/>
          </p:nvSpPr>
          <p:spPr>
            <a:xfrm>
              <a:off x="5172053" y="6827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33" name="tx632"/>
            <p:cNvSpPr/>
            <p:nvPr/>
          </p:nvSpPr>
          <p:spPr>
            <a:xfrm>
              <a:off x="5624700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4" name="tx633"/>
            <p:cNvSpPr/>
            <p:nvPr/>
          </p:nvSpPr>
          <p:spPr>
            <a:xfrm>
              <a:off x="6102676" y="6827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5" name="tx634"/>
            <p:cNvSpPr/>
            <p:nvPr/>
          </p:nvSpPr>
          <p:spPr>
            <a:xfrm>
              <a:off x="6574342" y="6827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2026-07-20T15:32:02Z</dcterms:modified>
  <cp:category/>
</cp:coreProperties>
</file>