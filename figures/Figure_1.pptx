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7315200" cy="7315200"/>
            <a:chOff x="914400" y="914400"/>
            <a:chExt cx="7315200" cy="73152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73152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29600" y="914400"/>
              <a:ext cx="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39705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749402" y="939705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3032001"/>
              <a:ext cx="3784392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749402" y="3032001"/>
              <a:ext cx="3429587" cy="209229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5124297"/>
              <a:ext cx="3784392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749402" y="5124297"/>
              <a:ext cx="3429587" cy="30799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564307" y="2516442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639136" y="243724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82367" y="2556743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736416" y="2553306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19161" y="25827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654605" y="24154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20704" y="232230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96724" y="253509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90097" y="261616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723524" y="2392350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631339" y="262561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573056" y="255408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449199" y="187406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681361" y="246332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539050" y="2547224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456739" y="261937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631492" y="264857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440638" y="245400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480700" y="173255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470612" y="194298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464143" y="263794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554162" y="240919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476046" y="234595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682501" y="235690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649567" y="253943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430737" y="247180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618199" y="1933908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491815" y="208788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556694" y="2579961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361012" y="23350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538715" y="259411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467978" y="269577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506256" y="240915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504978" y="256814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599912" y="1538133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537270" y="261952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420705" y="2233049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347993" y="185795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555126" y="124206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434885" y="212034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366392" y="2306897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488917" y="214934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574629" y="227778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438392" y="244893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503845" y="2350999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357636" y="233471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546054" y="244741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528951" y="2435535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4284130" y="245497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4467991" y="245248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4363178" y="2403680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4325924" y="255831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4325495" y="2141550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4363113" y="2161837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4470422" y="240615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4510442" y="2321284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4305953" y="222115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4322737" y="19688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4316910" y="204354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4487263" y="18902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4381034" y="2150332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4396701" y="2076939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4429893" y="252285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4355488" y="234017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4381811" y="223671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4472437" y="2304967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4439694" y="201677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4342687" y="227256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4315429" y="212257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4326322" y="199883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4350470" y="2184777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4325482" y="2151131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684045" y="2055912"/>
              <a:ext cx="2737260" cy="627946"/>
            </a:xfrm>
            <a:custGeom>
              <a:avLst/>
              <a:pathLst>
                <a:path w="2737260" h="627946">
                  <a:moveTo>
                    <a:pt x="0" y="178221"/>
                  </a:moveTo>
                  <a:lnTo>
                    <a:pt x="1446151" y="171035"/>
                  </a:lnTo>
                  <a:lnTo>
                    <a:pt x="1824840" y="135950"/>
                  </a:lnTo>
                  <a:lnTo>
                    <a:pt x="2358571" y="62380"/>
                  </a:lnTo>
                  <a:lnTo>
                    <a:pt x="2737260" y="0"/>
                  </a:lnTo>
                  <a:lnTo>
                    <a:pt x="2737260" y="406931"/>
                  </a:lnTo>
                  <a:lnTo>
                    <a:pt x="2358571" y="399783"/>
                  </a:lnTo>
                  <a:lnTo>
                    <a:pt x="1824840" y="404059"/>
                  </a:lnTo>
                  <a:lnTo>
                    <a:pt x="1446151" y="424207"/>
                  </a:lnTo>
                  <a:lnTo>
                    <a:pt x="0" y="62794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684045" y="2055912"/>
              <a:ext cx="2737260" cy="178221"/>
            </a:xfrm>
            <a:custGeom>
              <a:avLst/>
              <a:pathLst>
                <a:path w="2737260" h="178221">
                  <a:moveTo>
                    <a:pt x="0" y="178221"/>
                  </a:moveTo>
                  <a:lnTo>
                    <a:pt x="1446151" y="171035"/>
                  </a:lnTo>
                  <a:lnTo>
                    <a:pt x="1824840" y="135950"/>
                  </a:lnTo>
                  <a:lnTo>
                    <a:pt x="2358571" y="62380"/>
                  </a:lnTo>
                  <a:lnTo>
                    <a:pt x="273726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684045" y="2455695"/>
              <a:ext cx="2737260" cy="228163"/>
            </a:xfrm>
            <a:custGeom>
              <a:avLst/>
              <a:pathLst>
                <a:path w="2737260" h="228163">
                  <a:moveTo>
                    <a:pt x="2737260" y="7147"/>
                  </a:moveTo>
                  <a:lnTo>
                    <a:pt x="2358571" y="0"/>
                  </a:lnTo>
                  <a:lnTo>
                    <a:pt x="1824840" y="4276"/>
                  </a:lnTo>
                  <a:lnTo>
                    <a:pt x="1446151" y="24423"/>
                  </a:lnTo>
                  <a:lnTo>
                    <a:pt x="0" y="2281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684045" y="2259377"/>
              <a:ext cx="2737260" cy="199618"/>
            </a:xfrm>
            <a:custGeom>
              <a:avLst/>
              <a:pathLst>
                <a:path w="2737260" h="199618">
                  <a:moveTo>
                    <a:pt x="0" y="199618"/>
                  </a:moveTo>
                  <a:lnTo>
                    <a:pt x="1446151" y="94155"/>
                  </a:lnTo>
                  <a:lnTo>
                    <a:pt x="1824840" y="66539"/>
                  </a:lnTo>
                  <a:lnTo>
                    <a:pt x="2358571" y="27616"/>
                  </a:lnTo>
                  <a:lnTo>
                    <a:pt x="2737260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941611" y="1344227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0.271</a:t>
              </a:r>
            </a:p>
          </p:txBody>
        </p:sp>
        <p:sp>
          <p:nvSpPr>
            <p:cNvPr id="90" name="rc89"/>
            <p:cNvSpPr/>
            <p:nvPr/>
          </p:nvSpPr>
          <p:spPr>
            <a:xfrm>
              <a:off x="1408383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408383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tx91"/>
            <p:cNvSpPr/>
            <p:nvPr/>
          </p:nvSpPr>
          <p:spPr>
            <a:xfrm rot="-5400000">
              <a:off x="1177387" y="2461163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3" name="tx92"/>
            <p:cNvSpPr/>
            <p:nvPr/>
          </p:nvSpPr>
          <p:spPr>
            <a:xfrm rot="-5400000">
              <a:off x="1177387" y="2026865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77387" y="159256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38525" y="1158269"/>
              <a:ext cx="27194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6" name="pl95"/>
            <p:cNvSpPr/>
            <p:nvPr/>
          </p:nvSpPr>
          <p:spPr>
            <a:xfrm>
              <a:off x="1370425" y="251127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6"/>
            <p:cNvSpPr/>
            <p:nvPr/>
          </p:nvSpPr>
          <p:spPr>
            <a:xfrm>
              <a:off x="1370425" y="20769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370425" y="16426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370425" y="120837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408383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684045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2596465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3508885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4421306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tx104"/>
            <p:cNvSpPr/>
            <p:nvPr/>
          </p:nvSpPr>
          <p:spPr>
            <a:xfrm>
              <a:off x="1645183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6" name="tx105"/>
            <p:cNvSpPr/>
            <p:nvPr/>
          </p:nvSpPr>
          <p:spPr>
            <a:xfrm>
              <a:off x="2557603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3470023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4382444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09" name="tx108"/>
            <p:cNvSpPr/>
            <p:nvPr/>
          </p:nvSpPr>
          <p:spPr>
            <a:xfrm rot="-5400000">
              <a:off x="910098" y="1948272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408383" y="965010"/>
              <a:ext cx="142161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972543" y="2362980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5057484" y="1486393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975459" y="235451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997471" y="225178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5073393" y="24413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5077169" y="1751736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5091771" y="1304730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5023940" y="2113885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948748" y="265466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5069594" y="2072837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965707" y="2676451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956648" y="1752039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883091" y="226684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936935" y="2695776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967680" y="1940806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909220" y="124206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6028563" y="2661856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968162" y="2602012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879964" y="229136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951852" y="266868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864052" y="2456320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6008957" y="266516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6011178" y="217423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874240" y="203835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831745" y="2099131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823696" y="189944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978184" y="2422680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826553" y="2657976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949535" y="2401316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6791058" y="249700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6940632" y="259997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6743897" y="2353406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6798637" y="181844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968401" y="1461539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6830286" y="170289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6980937" y="2433158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951912" y="2373521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882500" y="1779382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6883134" y="1991658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6889155" y="257437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6794508" y="1727363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6995709" y="1929415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6939281" y="2126796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6940673" y="254446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6884627" y="2117353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6879869" y="251627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6771787" y="1908272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6815677" y="2131962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7688756" y="2245745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7865337" y="2396305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7735878" y="2455294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7696977" y="2227262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7742344" y="2101797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7714777" y="2156324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7788785" y="2394823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7712427" y="2181092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7713791" y="2432817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7841228" y="2312898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7940029" y="2138026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7682675" y="1811929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7903282" y="241957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7934693" y="263479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7865623" y="2486910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7754686" y="2254198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7710690" y="238811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7683276" y="2228430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7887012" y="2204425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7913996" y="2025175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7809687" y="2071033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7925839" y="2141801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7906765" y="2526550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7803822" y="2220293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5022432" y="1992921"/>
              <a:ext cx="2821906" cy="456236"/>
            </a:xfrm>
            <a:custGeom>
              <a:avLst/>
              <a:pathLst>
                <a:path w="2821906" h="456236">
                  <a:moveTo>
                    <a:pt x="0" y="0"/>
                  </a:moveTo>
                  <a:lnTo>
                    <a:pt x="1490872" y="115992"/>
                  </a:lnTo>
                  <a:lnTo>
                    <a:pt x="1881271" y="134921"/>
                  </a:lnTo>
                  <a:lnTo>
                    <a:pt x="2431507" y="152460"/>
                  </a:lnTo>
                  <a:lnTo>
                    <a:pt x="2821906" y="159373"/>
                  </a:lnTo>
                  <a:lnTo>
                    <a:pt x="2821906" y="456236"/>
                  </a:lnTo>
                  <a:lnTo>
                    <a:pt x="2431507" y="425393"/>
                  </a:lnTo>
                  <a:lnTo>
                    <a:pt x="1881271" y="389716"/>
                  </a:lnTo>
                  <a:lnTo>
                    <a:pt x="1490872" y="370888"/>
                  </a:lnTo>
                  <a:lnTo>
                    <a:pt x="0" y="34269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5022432" y="1992921"/>
              <a:ext cx="2821906" cy="159373"/>
            </a:xfrm>
            <a:custGeom>
              <a:avLst/>
              <a:pathLst>
                <a:path w="2821906" h="159373">
                  <a:moveTo>
                    <a:pt x="0" y="0"/>
                  </a:moveTo>
                  <a:lnTo>
                    <a:pt x="1490872" y="115992"/>
                  </a:lnTo>
                  <a:lnTo>
                    <a:pt x="1881271" y="134921"/>
                  </a:lnTo>
                  <a:lnTo>
                    <a:pt x="2431507" y="152460"/>
                  </a:lnTo>
                  <a:lnTo>
                    <a:pt x="2821906" y="1593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5022432" y="2335615"/>
              <a:ext cx="2821906" cy="113542"/>
            </a:xfrm>
            <a:custGeom>
              <a:avLst/>
              <a:pathLst>
                <a:path w="2821906" h="113542">
                  <a:moveTo>
                    <a:pt x="2821906" y="113542"/>
                  </a:moveTo>
                  <a:lnTo>
                    <a:pt x="2431507" y="82699"/>
                  </a:lnTo>
                  <a:lnTo>
                    <a:pt x="1881271" y="47022"/>
                  </a:lnTo>
                  <a:lnTo>
                    <a:pt x="1490872" y="281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5022432" y="2164268"/>
              <a:ext cx="2821906" cy="136458"/>
            </a:xfrm>
            <a:custGeom>
              <a:avLst/>
              <a:pathLst>
                <a:path w="2821906" h="136458">
                  <a:moveTo>
                    <a:pt x="0" y="0"/>
                  </a:moveTo>
                  <a:lnTo>
                    <a:pt x="1490872" y="72093"/>
                  </a:lnTo>
                  <a:lnTo>
                    <a:pt x="1881271" y="90972"/>
                  </a:lnTo>
                  <a:lnTo>
                    <a:pt x="2431507" y="117579"/>
                  </a:lnTo>
                  <a:lnTo>
                    <a:pt x="2821906" y="13645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7364645" y="134420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0.163</a:t>
              </a:r>
            </a:p>
          </p:txBody>
        </p:sp>
        <p:sp>
          <p:nvSpPr>
            <p:cNvPr id="189" name="rc188"/>
            <p:cNvSpPr/>
            <p:nvPr/>
          </p:nvSpPr>
          <p:spPr>
            <a:xfrm>
              <a:off x="4837970" y="1208169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837970" y="1208169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800012" y="2496283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800012" y="19679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800012" y="143958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837970" y="2807247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5022432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5963068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6903703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7844339" y="2807247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tx198"/>
            <p:cNvSpPr/>
            <p:nvPr/>
          </p:nvSpPr>
          <p:spPr>
            <a:xfrm>
              <a:off x="4983570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0" name="tx199"/>
            <p:cNvSpPr/>
            <p:nvPr/>
          </p:nvSpPr>
          <p:spPr>
            <a:xfrm>
              <a:off x="5924206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6864841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7805477" y="2875571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4837970" y="965010"/>
              <a:ext cx="1411559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4" name="rc203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1552500" y="465318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642371" y="449577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764628" y="4723233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19161" y="458245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910446" y="461409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863635" y="4477716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929921" y="413203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78023" y="458479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577225" y="453460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925562" y="447864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789734" y="473414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445627" y="478601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369370" y="355247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804370" y="464958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593739" y="467535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433034" y="450455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615396" y="467733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388033" y="468130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425865" y="403513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816065" y="418052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524428" y="441169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537437" y="450136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536096" y="433890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787079" y="456060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640556" y="458957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559207" y="4453811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536272" y="387973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571965" y="414390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3532094" y="4437382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345889" y="432567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582211" y="477408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302145" y="4765167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654638" y="454766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374822" y="477723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231335" y="377041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236999" y="479412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557135" y="426620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216169" y="357798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259161" y="346156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547370" y="424853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510029" y="410958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369557" y="406206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488843" y="410229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486255" y="469325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487608" y="4049619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475236" y="4496806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469994" y="451896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248006" y="430274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4066699" y="429098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4161993" y="4405073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4288505" y="4326196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4175306" y="463592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4436482" y="405428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4280530" y="442756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4124956" y="455375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4510442" y="423414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4174473" y="415743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4432368" y="384758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4423550" y="387104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4381723" y="385005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4242719" y="396363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4281827" y="424102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4254400" y="427051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4490773" y="416344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4106673" y="4117144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4385411" y="410707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4088766" y="3904311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4129556" y="403376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4480993" y="408428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4444143" y="387433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4371323" y="411898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4349091" y="392835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1791829" y="3980623"/>
              <a:ext cx="2522065" cy="804147"/>
            </a:xfrm>
            <a:custGeom>
              <a:avLst/>
              <a:pathLst>
                <a:path w="2522065" h="804147">
                  <a:moveTo>
                    <a:pt x="0" y="327941"/>
                  </a:moveTo>
                  <a:lnTo>
                    <a:pt x="1332459" y="242870"/>
                  </a:lnTo>
                  <a:lnTo>
                    <a:pt x="1681377" y="187198"/>
                  </a:lnTo>
                  <a:lnTo>
                    <a:pt x="2173148" y="84011"/>
                  </a:lnTo>
                  <a:lnTo>
                    <a:pt x="2522065" y="0"/>
                  </a:lnTo>
                  <a:lnTo>
                    <a:pt x="2522065" y="427158"/>
                  </a:lnTo>
                  <a:lnTo>
                    <a:pt x="2173148" y="440670"/>
                  </a:lnTo>
                  <a:lnTo>
                    <a:pt x="1681377" y="474937"/>
                  </a:lnTo>
                  <a:lnTo>
                    <a:pt x="1332459" y="516789"/>
                  </a:lnTo>
                  <a:lnTo>
                    <a:pt x="0" y="80414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791829" y="3980623"/>
              <a:ext cx="2522065" cy="327941"/>
            </a:xfrm>
            <a:custGeom>
              <a:avLst/>
              <a:pathLst>
                <a:path w="2522065" h="327941">
                  <a:moveTo>
                    <a:pt x="0" y="327941"/>
                  </a:moveTo>
                  <a:lnTo>
                    <a:pt x="1332459" y="242870"/>
                  </a:lnTo>
                  <a:lnTo>
                    <a:pt x="1681377" y="187198"/>
                  </a:lnTo>
                  <a:lnTo>
                    <a:pt x="2173148" y="84011"/>
                  </a:lnTo>
                  <a:lnTo>
                    <a:pt x="2522065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791829" y="4407781"/>
              <a:ext cx="2522065" cy="376989"/>
            </a:xfrm>
            <a:custGeom>
              <a:avLst/>
              <a:pathLst>
                <a:path w="2522065" h="376989">
                  <a:moveTo>
                    <a:pt x="2522065" y="0"/>
                  </a:moveTo>
                  <a:lnTo>
                    <a:pt x="2173148" y="13512"/>
                  </a:lnTo>
                  <a:lnTo>
                    <a:pt x="1681377" y="47778"/>
                  </a:lnTo>
                  <a:lnTo>
                    <a:pt x="1332459" y="89631"/>
                  </a:lnTo>
                  <a:lnTo>
                    <a:pt x="0" y="3769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791829" y="4194202"/>
              <a:ext cx="2522065" cy="352465"/>
            </a:xfrm>
            <a:custGeom>
              <a:avLst/>
              <a:pathLst>
                <a:path w="2522065" h="352465">
                  <a:moveTo>
                    <a:pt x="0" y="352465"/>
                  </a:moveTo>
                  <a:lnTo>
                    <a:pt x="1332459" y="166250"/>
                  </a:lnTo>
                  <a:lnTo>
                    <a:pt x="1681377" y="117488"/>
                  </a:lnTo>
                  <a:lnTo>
                    <a:pt x="2173148" y="48762"/>
                  </a:lnTo>
                  <a:lnTo>
                    <a:pt x="2522065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tx280"/>
            <p:cNvSpPr/>
            <p:nvPr/>
          </p:nvSpPr>
          <p:spPr>
            <a:xfrm>
              <a:off x="3834200" y="3509140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0.074</a:t>
              </a:r>
            </a:p>
          </p:txBody>
        </p:sp>
        <p:sp>
          <p:nvSpPr>
            <p:cNvPr id="282" name="rc281"/>
            <p:cNvSpPr/>
            <p:nvPr/>
          </p:nvSpPr>
          <p:spPr>
            <a:xfrm>
              <a:off x="1408383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08383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tx283"/>
            <p:cNvSpPr/>
            <p:nvPr/>
          </p:nvSpPr>
          <p:spPr>
            <a:xfrm rot="-5400000">
              <a:off x="1177387" y="479272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5" name="tx284"/>
            <p:cNvSpPr/>
            <p:nvPr/>
          </p:nvSpPr>
          <p:spPr>
            <a:xfrm rot="-5400000">
              <a:off x="1177387" y="449662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6" name="tx285"/>
            <p:cNvSpPr/>
            <p:nvPr/>
          </p:nvSpPr>
          <p:spPr>
            <a:xfrm rot="-5400000">
              <a:off x="1177387" y="420051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77387" y="390441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77387" y="360830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77387" y="3312202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0" name="pl289"/>
            <p:cNvSpPr/>
            <p:nvPr/>
          </p:nvSpPr>
          <p:spPr>
            <a:xfrm>
              <a:off x="1370425" y="484283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0"/>
            <p:cNvSpPr/>
            <p:nvPr/>
          </p:nvSpPr>
          <p:spPr>
            <a:xfrm>
              <a:off x="1370425" y="454673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370425" y="425062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370425" y="39545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370425" y="365841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370425" y="33623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408383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791829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2632517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3473206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4313895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tx300"/>
            <p:cNvSpPr/>
            <p:nvPr/>
          </p:nvSpPr>
          <p:spPr>
            <a:xfrm>
              <a:off x="1752967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2" name="tx301"/>
            <p:cNvSpPr/>
            <p:nvPr/>
          </p:nvSpPr>
          <p:spPr>
            <a:xfrm>
              <a:off x="2593655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3" name="tx302"/>
            <p:cNvSpPr/>
            <p:nvPr/>
          </p:nvSpPr>
          <p:spPr>
            <a:xfrm>
              <a:off x="3434344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4275033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5" name="tx304"/>
            <p:cNvSpPr/>
            <p:nvPr/>
          </p:nvSpPr>
          <p:spPr>
            <a:xfrm rot="-5400000">
              <a:off x="910098" y="4040568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408383" y="3057306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5295327" y="431632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5069734" y="360041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5248000" y="4394340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979971" y="4136911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966786" y="444575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5070160" y="350572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5240337" y="34615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5024606" y="385266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948748" y="460274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5351002" y="420080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815969" y="449279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770943" y="394805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6085229" y="439581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801618" y="465284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829837" y="427749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988178" y="392263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839958" y="473597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858814" y="461729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6111899" y="447554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6231528" y="473165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6179675" y="460711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6078915" y="472844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6199530" y="443323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6105236" y="437817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854699" y="411080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804114" y="415439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6214939" y="449057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788516" y="4794129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6792271" y="4480430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6840093" y="455246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6695439" y="452601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635458" y="458407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6982906" y="366709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6645417" y="371713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7097444" y="4299055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6925047" y="447081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6995317" y="459735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6968269" y="426235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6948387" y="403233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6693716" y="465510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6927635" y="386401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6632739" y="423889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6966247" y="430325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821034" y="458951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6762381" y="4033107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6762563" y="428871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6798514" y="400621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6916361" y="425308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7491037" y="4423050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7913359" y="452383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7810845" y="4269433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7594132" y="404319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7725498" y="424272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7559944" y="428539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7529319" y="444095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7517453" y="433100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7567861" y="444042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7895316" y="434887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7566470" y="408711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7906019" y="3779141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7479830" y="445505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7715745" y="462410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7605976" y="458900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7899419" y="432350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7611593" y="451719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7940029" y="440333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7744873" y="3864128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7751422" y="421943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7635099" y="431219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7887588" y="425493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7516018" y="458424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7558835" y="420892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5176363" y="4105908"/>
              <a:ext cx="2574234" cy="393300"/>
            </a:xfrm>
            <a:custGeom>
              <a:avLst/>
              <a:pathLst>
                <a:path w="2574234" h="393300">
                  <a:moveTo>
                    <a:pt x="0" y="0"/>
                  </a:moveTo>
                  <a:lnTo>
                    <a:pt x="1360021" y="114753"/>
                  </a:lnTo>
                  <a:lnTo>
                    <a:pt x="1716156" y="131449"/>
                  </a:lnTo>
                  <a:lnTo>
                    <a:pt x="2218100" y="143694"/>
                  </a:lnTo>
                  <a:lnTo>
                    <a:pt x="2574234" y="146101"/>
                  </a:lnTo>
                  <a:lnTo>
                    <a:pt x="2574234" y="393300"/>
                  </a:lnTo>
                  <a:lnTo>
                    <a:pt x="2218100" y="362584"/>
                  </a:lnTo>
                  <a:lnTo>
                    <a:pt x="1716156" y="328146"/>
                  </a:lnTo>
                  <a:lnTo>
                    <a:pt x="1360021" y="311719"/>
                  </a:lnTo>
                  <a:lnTo>
                    <a:pt x="0" y="299982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5176363" y="4105908"/>
              <a:ext cx="2574234" cy="146101"/>
            </a:xfrm>
            <a:custGeom>
              <a:avLst/>
              <a:pathLst>
                <a:path w="2574234" h="146101">
                  <a:moveTo>
                    <a:pt x="0" y="0"/>
                  </a:moveTo>
                  <a:lnTo>
                    <a:pt x="1360021" y="114753"/>
                  </a:lnTo>
                  <a:lnTo>
                    <a:pt x="1716156" y="131449"/>
                  </a:lnTo>
                  <a:lnTo>
                    <a:pt x="2218100" y="143694"/>
                  </a:lnTo>
                  <a:lnTo>
                    <a:pt x="2574234" y="146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5176363" y="4405890"/>
              <a:ext cx="2574234" cy="93318"/>
            </a:xfrm>
            <a:custGeom>
              <a:avLst/>
              <a:pathLst>
                <a:path w="2574234" h="93318">
                  <a:moveTo>
                    <a:pt x="2574234" y="93318"/>
                  </a:moveTo>
                  <a:lnTo>
                    <a:pt x="2218100" y="62602"/>
                  </a:lnTo>
                  <a:lnTo>
                    <a:pt x="1716156" y="28164"/>
                  </a:lnTo>
                  <a:lnTo>
                    <a:pt x="1360021" y="1173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5176363" y="4255899"/>
              <a:ext cx="2574234" cy="119710"/>
            </a:xfrm>
            <a:custGeom>
              <a:avLst/>
              <a:pathLst>
                <a:path w="2574234" h="119710">
                  <a:moveTo>
                    <a:pt x="0" y="0"/>
                  </a:moveTo>
                  <a:lnTo>
                    <a:pt x="1360021" y="63245"/>
                  </a:lnTo>
                  <a:lnTo>
                    <a:pt x="1716156" y="79806"/>
                  </a:lnTo>
                  <a:lnTo>
                    <a:pt x="2218100" y="103148"/>
                  </a:lnTo>
                  <a:lnTo>
                    <a:pt x="2574234" y="11971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tx383"/>
            <p:cNvSpPr/>
            <p:nvPr/>
          </p:nvSpPr>
          <p:spPr>
            <a:xfrm>
              <a:off x="7270904" y="3511959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0.213</a:t>
              </a:r>
            </a:p>
          </p:txBody>
        </p:sp>
        <p:sp>
          <p:nvSpPr>
            <p:cNvPr id="385" name="rc384"/>
            <p:cNvSpPr/>
            <p:nvPr/>
          </p:nvSpPr>
          <p:spPr>
            <a:xfrm>
              <a:off x="4837970" y="3300465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837970" y="3300465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800012" y="470567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800012" y="443388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800012" y="416209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800012" y="389030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800012" y="36185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800012" y="334672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837970" y="4899543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5176363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6034442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6892520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7750598" y="4899543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tx397"/>
            <p:cNvSpPr/>
            <p:nvPr/>
          </p:nvSpPr>
          <p:spPr>
            <a:xfrm>
              <a:off x="5137501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9" name="tx398"/>
            <p:cNvSpPr/>
            <p:nvPr/>
          </p:nvSpPr>
          <p:spPr>
            <a:xfrm>
              <a:off x="5995580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0" name="tx399"/>
            <p:cNvSpPr/>
            <p:nvPr/>
          </p:nvSpPr>
          <p:spPr>
            <a:xfrm>
              <a:off x="6853658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1" name="tx400"/>
            <p:cNvSpPr/>
            <p:nvPr/>
          </p:nvSpPr>
          <p:spPr>
            <a:xfrm>
              <a:off x="7711736" y="4967867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4837970" y="3057306"/>
              <a:ext cx="1244315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714171" y="643224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535132" y="629423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550741" y="6378307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566910" y="657314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19161" y="674102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824393" y="640400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778136" y="653763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791400" y="65781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724161" y="668003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72285" y="635993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622362" y="655236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440282" y="578490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698548" y="594361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17308" y="619624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456669" y="633942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397940" y="688642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449788" y="659590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364581" y="614806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62199" y="564292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395441" y="555386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487244" y="643055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438106" y="612657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383930" y="591540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735779" y="605981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562257" y="659077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463105" y="653198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709008" y="596478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56419" y="601205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213076" y="6635787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508026" y="631453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466292" y="643916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525806" y="6712242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544086" y="629011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646662" y="659444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146817" y="570729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286737" y="651318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160583" y="618234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515526" y="597922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434850" y="561394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253212" y="585078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645824" y="6539492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394266" y="6107363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336695" y="6256622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210845" y="6057515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603879" y="6507960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221567" y="610291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386197" y="6467305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618181" y="6424475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4353555" y="648326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4360736" y="6428496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4481487" y="6624009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4268556" y="615822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4221786" y="622239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4446137" y="564615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4062291" y="619678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4440515" y="6426106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4510442" y="621350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4223693" y="608592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4249010" y="602407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4500802" y="587594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4223538" y="6375587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4197530" y="576743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4060250" y="6690370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4156080" y="6539956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4215851" y="6352019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4413214" y="6449135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4233473" y="6303802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4435683" y="649820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4184930" y="6276322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4073616" y="619017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4063197" y="620011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4106120" y="627193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1673161" y="6068190"/>
              <a:ext cx="2642423" cy="477959"/>
            </a:xfrm>
            <a:custGeom>
              <a:avLst/>
              <a:pathLst>
                <a:path w="2642423" h="477959">
                  <a:moveTo>
                    <a:pt x="0" y="0"/>
                  </a:moveTo>
                  <a:lnTo>
                    <a:pt x="1396047" y="105785"/>
                  </a:lnTo>
                  <a:lnTo>
                    <a:pt x="1761615" y="95719"/>
                  </a:lnTo>
                  <a:lnTo>
                    <a:pt x="2276855" y="52952"/>
                  </a:lnTo>
                  <a:lnTo>
                    <a:pt x="2642423" y="11320"/>
                  </a:lnTo>
                  <a:lnTo>
                    <a:pt x="2642423" y="428705"/>
                  </a:lnTo>
                  <a:lnTo>
                    <a:pt x="2276855" y="392321"/>
                  </a:lnTo>
                  <a:lnTo>
                    <a:pt x="1761615" y="356951"/>
                  </a:lnTo>
                  <a:lnTo>
                    <a:pt x="1396047" y="352133"/>
                  </a:lnTo>
                  <a:lnTo>
                    <a:pt x="0" y="477959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673161" y="6068190"/>
              <a:ext cx="2642423" cy="105785"/>
            </a:xfrm>
            <a:custGeom>
              <a:avLst/>
              <a:pathLst>
                <a:path w="2642423" h="105785">
                  <a:moveTo>
                    <a:pt x="0" y="0"/>
                  </a:moveTo>
                  <a:lnTo>
                    <a:pt x="1396047" y="105785"/>
                  </a:lnTo>
                  <a:lnTo>
                    <a:pt x="1761615" y="95719"/>
                  </a:lnTo>
                  <a:lnTo>
                    <a:pt x="2276855" y="52952"/>
                  </a:lnTo>
                  <a:lnTo>
                    <a:pt x="2642423" y="1132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673161" y="6420323"/>
              <a:ext cx="2642423" cy="125826"/>
            </a:xfrm>
            <a:custGeom>
              <a:avLst/>
              <a:pathLst>
                <a:path w="2642423" h="125826">
                  <a:moveTo>
                    <a:pt x="2642423" y="76571"/>
                  </a:moveTo>
                  <a:lnTo>
                    <a:pt x="2276855" y="40188"/>
                  </a:lnTo>
                  <a:lnTo>
                    <a:pt x="1761615" y="4817"/>
                  </a:lnTo>
                  <a:lnTo>
                    <a:pt x="1396047" y="0"/>
                  </a:lnTo>
                  <a:lnTo>
                    <a:pt x="0" y="125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673161" y="6288203"/>
              <a:ext cx="2642423" cy="18966"/>
            </a:xfrm>
            <a:custGeom>
              <a:avLst/>
              <a:pathLst>
                <a:path w="2642423" h="18966">
                  <a:moveTo>
                    <a:pt x="0" y="18966"/>
                  </a:moveTo>
                  <a:lnTo>
                    <a:pt x="1396047" y="8946"/>
                  </a:lnTo>
                  <a:lnTo>
                    <a:pt x="1761615" y="6322"/>
                  </a:lnTo>
                  <a:lnTo>
                    <a:pt x="2276855" y="2623"/>
                  </a:lnTo>
                  <a:lnTo>
                    <a:pt x="264242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tx479"/>
            <p:cNvSpPr/>
            <p:nvPr/>
          </p:nvSpPr>
          <p:spPr>
            <a:xfrm>
              <a:off x="3835890" y="5602355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0.921</a:t>
              </a:r>
            </a:p>
          </p:txBody>
        </p:sp>
        <p:sp>
          <p:nvSpPr>
            <p:cNvPr id="481" name="rc480"/>
            <p:cNvSpPr/>
            <p:nvPr/>
          </p:nvSpPr>
          <p:spPr>
            <a:xfrm>
              <a:off x="1408383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408383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 rot="-5400000">
              <a:off x="1177387" y="6839670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4" name="tx483"/>
            <p:cNvSpPr/>
            <p:nvPr/>
          </p:nvSpPr>
          <p:spPr>
            <a:xfrm rot="-5400000">
              <a:off x="1177387" y="6432056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5" name="tx484"/>
            <p:cNvSpPr/>
            <p:nvPr/>
          </p:nvSpPr>
          <p:spPr>
            <a:xfrm rot="-5400000">
              <a:off x="1177387" y="6024441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86" name="tx485"/>
            <p:cNvSpPr/>
            <p:nvPr/>
          </p:nvSpPr>
          <p:spPr>
            <a:xfrm rot="-5400000">
              <a:off x="1177387" y="5616827"/>
              <a:ext cx="19421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87" name="pl486"/>
            <p:cNvSpPr/>
            <p:nvPr/>
          </p:nvSpPr>
          <p:spPr>
            <a:xfrm>
              <a:off x="1370425" y="688977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370425" y="648216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370425" y="6074550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370425" y="566693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408383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673161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2553968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3434776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4315584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>
              <a:off x="1634299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97" name="tx496"/>
            <p:cNvSpPr/>
            <p:nvPr/>
          </p:nvSpPr>
          <p:spPr>
            <a:xfrm>
              <a:off x="2515106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8" name="tx497"/>
            <p:cNvSpPr/>
            <p:nvPr/>
          </p:nvSpPr>
          <p:spPr>
            <a:xfrm>
              <a:off x="3395914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9" name="tx498"/>
            <p:cNvSpPr/>
            <p:nvPr/>
          </p:nvSpPr>
          <p:spPr>
            <a:xfrm>
              <a:off x="4276722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0" name="tx499"/>
            <p:cNvSpPr/>
            <p:nvPr/>
          </p:nvSpPr>
          <p:spPr>
            <a:xfrm>
              <a:off x="2686547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1" name="tx500"/>
            <p:cNvSpPr/>
            <p:nvPr/>
          </p:nvSpPr>
          <p:spPr>
            <a:xfrm rot="-5400000">
              <a:off x="910098" y="6132865"/>
              <a:ext cx="256946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ITV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1408383" y="5149602"/>
              <a:ext cx="1254373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3" name="rc502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5386336" y="6350281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4974187" y="6273139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5201855" y="6333993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5013860" y="665306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5427771" y="661222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5029088" y="656870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5265940" y="6087964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948748" y="6371847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5187661" y="6592564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5050141" y="624489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6155884" y="688642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6181085" y="649823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5845106" y="6281259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994202" y="6746991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958376" y="6415793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923214" y="602013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859254" y="6453107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6221146" y="6522598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6135761" y="625811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796419" y="6616590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6120476" y="6201327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6153750" y="6575543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6005786" y="6172181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797845" y="581172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6113581" y="6091199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6018887" y="6142088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914417" y="6264486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6228420" y="6554993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7078804" y="6322762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6923112" y="6382566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6756666" y="659372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6815975" y="6140937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7080013" y="6384572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6856919" y="6162258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6849178" y="569813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6737988" y="644223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6703095" y="626113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755523" y="555386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6876607" y="6267869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7008781" y="6383392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6888119" y="6140004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6647425" y="6066690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6769854" y="592866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6820939" y="648478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6978384" y="6517775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7003418" y="672569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6881694" y="631334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6659148" y="6229027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7860406" y="6278496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7877398" y="640785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7627845" y="6484334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7722631" y="6521883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7768485" y="632044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7640616" y="6254610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7886390" y="648366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7795689" y="6184959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7676218" y="6560527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7940029" y="6403231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7610404" y="6326030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7499767" y="6414257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7905994" y="6371903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7547327" y="6683309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7905855" y="6392483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7661759" y="6410790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7674054" y="6291665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7549154" y="6321180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7534919" y="6698923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7491250" y="6285335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7824842" y="6167798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7849588" y="6197521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7660779" y="6512606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7556214" y="6584242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5227602" y="6194811"/>
              <a:ext cx="2525669" cy="335090"/>
            </a:xfrm>
            <a:custGeom>
              <a:avLst/>
              <a:pathLst>
                <a:path w="2525669" h="335090">
                  <a:moveTo>
                    <a:pt x="0" y="0"/>
                  </a:moveTo>
                  <a:lnTo>
                    <a:pt x="1334363" y="68201"/>
                  </a:lnTo>
                  <a:lnTo>
                    <a:pt x="1683779" y="66556"/>
                  </a:lnTo>
                  <a:lnTo>
                    <a:pt x="2176253" y="49212"/>
                  </a:lnTo>
                  <a:lnTo>
                    <a:pt x="2525669" y="29566"/>
                  </a:lnTo>
                  <a:lnTo>
                    <a:pt x="2525669" y="324941"/>
                  </a:lnTo>
                  <a:lnTo>
                    <a:pt x="2176253" y="302609"/>
                  </a:lnTo>
                  <a:lnTo>
                    <a:pt x="1683779" y="281479"/>
                  </a:lnTo>
                  <a:lnTo>
                    <a:pt x="1334363" y="277148"/>
                  </a:lnTo>
                  <a:lnTo>
                    <a:pt x="0" y="335090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77" name="pl576"/>
            <p:cNvSpPr/>
            <p:nvPr/>
          </p:nvSpPr>
          <p:spPr>
            <a:xfrm>
              <a:off x="5227602" y="6194811"/>
              <a:ext cx="2525669" cy="68201"/>
            </a:xfrm>
            <a:custGeom>
              <a:avLst/>
              <a:pathLst>
                <a:path w="2525669" h="68201">
                  <a:moveTo>
                    <a:pt x="0" y="0"/>
                  </a:moveTo>
                  <a:lnTo>
                    <a:pt x="1334363" y="68201"/>
                  </a:lnTo>
                  <a:lnTo>
                    <a:pt x="1683779" y="66556"/>
                  </a:lnTo>
                  <a:lnTo>
                    <a:pt x="2176253" y="49212"/>
                  </a:lnTo>
                  <a:lnTo>
                    <a:pt x="2525669" y="295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8" name="pl577"/>
            <p:cNvSpPr/>
            <p:nvPr/>
          </p:nvSpPr>
          <p:spPr>
            <a:xfrm>
              <a:off x="5227602" y="6471960"/>
              <a:ext cx="2525669" cy="57942"/>
            </a:xfrm>
            <a:custGeom>
              <a:avLst/>
              <a:pathLst>
                <a:path w="2525669" h="57942">
                  <a:moveTo>
                    <a:pt x="2525669" y="47793"/>
                  </a:moveTo>
                  <a:lnTo>
                    <a:pt x="2176253" y="25461"/>
                  </a:lnTo>
                  <a:lnTo>
                    <a:pt x="1683779" y="4330"/>
                  </a:lnTo>
                  <a:lnTo>
                    <a:pt x="1334363" y="0"/>
                  </a:lnTo>
                  <a:lnTo>
                    <a:pt x="0" y="579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79" name="pl578"/>
            <p:cNvSpPr/>
            <p:nvPr/>
          </p:nvSpPr>
          <p:spPr>
            <a:xfrm>
              <a:off x="5227602" y="6362357"/>
              <a:ext cx="2525669" cy="9708"/>
            </a:xfrm>
            <a:custGeom>
              <a:avLst/>
              <a:pathLst>
                <a:path w="2525669" h="9708">
                  <a:moveTo>
                    <a:pt x="0" y="0"/>
                  </a:moveTo>
                  <a:lnTo>
                    <a:pt x="1334363" y="5129"/>
                  </a:lnTo>
                  <a:lnTo>
                    <a:pt x="1683779" y="6472"/>
                  </a:lnTo>
                  <a:lnTo>
                    <a:pt x="2176253" y="8365"/>
                  </a:lnTo>
                  <a:lnTo>
                    <a:pt x="2525669" y="9708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0" name="tx579"/>
            <p:cNvSpPr/>
            <p:nvPr/>
          </p:nvSpPr>
          <p:spPr>
            <a:xfrm>
              <a:off x="7273578" y="5602634"/>
              <a:ext cx="47969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 = 0.936</a:t>
              </a:r>
            </a:p>
          </p:txBody>
        </p:sp>
        <p:sp>
          <p:nvSpPr>
            <p:cNvPr id="581" name="rc580"/>
            <p:cNvSpPr/>
            <p:nvPr/>
          </p:nvSpPr>
          <p:spPr>
            <a:xfrm>
              <a:off x="4837970" y="5392761"/>
              <a:ext cx="3290409" cy="159907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837970" y="5392761"/>
              <a:ext cx="0" cy="1599078"/>
            </a:xfrm>
            <a:custGeom>
              <a:avLst/>
              <a:pathLst>
                <a:path w="0" h="1599078">
                  <a:moveTo>
                    <a:pt x="0" y="159907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800012" y="690385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800012" y="661182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800012" y="6319785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800012" y="6027748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800012" y="5735711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800012" y="5443674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837970" y="6991840"/>
              <a:ext cx="3290409" cy="0"/>
            </a:xfrm>
            <a:custGeom>
              <a:avLst/>
              <a:pathLst>
                <a:path w="3290409" h="0">
                  <a:moveTo>
                    <a:pt x="0" y="0"/>
                  </a:moveTo>
                  <a:lnTo>
                    <a:pt x="3290409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5227602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6069492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6911382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7753272" y="6991840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tx593"/>
            <p:cNvSpPr/>
            <p:nvPr/>
          </p:nvSpPr>
          <p:spPr>
            <a:xfrm>
              <a:off x="5188740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5" name="tx594"/>
            <p:cNvSpPr/>
            <p:nvPr/>
          </p:nvSpPr>
          <p:spPr>
            <a:xfrm>
              <a:off x="6030630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96" name="tx595"/>
            <p:cNvSpPr/>
            <p:nvPr/>
          </p:nvSpPr>
          <p:spPr>
            <a:xfrm>
              <a:off x="6872520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97" name="tx596"/>
            <p:cNvSpPr/>
            <p:nvPr/>
          </p:nvSpPr>
          <p:spPr>
            <a:xfrm>
              <a:off x="7714410" y="7060163"/>
              <a:ext cx="7772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98" name="tx597"/>
            <p:cNvSpPr/>
            <p:nvPr/>
          </p:nvSpPr>
          <p:spPr>
            <a:xfrm>
              <a:off x="6116134" y="7273028"/>
              <a:ext cx="734080" cy="118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4837970" y="5149602"/>
              <a:ext cx="1194937" cy="1279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0" name="rc599"/>
            <p:cNvSpPr/>
            <p:nvPr/>
          </p:nvSpPr>
          <p:spPr>
            <a:xfrm>
              <a:off x="2083471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1" name="tx600"/>
            <p:cNvSpPr/>
            <p:nvPr/>
          </p:nvSpPr>
          <p:spPr>
            <a:xfrm>
              <a:off x="3103050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2" name="rc601"/>
            <p:cNvSpPr/>
            <p:nvPr/>
          </p:nvSpPr>
          <p:spPr>
            <a:xfrm>
              <a:off x="2083471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2134685" y="7794288"/>
              <a:ext cx="77571" cy="77571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4" name="rc603"/>
            <p:cNvSpPr/>
            <p:nvPr/>
          </p:nvSpPr>
          <p:spPr>
            <a:xfrm>
              <a:off x="2083471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2134685" y="8050204"/>
              <a:ext cx="77571" cy="77571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6" name="rc605"/>
            <p:cNvSpPr/>
            <p:nvPr/>
          </p:nvSpPr>
          <p:spPr>
            <a:xfrm>
              <a:off x="263256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683777" y="7794288"/>
              <a:ext cx="77571" cy="77571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3256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83777" y="8050204"/>
              <a:ext cx="77571" cy="77571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173883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225097" y="7794288"/>
              <a:ext cx="77571" cy="77571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173883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225097" y="8050204"/>
              <a:ext cx="77571" cy="77571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69974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3750963" y="7794288"/>
              <a:ext cx="77571" cy="77571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69974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750963" y="8050204"/>
              <a:ext cx="77571" cy="77571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241069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292283" y="7794288"/>
              <a:ext cx="77571" cy="77571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4241069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4292283" y="8050204"/>
              <a:ext cx="77571" cy="77571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2339386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3" name="tx622"/>
            <p:cNvSpPr/>
            <p:nvPr/>
          </p:nvSpPr>
          <p:spPr>
            <a:xfrm>
              <a:off x="2339386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4" name="tx623"/>
            <p:cNvSpPr/>
            <p:nvPr/>
          </p:nvSpPr>
          <p:spPr>
            <a:xfrm>
              <a:off x="288847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5" name="tx624"/>
            <p:cNvSpPr/>
            <p:nvPr/>
          </p:nvSpPr>
          <p:spPr>
            <a:xfrm>
              <a:off x="2888478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26" name="tx625"/>
            <p:cNvSpPr/>
            <p:nvPr/>
          </p:nvSpPr>
          <p:spPr>
            <a:xfrm>
              <a:off x="3429798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3429798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955664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955664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496984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496984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  <p:sp>
          <p:nvSpPr>
            <p:cNvPr id="632" name="rc631"/>
            <p:cNvSpPr/>
            <p:nvPr/>
          </p:nvSpPr>
          <p:spPr>
            <a:xfrm>
              <a:off x="4837970" y="7523781"/>
              <a:ext cx="2615321" cy="65520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tx632"/>
            <p:cNvSpPr/>
            <p:nvPr/>
          </p:nvSpPr>
          <p:spPr>
            <a:xfrm>
              <a:off x="5857549" y="7540606"/>
              <a:ext cx="576163" cy="10972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34" name="rc633"/>
            <p:cNvSpPr/>
            <p:nvPr/>
          </p:nvSpPr>
          <p:spPr>
            <a:xfrm>
              <a:off x="4837970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4889184" y="7794288"/>
              <a:ext cx="77571" cy="77571"/>
            </a:xfrm>
            <a:prstGeom prst="ellipse">
              <a:avLst/>
            </a:prstGeom>
            <a:solidFill>
              <a:srgbClr val="5DC1A2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rc635"/>
            <p:cNvSpPr/>
            <p:nvPr/>
          </p:nvSpPr>
          <p:spPr>
            <a:xfrm>
              <a:off x="4837970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4889184" y="8050204"/>
              <a:ext cx="77571" cy="77571"/>
            </a:xfrm>
            <a:prstGeom prst="ellipse">
              <a:avLst/>
            </a:prstGeom>
            <a:solidFill>
              <a:srgbClr val="13815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538706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5438276" y="7794288"/>
              <a:ext cx="77571" cy="77571"/>
            </a:xfrm>
            <a:prstGeom prst="ellipse">
              <a:avLst/>
            </a:prstGeom>
            <a:solidFill>
              <a:srgbClr val="E4D79A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0" name="rc639"/>
            <p:cNvSpPr/>
            <p:nvPr/>
          </p:nvSpPr>
          <p:spPr>
            <a:xfrm>
              <a:off x="538706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5438276" y="8050204"/>
              <a:ext cx="77571" cy="77571"/>
            </a:xfrm>
            <a:prstGeom prst="ellipse">
              <a:avLst/>
            </a:prstGeom>
            <a:solidFill>
              <a:srgbClr val="F5434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rc641"/>
            <p:cNvSpPr/>
            <p:nvPr/>
          </p:nvSpPr>
          <p:spPr>
            <a:xfrm>
              <a:off x="5928382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5979596" y="7794288"/>
              <a:ext cx="77571" cy="77571"/>
            </a:xfrm>
            <a:prstGeom prst="ellipse">
              <a:avLst/>
            </a:prstGeom>
            <a:solidFill>
              <a:srgbClr val="7E0D13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928382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979596" y="8050204"/>
              <a:ext cx="77571" cy="77571"/>
            </a:xfrm>
            <a:prstGeom prst="ellipse">
              <a:avLst/>
            </a:prstGeom>
            <a:solidFill>
              <a:srgbClr val="1B7C88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6" name="rc645"/>
            <p:cNvSpPr/>
            <p:nvPr/>
          </p:nvSpPr>
          <p:spPr>
            <a:xfrm>
              <a:off x="6454248" y="774307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6505462" y="7794288"/>
              <a:ext cx="77571" cy="77571"/>
            </a:xfrm>
            <a:prstGeom prst="ellipse">
              <a:avLst/>
            </a:prstGeom>
            <a:solidFill>
              <a:srgbClr val="F7961E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rc647"/>
            <p:cNvSpPr/>
            <p:nvPr/>
          </p:nvSpPr>
          <p:spPr>
            <a:xfrm>
              <a:off x="6454248" y="7998989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6505462" y="8050204"/>
              <a:ext cx="77571" cy="77571"/>
            </a:xfrm>
            <a:prstGeom prst="ellipse">
              <a:avLst/>
            </a:prstGeom>
            <a:solidFill>
              <a:srgbClr val="5F7385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6995568" y="774307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7046782" y="7794288"/>
              <a:ext cx="77571" cy="77571"/>
            </a:xfrm>
            <a:prstGeom prst="ellipse">
              <a:avLst/>
            </a:prstGeom>
            <a:solidFill>
              <a:srgbClr val="FF9999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2" name="rc651"/>
            <p:cNvSpPr/>
            <p:nvPr/>
          </p:nvSpPr>
          <p:spPr>
            <a:xfrm>
              <a:off x="6995568" y="7998989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7046782" y="8050204"/>
              <a:ext cx="77571" cy="77571"/>
            </a:xfrm>
            <a:prstGeom prst="ellipse">
              <a:avLst/>
            </a:prstGeom>
            <a:solidFill>
              <a:srgbClr val="66B3FF">
                <a:alpha val="80000"/>
              </a:srgbClr>
            </a:solidFill>
          </p:spPr>
          <p:txBody>
            <a:bodyPr/>
            <a:lstStyle/>
            <a:p/>
          </p:txBody>
        </p:sp>
        <p:sp>
          <p:nvSpPr>
            <p:cNvPr id="654" name="tx653"/>
            <p:cNvSpPr/>
            <p:nvPr/>
          </p:nvSpPr>
          <p:spPr>
            <a:xfrm>
              <a:off x="5093885" y="7782965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5093885" y="8038880"/>
              <a:ext cx="21726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564297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5642977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6184297" y="7782965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6184297" y="8038880"/>
              <a:ext cx="194035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6710163" y="7782965"/>
              <a:ext cx="17858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6710163" y="8038880"/>
              <a:ext cx="2094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7251483" y="7782965"/>
              <a:ext cx="2018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3" name="tx662"/>
            <p:cNvSpPr/>
            <p:nvPr/>
          </p:nvSpPr>
          <p:spPr>
            <a:xfrm>
              <a:off x="7251483" y="8038880"/>
              <a:ext cx="18635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2026-07-20T00:48:50Z</dcterms:modified>
  <cp:category/>
</cp:coreProperties>
</file>