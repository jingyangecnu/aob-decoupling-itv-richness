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6120000" cy="5112000"/>
            <a:chOff x="914400" y="914400"/>
            <a:chExt cx="6120000" cy="51120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6120000" cy="511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6120000" cy="511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965010" y="952357"/>
              <a:ext cx="1704152" cy="148365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2669163" y="952357"/>
              <a:ext cx="1438208" cy="148365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4107371" y="952357"/>
              <a:ext cx="1438208" cy="148365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5545580" y="952357"/>
              <a:ext cx="1438208" cy="148365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965010" y="2436011"/>
              <a:ext cx="1704152" cy="148365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2669163" y="2436011"/>
              <a:ext cx="1438208" cy="148365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4107371" y="2436011"/>
              <a:ext cx="1438208" cy="148365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965010" y="3919666"/>
              <a:ext cx="1704152" cy="2068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669163" y="3919666"/>
              <a:ext cx="1438208" cy="2068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4107371" y="3919666"/>
              <a:ext cx="1438208" cy="2068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5545580" y="3919666"/>
              <a:ext cx="1438208" cy="2068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310032" y="1166855"/>
              <a:ext cx="1308520" cy="12027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t17"/>
            <p:cNvSpPr/>
            <p:nvPr/>
          </p:nvSpPr>
          <p:spPr>
            <a:xfrm>
              <a:off x="1389365" y="1989239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t18"/>
            <p:cNvSpPr/>
            <p:nvPr/>
          </p:nvSpPr>
          <p:spPr>
            <a:xfrm>
              <a:off x="1378800" y="1793128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t19"/>
            <p:cNvSpPr/>
            <p:nvPr/>
          </p:nvSpPr>
          <p:spPr>
            <a:xfrm>
              <a:off x="1331952" y="1877331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1402115" y="1607975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1354298" y="2277358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1395208" y="1870238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1370292" y="2089094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1350936" y="1954317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1397606" y="1741863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1372193" y="1887874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1708781" y="1774547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1713628" y="1660873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1671103" y="1647449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1724836" y="1919281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1744165" y="1861969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1685269" y="1726596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1736245" y="1830312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1776315" y="2027990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1731491" y="1956347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1704868" y="1616727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1749610" y="1643756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1712577" y="1898834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1765119" y="1960439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1767949" y="2089912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1757235" y="1951219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1702001" y="1794282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1763358" y="1942173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1676651" y="1806112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2128390" y="1780506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2047915" y="1817930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2071926" y="1978309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2087589" y="1675073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2065158" y="1805965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2060624" y="1827407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2095916" y="1873074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2111364" y="1807306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2064348" y="1927464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2148367" y="1499027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2085526" y="1584259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2079509" y="1551939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2055034" y="1510280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2142624" y="1785956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2066746" y="1742484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2111861" y="1643925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2132938" y="1961255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2043707" y="1835673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2065142" y="1777348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2049231" y="1703575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2458726" y="1642826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2439850" y="1692866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t67"/>
            <p:cNvSpPr/>
            <p:nvPr/>
          </p:nvSpPr>
          <p:spPr>
            <a:xfrm>
              <a:off x="2460606" y="1911760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t68"/>
            <p:cNvSpPr/>
            <p:nvPr/>
          </p:nvSpPr>
          <p:spPr>
            <a:xfrm>
              <a:off x="2462975" y="1714467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t69"/>
            <p:cNvSpPr/>
            <p:nvPr/>
          </p:nvSpPr>
          <p:spPr>
            <a:xfrm>
              <a:off x="2500119" y="1879141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2476943" y="1978155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2426812" y="1792396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2438509" y="1772696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t73"/>
            <p:cNvSpPr/>
            <p:nvPr/>
          </p:nvSpPr>
          <p:spPr>
            <a:xfrm>
              <a:off x="2428143" y="1713868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t74"/>
            <p:cNvSpPr/>
            <p:nvPr/>
          </p:nvSpPr>
          <p:spPr>
            <a:xfrm>
              <a:off x="2460058" y="1872361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2484629" y="1736405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2474456" y="1271325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2433911" y="1892629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2415336" y="1353759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2488933" y="1796505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2469246" y="1539716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2502365" y="1504255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2450616" y="1526221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2471457" y="1865601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4"/>
            <p:cNvSpPr/>
            <p:nvPr/>
          </p:nvSpPr>
          <p:spPr>
            <a:xfrm>
              <a:off x="2521516" y="1692070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t85"/>
            <p:cNvSpPr/>
            <p:nvPr/>
          </p:nvSpPr>
          <p:spPr>
            <a:xfrm>
              <a:off x="2419878" y="1835886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6"/>
            <p:cNvSpPr/>
            <p:nvPr/>
          </p:nvSpPr>
          <p:spPr>
            <a:xfrm>
              <a:off x="2443755" y="1744947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t87"/>
            <p:cNvSpPr/>
            <p:nvPr/>
          </p:nvSpPr>
          <p:spPr>
            <a:xfrm>
              <a:off x="2429977" y="1405375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pt88"/>
            <p:cNvSpPr/>
            <p:nvPr/>
          </p:nvSpPr>
          <p:spPr>
            <a:xfrm>
              <a:off x="2504173" y="1183966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pg89"/>
            <p:cNvSpPr/>
            <p:nvPr/>
          </p:nvSpPr>
          <p:spPr>
            <a:xfrm>
              <a:off x="1388564" y="1654892"/>
              <a:ext cx="1117120" cy="379636"/>
            </a:xfrm>
            <a:custGeom>
              <a:avLst/>
              <a:pathLst>
                <a:path w="1117120" h="379636">
                  <a:moveTo>
                    <a:pt x="0" y="215123"/>
                  </a:moveTo>
                  <a:lnTo>
                    <a:pt x="590198" y="127587"/>
                  </a:lnTo>
                  <a:lnTo>
                    <a:pt x="744747" y="95518"/>
                  </a:lnTo>
                  <a:lnTo>
                    <a:pt x="962571" y="42051"/>
                  </a:lnTo>
                  <a:lnTo>
                    <a:pt x="1117120" y="0"/>
                  </a:lnTo>
                  <a:lnTo>
                    <a:pt x="1117120" y="128973"/>
                  </a:lnTo>
                  <a:lnTo>
                    <a:pt x="962571" y="151361"/>
                  </a:lnTo>
                  <a:lnTo>
                    <a:pt x="744747" y="188717"/>
                  </a:lnTo>
                  <a:lnTo>
                    <a:pt x="590198" y="221087"/>
                  </a:lnTo>
                  <a:lnTo>
                    <a:pt x="0" y="379636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1388564" y="1654892"/>
              <a:ext cx="1117120" cy="215123"/>
            </a:xfrm>
            <a:custGeom>
              <a:avLst/>
              <a:pathLst>
                <a:path w="1117120" h="215123">
                  <a:moveTo>
                    <a:pt x="0" y="215123"/>
                  </a:moveTo>
                  <a:lnTo>
                    <a:pt x="590198" y="127587"/>
                  </a:lnTo>
                  <a:lnTo>
                    <a:pt x="744747" y="95518"/>
                  </a:lnTo>
                  <a:lnTo>
                    <a:pt x="962571" y="42051"/>
                  </a:lnTo>
                  <a:lnTo>
                    <a:pt x="11171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1388564" y="1783866"/>
              <a:ext cx="1117120" cy="250663"/>
            </a:xfrm>
            <a:custGeom>
              <a:avLst/>
              <a:pathLst>
                <a:path w="1117120" h="250663">
                  <a:moveTo>
                    <a:pt x="1117120" y="0"/>
                  </a:moveTo>
                  <a:lnTo>
                    <a:pt x="962571" y="22387"/>
                  </a:lnTo>
                  <a:lnTo>
                    <a:pt x="744747" y="59744"/>
                  </a:lnTo>
                  <a:lnTo>
                    <a:pt x="590198" y="92114"/>
                  </a:lnTo>
                  <a:lnTo>
                    <a:pt x="0" y="2506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1388564" y="1719379"/>
              <a:ext cx="1117120" cy="232893"/>
            </a:xfrm>
            <a:custGeom>
              <a:avLst/>
              <a:pathLst>
                <a:path w="1117120" h="232893">
                  <a:moveTo>
                    <a:pt x="0" y="232893"/>
                  </a:moveTo>
                  <a:lnTo>
                    <a:pt x="590198" y="109851"/>
                  </a:lnTo>
                  <a:lnTo>
                    <a:pt x="744747" y="77631"/>
                  </a:lnTo>
                  <a:lnTo>
                    <a:pt x="962571" y="32219"/>
                  </a:lnTo>
                  <a:lnTo>
                    <a:pt x="1117120" y="0"/>
                  </a:lnTo>
                </a:path>
              </a:pathLst>
            </a:custGeom>
            <a:ln w="3252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tx93"/>
            <p:cNvSpPr/>
            <p:nvPr/>
          </p:nvSpPr>
          <p:spPr>
            <a:xfrm>
              <a:off x="2016801" y="122496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2089542" y="1224969"/>
              <a:ext cx="41614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&lt; 0.001</a:t>
              </a:r>
            </a:p>
          </p:txBody>
        </p:sp>
        <p:sp>
          <p:nvSpPr>
            <p:cNvPr id="96" name="rc95"/>
            <p:cNvSpPr/>
            <p:nvPr/>
          </p:nvSpPr>
          <p:spPr>
            <a:xfrm>
              <a:off x="1310032" y="1166855"/>
              <a:ext cx="1308520" cy="120273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7" name="pl96"/>
            <p:cNvSpPr/>
            <p:nvPr/>
          </p:nvSpPr>
          <p:spPr>
            <a:xfrm>
              <a:off x="1310032" y="1166855"/>
              <a:ext cx="0" cy="1202730"/>
            </a:xfrm>
            <a:custGeom>
              <a:avLst/>
              <a:pathLst>
                <a:path w="0" h="1202730">
                  <a:moveTo>
                    <a:pt x="0" y="1202730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tx97"/>
            <p:cNvSpPr/>
            <p:nvPr/>
          </p:nvSpPr>
          <p:spPr>
            <a:xfrm rot="-5400000">
              <a:off x="1140466" y="2289243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99" name="tx98"/>
            <p:cNvSpPr/>
            <p:nvPr/>
          </p:nvSpPr>
          <p:spPr>
            <a:xfrm rot="-5400000">
              <a:off x="1140466" y="2005212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100" name="tx99"/>
            <p:cNvSpPr/>
            <p:nvPr/>
          </p:nvSpPr>
          <p:spPr>
            <a:xfrm rot="-5400000">
              <a:off x="1140466" y="1721182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101" name="tx100"/>
            <p:cNvSpPr/>
            <p:nvPr/>
          </p:nvSpPr>
          <p:spPr>
            <a:xfrm rot="-5400000">
              <a:off x="1140466" y="1437152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102" name="tx101"/>
            <p:cNvSpPr/>
            <p:nvPr/>
          </p:nvSpPr>
          <p:spPr>
            <a:xfrm rot="-5400000">
              <a:off x="1140466" y="1153121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103" name="pl102"/>
            <p:cNvSpPr/>
            <p:nvPr/>
          </p:nvSpPr>
          <p:spPr>
            <a:xfrm>
              <a:off x="1281564" y="232568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1281564" y="204165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1281564" y="175762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1281564" y="147359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1281564" y="118956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1310032" y="2369585"/>
              <a:ext cx="1308520" cy="0"/>
            </a:xfrm>
            <a:custGeom>
              <a:avLst/>
              <a:pathLst>
                <a:path w="1308520" h="0">
                  <a:moveTo>
                    <a:pt x="0" y="0"/>
                  </a:moveTo>
                  <a:lnTo>
                    <a:pt x="130852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1388564" y="2369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1760938" y="2369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2133311" y="2369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1"/>
            <p:cNvSpPr/>
            <p:nvPr/>
          </p:nvSpPr>
          <p:spPr>
            <a:xfrm>
              <a:off x="2505685" y="2369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tx112"/>
            <p:cNvSpPr/>
            <p:nvPr/>
          </p:nvSpPr>
          <p:spPr>
            <a:xfrm>
              <a:off x="1310032" y="990315"/>
              <a:ext cx="465703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(a) MLA</a:t>
              </a:r>
            </a:p>
          </p:txBody>
        </p:sp>
        <p:sp>
          <p:nvSpPr>
            <p:cNvPr id="114" name="rc113"/>
            <p:cNvSpPr/>
            <p:nvPr/>
          </p:nvSpPr>
          <p:spPr>
            <a:xfrm>
              <a:off x="2748241" y="1166855"/>
              <a:ext cx="1308520" cy="12027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pt114"/>
            <p:cNvSpPr/>
            <p:nvPr/>
          </p:nvSpPr>
          <p:spPr>
            <a:xfrm>
              <a:off x="2849640" y="1935987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pt115"/>
            <p:cNvSpPr/>
            <p:nvPr/>
          </p:nvSpPr>
          <p:spPr>
            <a:xfrm>
              <a:off x="2833835" y="1916674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pt116"/>
            <p:cNvSpPr/>
            <p:nvPr/>
          </p:nvSpPr>
          <p:spPr>
            <a:xfrm>
              <a:off x="2825690" y="1821886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pt117"/>
            <p:cNvSpPr/>
            <p:nvPr/>
          </p:nvSpPr>
          <p:spPr>
            <a:xfrm>
              <a:off x="2790914" y="1743046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pt118"/>
            <p:cNvSpPr/>
            <p:nvPr/>
          </p:nvSpPr>
          <p:spPr>
            <a:xfrm>
              <a:off x="2770161" y="2194995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pt119"/>
            <p:cNvSpPr/>
            <p:nvPr/>
          </p:nvSpPr>
          <p:spPr>
            <a:xfrm>
              <a:off x="2801270" y="2267070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pt120"/>
            <p:cNvSpPr/>
            <p:nvPr/>
          </p:nvSpPr>
          <p:spPr>
            <a:xfrm>
              <a:off x="2858973" y="1823753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pt121"/>
            <p:cNvSpPr/>
            <p:nvPr/>
          </p:nvSpPr>
          <p:spPr>
            <a:xfrm>
              <a:off x="2802641" y="2213907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pt122"/>
            <p:cNvSpPr/>
            <p:nvPr/>
          </p:nvSpPr>
          <p:spPr>
            <a:xfrm>
              <a:off x="2850420" y="1821057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pt123"/>
            <p:cNvSpPr/>
            <p:nvPr/>
          </p:nvSpPr>
          <p:spPr>
            <a:xfrm>
              <a:off x="2824195" y="1653468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pt124"/>
            <p:cNvSpPr/>
            <p:nvPr/>
          </p:nvSpPr>
          <p:spPr>
            <a:xfrm>
              <a:off x="3152300" y="1832871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pt125"/>
            <p:cNvSpPr/>
            <p:nvPr/>
          </p:nvSpPr>
          <p:spPr>
            <a:xfrm>
              <a:off x="3155392" y="1878020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pt126"/>
            <p:cNvSpPr/>
            <p:nvPr/>
          </p:nvSpPr>
          <p:spPr>
            <a:xfrm>
              <a:off x="3148995" y="1290917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pt127"/>
            <p:cNvSpPr/>
            <p:nvPr/>
          </p:nvSpPr>
          <p:spPr>
            <a:xfrm>
              <a:off x="3201487" y="1811177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pt128"/>
            <p:cNvSpPr/>
            <p:nvPr/>
          </p:nvSpPr>
          <p:spPr>
            <a:xfrm>
              <a:off x="3201966" y="1390919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pt129"/>
            <p:cNvSpPr/>
            <p:nvPr/>
          </p:nvSpPr>
          <p:spPr>
            <a:xfrm>
              <a:off x="3182832" y="1722775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pt130"/>
            <p:cNvSpPr/>
            <p:nvPr/>
          </p:nvSpPr>
          <p:spPr>
            <a:xfrm>
              <a:off x="3181347" y="1662157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pt131"/>
            <p:cNvSpPr/>
            <p:nvPr/>
          </p:nvSpPr>
          <p:spPr>
            <a:xfrm>
              <a:off x="3164038" y="1922066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pt132"/>
            <p:cNvSpPr/>
            <p:nvPr/>
          </p:nvSpPr>
          <p:spPr>
            <a:xfrm>
              <a:off x="3132025" y="1829927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pt133"/>
            <p:cNvSpPr/>
            <p:nvPr/>
          </p:nvSpPr>
          <p:spPr>
            <a:xfrm>
              <a:off x="3209731" y="2090295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pt134"/>
            <p:cNvSpPr/>
            <p:nvPr/>
          </p:nvSpPr>
          <p:spPr>
            <a:xfrm>
              <a:off x="3198925" y="2104757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pt135"/>
            <p:cNvSpPr/>
            <p:nvPr/>
          </p:nvSpPr>
          <p:spPr>
            <a:xfrm>
              <a:off x="3217139" y="2028482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pt136"/>
            <p:cNvSpPr/>
            <p:nvPr/>
          </p:nvSpPr>
          <p:spPr>
            <a:xfrm>
              <a:off x="3133220" y="2272105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pt137"/>
            <p:cNvSpPr/>
            <p:nvPr/>
          </p:nvSpPr>
          <p:spPr>
            <a:xfrm>
              <a:off x="3154520" y="2141787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pt138"/>
            <p:cNvSpPr/>
            <p:nvPr/>
          </p:nvSpPr>
          <p:spPr>
            <a:xfrm>
              <a:off x="3206626" y="2191555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pt139"/>
            <p:cNvSpPr/>
            <p:nvPr/>
          </p:nvSpPr>
          <p:spPr>
            <a:xfrm>
              <a:off x="3165753" y="2016534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pt140"/>
            <p:cNvSpPr/>
            <p:nvPr/>
          </p:nvSpPr>
          <p:spPr>
            <a:xfrm>
              <a:off x="3187178" y="2111048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pt141"/>
            <p:cNvSpPr/>
            <p:nvPr/>
          </p:nvSpPr>
          <p:spPr>
            <a:xfrm>
              <a:off x="3228351" y="1855202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pt142"/>
            <p:cNvSpPr/>
            <p:nvPr/>
          </p:nvSpPr>
          <p:spPr>
            <a:xfrm>
              <a:off x="3514328" y="1449839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pt143"/>
            <p:cNvSpPr/>
            <p:nvPr/>
          </p:nvSpPr>
          <p:spPr>
            <a:xfrm>
              <a:off x="3520340" y="1931633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pt144"/>
            <p:cNvSpPr/>
            <p:nvPr/>
          </p:nvSpPr>
          <p:spPr>
            <a:xfrm>
              <a:off x="3513206" y="1643759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pt145"/>
            <p:cNvSpPr/>
            <p:nvPr/>
          </p:nvSpPr>
          <p:spPr>
            <a:xfrm>
              <a:off x="3547755" y="1906850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pt146"/>
            <p:cNvSpPr/>
            <p:nvPr/>
          </p:nvSpPr>
          <p:spPr>
            <a:xfrm>
              <a:off x="3507599" y="1728839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pt147"/>
            <p:cNvSpPr/>
            <p:nvPr/>
          </p:nvSpPr>
          <p:spPr>
            <a:xfrm>
              <a:off x="3529748" y="1907293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pt148"/>
            <p:cNvSpPr/>
            <p:nvPr/>
          </p:nvSpPr>
          <p:spPr>
            <a:xfrm>
              <a:off x="3595371" y="1400723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pt149"/>
            <p:cNvSpPr/>
            <p:nvPr/>
          </p:nvSpPr>
          <p:spPr>
            <a:xfrm>
              <a:off x="3561485" y="1720983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pt150"/>
            <p:cNvSpPr/>
            <p:nvPr/>
          </p:nvSpPr>
          <p:spPr>
            <a:xfrm>
              <a:off x="3546151" y="1801606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pt151"/>
            <p:cNvSpPr/>
            <p:nvPr/>
          </p:nvSpPr>
          <p:spPr>
            <a:xfrm>
              <a:off x="3581434" y="2047383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pt152"/>
            <p:cNvSpPr/>
            <p:nvPr/>
          </p:nvSpPr>
          <p:spPr>
            <a:xfrm>
              <a:off x="3497856" y="1811295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pt153"/>
            <p:cNvSpPr/>
            <p:nvPr/>
          </p:nvSpPr>
          <p:spPr>
            <a:xfrm>
              <a:off x="3559220" y="1281519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pt154"/>
            <p:cNvSpPr/>
            <p:nvPr/>
          </p:nvSpPr>
          <p:spPr>
            <a:xfrm>
              <a:off x="3513651" y="1660135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pt155"/>
            <p:cNvSpPr/>
            <p:nvPr/>
          </p:nvSpPr>
          <p:spPr>
            <a:xfrm>
              <a:off x="3553895" y="1907354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pt156"/>
            <p:cNvSpPr/>
            <p:nvPr/>
          </p:nvSpPr>
          <p:spPr>
            <a:xfrm>
              <a:off x="3520376" y="1916235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pt157"/>
            <p:cNvSpPr/>
            <p:nvPr/>
          </p:nvSpPr>
          <p:spPr>
            <a:xfrm>
              <a:off x="3571684" y="2040405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pt158"/>
            <p:cNvSpPr/>
            <p:nvPr/>
          </p:nvSpPr>
          <p:spPr>
            <a:xfrm>
              <a:off x="3540935" y="2246771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pt159"/>
            <p:cNvSpPr/>
            <p:nvPr/>
          </p:nvSpPr>
          <p:spPr>
            <a:xfrm>
              <a:off x="3546267" y="2111565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pt160"/>
            <p:cNvSpPr/>
            <p:nvPr/>
          </p:nvSpPr>
          <p:spPr>
            <a:xfrm>
              <a:off x="3570798" y="2070599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pt161"/>
            <p:cNvSpPr/>
            <p:nvPr/>
          </p:nvSpPr>
          <p:spPr>
            <a:xfrm>
              <a:off x="3516815" y="1701080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pt162"/>
            <p:cNvSpPr/>
            <p:nvPr/>
          </p:nvSpPr>
          <p:spPr>
            <a:xfrm>
              <a:off x="3864325" y="1646751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pt163"/>
            <p:cNvSpPr/>
            <p:nvPr/>
          </p:nvSpPr>
          <p:spPr>
            <a:xfrm>
              <a:off x="3904898" y="1551825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pt164"/>
            <p:cNvSpPr/>
            <p:nvPr/>
          </p:nvSpPr>
          <p:spPr>
            <a:xfrm>
              <a:off x="3866565" y="1788776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pt165"/>
            <p:cNvSpPr/>
            <p:nvPr/>
          </p:nvSpPr>
          <p:spPr>
            <a:xfrm>
              <a:off x="3890298" y="1877598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pt166"/>
            <p:cNvSpPr/>
            <p:nvPr/>
          </p:nvSpPr>
          <p:spPr>
            <a:xfrm>
              <a:off x="3938822" y="2277358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pt167"/>
            <p:cNvSpPr/>
            <p:nvPr/>
          </p:nvSpPr>
          <p:spPr>
            <a:xfrm>
              <a:off x="3876759" y="1880157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pt168"/>
            <p:cNvSpPr/>
            <p:nvPr/>
          </p:nvSpPr>
          <p:spPr>
            <a:xfrm>
              <a:off x="3951360" y="2276365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pt169"/>
            <p:cNvSpPr/>
            <p:nvPr/>
          </p:nvSpPr>
          <p:spPr>
            <a:xfrm>
              <a:off x="3950335" y="1805195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pt170"/>
            <p:cNvSpPr/>
            <p:nvPr/>
          </p:nvSpPr>
          <p:spPr>
            <a:xfrm>
              <a:off x="3954991" y="1887958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pt171"/>
            <p:cNvSpPr/>
            <p:nvPr/>
          </p:nvSpPr>
          <p:spPr>
            <a:xfrm>
              <a:off x="3900727" y="2166039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pt172"/>
            <p:cNvSpPr/>
            <p:nvPr/>
          </p:nvSpPr>
          <p:spPr>
            <a:xfrm>
              <a:off x="3959725" y="1747475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pt173"/>
            <p:cNvSpPr/>
            <p:nvPr/>
          </p:nvSpPr>
          <p:spPr>
            <a:xfrm>
              <a:off x="3861444" y="1183966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pt174"/>
            <p:cNvSpPr/>
            <p:nvPr/>
          </p:nvSpPr>
          <p:spPr>
            <a:xfrm>
              <a:off x="3865475" y="1947131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pt175"/>
            <p:cNvSpPr/>
            <p:nvPr/>
          </p:nvSpPr>
          <p:spPr>
            <a:xfrm>
              <a:off x="3913434" y="1649298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pt176"/>
            <p:cNvSpPr/>
            <p:nvPr/>
          </p:nvSpPr>
          <p:spPr>
            <a:xfrm>
              <a:off x="3899925" y="1690810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pt177"/>
            <p:cNvSpPr/>
            <p:nvPr/>
          </p:nvSpPr>
          <p:spPr>
            <a:xfrm>
              <a:off x="3940049" y="1547468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pt178"/>
            <p:cNvSpPr/>
            <p:nvPr/>
          </p:nvSpPr>
          <p:spPr>
            <a:xfrm>
              <a:off x="3861797" y="1755800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pt179"/>
            <p:cNvSpPr/>
            <p:nvPr/>
          </p:nvSpPr>
          <p:spPr>
            <a:xfrm>
              <a:off x="3900865" y="1563629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pt180"/>
            <p:cNvSpPr/>
            <p:nvPr/>
          </p:nvSpPr>
          <p:spPr>
            <a:xfrm>
              <a:off x="3860639" y="1963379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pt181"/>
            <p:cNvSpPr/>
            <p:nvPr/>
          </p:nvSpPr>
          <p:spPr>
            <a:xfrm>
              <a:off x="3945171" y="1715549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pt182"/>
            <p:cNvSpPr/>
            <p:nvPr/>
          </p:nvSpPr>
          <p:spPr>
            <a:xfrm>
              <a:off x="3864592" y="1916695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pt183"/>
            <p:cNvSpPr/>
            <p:nvPr/>
          </p:nvSpPr>
          <p:spPr>
            <a:xfrm>
              <a:off x="3946242" y="2156517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pt184"/>
            <p:cNvSpPr/>
            <p:nvPr/>
          </p:nvSpPr>
          <p:spPr>
            <a:xfrm>
              <a:off x="3892693" y="1361895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pt185"/>
            <p:cNvSpPr/>
            <p:nvPr/>
          </p:nvSpPr>
          <p:spPr>
            <a:xfrm>
              <a:off x="3876477" y="1633874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pg186"/>
            <p:cNvSpPr/>
            <p:nvPr/>
          </p:nvSpPr>
          <p:spPr>
            <a:xfrm>
              <a:off x="2857435" y="1672529"/>
              <a:ext cx="1088545" cy="437913"/>
            </a:xfrm>
            <a:custGeom>
              <a:avLst/>
              <a:pathLst>
                <a:path w="1088545" h="437913">
                  <a:moveTo>
                    <a:pt x="0" y="145544"/>
                  </a:moveTo>
                  <a:lnTo>
                    <a:pt x="575101" y="78724"/>
                  </a:lnTo>
                  <a:lnTo>
                    <a:pt x="725697" y="57532"/>
                  </a:lnTo>
                  <a:lnTo>
                    <a:pt x="937950" y="24950"/>
                  </a:lnTo>
                  <a:lnTo>
                    <a:pt x="1088545" y="0"/>
                  </a:lnTo>
                  <a:lnTo>
                    <a:pt x="1088545" y="277248"/>
                  </a:lnTo>
                  <a:lnTo>
                    <a:pt x="937950" y="294660"/>
                  </a:lnTo>
                  <a:lnTo>
                    <a:pt x="725697" y="321785"/>
                  </a:lnTo>
                  <a:lnTo>
                    <a:pt x="575101" y="342956"/>
                  </a:lnTo>
                  <a:lnTo>
                    <a:pt x="0" y="437913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188" name="pl187"/>
            <p:cNvSpPr/>
            <p:nvPr/>
          </p:nvSpPr>
          <p:spPr>
            <a:xfrm>
              <a:off x="2857435" y="1672529"/>
              <a:ext cx="1088545" cy="145544"/>
            </a:xfrm>
            <a:custGeom>
              <a:avLst/>
              <a:pathLst>
                <a:path w="1088545" h="145544">
                  <a:moveTo>
                    <a:pt x="0" y="145544"/>
                  </a:moveTo>
                  <a:lnTo>
                    <a:pt x="575101" y="78724"/>
                  </a:lnTo>
                  <a:lnTo>
                    <a:pt x="725697" y="57532"/>
                  </a:lnTo>
                  <a:lnTo>
                    <a:pt x="937950" y="24950"/>
                  </a:lnTo>
                  <a:lnTo>
                    <a:pt x="108854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9" name="pl188"/>
            <p:cNvSpPr/>
            <p:nvPr/>
          </p:nvSpPr>
          <p:spPr>
            <a:xfrm>
              <a:off x="2857435" y="1949777"/>
              <a:ext cx="1088545" cy="160665"/>
            </a:xfrm>
            <a:custGeom>
              <a:avLst/>
              <a:pathLst>
                <a:path w="1088545" h="160665">
                  <a:moveTo>
                    <a:pt x="1088545" y="0"/>
                  </a:moveTo>
                  <a:lnTo>
                    <a:pt x="937950" y="17412"/>
                  </a:lnTo>
                  <a:lnTo>
                    <a:pt x="725697" y="44537"/>
                  </a:lnTo>
                  <a:lnTo>
                    <a:pt x="575101" y="65708"/>
                  </a:lnTo>
                  <a:lnTo>
                    <a:pt x="0" y="16066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0" name="pl189"/>
            <p:cNvSpPr/>
            <p:nvPr/>
          </p:nvSpPr>
          <p:spPr>
            <a:xfrm>
              <a:off x="2857435" y="1811153"/>
              <a:ext cx="1088545" cy="153105"/>
            </a:xfrm>
            <a:custGeom>
              <a:avLst/>
              <a:pathLst>
                <a:path w="1088545" h="153105">
                  <a:moveTo>
                    <a:pt x="0" y="153105"/>
                  </a:moveTo>
                  <a:lnTo>
                    <a:pt x="575101" y="72216"/>
                  </a:lnTo>
                  <a:lnTo>
                    <a:pt x="725697" y="51035"/>
                  </a:lnTo>
                  <a:lnTo>
                    <a:pt x="937950" y="21181"/>
                  </a:lnTo>
                  <a:lnTo>
                    <a:pt x="1088545" y="0"/>
                  </a:lnTo>
                </a:path>
              </a:pathLst>
            </a:custGeom>
            <a:ln w="3252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tx190"/>
            <p:cNvSpPr/>
            <p:nvPr/>
          </p:nvSpPr>
          <p:spPr>
            <a:xfrm>
              <a:off x="3457097" y="1224972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</a:t>
              </a:r>
            </a:p>
          </p:txBody>
        </p:sp>
        <p:sp>
          <p:nvSpPr>
            <p:cNvPr id="192" name="tx191"/>
            <p:cNvSpPr/>
            <p:nvPr/>
          </p:nvSpPr>
          <p:spPr>
            <a:xfrm>
              <a:off x="3529838" y="1224972"/>
              <a:ext cx="41614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= 0.005</a:t>
              </a:r>
            </a:p>
          </p:txBody>
        </p:sp>
        <p:sp>
          <p:nvSpPr>
            <p:cNvPr id="193" name="rc192"/>
            <p:cNvSpPr/>
            <p:nvPr/>
          </p:nvSpPr>
          <p:spPr>
            <a:xfrm>
              <a:off x="2748241" y="1166855"/>
              <a:ext cx="1308520" cy="120273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94" name="pl193"/>
            <p:cNvSpPr/>
            <p:nvPr/>
          </p:nvSpPr>
          <p:spPr>
            <a:xfrm>
              <a:off x="2748241" y="1166855"/>
              <a:ext cx="0" cy="1202730"/>
            </a:xfrm>
            <a:custGeom>
              <a:avLst/>
              <a:pathLst>
                <a:path w="0" h="1202730">
                  <a:moveTo>
                    <a:pt x="0" y="1202730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4"/>
            <p:cNvSpPr/>
            <p:nvPr/>
          </p:nvSpPr>
          <p:spPr>
            <a:xfrm>
              <a:off x="2719773" y="208234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5"/>
            <p:cNvSpPr/>
            <p:nvPr/>
          </p:nvSpPr>
          <p:spPr>
            <a:xfrm>
              <a:off x="2719773" y="170144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6"/>
            <p:cNvSpPr/>
            <p:nvPr/>
          </p:nvSpPr>
          <p:spPr>
            <a:xfrm>
              <a:off x="2719773" y="1320538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7"/>
            <p:cNvSpPr/>
            <p:nvPr/>
          </p:nvSpPr>
          <p:spPr>
            <a:xfrm>
              <a:off x="2748241" y="2369585"/>
              <a:ext cx="1308520" cy="0"/>
            </a:xfrm>
            <a:custGeom>
              <a:avLst/>
              <a:pathLst>
                <a:path w="1308520" h="0">
                  <a:moveTo>
                    <a:pt x="0" y="0"/>
                  </a:moveTo>
                  <a:lnTo>
                    <a:pt x="130852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8"/>
            <p:cNvSpPr/>
            <p:nvPr/>
          </p:nvSpPr>
          <p:spPr>
            <a:xfrm>
              <a:off x="2857435" y="2369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199"/>
            <p:cNvSpPr/>
            <p:nvPr/>
          </p:nvSpPr>
          <p:spPr>
            <a:xfrm>
              <a:off x="3220284" y="2369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0"/>
            <p:cNvSpPr/>
            <p:nvPr/>
          </p:nvSpPr>
          <p:spPr>
            <a:xfrm>
              <a:off x="3583132" y="2369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1"/>
            <p:cNvSpPr/>
            <p:nvPr/>
          </p:nvSpPr>
          <p:spPr>
            <a:xfrm>
              <a:off x="3945981" y="2369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tx202"/>
            <p:cNvSpPr/>
            <p:nvPr/>
          </p:nvSpPr>
          <p:spPr>
            <a:xfrm>
              <a:off x="2748241" y="990315"/>
              <a:ext cx="451439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(b) SLA</a:t>
              </a:r>
            </a:p>
          </p:txBody>
        </p:sp>
        <p:sp>
          <p:nvSpPr>
            <p:cNvPr id="204" name="rc203"/>
            <p:cNvSpPr/>
            <p:nvPr/>
          </p:nvSpPr>
          <p:spPr>
            <a:xfrm>
              <a:off x="4186450" y="1166855"/>
              <a:ext cx="1308520" cy="12027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pt204"/>
            <p:cNvSpPr/>
            <p:nvPr/>
          </p:nvSpPr>
          <p:spPr>
            <a:xfrm>
              <a:off x="4231711" y="2070978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pt205"/>
            <p:cNvSpPr/>
            <p:nvPr/>
          </p:nvSpPr>
          <p:spPr>
            <a:xfrm>
              <a:off x="4260538" y="2092045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pt206"/>
            <p:cNvSpPr/>
            <p:nvPr/>
          </p:nvSpPr>
          <p:spPr>
            <a:xfrm>
              <a:off x="4255567" y="2195379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pt207"/>
            <p:cNvSpPr/>
            <p:nvPr/>
          </p:nvSpPr>
          <p:spPr>
            <a:xfrm>
              <a:off x="4266350" y="1889039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pt208"/>
            <p:cNvSpPr/>
            <p:nvPr/>
          </p:nvSpPr>
          <p:spPr>
            <a:xfrm>
              <a:off x="4255477" y="1922081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pt209"/>
            <p:cNvSpPr/>
            <p:nvPr/>
          </p:nvSpPr>
          <p:spPr>
            <a:xfrm>
              <a:off x="4250348" y="1878883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pt210"/>
            <p:cNvSpPr/>
            <p:nvPr/>
          </p:nvSpPr>
          <p:spPr>
            <a:xfrm>
              <a:off x="4288237" y="2167490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pt211"/>
            <p:cNvSpPr/>
            <p:nvPr/>
          </p:nvSpPr>
          <p:spPr>
            <a:xfrm>
              <a:off x="4306274" y="2042228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pt212"/>
            <p:cNvSpPr/>
            <p:nvPr/>
          </p:nvSpPr>
          <p:spPr>
            <a:xfrm>
              <a:off x="4208370" y="2121341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pt213"/>
            <p:cNvSpPr/>
            <p:nvPr/>
          </p:nvSpPr>
          <p:spPr>
            <a:xfrm>
              <a:off x="4275945" y="1701747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pt214"/>
            <p:cNvSpPr/>
            <p:nvPr/>
          </p:nvSpPr>
          <p:spPr>
            <a:xfrm>
              <a:off x="4670311" y="2233935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pt215"/>
            <p:cNvSpPr/>
            <p:nvPr/>
          </p:nvSpPr>
          <p:spPr>
            <a:xfrm>
              <a:off x="4661370" y="2041846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pt216"/>
            <p:cNvSpPr/>
            <p:nvPr/>
          </p:nvSpPr>
          <p:spPr>
            <a:xfrm>
              <a:off x="4635485" y="1652959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pt217"/>
            <p:cNvSpPr/>
            <p:nvPr/>
          </p:nvSpPr>
          <p:spPr>
            <a:xfrm>
              <a:off x="4621300" y="2049312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9" name="pt218"/>
            <p:cNvSpPr/>
            <p:nvPr/>
          </p:nvSpPr>
          <p:spPr>
            <a:xfrm>
              <a:off x="4671396" y="2277358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pt219"/>
            <p:cNvSpPr/>
            <p:nvPr/>
          </p:nvSpPr>
          <p:spPr>
            <a:xfrm>
              <a:off x="4610710" y="2273023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pt220"/>
            <p:cNvSpPr/>
            <p:nvPr/>
          </p:nvSpPr>
          <p:spPr>
            <a:xfrm>
              <a:off x="4597178" y="2105977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pt221"/>
            <p:cNvSpPr/>
            <p:nvPr/>
          </p:nvSpPr>
          <p:spPr>
            <a:xfrm>
              <a:off x="4590784" y="2245689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pt222"/>
            <p:cNvSpPr/>
            <p:nvPr/>
          </p:nvSpPr>
          <p:spPr>
            <a:xfrm>
              <a:off x="4641799" y="1628081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pt223"/>
            <p:cNvSpPr/>
            <p:nvPr/>
          </p:nvSpPr>
          <p:spPr>
            <a:xfrm>
              <a:off x="4627663" y="1187931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pt224"/>
            <p:cNvSpPr/>
            <p:nvPr/>
          </p:nvSpPr>
          <p:spPr>
            <a:xfrm>
              <a:off x="4629643" y="2003744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pt225"/>
            <p:cNvSpPr/>
            <p:nvPr/>
          </p:nvSpPr>
          <p:spPr>
            <a:xfrm>
              <a:off x="4674210" y="2121528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pt226"/>
            <p:cNvSpPr/>
            <p:nvPr/>
          </p:nvSpPr>
          <p:spPr>
            <a:xfrm>
              <a:off x="4663898" y="2098651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pt227"/>
            <p:cNvSpPr/>
            <p:nvPr/>
          </p:nvSpPr>
          <p:spPr>
            <a:xfrm>
              <a:off x="4652132" y="2150845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pt228"/>
            <p:cNvSpPr/>
            <p:nvPr/>
          </p:nvSpPr>
          <p:spPr>
            <a:xfrm>
              <a:off x="4646043" y="2031996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pt229"/>
            <p:cNvSpPr/>
            <p:nvPr/>
          </p:nvSpPr>
          <p:spPr>
            <a:xfrm>
              <a:off x="4604734" y="1893908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pt230"/>
            <p:cNvSpPr/>
            <p:nvPr/>
          </p:nvSpPr>
          <p:spPr>
            <a:xfrm>
              <a:off x="4615720" y="1963918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pt231"/>
            <p:cNvSpPr/>
            <p:nvPr/>
          </p:nvSpPr>
          <p:spPr>
            <a:xfrm>
              <a:off x="4573759" y="2047722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pt232"/>
            <p:cNvSpPr/>
            <p:nvPr/>
          </p:nvSpPr>
          <p:spPr>
            <a:xfrm>
              <a:off x="4967653" y="2214273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pt233"/>
            <p:cNvSpPr/>
            <p:nvPr/>
          </p:nvSpPr>
          <p:spPr>
            <a:xfrm>
              <a:off x="5016634" y="2227134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pt234"/>
            <p:cNvSpPr/>
            <p:nvPr/>
          </p:nvSpPr>
          <p:spPr>
            <a:xfrm>
              <a:off x="4940119" y="2120704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pt235"/>
            <p:cNvSpPr/>
            <p:nvPr/>
          </p:nvSpPr>
          <p:spPr>
            <a:xfrm>
              <a:off x="4944187" y="2093171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pt236"/>
            <p:cNvSpPr/>
            <p:nvPr/>
          </p:nvSpPr>
          <p:spPr>
            <a:xfrm>
              <a:off x="4958246" y="1257114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pt237"/>
            <p:cNvSpPr/>
            <p:nvPr/>
          </p:nvSpPr>
          <p:spPr>
            <a:xfrm>
              <a:off x="5038229" y="2121676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pt238"/>
            <p:cNvSpPr/>
            <p:nvPr/>
          </p:nvSpPr>
          <p:spPr>
            <a:xfrm>
              <a:off x="5018962" y="1653211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0" name="pt239"/>
            <p:cNvSpPr/>
            <p:nvPr/>
          </p:nvSpPr>
          <p:spPr>
            <a:xfrm>
              <a:off x="5026458" y="1745318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pt240"/>
            <p:cNvSpPr/>
            <p:nvPr/>
          </p:nvSpPr>
          <p:spPr>
            <a:xfrm>
              <a:off x="4998414" y="2225111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pt241"/>
            <p:cNvSpPr/>
            <p:nvPr/>
          </p:nvSpPr>
          <p:spPr>
            <a:xfrm>
              <a:off x="4984172" y="1183966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pt242"/>
            <p:cNvSpPr/>
            <p:nvPr/>
          </p:nvSpPr>
          <p:spPr>
            <a:xfrm>
              <a:off x="4976551" y="2229440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pt243"/>
            <p:cNvSpPr/>
            <p:nvPr/>
          </p:nvSpPr>
          <p:spPr>
            <a:xfrm>
              <a:off x="4935672" y="2181581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5" name="pt244"/>
            <p:cNvSpPr/>
            <p:nvPr/>
          </p:nvSpPr>
          <p:spPr>
            <a:xfrm>
              <a:off x="4959609" y="1721462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pt245"/>
            <p:cNvSpPr/>
            <p:nvPr/>
          </p:nvSpPr>
          <p:spPr>
            <a:xfrm>
              <a:off x="5022218" y="2030951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7" name="pt246"/>
            <p:cNvSpPr/>
            <p:nvPr/>
          </p:nvSpPr>
          <p:spPr>
            <a:xfrm>
              <a:off x="4968854" y="2073945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8" name="pt247"/>
            <p:cNvSpPr/>
            <p:nvPr/>
          </p:nvSpPr>
          <p:spPr>
            <a:xfrm>
              <a:off x="4997783" y="1323341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9" name="pt248"/>
            <p:cNvSpPr/>
            <p:nvPr/>
          </p:nvSpPr>
          <p:spPr>
            <a:xfrm>
              <a:off x="4934458" y="2111615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pt249"/>
            <p:cNvSpPr/>
            <p:nvPr/>
          </p:nvSpPr>
          <p:spPr>
            <a:xfrm>
              <a:off x="4991897" y="2125730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pt250"/>
            <p:cNvSpPr/>
            <p:nvPr/>
          </p:nvSpPr>
          <p:spPr>
            <a:xfrm>
              <a:off x="4934990" y="1864825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2" name="pt251"/>
            <p:cNvSpPr/>
            <p:nvPr/>
          </p:nvSpPr>
          <p:spPr>
            <a:xfrm>
              <a:off x="4996511" y="1900807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pt252"/>
            <p:cNvSpPr/>
            <p:nvPr/>
          </p:nvSpPr>
          <p:spPr>
            <a:xfrm>
              <a:off x="5377328" y="2161759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4" name="pt253"/>
            <p:cNvSpPr/>
            <p:nvPr/>
          </p:nvSpPr>
          <p:spPr>
            <a:xfrm>
              <a:off x="5348764" y="2188918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pt254"/>
            <p:cNvSpPr/>
            <p:nvPr/>
          </p:nvSpPr>
          <p:spPr>
            <a:xfrm>
              <a:off x="5338197" y="2223858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6" name="pt255"/>
            <p:cNvSpPr/>
            <p:nvPr/>
          </p:nvSpPr>
          <p:spPr>
            <a:xfrm>
              <a:off x="5331374" y="2157660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7" name="pt256"/>
            <p:cNvSpPr/>
            <p:nvPr/>
          </p:nvSpPr>
          <p:spPr>
            <a:xfrm>
              <a:off x="5383205" y="1617781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8" name="pt257"/>
            <p:cNvSpPr/>
            <p:nvPr/>
          </p:nvSpPr>
          <p:spPr>
            <a:xfrm>
              <a:off x="5351407" y="2178501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9" name="pt258"/>
            <p:cNvSpPr/>
            <p:nvPr/>
          </p:nvSpPr>
          <p:spPr>
            <a:xfrm>
              <a:off x="5314090" y="1762076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0" name="pt259"/>
            <p:cNvSpPr/>
            <p:nvPr/>
          </p:nvSpPr>
          <p:spPr>
            <a:xfrm>
              <a:off x="5381495" y="2230549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1" name="pt260"/>
            <p:cNvSpPr/>
            <p:nvPr/>
          </p:nvSpPr>
          <p:spPr>
            <a:xfrm>
              <a:off x="5396103" y="1295039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2" name="pt261"/>
            <p:cNvSpPr/>
            <p:nvPr/>
          </p:nvSpPr>
          <p:spPr>
            <a:xfrm>
              <a:off x="5388337" y="1336871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3" name="pt262"/>
            <p:cNvSpPr/>
            <p:nvPr/>
          </p:nvSpPr>
          <p:spPr>
            <a:xfrm>
              <a:off x="5370799" y="2075549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4" name="pt263"/>
            <p:cNvSpPr/>
            <p:nvPr/>
          </p:nvSpPr>
          <p:spPr>
            <a:xfrm>
              <a:off x="5306905" y="2083049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5" name="pt264"/>
            <p:cNvSpPr/>
            <p:nvPr/>
          </p:nvSpPr>
          <p:spPr>
            <a:xfrm>
              <a:off x="5393321" y="1942462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6" name="pt265"/>
            <p:cNvSpPr/>
            <p:nvPr/>
          </p:nvSpPr>
          <p:spPr>
            <a:xfrm>
              <a:off x="5309112" y="2070559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7" name="pt266"/>
            <p:cNvSpPr/>
            <p:nvPr/>
          </p:nvSpPr>
          <p:spPr>
            <a:xfrm>
              <a:off x="5317286" y="1998743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8" name="pt267"/>
            <p:cNvSpPr/>
            <p:nvPr/>
          </p:nvSpPr>
          <p:spPr>
            <a:xfrm>
              <a:off x="5322117" y="2206322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9" name="pt268"/>
            <p:cNvSpPr/>
            <p:nvPr/>
          </p:nvSpPr>
          <p:spPr>
            <a:xfrm>
              <a:off x="5397525" y="2191438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pt269"/>
            <p:cNvSpPr/>
            <p:nvPr/>
          </p:nvSpPr>
          <p:spPr>
            <a:xfrm>
              <a:off x="5315978" y="1991977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pt270"/>
            <p:cNvSpPr/>
            <p:nvPr/>
          </p:nvSpPr>
          <p:spPr>
            <a:xfrm>
              <a:off x="5365988" y="2050449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2" name="pt271"/>
            <p:cNvSpPr/>
            <p:nvPr/>
          </p:nvSpPr>
          <p:spPr>
            <a:xfrm>
              <a:off x="5397934" y="1867937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3" name="pt272"/>
            <p:cNvSpPr/>
            <p:nvPr/>
          </p:nvSpPr>
          <p:spPr>
            <a:xfrm>
              <a:off x="5321272" y="1207607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pt273"/>
            <p:cNvSpPr/>
            <p:nvPr/>
          </p:nvSpPr>
          <p:spPr>
            <a:xfrm>
              <a:off x="5335328" y="1823572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5" name="pt274"/>
            <p:cNvSpPr/>
            <p:nvPr/>
          </p:nvSpPr>
          <p:spPr>
            <a:xfrm>
              <a:off x="5301184" y="2125681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pt275"/>
            <p:cNvSpPr/>
            <p:nvPr/>
          </p:nvSpPr>
          <p:spPr>
            <a:xfrm>
              <a:off x="5384610" y="1774766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7" name="pg276"/>
            <p:cNvSpPr/>
            <p:nvPr/>
          </p:nvSpPr>
          <p:spPr>
            <a:xfrm>
              <a:off x="4297342" y="1851145"/>
              <a:ext cx="1089207" cy="346391"/>
            </a:xfrm>
            <a:custGeom>
              <a:avLst/>
              <a:pathLst>
                <a:path w="1089207" h="346391">
                  <a:moveTo>
                    <a:pt x="0" y="41759"/>
                  </a:moveTo>
                  <a:lnTo>
                    <a:pt x="575451" y="45981"/>
                  </a:lnTo>
                  <a:lnTo>
                    <a:pt x="726138" y="37603"/>
                  </a:lnTo>
                  <a:lnTo>
                    <a:pt x="938520" y="18298"/>
                  </a:lnTo>
                  <a:lnTo>
                    <a:pt x="1089207" y="0"/>
                  </a:lnTo>
                  <a:lnTo>
                    <a:pt x="1089207" y="266559"/>
                  </a:lnTo>
                  <a:lnTo>
                    <a:pt x="938520" y="265082"/>
                  </a:lnTo>
                  <a:lnTo>
                    <a:pt x="726138" y="269486"/>
                  </a:lnTo>
                  <a:lnTo>
                    <a:pt x="575451" y="277930"/>
                  </a:lnTo>
                  <a:lnTo>
                    <a:pt x="0" y="346391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278" name="pl277"/>
            <p:cNvSpPr/>
            <p:nvPr/>
          </p:nvSpPr>
          <p:spPr>
            <a:xfrm>
              <a:off x="4297342" y="1851145"/>
              <a:ext cx="1089207" cy="45981"/>
            </a:xfrm>
            <a:custGeom>
              <a:avLst/>
              <a:pathLst>
                <a:path w="1089207" h="45981">
                  <a:moveTo>
                    <a:pt x="0" y="41759"/>
                  </a:moveTo>
                  <a:lnTo>
                    <a:pt x="575451" y="45981"/>
                  </a:lnTo>
                  <a:lnTo>
                    <a:pt x="726138" y="37603"/>
                  </a:lnTo>
                  <a:lnTo>
                    <a:pt x="938520" y="18298"/>
                  </a:lnTo>
                  <a:lnTo>
                    <a:pt x="108920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9" name="pl278"/>
            <p:cNvSpPr/>
            <p:nvPr/>
          </p:nvSpPr>
          <p:spPr>
            <a:xfrm>
              <a:off x="4297342" y="2116227"/>
              <a:ext cx="1089207" cy="81308"/>
            </a:xfrm>
            <a:custGeom>
              <a:avLst/>
              <a:pathLst>
                <a:path w="1089207" h="81308">
                  <a:moveTo>
                    <a:pt x="1089207" y="1477"/>
                  </a:moveTo>
                  <a:lnTo>
                    <a:pt x="938520" y="0"/>
                  </a:lnTo>
                  <a:lnTo>
                    <a:pt x="726138" y="4403"/>
                  </a:lnTo>
                  <a:lnTo>
                    <a:pt x="575451" y="12847"/>
                  </a:lnTo>
                  <a:lnTo>
                    <a:pt x="0" y="8130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0" name="pl279"/>
            <p:cNvSpPr/>
            <p:nvPr/>
          </p:nvSpPr>
          <p:spPr>
            <a:xfrm>
              <a:off x="4297342" y="1984425"/>
              <a:ext cx="1089207" cy="60795"/>
            </a:xfrm>
            <a:custGeom>
              <a:avLst/>
              <a:pathLst>
                <a:path w="1089207" h="60795">
                  <a:moveTo>
                    <a:pt x="0" y="60795"/>
                  </a:moveTo>
                  <a:lnTo>
                    <a:pt x="575451" y="28675"/>
                  </a:lnTo>
                  <a:lnTo>
                    <a:pt x="726138" y="20265"/>
                  </a:lnTo>
                  <a:lnTo>
                    <a:pt x="938520" y="8410"/>
                  </a:lnTo>
                  <a:lnTo>
                    <a:pt x="1089207" y="0"/>
                  </a:lnTo>
                </a:path>
              </a:pathLst>
            </a:custGeom>
            <a:ln w="32521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1" name="tx280"/>
            <p:cNvSpPr/>
            <p:nvPr/>
          </p:nvSpPr>
          <p:spPr>
            <a:xfrm>
              <a:off x="4897666" y="1224965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</a:t>
              </a:r>
            </a:p>
          </p:txBody>
        </p:sp>
        <p:sp>
          <p:nvSpPr>
            <p:cNvPr id="282" name="tx281"/>
            <p:cNvSpPr/>
            <p:nvPr/>
          </p:nvSpPr>
          <p:spPr>
            <a:xfrm>
              <a:off x="4970407" y="1224965"/>
              <a:ext cx="41614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= 0.468</a:t>
              </a:r>
            </a:p>
          </p:txBody>
        </p:sp>
        <p:sp>
          <p:nvSpPr>
            <p:cNvPr id="283" name="rc282"/>
            <p:cNvSpPr/>
            <p:nvPr/>
          </p:nvSpPr>
          <p:spPr>
            <a:xfrm>
              <a:off x="4186450" y="1166855"/>
              <a:ext cx="1308520" cy="120273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84" name="pl283"/>
            <p:cNvSpPr/>
            <p:nvPr/>
          </p:nvSpPr>
          <p:spPr>
            <a:xfrm>
              <a:off x="4186450" y="1166855"/>
              <a:ext cx="0" cy="1202730"/>
            </a:xfrm>
            <a:custGeom>
              <a:avLst/>
              <a:pathLst>
                <a:path w="0" h="1202730">
                  <a:moveTo>
                    <a:pt x="0" y="1202730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4"/>
            <p:cNvSpPr/>
            <p:nvPr/>
          </p:nvSpPr>
          <p:spPr>
            <a:xfrm>
              <a:off x="4157982" y="212025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5"/>
            <p:cNvSpPr/>
            <p:nvPr/>
          </p:nvSpPr>
          <p:spPr>
            <a:xfrm>
              <a:off x="4157982" y="176365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6"/>
            <p:cNvSpPr/>
            <p:nvPr/>
          </p:nvSpPr>
          <p:spPr>
            <a:xfrm>
              <a:off x="4157982" y="140706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7"/>
            <p:cNvSpPr/>
            <p:nvPr/>
          </p:nvSpPr>
          <p:spPr>
            <a:xfrm>
              <a:off x="4186450" y="2369585"/>
              <a:ext cx="1308520" cy="0"/>
            </a:xfrm>
            <a:custGeom>
              <a:avLst/>
              <a:pathLst>
                <a:path w="1308520" h="0">
                  <a:moveTo>
                    <a:pt x="0" y="0"/>
                  </a:moveTo>
                  <a:lnTo>
                    <a:pt x="130852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8"/>
            <p:cNvSpPr/>
            <p:nvPr/>
          </p:nvSpPr>
          <p:spPr>
            <a:xfrm>
              <a:off x="4297342" y="2369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89"/>
            <p:cNvSpPr/>
            <p:nvPr/>
          </p:nvSpPr>
          <p:spPr>
            <a:xfrm>
              <a:off x="4660412" y="2369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0"/>
            <p:cNvSpPr/>
            <p:nvPr/>
          </p:nvSpPr>
          <p:spPr>
            <a:xfrm>
              <a:off x="5023481" y="2369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1"/>
            <p:cNvSpPr/>
            <p:nvPr/>
          </p:nvSpPr>
          <p:spPr>
            <a:xfrm>
              <a:off x="5386550" y="2369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tx292"/>
            <p:cNvSpPr/>
            <p:nvPr/>
          </p:nvSpPr>
          <p:spPr>
            <a:xfrm>
              <a:off x="4186450" y="990315"/>
              <a:ext cx="557418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(c) LDMC</a:t>
              </a:r>
            </a:p>
          </p:txBody>
        </p:sp>
        <p:sp>
          <p:nvSpPr>
            <p:cNvPr id="294" name="rc293"/>
            <p:cNvSpPr/>
            <p:nvPr/>
          </p:nvSpPr>
          <p:spPr>
            <a:xfrm>
              <a:off x="5624659" y="1166855"/>
              <a:ext cx="1308520" cy="12027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" name="pt294"/>
            <p:cNvSpPr/>
            <p:nvPr/>
          </p:nvSpPr>
          <p:spPr>
            <a:xfrm>
              <a:off x="5717666" y="2042739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pt295"/>
            <p:cNvSpPr/>
            <p:nvPr/>
          </p:nvSpPr>
          <p:spPr>
            <a:xfrm>
              <a:off x="5686549" y="1943094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97" name="pt296"/>
            <p:cNvSpPr/>
            <p:nvPr/>
          </p:nvSpPr>
          <p:spPr>
            <a:xfrm>
              <a:off x="5670834" y="1881297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98" name="pt297"/>
            <p:cNvSpPr/>
            <p:nvPr/>
          </p:nvSpPr>
          <p:spPr>
            <a:xfrm>
              <a:off x="5665327" y="2120958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99" name="pt298"/>
            <p:cNvSpPr/>
            <p:nvPr/>
          </p:nvSpPr>
          <p:spPr>
            <a:xfrm>
              <a:off x="5646579" y="2159247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00" name="pt299"/>
            <p:cNvSpPr/>
            <p:nvPr/>
          </p:nvSpPr>
          <p:spPr>
            <a:xfrm>
              <a:off x="5719465" y="1465020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01" name="pt300"/>
            <p:cNvSpPr/>
            <p:nvPr/>
          </p:nvSpPr>
          <p:spPr>
            <a:xfrm>
              <a:off x="5723760" y="2051444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02" name="pt301"/>
            <p:cNvSpPr/>
            <p:nvPr/>
          </p:nvSpPr>
          <p:spPr>
            <a:xfrm>
              <a:off x="5725457" y="1795406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03" name="pt302"/>
            <p:cNvSpPr/>
            <p:nvPr/>
          </p:nvSpPr>
          <p:spPr>
            <a:xfrm>
              <a:off x="5693425" y="2046013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04" name="pt303"/>
            <p:cNvSpPr/>
            <p:nvPr/>
          </p:nvSpPr>
          <p:spPr>
            <a:xfrm>
              <a:off x="5686456" y="2117980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05" name="pt304"/>
            <p:cNvSpPr/>
            <p:nvPr/>
          </p:nvSpPr>
          <p:spPr>
            <a:xfrm>
              <a:off x="6074415" y="1931301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06" name="pt305"/>
            <p:cNvSpPr/>
            <p:nvPr/>
          </p:nvSpPr>
          <p:spPr>
            <a:xfrm>
              <a:off x="6059672" y="2056902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07" name="pt306"/>
            <p:cNvSpPr/>
            <p:nvPr/>
          </p:nvSpPr>
          <p:spPr>
            <a:xfrm>
              <a:off x="6099233" y="1708857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08" name="pt307"/>
            <p:cNvSpPr/>
            <p:nvPr/>
          </p:nvSpPr>
          <p:spPr>
            <a:xfrm>
              <a:off x="6062999" y="2096881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09" name="pt308"/>
            <p:cNvSpPr/>
            <p:nvPr/>
          </p:nvSpPr>
          <p:spPr>
            <a:xfrm>
              <a:off x="6057621" y="2034073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10" name="pt309"/>
            <p:cNvSpPr/>
            <p:nvPr/>
          </p:nvSpPr>
          <p:spPr>
            <a:xfrm>
              <a:off x="6008208" y="1789247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11" name="pt310"/>
            <p:cNvSpPr/>
            <p:nvPr/>
          </p:nvSpPr>
          <p:spPr>
            <a:xfrm>
              <a:off x="6027566" y="2162755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12" name="pt311"/>
            <p:cNvSpPr/>
            <p:nvPr/>
          </p:nvSpPr>
          <p:spPr>
            <a:xfrm>
              <a:off x="6059197" y="2055355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13" name="pt312"/>
            <p:cNvSpPr/>
            <p:nvPr/>
          </p:nvSpPr>
          <p:spPr>
            <a:xfrm>
              <a:off x="6024395" y="1965891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14" name="pt313"/>
            <p:cNvSpPr/>
            <p:nvPr/>
          </p:nvSpPr>
          <p:spPr>
            <a:xfrm>
              <a:off x="6035220" y="1206920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pt314"/>
            <p:cNvSpPr/>
            <p:nvPr/>
          </p:nvSpPr>
          <p:spPr>
            <a:xfrm>
              <a:off x="6020463" y="1519662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16" name="pt315"/>
            <p:cNvSpPr/>
            <p:nvPr/>
          </p:nvSpPr>
          <p:spPr>
            <a:xfrm>
              <a:off x="6036798" y="1973069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17" name="pt316"/>
            <p:cNvSpPr/>
            <p:nvPr/>
          </p:nvSpPr>
          <p:spPr>
            <a:xfrm>
              <a:off x="6065940" y="1926565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pt317"/>
            <p:cNvSpPr/>
            <p:nvPr/>
          </p:nvSpPr>
          <p:spPr>
            <a:xfrm>
              <a:off x="6104242" y="2149932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19" name="pt318"/>
            <p:cNvSpPr/>
            <p:nvPr/>
          </p:nvSpPr>
          <p:spPr>
            <a:xfrm>
              <a:off x="6011605" y="1986565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20" name="pt319"/>
            <p:cNvSpPr/>
            <p:nvPr/>
          </p:nvSpPr>
          <p:spPr>
            <a:xfrm>
              <a:off x="6014802" y="1926827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21" name="pt320"/>
            <p:cNvSpPr/>
            <p:nvPr/>
          </p:nvSpPr>
          <p:spPr>
            <a:xfrm>
              <a:off x="6056305" y="2087799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22" name="pt321"/>
            <p:cNvSpPr/>
            <p:nvPr/>
          </p:nvSpPr>
          <p:spPr>
            <a:xfrm>
              <a:off x="6098456" y="2029363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23" name="pt322"/>
            <p:cNvSpPr/>
            <p:nvPr/>
          </p:nvSpPr>
          <p:spPr>
            <a:xfrm>
              <a:off x="6420038" y="2277358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24" name="pt323"/>
            <p:cNvSpPr/>
            <p:nvPr/>
          </p:nvSpPr>
          <p:spPr>
            <a:xfrm>
              <a:off x="6421039" y="2050485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25" name="pt324"/>
            <p:cNvSpPr/>
            <p:nvPr/>
          </p:nvSpPr>
          <p:spPr>
            <a:xfrm>
              <a:off x="6382873" y="2033560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pt325"/>
            <p:cNvSpPr/>
            <p:nvPr/>
          </p:nvSpPr>
          <p:spPr>
            <a:xfrm>
              <a:off x="6374814" y="1914652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27" name="pt326"/>
            <p:cNvSpPr/>
            <p:nvPr/>
          </p:nvSpPr>
          <p:spPr>
            <a:xfrm>
              <a:off x="6459977" y="1436571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28" name="pt327"/>
            <p:cNvSpPr/>
            <p:nvPr/>
          </p:nvSpPr>
          <p:spPr>
            <a:xfrm>
              <a:off x="6388112" y="1360517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29" name="pt328"/>
            <p:cNvSpPr/>
            <p:nvPr/>
          </p:nvSpPr>
          <p:spPr>
            <a:xfrm>
              <a:off x="6460559" y="1682248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0" name="pt329"/>
            <p:cNvSpPr/>
            <p:nvPr/>
          </p:nvSpPr>
          <p:spPr>
            <a:xfrm>
              <a:off x="6371894" y="1799492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1" name="pt330"/>
            <p:cNvSpPr/>
            <p:nvPr/>
          </p:nvSpPr>
          <p:spPr>
            <a:xfrm>
              <a:off x="6404582" y="1814568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2" name="pt331"/>
            <p:cNvSpPr/>
            <p:nvPr/>
          </p:nvSpPr>
          <p:spPr>
            <a:xfrm>
              <a:off x="6390111" y="1733377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3" name="pt332"/>
            <p:cNvSpPr/>
            <p:nvPr/>
          </p:nvSpPr>
          <p:spPr>
            <a:xfrm>
              <a:off x="6432830" y="1782315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4" name="pt333"/>
            <p:cNvSpPr/>
            <p:nvPr/>
          </p:nvSpPr>
          <p:spPr>
            <a:xfrm>
              <a:off x="6462729" y="1719972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5" name="pt334"/>
            <p:cNvSpPr/>
            <p:nvPr/>
          </p:nvSpPr>
          <p:spPr>
            <a:xfrm>
              <a:off x="6445095" y="2063313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6" name="pt335"/>
            <p:cNvSpPr/>
            <p:nvPr/>
          </p:nvSpPr>
          <p:spPr>
            <a:xfrm>
              <a:off x="6426463" y="1950154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7" name="pt336"/>
            <p:cNvSpPr/>
            <p:nvPr/>
          </p:nvSpPr>
          <p:spPr>
            <a:xfrm>
              <a:off x="6458393" y="2029237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8" name="pt337"/>
            <p:cNvSpPr/>
            <p:nvPr/>
          </p:nvSpPr>
          <p:spPr>
            <a:xfrm>
              <a:off x="6405556" y="1631331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9" name="pt338"/>
            <p:cNvSpPr/>
            <p:nvPr/>
          </p:nvSpPr>
          <p:spPr>
            <a:xfrm>
              <a:off x="6409971" y="1726648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0" name="pt339"/>
            <p:cNvSpPr/>
            <p:nvPr/>
          </p:nvSpPr>
          <p:spPr>
            <a:xfrm>
              <a:off x="6384019" y="1934704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1" name="pt340"/>
            <p:cNvSpPr/>
            <p:nvPr/>
          </p:nvSpPr>
          <p:spPr>
            <a:xfrm>
              <a:off x="6397002" y="1777004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2" name="pt341"/>
            <p:cNvSpPr/>
            <p:nvPr/>
          </p:nvSpPr>
          <p:spPr>
            <a:xfrm>
              <a:off x="6436623" y="1183966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3" name="pt342"/>
            <p:cNvSpPr/>
            <p:nvPr/>
          </p:nvSpPr>
          <p:spPr>
            <a:xfrm>
              <a:off x="6743894" y="1791439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4" name="pt343"/>
            <p:cNvSpPr/>
            <p:nvPr/>
          </p:nvSpPr>
          <p:spPr>
            <a:xfrm>
              <a:off x="6824719" y="1909626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5" name="pt344"/>
            <p:cNvSpPr/>
            <p:nvPr/>
          </p:nvSpPr>
          <p:spPr>
            <a:xfrm>
              <a:off x="6836143" y="1794582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6" name="pt345"/>
            <p:cNvSpPr/>
            <p:nvPr/>
          </p:nvSpPr>
          <p:spPr>
            <a:xfrm>
              <a:off x="6781553" y="1785551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7" name="pt346"/>
            <p:cNvSpPr/>
            <p:nvPr/>
          </p:nvSpPr>
          <p:spPr>
            <a:xfrm>
              <a:off x="6831476" y="1856155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8" name="pt347"/>
            <p:cNvSpPr/>
            <p:nvPr/>
          </p:nvSpPr>
          <p:spPr>
            <a:xfrm>
              <a:off x="6761696" y="1802492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9" name="pt348"/>
            <p:cNvSpPr/>
            <p:nvPr/>
          </p:nvSpPr>
          <p:spPr>
            <a:xfrm>
              <a:off x="6785509" y="1688335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0" name="pt349"/>
            <p:cNvSpPr/>
            <p:nvPr/>
          </p:nvSpPr>
          <p:spPr>
            <a:xfrm>
              <a:off x="6835526" y="1789935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1" name="pt350"/>
            <p:cNvSpPr/>
            <p:nvPr/>
          </p:nvSpPr>
          <p:spPr>
            <a:xfrm>
              <a:off x="6777673" y="2020605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2" name="pt351"/>
            <p:cNvSpPr/>
            <p:nvPr/>
          </p:nvSpPr>
          <p:spPr>
            <a:xfrm>
              <a:off x="6746390" y="1513389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3" name="pt352"/>
            <p:cNvSpPr/>
            <p:nvPr/>
          </p:nvSpPr>
          <p:spPr>
            <a:xfrm>
              <a:off x="6772365" y="2018645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4" name="pt353"/>
            <p:cNvSpPr/>
            <p:nvPr/>
          </p:nvSpPr>
          <p:spPr>
            <a:xfrm>
              <a:off x="6771174" y="2005285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5" name="pt354"/>
            <p:cNvSpPr/>
            <p:nvPr/>
          </p:nvSpPr>
          <p:spPr>
            <a:xfrm>
              <a:off x="6809510" y="1905121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6" name="pt355"/>
            <p:cNvSpPr/>
            <p:nvPr/>
          </p:nvSpPr>
          <p:spPr>
            <a:xfrm>
              <a:off x="6768609" y="1817162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7" name="pt356"/>
            <p:cNvSpPr/>
            <p:nvPr/>
          </p:nvSpPr>
          <p:spPr>
            <a:xfrm>
              <a:off x="6799306" y="1833443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8" name="pt357"/>
            <p:cNvSpPr/>
            <p:nvPr/>
          </p:nvSpPr>
          <p:spPr>
            <a:xfrm>
              <a:off x="6788393" y="2021691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pt358"/>
            <p:cNvSpPr/>
            <p:nvPr/>
          </p:nvSpPr>
          <p:spPr>
            <a:xfrm>
              <a:off x="6744630" y="1707771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60" name="pt359"/>
            <p:cNvSpPr/>
            <p:nvPr/>
          </p:nvSpPr>
          <p:spPr>
            <a:xfrm>
              <a:off x="6821839" y="1847687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61" name="pt360"/>
            <p:cNvSpPr/>
            <p:nvPr/>
          </p:nvSpPr>
          <p:spPr>
            <a:xfrm>
              <a:off x="6746644" y="1918276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pt361"/>
            <p:cNvSpPr/>
            <p:nvPr/>
          </p:nvSpPr>
          <p:spPr>
            <a:xfrm>
              <a:off x="6825401" y="1846161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63" name="pt362"/>
            <p:cNvSpPr/>
            <p:nvPr/>
          </p:nvSpPr>
          <p:spPr>
            <a:xfrm>
              <a:off x="6758484" y="1916572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64" name="pt363"/>
            <p:cNvSpPr/>
            <p:nvPr/>
          </p:nvSpPr>
          <p:spPr>
            <a:xfrm>
              <a:off x="6835178" y="1582029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65" name="pt364"/>
            <p:cNvSpPr/>
            <p:nvPr/>
          </p:nvSpPr>
          <p:spPr>
            <a:xfrm>
              <a:off x="6814922" y="1865136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66" name="pt365"/>
            <p:cNvSpPr/>
            <p:nvPr/>
          </p:nvSpPr>
          <p:spPr>
            <a:xfrm>
              <a:off x="6817591" y="1808230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pg366"/>
            <p:cNvSpPr/>
            <p:nvPr/>
          </p:nvSpPr>
          <p:spPr>
            <a:xfrm>
              <a:off x="5733409" y="1702288"/>
              <a:ext cx="1090171" cy="434103"/>
            </a:xfrm>
            <a:custGeom>
              <a:avLst/>
              <a:pathLst>
                <a:path w="1090171" h="434103">
                  <a:moveTo>
                    <a:pt x="0" y="123172"/>
                  </a:moveTo>
                  <a:lnTo>
                    <a:pt x="575960" y="108751"/>
                  </a:lnTo>
                  <a:lnTo>
                    <a:pt x="726780" y="86161"/>
                  </a:lnTo>
                  <a:lnTo>
                    <a:pt x="939350" y="39816"/>
                  </a:lnTo>
                  <a:lnTo>
                    <a:pt x="1090171" y="0"/>
                  </a:lnTo>
                  <a:lnTo>
                    <a:pt x="1090171" y="273355"/>
                  </a:lnTo>
                  <a:lnTo>
                    <a:pt x="939350" y="272818"/>
                  </a:lnTo>
                  <a:lnTo>
                    <a:pt x="726780" y="281833"/>
                  </a:lnTo>
                  <a:lnTo>
                    <a:pt x="575960" y="298523"/>
                  </a:lnTo>
                  <a:lnTo>
                    <a:pt x="0" y="434103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68" name="pl367"/>
            <p:cNvSpPr/>
            <p:nvPr/>
          </p:nvSpPr>
          <p:spPr>
            <a:xfrm>
              <a:off x="5733409" y="1702288"/>
              <a:ext cx="1090171" cy="123172"/>
            </a:xfrm>
            <a:custGeom>
              <a:avLst/>
              <a:pathLst>
                <a:path w="1090171" h="123172">
                  <a:moveTo>
                    <a:pt x="0" y="123172"/>
                  </a:moveTo>
                  <a:lnTo>
                    <a:pt x="575960" y="108751"/>
                  </a:lnTo>
                  <a:lnTo>
                    <a:pt x="726780" y="86161"/>
                  </a:lnTo>
                  <a:lnTo>
                    <a:pt x="939350" y="39816"/>
                  </a:lnTo>
                  <a:lnTo>
                    <a:pt x="109017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9" name="pl368"/>
            <p:cNvSpPr/>
            <p:nvPr/>
          </p:nvSpPr>
          <p:spPr>
            <a:xfrm>
              <a:off x="5733409" y="1975106"/>
              <a:ext cx="1090171" cy="161284"/>
            </a:xfrm>
            <a:custGeom>
              <a:avLst/>
              <a:pathLst>
                <a:path w="1090171" h="161284">
                  <a:moveTo>
                    <a:pt x="1090171" y="537"/>
                  </a:moveTo>
                  <a:lnTo>
                    <a:pt x="939350" y="0"/>
                  </a:lnTo>
                  <a:lnTo>
                    <a:pt x="726780" y="9015"/>
                  </a:lnTo>
                  <a:lnTo>
                    <a:pt x="575960" y="25705"/>
                  </a:lnTo>
                  <a:lnTo>
                    <a:pt x="0" y="1612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70" name="pl369"/>
            <p:cNvSpPr/>
            <p:nvPr/>
          </p:nvSpPr>
          <p:spPr>
            <a:xfrm>
              <a:off x="5733409" y="1838966"/>
              <a:ext cx="1090171" cy="141959"/>
            </a:xfrm>
            <a:custGeom>
              <a:avLst/>
              <a:pathLst>
                <a:path w="1090171" h="141959">
                  <a:moveTo>
                    <a:pt x="0" y="141959"/>
                  </a:moveTo>
                  <a:lnTo>
                    <a:pt x="575960" y="66959"/>
                  </a:lnTo>
                  <a:lnTo>
                    <a:pt x="726780" y="47319"/>
                  </a:lnTo>
                  <a:lnTo>
                    <a:pt x="939350" y="19639"/>
                  </a:lnTo>
                  <a:lnTo>
                    <a:pt x="1090171" y="0"/>
                  </a:lnTo>
                </a:path>
              </a:pathLst>
            </a:custGeom>
            <a:ln w="32521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1" name="tx370"/>
            <p:cNvSpPr/>
            <p:nvPr/>
          </p:nvSpPr>
          <p:spPr>
            <a:xfrm>
              <a:off x="6334697" y="1224920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</a:t>
              </a:r>
            </a:p>
          </p:txBody>
        </p:sp>
        <p:sp>
          <p:nvSpPr>
            <p:cNvPr id="372" name="tx371"/>
            <p:cNvSpPr/>
            <p:nvPr/>
          </p:nvSpPr>
          <p:spPr>
            <a:xfrm>
              <a:off x="6407437" y="1224920"/>
              <a:ext cx="41614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= 0.230</a:t>
              </a:r>
            </a:p>
          </p:txBody>
        </p:sp>
        <p:sp>
          <p:nvSpPr>
            <p:cNvPr id="373" name="rc372"/>
            <p:cNvSpPr/>
            <p:nvPr/>
          </p:nvSpPr>
          <p:spPr>
            <a:xfrm>
              <a:off x="5624659" y="1166855"/>
              <a:ext cx="1308520" cy="120273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74" name="pl373"/>
            <p:cNvSpPr/>
            <p:nvPr/>
          </p:nvSpPr>
          <p:spPr>
            <a:xfrm>
              <a:off x="5624659" y="1166855"/>
              <a:ext cx="0" cy="1202730"/>
            </a:xfrm>
            <a:custGeom>
              <a:avLst/>
              <a:pathLst>
                <a:path w="0" h="1202730">
                  <a:moveTo>
                    <a:pt x="0" y="1202730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4"/>
            <p:cNvSpPr/>
            <p:nvPr/>
          </p:nvSpPr>
          <p:spPr>
            <a:xfrm>
              <a:off x="5596191" y="231424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5"/>
            <p:cNvSpPr/>
            <p:nvPr/>
          </p:nvSpPr>
          <p:spPr>
            <a:xfrm>
              <a:off x="5596191" y="202044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6"/>
            <p:cNvSpPr/>
            <p:nvPr/>
          </p:nvSpPr>
          <p:spPr>
            <a:xfrm>
              <a:off x="5596191" y="172665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7"/>
            <p:cNvSpPr/>
            <p:nvPr/>
          </p:nvSpPr>
          <p:spPr>
            <a:xfrm>
              <a:off x="5596191" y="143285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8"/>
            <p:cNvSpPr/>
            <p:nvPr/>
          </p:nvSpPr>
          <p:spPr>
            <a:xfrm>
              <a:off x="5624659" y="2369585"/>
              <a:ext cx="1308520" cy="0"/>
            </a:xfrm>
            <a:custGeom>
              <a:avLst/>
              <a:pathLst>
                <a:path w="1308520" h="0">
                  <a:moveTo>
                    <a:pt x="0" y="0"/>
                  </a:moveTo>
                  <a:lnTo>
                    <a:pt x="130852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79"/>
            <p:cNvSpPr/>
            <p:nvPr/>
          </p:nvSpPr>
          <p:spPr>
            <a:xfrm>
              <a:off x="5733409" y="2369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0"/>
            <p:cNvSpPr/>
            <p:nvPr/>
          </p:nvSpPr>
          <p:spPr>
            <a:xfrm>
              <a:off x="6096800" y="2369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1"/>
            <p:cNvSpPr/>
            <p:nvPr/>
          </p:nvSpPr>
          <p:spPr>
            <a:xfrm>
              <a:off x="6460190" y="2369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2"/>
            <p:cNvSpPr/>
            <p:nvPr/>
          </p:nvSpPr>
          <p:spPr>
            <a:xfrm>
              <a:off x="6823581" y="2369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tx383"/>
            <p:cNvSpPr/>
            <p:nvPr/>
          </p:nvSpPr>
          <p:spPr>
            <a:xfrm>
              <a:off x="5624659" y="990315"/>
              <a:ext cx="451347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(d) LTO</a:t>
              </a:r>
            </a:p>
          </p:txBody>
        </p:sp>
        <p:sp>
          <p:nvSpPr>
            <p:cNvPr id="385" name="rc384"/>
            <p:cNvSpPr/>
            <p:nvPr/>
          </p:nvSpPr>
          <p:spPr>
            <a:xfrm>
              <a:off x="1310032" y="2650509"/>
              <a:ext cx="1308520" cy="12027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6" name="pt385"/>
            <p:cNvSpPr/>
            <p:nvPr/>
          </p:nvSpPr>
          <p:spPr>
            <a:xfrm>
              <a:off x="1430181" y="3507161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87" name="pt386"/>
            <p:cNvSpPr/>
            <p:nvPr/>
          </p:nvSpPr>
          <p:spPr>
            <a:xfrm>
              <a:off x="1370192" y="3620490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88" name="pt387"/>
            <p:cNvSpPr/>
            <p:nvPr/>
          </p:nvSpPr>
          <p:spPr>
            <a:xfrm>
              <a:off x="1406570" y="3308901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89" name="pt388"/>
            <p:cNvSpPr/>
            <p:nvPr/>
          </p:nvSpPr>
          <p:spPr>
            <a:xfrm>
              <a:off x="1399468" y="3329913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90" name="pt389"/>
            <p:cNvSpPr/>
            <p:nvPr/>
          </p:nvSpPr>
          <p:spPr>
            <a:xfrm>
              <a:off x="1371459" y="3759725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91" name="pt390"/>
            <p:cNvSpPr/>
            <p:nvPr/>
          </p:nvSpPr>
          <p:spPr>
            <a:xfrm>
              <a:off x="1363814" y="3335514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92" name="pt391"/>
            <p:cNvSpPr/>
            <p:nvPr/>
          </p:nvSpPr>
          <p:spPr>
            <a:xfrm>
              <a:off x="1408694" y="3740839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93" name="pt392"/>
            <p:cNvSpPr/>
            <p:nvPr/>
          </p:nvSpPr>
          <p:spPr>
            <a:xfrm>
              <a:off x="1425752" y="3759858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94" name="pt393"/>
            <p:cNvSpPr/>
            <p:nvPr/>
          </p:nvSpPr>
          <p:spPr>
            <a:xfrm>
              <a:off x="1344902" y="3638707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95" name="pt394"/>
            <p:cNvSpPr/>
            <p:nvPr/>
          </p:nvSpPr>
          <p:spPr>
            <a:xfrm>
              <a:off x="1331952" y="3393370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96" name="pt395"/>
            <p:cNvSpPr/>
            <p:nvPr/>
          </p:nvSpPr>
          <p:spPr>
            <a:xfrm>
              <a:off x="1731507" y="3433815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97" name="pt396"/>
            <p:cNvSpPr/>
            <p:nvPr/>
          </p:nvSpPr>
          <p:spPr>
            <a:xfrm>
              <a:off x="1745432" y="2667620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98" name="pt397"/>
            <p:cNvSpPr/>
            <p:nvPr/>
          </p:nvSpPr>
          <p:spPr>
            <a:xfrm>
              <a:off x="1784256" y="3275787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99" name="pt398"/>
            <p:cNvSpPr/>
            <p:nvPr/>
          </p:nvSpPr>
          <p:spPr>
            <a:xfrm>
              <a:off x="1749029" y="3550122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00" name="pt399"/>
            <p:cNvSpPr/>
            <p:nvPr/>
          </p:nvSpPr>
          <p:spPr>
            <a:xfrm>
              <a:off x="1700407" y="3662398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01" name="pt400"/>
            <p:cNvSpPr/>
            <p:nvPr/>
          </p:nvSpPr>
          <p:spPr>
            <a:xfrm>
              <a:off x="1724911" y="3556901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02" name="pt401"/>
            <p:cNvSpPr/>
            <p:nvPr/>
          </p:nvSpPr>
          <p:spPr>
            <a:xfrm>
              <a:off x="1788027" y="3176833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pt402"/>
            <p:cNvSpPr/>
            <p:nvPr/>
          </p:nvSpPr>
          <p:spPr>
            <a:xfrm>
              <a:off x="1776327" y="3329914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04" name="pt403"/>
            <p:cNvSpPr/>
            <p:nvPr/>
          </p:nvSpPr>
          <p:spPr>
            <a:xfrm>
              <a:off x="1698196" y="3496147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05" name="pt404"/>
            <p:cNvSpPr/>
            <p:nvPr/>
          </p:nvSpPr>
          <p:spPr>
            <a:xfrm>
              <a:off x="1719403" y="2836582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pt405"/>
            <p:cNvSpPr/>
            <p:nvPr/>
          </p:nvSpPr>
          <p:spPr>
            <a:xfrm>
              <a:off x="1723269" y="3184020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07" name="pt406"/>
            <p:cNvSpPr/>
            <p:nvPr/>
          </p:nvSpPr>
          <p:spPr>
            <a:xfrm>
              <a:off x="1713812" y="3438240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08" name="pt407"/>
            <p:cNvSpPr/>
            <p:nvPr/>
          </p:nvSpPr>
          <p:spPr>
            <a:xfrm>
              <a:off x="1731927" y="3077603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09" name="pt408"/>
            <p:cNvSpPr/>
            <p:nvPr/>
          </p:nvSpPr>
          <p:spPr>
            <a:xfrm>
              <a:off x="1792241" y="3072926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10" name="pt409"/>
            <p:cNvSpPr/>
            <p:nvPr/>
          </p:nvSpPr>
          <p:spPr>
            <a:xfrm>
              <a:off x="1759209" y="3674305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11" name="pt410"/>
            <p:cNvSpPr/>
            <p:nvPr/>
          </p:nvSpPr>
          <p:spPr>
            <a:xfrm>
              <a:off x="1724600" y="2850654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12" name="pt411"/>
            <p:cNvSpPr/>
            <p:nvPr/>
          </p:nvSpPr>
          <p:spPr>
            <a:xfrm>
              <a:off x="1765565" y="3240935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13" name="pt412"/>
            <p:cNvSpPr/>
            <p:nvPr/>
          </p:nvSpPr>
          <p:spPr>
            <a:xfrm>
              <a:off x="1722812" y="3333069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14" name="pt413"/>
            <p:cNvSpPr/>
            <p:nvPr/>
          </p:nvSpPr>
          <p:spPr>
            <a:xfrm>
              <a:off x="2113544" y="3380980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15" name="pt414"/>
            <p:cNvSpPr/>
            <p:nvPr/>
          </p:nvSpPr>
          <p:spPr>
            <a:xfrm>
              <a:off x="2162413" y="3313977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16" name="pt415"/>
            <p:cNvSpPr/>
            <p:nvPr/>
          </p:nvSpPr>
          <p:spPr>
            <a:xfrm>
              <a:off x="2101433" y="3415605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17" name="pt416"/>
            <p:cNvSpPr/>
            <p:nvPr/>
          </p:nvSpPr>
          <p:spPr>
            <a:xfrm>
              <a:off x="2082955" y="3421629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18" name="pt417"/>
            <p:cNvSpPr/>
            <p:nvPr/>
          </p:nvSpPr>
          <p:spPr>
            <a:xfrm>
              <a:off x="2157889" y="3135033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19" name="pt418"/>
            <p:cNvSpPr/>
            <p:nvPr/>
          </p:nvSpPr>
          <p:spPr>
            <a:xfrm>
              <a:off x="2111576" y="3489928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0" name="pt419"/>
            <p:cNvSpPr/>
            <p:nvPr/>
          </p:nvSpPr>
          <p:spPr>
            <a:xfrm>
              <a:off x="2161572" y="3335267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1" name="pt420"/>
            <p:cNvSpPr/>
            <p:nvPr/>
          </p:nvSpPr>
          <p:spPr>
            <a:xfrm>
              <a:off x="2150925" y="3564276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2" name="pt421"/>
            <p:cNvSpPr/>
            <p:nvPr/>
          </p:nvSpPr>
          <p:spPr>
            <a:xfrm>
              <a:off x="2090375" y="3568401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3" name="pt422"/>
            <p:cNvSpPr/>
            <p:nvPr/>
          </p:nvSpPr>
          <p:spPr>
            <a:xfrm>
              <a:off x="2149607" y="3091868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4" name="pt423"/>
            <p:cNvSpPr/>
            <p:nvPr/>
          </p:nvSpPr>
          <p:spPr>
            <a:xfrm>
              <a:off x="2148267" y="3224575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5" name="pt424"/>
            <p:cNvSpPr/>
            <p:nvPr/>
          </p:nvSpPr>
          <p:spPr>
            <a:xfrm>
              <a:off x="2111657" y="3096004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6" name="pt425"/>
            <p:cNvSpPr/>
            <p:nvPr/>
          </p:nvSpPr>
          <p:spPr>
            <a:xfrm>
              <a:off x="2118349" y="3046347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7" name="pt426"/>
            <p:cNvSpPr/>
            <p:nvPr/>
          </p:nvSpPr>
          <p:spPr>
            <a:xfrm>
              <a:off x="2139567" y="3677371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8" name="pt427"/>
            <p:cNvSpPr/>
            <p:nvPr/>
          </p:nvSpPr>
          <p:spPr>
            <a:xfrm>
              <a:off x="2061260" y="3470398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9" name="pt428"/>
            <p:cNvSpPr/>
            <p:nvPr/>
          </p:nvSpPr>
          <p:spPr>
            <a:xfrm>
              <a:off x="2126983" y="3132538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30" name="pt429"/>
            <p:cNvSpPr/>
            <p:nvPr/>
          </p:nvSpPr>
          <p:spPr>
            <a:xfrm>
              <a:off x="2151711" y="2931795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31" name="pt430"/>
            <p:cNvSpPr/>
            <p:nvPr/>
          </p:nvSpPr>
          <p:spPr>
            <a:xfrm>
              <a:off x="2145476" y="3570645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32" name="pt431"/>
            <p:cNvSpPr/>
            <p:nvPr/>
          </p:nvSpPr>
          <p:spPr>
            <a:xfrm>
              <a:off x="2112089" y="3151980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33" name="pt432"/>
            <p:cNvSpPr/>
            <p:nvPr/>
          </p:nvSpPr>
          <p:spPr>
            <a:xfrm>
              <a:off x="2140522" y="3313597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34" name="pt433"/>
            <p:cNvSpPr/>
            <p:nvPr/>
          </p:nvSpPr>
          <p:spPr>
            <a:xfrm>
              <a:off x="2439292" y="3424926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35" name="pt434"/>
            <p:cNvSpPr/>
            <p:nvPr/>
          </p:nvSpPr>
          <p:spPr>
            <a:xfrm>
              <a:off x="2479757" y="3514606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36" name="pt435"/>
            <p:cNvSpPr/>
            <p:nvPr/>
          </p:nvSpPr>
          <p:spPr>
            <a:xfrm>
              <a:off x="2513554" y="3467164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37" name="pt436"/>
            <p:cNvSpPr/>
            <p:nvPr/>
          </p:nvSpPr>
          <p:spPr>
            <a:xfrm>
              <a:off x="2433795" y="3761012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38" name="pt437"/>
            <p:cNvSpPr/>
            <p:nvPr/>
          </p:nvSpPr>
          <p:spPr>
            <a:xfrm>
              <a:off x="2513752" y="3546957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39" name="pt438"/>
            <p:cNvSpPr/>
            <p:nvPr/>
          </p:nvSpPr>
          <p:spPr>
            <a:xfrm>
              <a:off x="2458960" y="3619529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40" name="pt439"/>
            <p:cNvSpPr/>
            <p:nvPr/>
          </p:nvSpPr>
          <p:spPr>
            <a:xfrm>
              <a:off x="2469587" y="2745456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41" name="pt440"/>
            <p:cNvSpPr/>
            <p:nvPr/>
          </p:nvSpPr>
          <p:spPr>
            <a:xfrm>
              <a:off x="2431325" y="3630929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42" name="pt441"/>
            <p:cNvSpPr/>
            <p:nvPr/>
          </p:nvSpPr>
          <p:spPr>
            <a:xfrm>
              <a:off x="2430565" y="3451544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43" name="pt442"/>
            <p:cNvSpPr/>
            <p:nvPr/>
          </p:nvSpPr>
          <p:spPr>
            <a:xfrm>
              <a:off x="2491390" y="3341581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44" name="pt443"/>
            <p:cNvSpPr/>
            <p:nvPr/>
          </p:nvSpPr>
          <p:spPr>
            <a:xfrm>
              <a:off x="2499184" y="3548255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45" name="pt444"/>
            <p:cNvSpPr/>
            <p:nvPr/>
          </p:nvSpPr>
          <p:spPr>
            <a:xfrm>
              <a:off x="2521516" y="3365209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46" name="pt445"/>
            <p:cNvSpPr/>
            <p:nvPr/>
          </p:nvSpPr>
          <p:spPr>
            <a:xfrm>
              <a:off x="2513858" y="3571561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pt446"/>
            <p:cNvSpPr/>
            <p:nvPr/>
          </p:nvSpPr>
          <p:spPr>
            <a:xfrm>
              <a:off x="2428657" y="3574680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48" name="pt447"/>
            <p:cNvSpPr/>
            <p:nvPr/>
          </p:nvSpPr>
          <p:spPr>
            <a:xfrm>
              <a:off x="2442762" y="3595320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49" name="pt448"/>
            <p:cNvSpPr/>
            <p:nvPr/>
          </p:nvSpPr>
          <p:spPr>
            <a:xfrm>
              <a:off x="2434686" y="3684255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pt449"/>
            <p:cNvSpPr/>
            <p:nvPr/>
          </p:nvSpPr>
          <p:spPr>
            <a:xfrm>
              <a:off x="2473224" y="3270151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51" name="pt450"/>
            <p:cNvSpPr/>
            <p:nvPr/>
          </p:nvSpPr>
          <p:spPr>
            <a:xfrm>
              <a:off x="2486723" y="3612283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52" name="pt451"/>
            <p:cNvSpPr/>
            <p:nvPr/>
          </p:nvSpPr>
          <p:spPr>
            <a:xfrm>
              <a:off x="2491947" y="3510453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53" name="pt452"/>
            <p:cNvSpPr/>
            <p:nvPr/>
          </p:nvSpPr>
          <p:spPr>
            <a:xfrm>
              <a:off x="2517500" y="3418593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54" name="pt453"/>
            <p:cNvSpPr/>
            <p:nvPr/>
          </p:nvSpPr>
          <p:spPr>
            <a:xfrm>
              <a:off x="2492919" y="3499578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55" name="pt454"/>
            <p:cNvSpPr/>
            <p:nvPr/>
          </p:nvSpPr>
          <p:spPr>
            <a:xfrm>
              <a:off x="2518164" y="2809989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56" name="pt455"/>
            <p:cNvSpPr/>
            <p:nvPr/>
          </p:nvSpPr>
          <p:spPr>
            <a:xfrm>
              <a:off x="2499625" y="3487064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57" name="pt456"/>
            <p:cNvSpPr/>
            <p:nvPr/>
          </p:nvSpPr>
          <p:spPr>
            <a:xfrm>
              <a:off x="2493263" y="3534055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58" name="pg457"/>
            <p:cNvSpPr/>
            <p:nvPr/>
          </p:nvSpPr>
          <p:spPr>
            <a:xfrm>
              <a:off x="1417928" y="3123188"/>
              <a:ext cx="1099361" cy="464498"/>
            </a:xfrm>
            <a:custGeom>
              <a:avLst/>
              <a:pathLst>
                <a:path w="1099361" h="464498">
                  <a:moveTo>
                    <a:pt x="0" y="0"/>
                  </a:moveTo>
                  <a:lnTo>
                    <a:pt x="580815" y="131222"/>
                  </a:lnTo>
                  <a:lnTo>
                    <a:pt x="732907" y="146261"/>
                  </a:lnTo>
                  <a:lnTo>
                    <a:pt x="947269" y="152504"/>
                  </a:lnTo>
                  <a:lnTo>
                    <a:pt x="1099361" y="149347"/>
                  </a:lnTo>
                  <a:lnTo>
                    <a:pt x="1099361" y="464498"/>
                  </a:lnTo>
                  <a:lnTo>
                    <a:pt x="947269" y="425891"/>
                  </a:lnTo>
                  <a:lnTo>
                    <a:pt x="732907" y="382171"/>
                  </a:lnTo>
                  <a:lnTo>
                    <a:pt x="580815" y="361761"/>
                  </a:lnTo>
                  <a:lnTo>
                    <a:pt x="0" y="357607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459" name="pl458"/>
            <p:cNvSpPr/>
            <p:nvPr/>
          </p:nvSpPr>
          <p:spPr>
            <a:xfrm>
              <a:off x="1417928" y="3123188"/>
              <a:ext cx="1099361" cy="152504"/>
            </a:xfrm>
            <a:custGeom>
              <a:avLst/>
              <a:pathLst>
                <a:path w="1099361" h="152504">
                  <a:moveTo>
                    <a:pt x="0" y="0"/>
                  </a:moveTo>
                  <a:lnTo>
                    <a:pt x="580815" y="131222"/>
                  </a:lnTo>
                  <a:lnTo>
                    <a:pt x="732907" y="146261"/>
                  </a:lnTo>
                  <a:lnTo>
                    <a:pt x="947269" y="152504"/>
                  </a:lnTo>
                  <a:lnTo>
                    <a:pt x="1099361" y="14934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0" name="pl459"/>
            <p:cNvSpPr/>
            <p:nvPr/>
          </p:nvSpPr>
          <p:spPr>
            <a:xfrm>
              <a:off x="1417928" y="3480795"/>
              <a:ext cx="1099361" cy="106891"/>
            </a:xfrm>
            <a:custGeom>
              <a:avLst/>
              <a:pathLst>
                <a:path w="1099361" h="106891">
                  <a:moveTo>
                    <a:pt x="1099361" y="106891"/>
                  </a:moveTo>
                  <a:lnTo>
                    <a:pt x="947269" y="68284"/>
                  </a:lnTo>
                  <a:lnTo>
                    <a:pt x="732907" y="24564"/>
                  </a:lnTo>
                  <a:lnTo>
                    <a:pt x="580815" y="415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1" name="pl460"/>
            <p:cNvSpPr/>
            <p:nvPr/>
          </p:nvSpPr>
          <p:spPr>
            <a:xfrm>
              <a:off x="1417928" y="3301992"/>
              <a:ext cx="1099361" cy="128119"/>
            </a:xfrm>
            <a:custGeom>
              <a:avLst/>
              <a:pathLst>
                <a:path w="1099361" h="128119">
                  <a:moveTo>
                    <a:pt x="0" y="0"/>
                  </a:moveTo>
                  <a:lnTo>
                    <a:pt x="580815" y="67688"/>
                  </a:lnTo>
                  <a:lnTo>
                    <a:pt x="732907" y="85412"/>
                  </a:lnTo>
                  <a:lnTo>
                    <a:pt x="947269" y="110394"/>
                  </a:lnTo>
                  <a:lnTo>
                    <a:pt x="1099361" y="128119"/>
                  </a:lnTo>
                </a:path>
              </a:pathLst>
            </a:custGeom>
            <a:ln w="32521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62" name="tx461"/>
            <p:cNvSpPr/>
            <p:nvPr/>
          </p:nvSpPr>
          <p:spPr>
            <a:xfrm>
              <a:off x="2028406" y="2708630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</a:t>
              </a:r>
            </a:p>
          </p:txBody>
        </p:sp>
        <p:sp>
          <p:nvSpPr>
            <p:cNvPr id="463" name="tx462"/>
            <p:cNvSpPr/>
            <p:nvPr/>
          </p:nvSpPr>
          <p:spPr>
            <a:xfrm>
              <a:off x="2101146" y="2708630"/>
              <a:ext cx="41614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= 0.318</a:t>
              </a:r>
            </a:p>
          </p:txBody>
        </p:sp>
        <p:sp>
          <p:nvSpPr>
            <p:cNvPr id="464" name="rc463"/>
            <p:cNvSpPr/>
            <p:nvPr/>
          </p:nvSpPr>
          <p:spPr>
            <a:xfrm>
              <a:off x="1310032" y="2650509"/>
              <a:ext cx="1308520" cy="120273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65" name="pl464"/>
            <p:cNvSpPr/>
            <p:nvPr/>
          </p:nvSpPr>
          <p:spPr>
            <a:xfrm>
              <a:off x="1310032" y="2650509"/>
              <a:ext cx="0" cy="1202730"/>
            </a:xfrm>
            <a:custGeom>
              <a:avLst/>
              <a:pathLst>
                <a:path w="0" h="1202730">
                  <a:moveTo>
                    <a:pt x="0" y="1202730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tx465"/>
            <p:cNvSpPr/>
            <p:nvPr/>
          </p:nvSpPr>
          <p:spPr>
            <a:xfrm rot="-5400000">
              <a:off x="1140466" y="3713887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467" name="tx466"/>
            <p:cNvSpPr/>
            <p:nvPr/>
          </p:nvSpPr>
          <p:spPr>
            <a:xfrm rot="-5400000">
              <a:off x="1140466" y="3431558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468" name="tx467"/>
            <p:cNvSpPr/>
            <p:nvPr/>
          </p:nvSpPr>
          <p:spPr>
            <a:xfrm rot="-5400000">
              <a:off x="1140466" y="3149228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469" name="tx468"/>
            <p:cNvSpPr/>
            <p:nvPr/>
          </p:nvSpPr>
          <p:spPr>
            <a:xfrm rot="-5400000">
              <a:off x="1140466" y="2866898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</a:t>
              </a:r>
            </a:p>
          </p:txBody>
        </p:sp>
        <p:sp>
          <p:nvSpPr>
            <p:cNvPr id="470" name="pl469"/>
            <p:cNvSpPr/>
            <p:nvPr/>
          </p:nvSpPr>
          <p:spPr>
            <a:xfrm>
              <a:off x="1281564" y="375032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0"/>
            <p:cNvSpPr/>
            <p:nvPr/>
          </p:nvSpPr>
          <p:spPr>
            <a:xfrm>
              <a:off x="1281564" y="346799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l471"/>
            <p:cNvSpPr/>
            <p:nvPr/>
          </p:nvSpPr>
          <p:spPr>
            <a:xfrm>
              <a:off x="1281564" y="318566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2"/>
            <p:cNvSpPr/>
            <p:nvPr/>
          </p:nvSpPr>
          <p:spPr>
            <a:xfrm>
              <a:off x="1281564" y="290333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3"/>
            <p:cNvSpPr/>
            <p:nvPr/>
          </p:nvSpPr>
          <p:spPr>
            <a:xfrm>
              <a:off x="1310032" y="3853240"/>
              <a:ext cx="1308520" cy="0"/>
            </a:xfrm>
            <a:custGeom>
              <a:avLst/>
              <a:pathLst>
                <a:path w="1308520" h="0">
                  <a:moveTo>
                    <a:pt x="0" y="0"/>
                  </a:moveTo>
                  <a:lnTo>
                    <a:pt x="130852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4"/>
            <p:cNvSpPr/>
            <p:nvPr/>
          </p:nvSpPr>
          <p:spPr>
            <a:xfrm>
              <a:off x="1417928" y="385324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5"/>
            <p:cNvSpPr/>
            <p:nvPr/>
          </p:nvSpPr>
          <p:spPr>
            <a:xfrm>
              <a:off x="1784382" y="385324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6"/>
            <p:cNvSpPr/>
            <p:nvPr/>
          </p:nvSpPr>
          <p:spPr>
            <a:xfrm>
              <a:off x="2150836" y="385324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7"/>
            <p:cNvSpPr/>
            <p:nvPr/>
          </p:nvSpPr>
          <p:spPr>
            <a:xfrm>
              <a:off x="2517290" y="385324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tx478"/>
            <p:cNvSpPr/>
            <p:nvPr/>
          </p:nvSpPr>
          <p:spPr>
            <a:xfrm rot="-5400000">
              <a:off x="129703" y="3206292"/>
              <a:ext cx="1806671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Intraspecific trait variability (ITV)</a:t>
              </a:r>
            </a:p>
          </p:txBody>
        </p:sp>
        <p:sp>
          <p:nvSpPr>
            <p:cNvPr id="480" name="tx479"/>
            <p:cNvSpPr/>
            <p:nvPr/>
          </p:nvSpPr>
          <p:spPr>
            <a:xfrm>
              <a:off x="1310032" y="2473969"/>
              <a:ext cx="395203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(e) Chl</a:t>
              </a:r>
            </a:p>
          </p:txBody>
        </p:sp>
        <p:sp>
          <p:nvSpPr>
            <p:cNvPr id="481" name="rc480"/>
            <p:cNvSpPr/>
            <p:nvPr/>
          </p:nvSpPr>
          <p:spPr>
            <a:xfrm>
              <a:off x="2748241" y="2650509"/>
              <a:ext cx="1308520" cy="12027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" name="pt481"/>
            <p:cNvSpPr/>
            <p:nvPr/>
          </p:nvSpPr>
          <p:spPr>
            <a:xfrm>
              <a:off x="2775089" y="3423930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83" name="pt482"/>
            <p:cNvSpPr/>
            <p:nvPr/>
          </p:nvSpPr>
          <p:spPr>
            <a:xfrm>
              <a:off x="2845334" y="3215422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84" name="pt483"/>
            <p:cNvSpPr/>
            <p:nvPr/>
          </p:nvSpPr>
          <p:spPr>
            <a:xfrm>
              <a:off x="2773132" y="3374234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85" name="pt484"/>
            <p:cNvSpPr/>
            <p:nvPr/>
          </p:nvSpPr>
          <p:spPr>
            <a:xfrm>
              <a:off x="2770161" y="3382151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86" name="pt485"/>
            <p:cNvSpPr/>
            <p:nvPr/>
          </p:nvSpPr>
          <p:spPr>
            <a:xfrm>
              <a:off x="2808389" y="3547128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87" name="pt486"/>
            <p:cNvSpPr/>
            <p:nvPr/>
          </p:nvSpPr>
          <p:spPr>
            <a:xfrm>
              <a:off x="2849800" y="3354508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88" name="pt487"/>
            <p:cNvSpPr/>
            <p:nvPr/>
          </p:nvSpPr>
          <p:spPr>
            <a:xfrm>
              <a:off x="2843835" y="3480595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89" name="pt488"/>
            <p:cNvSpPr/>
            <p:nvPr/>
          </p:nvSpPr>
          <p:spPr>
            <a:xfrm>
              <a:off x="2859482" y="3415480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90" name="pt489"/>
            <p:cNvSpPr/>
            <p:nvPr/>
          </p:nvSpPr>
          <p:spPr>
            <a:xfrm>
              <a:off x="2860886" y="3583033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pt490"/>
            <p:cNvSpPr/>
            <p:nvPr/>
          </p:nvSpPr>
          <p:spPr>
            <a:xfrm>
              <a:off x="2777963" y="3595138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92" name="pt491"/>
            <p:cNvSpPr/>
            <p:nvPr/>
          </p:nvSpPr>
          <p:spPr>
            <a:xfrm>
              <a:off x="3156674" y="3677769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93" name="pt492"/>
            <p:cNvSpPr/>
            <p:nvPr/>
          </p:nvSpPr>
          <p:spPr>
            <a:xfrm>
              <a:off x="3220561" y="3647828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pt493"/>
            <p:cNvSpPr/>
            <p:nvPr/>
          </p:nvSpPr>
          <p:spPr>
            <a:xfrm>
              <a:off x="3172256" y="3497926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95" name="pt494"/>
            <p:cNvSpPr/>
            <p:nvPr/>
          </p:nvSpPr>
          <p:spPr>
            <a:xfrm>
              <a:off x="3202523" y="3626777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96" name="pt495"/>
            <p:cNvSpPr/>
            <p:nvPr/>
          </p:nvSpPr>
          <p:spPr>
            <a:xfrm>
              <a:off x="3227122" y="3510232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97" name="pt496"/>
            <p:cNvSpPr/>
            <p:nvPr/>
          </p:nvSpPr>
          <p:spPr>
            <a:xfrm>
              <a:off x="3198727" y="3302882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98" name="pt497"/>
            <p:cNvSpPr/>
            <p:nvPr/>
          </p:nvSpPr>
          <p:spPr>
            <a:xfrm>
              <a:off x="3196485" y="3653420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99" name="pt498"/>
            <p:cNvSpPr/>
            <p:nvPr/>
          </p:nvSpPr>
          <p:spPr>
            <a:xfrm>
              <a:off x="3182251" y="3643728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00" name="pt499"/>
            <p:cNvSpPr/>
            <p:nvPr/>
          </p:nvSpPr>
          <p:spPr>
            <a:xfrm>
              <a:off x="3175505" y="3494534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01" name="pt500"/>
            <p:cNvSpPr/>
            <p:nvPr/>
          </p:nvSpPr>
          <p:spPr>
            <a:xfrm>
              <a:off x="3163788" y="3339413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02" name="pt501"/>
            <p:cNvSpPr/>
            <p:nvPr/>
          </p:nvSpPr>
          <p:spPr>
            <a:xfrm>
              <a:off x="3220037" y="3432100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03" name="pt502"/>
            <p:cNvSpPr/>
            <p:nvPr/>
          </p:nvSpPr>
          <p:spPr>
            <a:xfrm>
              <a:off x="3220508" y="3647319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04" name="pt503"/>
            <p:cNvSpPr/>
            <p:nvPr/>
          </p:nvSpPr>
          <p:spPr>
            <a:xfrm>
              <a:off x="3139081" y="3258083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05" name="pt504"/>
            <p:cNvSpPr/>
            <p:nvPr/>
          </p:nvSpPr>
          <p:spPr>
            <a:xfrm>
              <a:off x="3139880" y="3517912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06" name="pt505"/>
            <p:cNvSpPr/>
            <p:nvPr/>
          </p:nvSpPr>
          <p:spPr>
            <a:xfrm>
              <a:off x="3152496" y="3388881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07" name="pt506"/>
            <p:cNvSpPr/>
            <p:nvPr/>
          </p:nvSpPr>
          <p:spPr>
            <a:xfrm>
              <a:off x="3161455" y="3374209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08" name="pt507"/>
            <p:cNvSpPr/>
            <p:nvPr/>
          </p:nvSpPr>
          <p:spPr>
            <a:xfrm>
              <a:off x="3221921" y="3150544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09" name="pt508"/>
            <p:cNvSpPr/>
            <p:nvPr/>
          </p:nvSpPr>
          <p:spPr>
            <a:xfrm>
              <a:off x="3202726" y="3282838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10" name="pt509"/>
            <p:cNvSpPr/>
            <p:nvPr/>
          </p:nvSpPr>
          <p:spPr>
            <a:xfrm>
              <a:off x="3566877" y="3306950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11" name="pt510"/>
            <p:cNvSpPr/>
            <p:nvPr/>
          </p:nvSpPr>
          <p:spPr>
            <a:xfrm>
              <a:off x="3506176" y="3727539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12" name="pt511"/>
            <p:cNvSpPr/>
            <p:nvPr/>
          </p:nvSpPr>
          <p:spPr>
            <a:xfrm>
              <a:off x="3546566" y="3354772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13" name="pt512"/>
            <p:cNvSpPr/>
            <p:nvPr/>
          </p:nvSpPr>
          <p:spPr>
            <a:xfrm>
              <a:off x="3497988" y="3583262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14" name="pt513"/>
            <p:cNvSpPr/>
            <p:nvPr/>
          </p:nvSpPr>
          <p:spPr>
            <a:xfrm>
              <a:off x="3547535" y="3615342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15" name="pt514"/>
            <p:cNvSpPr/>
            <p:nvPr/>
          </p:nvSpPr>
          <p:spPr>
            <a:xfrm>
              <a:off x="3535247" y="3761012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16" name="pt515"/>
            <p:cNvSpPr/>
            <p:nvPr/>
          </p:nvSpPr>
          <p:spPr>
            <a:xfrm>
              <a:off x="3536805" y="3091351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17" name="pt516"/>
            <p:cNvSpPr/>
            <p:nvPr/>
          </p:nvSpPr>
          <p:spPr>
            <a:xfrm>
              <a:off x="3575270" y="3290990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18" name="pt517"/>
            <p:cNvSpPr/>
            <p:nvPr/>
          </p:nvSpPr>
          <p:spPr>
            <a:xfrm>
              <a:off x="3510661" y="3478419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19" name="pt518"/>
            <p:cNvSpPr/>
            <p:nvPr/>
          </p:nvSpPr>
          <p:spPr>
            <a:xfrm>
              <a:off x="3527475" y="3401644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0" name="pt519"/>
            <p:cNvSpPr/>
            <p:nvPr/>
          </p:nvSpPr>
          <p:spPr>
            <a:xfrm>
              <a:off x="3562429" y="3698193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1" name="pt520"/>
            <p:cNvSpPr/>
            <p:nvPr/>
          </p:nvSpPr>
          <p:spPr>
            <a:xfrm>
              <a:off x="3529545" y="3575362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2" name="pt521"/>
            <p:cNvSpPr/>
            <p:nvPr/>
          </p:nvSpPr>
          <p:spPr>
            <a:xfrm>
              <a:off x="3575050" y="3566125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3" name="pt522"/>
            <p:cNvSpPr/>
            <p:nvPr/>
          </p:nvSpPr>
          <p:spPr>
            <a:xfrm>
              <a:off x="3511052" y="3586795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4" name="pt523"/>
            <p:cNvSpPr/>
            <p:nvPr/>
          </p:nvSpPr>
          <p:spPr>
            <a:xfrm>
              <a:off x="3569750" y="3419471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5" name="pt524"/>
            <p:cNvSpPr/>
            <p:nvPr/>
          </p:nvSpPr>
          <p:spPr>
            <a:xfrm>
              <a:off x="3578056" y="3632200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6" name="pt525"/>
            <p:cNvSpPr/>
            <p:nvPr/>
          </p:nvSpPr>
          <p:spPr>
            <a:xfrm>
              <a:off x="3496010" y="3550515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7" name="pt526"/>
            <p:cNvSpPr/>
            <p:nvPr/>
          </p:nvSpPr>
          <p:spPr>
            <a:xfrm>
              <a:off x="3575594" y="3248066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8" name="pt527"/>
            <p:cNvSpPr/>
            <p:nvPr/>
          </p:nvSpPr>
          <p:spPr>
            <a:xfrm>
              <a:off x="3511643" y="3487176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9" name="pt528"/>
            <p:cNvSpPr/>
            <p:nvPr/>
          </p:nvSpPr>
          <p:spPr>
            <a:xfrm>
              <a:off x="3595554" y="2667620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30" name="pt529"/>
            <p:cNvSpPr/>
            <p:nvPr/>
          </p:nvSpPr>
          <p:spPr>
            <a:xfrm>
              <a:off x="3886556" y="3462659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31" name="pt530"/>
            <p:cNvSpPr/>
            <p:nvPr/>
          </p:nvSpPr>
          <p:spPr>
            <a:xfrm>
              <a:off x="3910862" y="3520290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32" name="pt531"/>
            <p:cNvSpPr/>
            <p:nvPr/>
          </p:nvSpPr>
          <p:spPr>
            <a:xfrm>
              <a:off x="3959725" y="3112807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33" name="pt532"/>
            <p:cNvSpPr/>
            <p:nvPr/>
          </p:nvSpPr>
          <p:spPr>
            <a:xfrm>
              <a:off x="3866774" y="3639507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34" name="pt533"/>
            <p:cNvSpPr/>
            <p:nvPr/>
          </p:nvSpPr>
          <p:spPr>
            <a:xfrm>
              <a:off x="3892945" y="3220436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pt534"/>
            <p:cNvSpPr/>
            <p:nvPr/>
          </p:nvSpPr>
          <p:spPr>
            <a:xfrm>
              <a:off x="3865437" y="3568246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36" name="pt535"/>
            <p:cNvSpPr/>
            <p:nvPr/>
          </p:nvSpPr>
          <p:spPr>
            <a:xfrm>
              <a:off x="3959721" y="3532405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37" name="pt536"/>
            <p:cNvSpPr/>
            <p:nvPr/>
          </p:nvSpPr>
          <p:spPr>
            <a:xfrm>
              <a:off x="3922851" y="3306722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pt537"/>
            <p:cNvSpPr/>
            <p:nvPr/>
          </p:nvSpPr>
          <p:spPr>
            <a:xfrm>
              <a:off x="3893635" y="3156799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39" name="pt538"/>
            <p:cNvSpPr/>
            <p:nvPr/>
          </p:nvSpPr>
          <p:spPr>
            <a:xfrm>
              <a:off x="3958196" y="3585349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0" name="pt539"/>
            <p:cNvSpPr/>
            <p:nvPr/>
          </p:nvSpPr>
          <p:spPr>
            <a:xfrm>
              <a:off x="3894181" y="3384819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1" name="pt540"/>
            <p:cNvSpPr/>
            <p:nvPr/>
          </p:nvSpPr>
          <p:spPr>
            <a:xfrm>
              <a:off x="3882892" y="3498776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2" name="pt541"/>
            <p:cNvSpPr/>
            <p:nvPr/>
          </p:nvSpPr>
          <p:spPr>
            <a:xfrm>
              <a:off x="3934157" y="3325252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3" name="pt542"/>
            <p:cNvSpPr/>
            <p:nvPr/>
          </p:nvSpPr>
          <p:spPr>
            <a:xfrm>
              <a:off x="3882810" y="3625377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4" name="pt543"/>
            <p:cNvSpPr/>
            <p:nvPr/>
          </p:nvSpPr>
          <p:spPr>
            <a:xfrm>
              <a:off x="3887925" y="3269114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5" name="pt544"/>
            <p:cNvSpPr/>
            <p:nvPr/>
          </p:nvSpPr>
          <p:spPr>
            <a:xfrm>
              <a:off x="3887628" y="3233164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6" name="pt545"/>
            <p:cNvSpPr/>
            <p:nvPr/>
          </p:nvSpPr>
          <p:spPr>
            <a:xfrm>
              <a:off x="3957635" y="3503744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7" name="pt546"/>
            <p:cNvSpPr/>
            <p:nvPr/>
          </p:nvSpPr>
          <p:spPr>
            <a:xfrm>
              <a:off x="3891768" y="3285434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8" name="pt547"/>
            <p:cNvSpPr/>
            <p:nvPr/>
          </p:nvSpPr>
          <p:spPr>
            <a:xfrm>
              <a:off x="3901706" y="3233350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9" name="pt548"/>
            <p:cNvSpPr/>
            <p:nvPr/>
          </p:nvSpPr>
          <p:spPr>
            <a:xfrm>
              <a:off x="3904822" y="3476414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50" name="pt549"/>
            <p:cNvSpPr/>
            <p:nvPr/>
          </p:nvSpPr>
          <p:spPr>
            <a:xfrm>
              <a:off x="3891480" y="3241676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51" name="pt550"/>
            <p:cNvSpPr/>
            <p:nvPr/>
          </p:nvSpPr>
          <p:spPr>
            <a:xfrm>
              <a:off x="3897298" y="3656595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52" name="pt551"/>
            <p:cNvSpPr/>
            <p:nvPr/>
          </p:nvSpPr>
          <p:spPr>
            <a:xfrm>
              <a:off x="3909676" y="3568492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53" name="pt552"/>
            <p:cNvSpPr/>
            <p:nvPr/>
          </p:nvSpPr>
          <p:spPr>
            <a:xfrm>
              <a:off x="3942632" y="3720138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54" name="pg553"/>
            <p:cNvSpPr/>
            <p:nvPr/>
          </p:nvSpPr>
          <p:spPr>
            <a:xfrm>
              <a:off x="2854643" y="3351331"/>
              <a:ext cx="1096710" cy="226060"/>
            </a:xfrm>
            <a:custGeom>
              <a:avLst/>
              <a:pathLst>
                <a:path w="1096710" h="226060">
                  <a:moveTo>
                    <a:pt x="0" y="24662"/>
                  </a:moveTo>
                  <a:lnTo>
                    <a:pt x="579414" y="25874"/>
                  </a:lnTo>
                  <a:lnTo>
                    <a:pt x="731140" y="21025"/>
                  </a:lnTo>
                  <a:lnTo>
                    <a:pt x="944984" y="10205"/>
                  </a:lnTo>
                  <a:lnTo>
                    <a:pt x="1096710" y="0"/>
                  </a:lnTo>
                  <a:lnTo>
                    <a:pt x="1096710" y="180539"/>
                  </a:lnTo>
                  <a:lnTo>
                    <a:pt x="944984" y="180043"/>
                  </a:lnTo>
                  <a:lnTo>
                    <a:pt x="731140" y="182907"/>
                  </a:lnTo>
                  <a:lnTo>
                    <a:pt x="579414" y="187769"/>
                  </a:lnTo>
                  <a:lnTo>
                    <a:pt x="0" y="22606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555" name="pl554"/>
            <p:cNvSpPr/>
            <p:nvPr/>
          </p:nvSpPr>
          <p:spPr>
            <a:xfrm>
              <a:off x="2854643" y="3351331"/>
              <a:ext cx="1096710" cy="25874"/>
            </a:xfrm>
            <a:custGeom>
              <a:avLst/>
              <a:pathLst>
                <a:path w="1096710" h="25874">
                  <a:moveTo>
                    <a:pt x="0" y="24662"/>
                  </a:moveTo>
                  <a:lnTo>
                    <a:pt x="579414" y="25874"/>
                  </a:lnTo>
                  <a:lnTo>
                    <a:pt x="731140" y="21025"/>
                  </a:lnTo>
                  <a:lnTo>
                    <a:pt x="944984" y="10205"/>
                  </a:lnTo>
                  <a:lnTo>
                    <a:pt x="10967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56" name="pl555"/>
            <p:cNvSpPr/>
            <p:nvPr/>
          </p:nvSpPr>
          <p:spPr>
            <a:xfrm>
              <a:off x="2854643" y="3531374"/>
              <a:ext cx="1096710" cy="46016"/>
            </a:xfrm>
            <a:custGeom>
              <a:avLst/>
              <a:pathLst>
                <a:path w="1096710" h="46016">
                  <a:moveTo>
                    <a:pt x="1096710" y="495"/>
                  </a:moveTo>
                  <a:lnTo>
                    <a:pt x="944984" y="0"/>
                  </a:lnTo>
                  <a:lnTo>
                    <a:pt x="731140" y="2864"/>
                  </a:lnTo>
                  <a:lnTo>
                    <a:pt x="579414" y="7725"/>
                  </a:lnTo>
                  <a:lnTo>
                    <a:pt x="0" y="4601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57" name="pl556"/>
            <p:cNvSpPr/>
            <p:nvPr/>
          </p:nvSpPr>
          <p:spPr>
            <a:xfrm>
              <a:off x="2854643" y="3441600"/>
              <a:ext cx="1096710" cy="35091"/>
            </a:xfrm>
            <a:custGeom>
              <a:avLst/>
              <a:pathLst>
                <a:path w="1096710" h="35091">
                  <a:moveTo>
                    <a:pt x="0" y="35091"/>
                  </a:moveTo>
                  <a:lnTo>
                    <a:pt x="579414" y="16552"/>
                  </a:lnTo>
                  <a:lnTo>
                    <a:pt x="731140" y="11697"/>
                  </a:lnTo>
                  <a:lnTo>
                    <a:pt x="944984" y="4854"/>
                  </a:lnTo>
                  <a:lnTo>
                    <a:pt x="1096710" y="0"/>
                  </a:lnTo>
                </a:path>
              </a:pathLst>
            </a:custGeom>
            <a:ln w="32521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58" name="tx557"/>
            <p:cNvSpPr/>
            <p:nvPr/>
          </p:nvSpPr>
          <p:spPr>
            <a:xfrm>
              <a:off x="3462470" y="2708637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</a:t>
              </a:r>
            </a:p>
          </p:txBody>
        </p:sp>
        <p:sp>
          <p:nvSpPr>
            <p:cNvPr id="559" name="tx558"/>
            <p:cNvSpPr/>
            <p:nvPr/>
          </p:nvSpPr>
          <p:spPr>
            <a:xfrm>
              <a:off x="3535210" y="2708637"/>
              <a:ext cx="41614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= 0.490</a:t>
              </a:r>
            </a:p>
          </p:txBody>
        </p:sp>
        <p:sp>
          <p:nvSpPr>
            <p:cNvPr id="560" name="rc559"/>
            <p:cNvSpPr/>
            <p:nvPr/>
          </p:nvSpPr>
          <p:spPr>
            <a:xfrm>
              <a:off x="2748241" y="2650509"/>
              <a:ext cx="1308520" cy="120273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61" name="pl560"/>
            <p:cNvSpPr/>
            <p:nvPr/>
          </p:nvSpPr>
          <p:spPr>
            <a:xfrm>
              <a:off x="2748241" y="2650509"/>
              <a:ext cx="0" cy="1202730"/>
            </a:xfrm>
            <a:custGeom>
              <a:avLst/>
              <a:pathLst>
                <a:path w="0" h="1202730">
                  <a:moveTo>
                    <a:pt x="0" y="1202730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1"/>
            <p:cNvSpPr/>
            <p:nvPr/>
          </p:nvSpPr>
          <p:spPr>
            <a:xfrm>
              <a:off x="2719773" y="381225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2"/>
            <p:cNvSpPr/>
            <p:nvPr/>
          </p:nvSpPr>
          <p:spPr>
            <a:xfrm>
              <a:off x="2719773" y="347168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l563"/>
            <p:cNvSpPr/>
            <p:nvPr/>
          </p:nvSpPr>
          <p:spPr>
            <a:xfrm>
              <a:off x="2719773" y="3131118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l564"/>
            <p:cNvSpPr/>
            <p:nvPr/>
          </p:nvSpPr>
          <p:spPr>
            <a:xfrm>
              <a:off x="2719773" y="279054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5"/>
            <p:cNvSpPr/>
            <p:nvPr/>
          </p:nvSpPr>
          <p:spPr>
            <a:xfrm>
              <a:off x="2748241" y="3853240"/>
              <a:ext cx="1308520" cy="0"/>
            </a:xfrm>
            <a:custGeom>
              <a:avLst/>
              <a:pathLst>
                <a:path w="1308520" h="0">
                  <a:moveTo>
                    <a:pt x="0" y="0"/>
                  </a:moveTo>
                  <a:lnTo>
                    <a:pt x="130852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l566"/>
            <p:cNvSpPr/>
            <p:nvPr/>
          </p:nvSpPr>
          <p:spPr>
            <a:xfrm>
              <a:off x="2854643" y="385324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l567"/>
            <p:cNvSpPr/>
            <p:nvPr/>
          </p:nvSpPr>
          <p:spPr>
            <a:xfrm>
              <a:off x="3220213" y="385324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l568"/>
            <p:cNvSpPr/>
            <p:nvPr/>
          </p:nvSpPr>
          <p:spPr>
            <a:xfrm>
              <a:off x="3585784" y="385324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l569"/>
            <p:cNvSpPr/>
            <p:nvPr/>
          </p:nvSpPr>
          <p:spPr>
            <a:xfrm>
              <a:off x="3951354" y="385324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tx570"/>
            <p:cNvSpPr/>
            <p:nvPr/>
          </p:nvSpPr>
          <p:spPr>
            <a:xfrm>
              <a:off x="2748241" y="2473969"/>
              <a:ext cx="557418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(f) Height</a:t>
              </a:r>
            </a:p>
          </p:txBody>
        </p:sp>
        <p:sp>
          <p:nvSpPr>
            <p:cNvPr id="572" name="rc571"/>
            <p:cNvSpPr/>
            <p:nvPr/>
          </p:nvSpPr>
          <p:spPr>
            <a:xfrm>
              <a:off x="4186450" y="2650509"/>
              <a:ext cx="1308520" cy="12027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" name="pt572"/>
            <p:cNvSpPr/>
            <p:nvPr/>
          </p:nvSpPr>
          <p:spPr>
            <a:xfrm>
              <a:off x="4275287" y="3520463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74" name="pt573"/>
            <p:cNvSpPr/>
            <p:nvPr/>
          </p:nvSpPr>
          <p:spPr>
            <a:xfrm>
              <a:off x="4209171" y="2908863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75" name="pt574"/>
            <p:cNvSpPr/>
            <p:nvPr/>
          </p:nvSpPr>
          <p:spPr>
            <a:xfrm>
              <a:off x="4240795" y="3271120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76" name="pt575"/>
            <p:cNvSpPr/>
            <p:nvPr/>
          </p:nvSpPr>
          <p:spPr>
            <a:xfrm>
              <a:off x="4264741" y="3541812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77" name="pt576"/>
            <p:cNvSpPr/>
            <p:nvPr/>
          </p:nvSpPr>
          <p:spPr>
            <a:xfrm>
              <a:off x="4304522" y="3398244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78" name="pt577"/>
            <p:cNvSpPr/>
            <p:nvPr/>
          </p:nvSpPr>
          <p:spPr>
            <a:xfrm>
              <a:off x="4237960" y="3403189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79" name="pt578"/>
            <p:cNvSpPr/>
            <p:nvPr/>
          </p:nvSpPr>
          <p:spPr>
            <a:xfrm>
              <a:off x="4304591" y="3070839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80" name="pt579"/>
            <p:cNvSpPr/>
            <p:nvPr/>
          </p:nvSpPr>
          <p:spPr>
            <a:xfrm>
              <a:off x="4293833" y="3530656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81" name="pt580"/>
            <p:cNvSpPr/>
            <p:nvPr/>
          </p:nvSpPr>
          <p:spPr>
            <a:xfrm>
              <a:off x="4208370" y="3761012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82" name="pt581"/>
            <p:cNvSpPr/>
            <p:nvPr/>
          </p:nvSpPr>
          <p:spPr>
            <a:xfrm>
              <a:off x="4248669" y="3517852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83" name="pt582"/>
            <p:cNvSpPr/>
            <p:nvPr/>
          </p:nvSpPr>
          <p:spPr>
            <a:xfrm>
              <a:off x="4625406" y="3660829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84" name="pt583"/>
            <p:cNvSpPr/>
            <p:nvPr/>
          </p:nvSpPr>
          <p:spPr>
            <a:xfrm>
              <a:off x="4583097" y="2667620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85" name="pt584"/>
            <p:cNvSpPr/>
            <p:nvPr/>
          </p:nvSpPr>
          <p:spPr>
            <a:xfrm>
              <a:off x="4587993" y="3357923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86" name="pt585"/>
            <p:cNvSpPr/>
            <p:nvPr/>
          </p:nvSpPr>
          <p:spPr>
            <a:xfrm>
              <a:off x="4629410" y="3608306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87" name="pt586"/>
            <p:cNvSpPr/>
            <p:nvPr/>
          </p:nvSpPr>
          <p:spPr>
            <a:xfrm>
              <a:off x="4617929" y="3521538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88" name="pt587"/>
            <p:cNvSpPr/>
            <p:nvPr/>
          </p:nvSpPr>
          <p:spPr>
            <a:xfrm>
              <a:off x="4651033" y="3458165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89" name="pt588"/>
            <p:cNvSpPr/>
            <p:nvPr/>
          </p:nvSpPr>
          <p:spPr>
            <a:xfrm>
              <a:off x="4653096" y="3546581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90" name="pt589"/>
            <p:cNvSpPr/>
            <p:nvPr/>
          </p:nvSpPr>
          <p:spPr>
            <a:xfrm>
              <a:off x="4599722" y="3699255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91" name="pt590"/>
            <p:cNvSpPr/>
            <p:nvPr/>
          </p:nvSpPr>
          <p:spPr>
            <a:xfrm>
              <a:off x="4584168" y="3281631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92" name="pt591"/>
            <p:cNvSpPr/>
            <p:nvPr/>
          </p:nvSpPr>
          <p:spPr>
            <a:xfrm>
              <a:off x="4603600" y="3418503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93" name="pt592"/>
            <p:cNvSpPr/>
            <p:nvPr/>
          </p:nvSpPr>
          <p:spPr>
            <a:xfrm>
              <a:off x="4599664" y="3132866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94" name="pt593"/>
            <p:cNvSpPr/>
            <p:nvPr/>
          </p:nvSpPr>
          <p:spPr>
            <a:xfrm>
              <a:off x="4641789" y="3503441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95" name="pt594"/>
            <p:cNvSpPr/>
            <p:nvPr/>
          </p:nvSpPr>
          <p:spPr>
            <a:xfrm>
              <a:off x="4639702" y="3190186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96" name="pt595"/>
            <p:cNvSpPr/>
            <p:nvPr/>
          </p:nvSpPr>
          <p:spPr>
            <a:xfrm>
              <a:off x="4613274" y="3355402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97" name="pt596"/>
            <p:cNvSpPr/>
            <p:nvPr/>
          </p:nvSpPr>
          <p:spPr>
            <a:xfrm>
              <a:off x="4576786" y="3541443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98" name="pt597"/>
            <p:cNvSpPr/>
            <p:nvPr/>
          </p:nvSpPr>
          <p:spPr>
            <a:xfrm>
              <a:off x="4575731" y="3274264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99" name="pt598"/>
            <p:cNvSpPr/>
            <p:nvPr/>
          </p:nvSpPr>
          <p:spPr>
            <a:xfrm>
              <a:off x="4586278" y="3067293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00" name="pt599"/>
            <p:cNvSpPr/>
            <p:nvPr/>
          </p:nvSpPr>
          <p:spPr>
            <a:xfrm>
              <a:off x="4643797" y="2795682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01" name="pt600"/>
            <p:cNvSpPr/>
            <p:nvPr/>
          </p:nvSpPr>
          <p:spPr>
            <a:xfrm>
              <a:off x="4991858" y="3581905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02" name="pt601"/>
            <p:cNvSpPr/>
            <p:nvPr/>
          </p:nvSpPr>
          <p:spPr>
            <a:xfrm>
              <a:off x="4936745" y="3484470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03" name="pt602"/>
            <p:cNvSpPr/>
            <p:nvPr/>
          </p:nvSpPr>
          <p:spPr>
            <a:xfrm>
              <a:off x="5010014" y="3247378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04" name="pt603"/>
            <p:cNvSpPr/>
            <p:nvPr/>
          </p:nvSpPr>
          <p:spPr>
            <a:xfrm>
              <a:off x="4932297" y="3457430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05" name="pt604"/>
            <p:cNvSpPr/>
            <p:nvPr/>
          </p:nvSpPr>
          <p:spPr>
            <a:xfrm>
              <a:off x="4982951" y="3379017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06" name="pt605"/>
            <p:cNvSpPr/>
            <p:nvPr/>
          </p:nvSpPr>
          <p:spPr>
            <a:xfrm>
              <a:off x="4975111" y="3662095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07" name="pt606"/>
            <p:cNvSpPr/>
            <p:nvPr/>
          </p:nvSpPr>
          <p:spPr>
            <a:xfrm>
              <a:off x="5004450" y="3612807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08" name="pt607"/>
            <p:cNvSpPr/>
            <p:nvPr/>
          </p:nvSpPr>
          <p:spPr>
            <a:xfrm>
              <a:off x="5000872" y="3402512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09" name="pt608"/>
            <p:cNvSpPr/>
            <p:nvPr/>
          </p:nvSpPr>
          <p:spPr>
            <a:xfrm>
              <a:off x="5003120" y="3373124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10" name="pt609"/>
            <p:cNvSpPr/>
            <p:nvPr/>
          </p:nvSpPr>
          <p:spPr>
            <a:xfrm>
              <a:off x="5002436" y="3051438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11" name="pt610"/>
            <p:cNvSpPr/>
            <p:nvPr/>
          </p:nvSpPr>
          <p:spPr>
            <a:xfrm>
              <a:off x="4986313" y="3499530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12" name="pt611"/>
            <p:cNvSpPr/>
            <p:nvPr/>
          </p:nvSpPr>
          <p:spPr>
            <a:xfrm>
              <a:off x="5027923" y="3050652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13" name="pt612"/>
            <p:cNvSpPr/>
            <p:nvPr/>
          </p:nvSpPr>
          <p:spPr>
            <a:xfrm>
              <a:off x="4949724" y="3548425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14" name="pt613"/>
            <p:cNvSpPr/>
            <p:nvPr/>
          </p:nvSpPr>
          <p:spPr>
            <a:xfrm>
              <a:off x="4943463" y="3688580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15" name="pt614"/>
            <p:cNvSpPr/>
            <p:nvPr/>
          </p:nvSpPr>
          <p:spPr>
            <a:xfrm>
              <a:off x="4960653" y="3327138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16" name="pt615"/>
            <p:cNvSpPr/>
            <p:nvPr/>
          </p:nvSpPr>
          <p:spPr>
            <a:xfrm>
              <a:off x="5002780" y="3209725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17" name="pt616"/>
            <p:cNvSpPr/>
            <p:nvPr/>
          </p:nvSpPr>
          <p:spPr>
            <a:xfrm>
              <a:off x="4952023" y="3598541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18" name="pt617"/>
            <p:cNvSpPr/>
            <p:nvPr/>
          </p:nvSpPr>
          <p:spPr>
            <a:xfrm>
              <a:off x="5025585" y="3327108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19" name="pt618"/>
            <p:cNvSpPr/>
            <p:nvPr/>
          </p:nvSpPr>
          <p:spPr>
            <a:xfrm>
              <a:off x="4975802" y="3030945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20" name="pt619"/>
            <p:cNvSpPr/>
            <p:nvPr/>
          </p:nvSpPr>
          <p:spPr>
            <a:xfrm>
              <a:off x="5014549" y="3315333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21" name="pt620"/>
            <p:cNvSpPr/>
            <p:nvPr/>
          </p:nvSpPr>
          <p:spPr>
            <a:xfrm>
              <a:off x="5335071" y="3266968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22" name="pt621"/>
            <p:cNvSpPr/>
            <p:nvPr/>
          </p:nvSpPr>
          <p:spPr>
            <a:xfrm>
              <a:off x="5374098" y="3336446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pt622"/>
            <p:cNvSpPr/>
            <p:nvPr/>
          </p:nvSpPr>
          <p:spPr>
            <a:xfrm>
              <a:off x="5297478" y="3477810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24" name="pt623"/>
            <p:cNvSpPr/>
            <p:nvPr/>
          </p:nvSpPr>
          <p:spPr>
            <a:xfrm>
              <a:off x="5326078" y="3542021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25" name="pt624"/>
            <p:cNvSpPr/>
            <p:nvPr/>
          </p:nvSpPr>
          <p:spPr>
            <a:xfrm>
              <a:off x="5389945" y="3527478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pt625"/>
            <p:cNvSpPr/>
            <p:nvPr/>
          </p:nvSpPr>
          <p:spPr>
            <a:xfrm>
              <a:off x="5307507" y="3496433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27" name="pt626"/>
            <p:cNvSpPr/>
            <p:nvPr/>
          </p:nvSpPr>
          <p:spPr>
            <a:xfrm>
              <a:off x="5313663" y="3205344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28" name="pt627"/>
            <p:cNvSpPr/>
            <p:nvPr/>
          </p:nvSpPr>
          <p:spPr>
            <a:xfrm>
              <a:off x="5348341" y="3295316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29" name="pt628"/>
            <p:cNvSpPr/>
            <p:nvPr/>
          </p:nvSpPr>
          <p:spPr>
            <a:xfrm>
              <a:off x="5335045" y="3218702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30" name="pt629"/>
            <p:cNvSpPr/>
            <p:nvPr/>
          </p:nvSpPr>
          <p:spPr>
            <a:xfrm>
              <a:off x="5336540" y="2950577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31" name="pt630"/>
            <p:cNvSpPr/>
            <p:nvPr/>
          </p:nvSpPr>
          <p:spPr>
            <a:xfrm>
              <a:off x="5393940" y="3545109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32" name="pt631"/>
            <p:cNvSpPr/>
            <p:nvPr/>
          </p:nvSpPr>
          <p:spPr>
            <a:xfrm>
              <a:off x="5373860" y="3080423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33" name="pt632"/>
            <p:cNvSpPr/>
            <p:nvPr/>
          </p:nvSpPr>
          <p:spPr>
            <a:xfrm>
              <a:off x="5346047" y="2868333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34" name="pt633"/>
            <p:cNvSpPr/>
            <p:nvPr/>
          </p:nvSpPr>
          <p:spPr>
            <a:xfrm>
              <a:off x="5359639" y="3647317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35" name="pt634"/>
            <p:cNvSpPr/>
            <p:nvPr/>
          </p:nvSpPr>
          <p:spPr>
            <a:xfrm>
              <a:off x="5339065" y="3243428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36" name="pt635"/>
            <p:cNvSpPr/>
            <p:nvPr/>
          </p:nvSpPr>
          <p:spPr>
            <a:xfrm>
              <a:off x="5353460" y="3555010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37" name="pt636"/>
            <p:cNvSpPr/>
            <p:nvPr/>
          </p:nvSpPr>
          <p:spPr>
            <a:xfrm>
              <a:off x="5397934" y="2788003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38" name="pt637"/>
            <p:cNvSpPr/>
            <p:nvPr/>
          </p:nvSpPr>
          <p:spPr>
            <a:xfrm>
              <a:off x="5332383" y="3268800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39" name="pt638"/>
            <p:cNvSpPr/>
            <p:nvPr/>
          </p:nvSpPr>
          <p:spPr>
            <a:xfrm>
              <a:off x="5380083" y="3159095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40" name="pt639"/>
            <p:cNvSpPr/>
            <p:nvPr/>
          </p:nvSpPr>
          <p:spPr>
            <a:xfrm>
              <a:off x="5332151" y="3390816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41" name="pt640"/>
            <p:cNvSpPr/>
            <p:nvPr/>
          </p:nvSpPr>
          <p:spPr>
            <a:xfrm>
              <a:off x="5335249" y="3279205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42" name="pt641"/>
            <p:cNvSpPr/>
            <p:nvPr/>
          </p:nvSpPr>
          <p:spPr>
            <a:xfrm>
              <a:off x="5357425" y="3520087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43" name="pt642"/>
            <p:cNvSpPr/>
            <p:nvPr/>
          </p:nvSpPr>
          <p:spPr>
            <a:xfrm>
              <a:off x="5392614" y="3202544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44" name="pt643"/>
            <p:cNvSpPr/>
            <p:nvPr/>
          </p:nvSpPr>
          <p:spPr>
            <a:xfrm>
              <a:off x="5385193" y="3552741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45" name="pg644"/>
            <p:cNvSpPr/>
            <p:nvPr/>
          </p:nvSpPr>
          <p:spPr>
            <a:xfrm>
              <a:off x="4294757" y="3206866"/>
              <a:ext cx="1090525" cy="316423"/>
            </a:xfrm>
            <a:custGeom>
              <a:avLst/>
              <a:pathLst>
                <a:path w="1090525" h="316423">
                  <a:moveTo>
                    <a:pt x="0" y="56933"/>
                  </a:moveTo>
                  <a:lnTo>
                    <a:pt x="576147" y="44470"/>
                  </a:lnTo>
                  <a:lnTo>
                    <a:pt x="727017" y="34811"/>
                  </a:lnTo>
                  <a:lnTo>
                    <a:pt x="939655" y="16281"/>
                  </a:lnTo>
                  <a:lnTo>
                    <a:pt x="1090525" y="0"/>
                  </a:lnTo>
                  <a:lnTo>
                    <a:pt x="1090525" y="233637"/>
                  </a:lnTo>
                  <a:lnTo>
                    <a:pt x="939655" y="236686"/>
                  </a:lnTo>
                  <a:lnTo>
                    <a:pt x="727017" y="245399"/>
                  </a:lnTo>
                  <a:lnTo>
                    <a:pt x="576147" y="255070"/>
                  </a:lnTo>
                  <a:lnTo>
                    <a:pt x="0" y="316423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646" name="pl645"/>
            <p:cNvSpPr/>
            <p:nvPr/>
          </p:nvSpPr>
          <p:spPr>
            <a:xfrm>
              <a:off x="4294757" y="3206866"/>
              <a:ext cx="1090525" cy="56933"/>
            </a:xfrm>
            <a:custGeom>
              <a:avLst/>
              <a:pathLst>
                <a:path w="1090525" h="56933">
                  <a:moveTo>
                    <a:pt x="0" y="56933"/>
                  </a:moveTo>
                  <a:lnTo>
                    <a:pt x="576147" y="44470"/>
                  </a:lnTo>
                  <a:lnTo>
                    <a:pt x="727017" y="34811"/>
                  </a:lnTo>
                  <a:lnTo>
                    <a:pt x="939655" y="16281"/>
                  </a:lnTo>
                  <a:lnTo>
                    <a:pt x="109052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47" name="pl646"/>
            <p:cNvSpPr/>
            <p:nvPr/>
          </p:nvSpPr>
          <p:spPr>
            <a:xfrm>
              <a:off x="4294757" y="3440504"/>
              <a:ext cx="1090525" cy="82785"/>
            </a:xfrm>
            <a:custGeom>
              <a:avLst/>
              <a:pathLst>
                <a:path w="1090525" h="82785">
                  <a:moveTo>
                    <a:pt x="1090525" y="0"/>
                  </a:moveTo>
                  <a:lnTo>
                    <a:pt x="939655" y="3048"/>
                  </a:lnTo>
                  <a:lnTo>
                    <a:pt x="727017" y="11761"/>
                  </a:lnTo>
                  <a:lnTo>
                    <a:pt x="576147" y="21432"/>
                  </a:lnTo>
                  <a:lnTo>
                    <a:pt x="0" y="827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48" name="pl647"/>
            <p:cNvSpPr/>
            <p:nvPr/>
          </p:nvSpPr>
          <p:spPr>
            <a:xfrm>
              <a:off x="4294757" y="3323685"/>
              <a:ext cx="1090525" cy="69859"/>
            </a:xfrm>
            <a:custGeom>
              <a:avLst/>
              <a:pathLst>
                <a:path w="1090525" h="69859">
                  <a:moveTo>
                    <a:pt x="0" y="69859"/>
                  </a:moveTo>
                  <a:lnTo>
                    <a:pt x="576147" y="32951"/>
                  </a:lnTo>
                  <a:lnTo>
                    <a:pt x="727017" y="23286"/>
                  </a:lnTo>
                  <a:lnTo>
                    <a:pt x="939655" y="9664"/>
                  </a:lnTo>
                  <a:lnTo>
                    <a:pt x="1090525" y="0"/>
                  </a:lnTo>
                </a:path>
              </a:pathLst>
            </a:custGeom>
            <a:ln w="32521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49" name="tx648"/>
            <p:cNvSpPr/>
            <p:nvPr/>
          </p:nvSpPr>
          <p:spPr>
            <a:xfrm>
              <a:off x="4896399" y="2708627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</a:t>
              </a:r>
            </a:p>
          </p:txBody>
        </p:sp>
        <p:sp>
          <p:nvSpPr>
            <p:cNvPr id="650" name="tx649"/>
            <p:cNvSpPr/>
            <p:nvPr/>
          </p:nvSpPr>
          <p:spPr>
            <a:xfrm>
              <a:off x="4969139" y="2708627"/>
              <a:ext cx="41614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= 0.279</a:t>
              </a:r>
            </a:p>
          </p:txBody>
        </p:sp>
        <p:sp>
          <p:nvSpPr>
            <p:cNvPr id="651" name="rc650"/>
            <p:cNvSpPr/>
            <p:nvPr/>
          </p:nvSpPr>
          <p:spPr>
            <a:xfrm>
              <a:off x="4186450" y="2650509"/>
              <a:ext cx="1308520" cy="120273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52" name="pl651"/>
            <p:cNvSpPr/>
            <p:nvPr/>
          </p:nvSpPr>
          <p:spPr>
            <a:xfrm>
              <a:off x="4186450" y="2650509"/>
              <a:ext cx="0" cy="1202730"/>
            </a:xfrm>
            <a:custGeom>
              <a:avLst/>
              <a:pathLst>
                <a:path w="0" h="1202730">
                  <a:moveTo>
                    <a:pt x="0" y="1202730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2"/>
            <p:cNvSpPr/>
            <p:nvPr/>
          </p:nvSpPr>
          <p:spPr>
            <a:xfrm>
              <a:off x="4157982" y="356066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3"/>
            <p:cNvSpPr/>
            <p:nvPr/>
          </p:nvSpPr>
          <p:spPr>
            <a:xfrm>
              <a:off x="4157982" y="322057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l654"/>
            <p:cNvSpPr/>
            <p:nvPr/>
          </p:nvSpPr>
          <p:spPr>
            <a:xfrm>
              <a:off x="4157982" y="288048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l655"/>
            <p:cNvSpPr/>
            <p:nvPr/>
          </p:nvSpPr>
          <p:spPr>
            <a:xfrm>
              <a:off x="4186450" y="3853240"/>
              <a:ext cx="1308520" cy="0"/>
            </a:xfrm>
            <a:custGeom>
              <a:avLst/>
              <a:pathLst>
                <a:path w="1308520" h="0">
                  <a:moveTo>
                    <a:pt x="0" y="0"/>
                  </a:moveTo>
                  <a:lnTo>
                    <a:pt x="130852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l656"/>
            <p:cNvSpPr/>
            <p:nvPr/>
          </p:nvSpPr>
          <p:spPr>
            <a:xfrm>
              <a:off x="4294757" y="385324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l657"/>
            <p:cNvSpPr/>
            <p:nvPr/>
          </p:nvSpPr>
          <p:spPr>
            <a:xfrm>
              <a:off x="4658266" y="385324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l658"/>
            <p:cNvSpPr/>
            <p:nvPr/>
          </p:nvSpPr>
          <p:spPr>
            <a:xfrm>
              <a:off x="5021774" y="385324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l659"/>
            <p:cNvSpPr/>
            <p:nvPr/>
          </p:nvSpPr>
          <p:spPr>
            <a:xfrm>
              <a:off x="5385283" y="385324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tx660"/>
            <p:cNvSpPr/>
            <p:nvPr/>
          </p:nvSpPr>
          <p:spPr>
            <a:xfrm>
              <a:off x="4186450" y="2473969"/>
              <a:ext cx="458571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(g) SSD</a:t>
              </a:r>
            </a:p>
          </p:txBody>
        </p:sp>
        <p:sp>
          <p:nvSpPr>
            <p:cNvPr id="662" name="rc661"/>
            <p:cNvSpPr/>
            <p:nvPr/>
          </p:nvSpPr>
          <p:spPr>
            <a:xfrm>
              <a:off x="1310032" y="4134163"/>
              <a:ext cx="1308520" cy="12027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" name="pt662"/>
            <p:cNvSpPr/>
            <p:nvPr/>
          </p:nvSpPr>
          <p:spPr>
            <a:xfrm>
              <a:off x="1392689" y="4772790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64" name="pt663"/>
            <p:cNvSpPr/>
            <p:nvPr/>
          </p:nvSpPr>
          <p:spPr>
            <a:xfrm>
              <a:off x="1392021" y="4976498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65" name="pt664"/>
            <p:cNvSpPr/>
            <p:nvPr/>
          </p:nvSpPr>
          <p:spPr>
            <a:xfrm>
              <a:off x="1339148" y="4956279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66" name="pt665"/>
            <p:cNvSpPr/>
            <p:nvPr/>
          </p:nvSpPr>
          <p:spPr>
            <a:xfrm>
              <a:off x="1394646" y="4530620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pt666"/>
            <p:cNvSpPr/>
            <p:nvPr/>
          </p:nvSpPr>
          <p:spPr>
            <a:xfrm>
              <a:off x="1399982" y="5026121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68" name="pt667"/>
            <p:cNvSpPr/>
            <p:nvPr/>
          </p:nvSpPr>
          <p:spPr>
            <a:xfrm>
              <a:off x="1376640" y="4894085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69" name="pt668"/>
            <p:cNvSpPr/>
            <p:nvPr/>
          </p:nvSpPr>
          <p:spPr>
            <a:xfrm>
              <a:off x="1395960" y="5138159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pt669"/>
            <p:cNvSpPr/>
            <p:nvPr/>
          </p:nvSpPr>
          <p:spPr>
            <a:xfrm>
              <a:off x="1408068" y="5089197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71" name="pt670"/>
            <p:cNvSpPr/>
            <p:nvPr/>
          </p:nvSpPr>
          <p:spPr>
            <a:xfrm>
              <a:off x="1331952" y="4703626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72" name="pt671"/>
            <p:cNvSpPr/>
            <p:nvPr/>
          </p:nvSpPr>
          <p:spPr>
            <a:xfrm>
              <a:off x="1397231" y="4856812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73" name="pt672"/>
            <p:cNvSpPr/>
            <p:nvPr/>
          </p:nvSpPr>
          <p:spPr>
            <a:xfrm>
              <a:off x="1725585" y="4995782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74" name="pt673"/>
            <p:cNvSpPr/>
            <p:nvPr/>
          </p:nvSpPr>
          <p:spPr>
            <a:xfrm>
              <a:off x="1748271" y="4731979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75" name="pt674"/>
            <p:cNvSpPr/>
            <p:nvPr/>
          </p:nvSpPr>
          <p:spPr>
            <a:xfrm>
              <a:off x="1743797" y="4793559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76" name="pt675"/>
            <p:cNvSpPr/>
            <p:nvPr/>
          </p:nvSpPr>
          <p:spPr>
            <a:xfrm>
              <a:off x="1709640" y="5196014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77" name="pt676"/>
            <p:cNvSpPr/>
            <p:nvPr/>
          </p:nvSpPr>
          <p:spPr>
            <a:xfrm>
              <a:off x="1739225" y="4151274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78" name="pt677"/>
            <p:cNvSpPr/>
            <p:nvPr/>
          </p:nvSpPr>
          <p:spPr>
            <a:xfrm>
              <a:off x="1744061" y="4327609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79" name="pt678"/>
            <p:cNvSpPr/>
            <p:nvPr/>
          </p:nvSpPr>
          <p:spPr>
            <a:xfrm>
              <a:off x="1729005" y="4998065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80" name="pt679"/>
            <p:cNvSpPr/>
            <p:nvPr/>
          </p:nvSpPr>
          <p:spPr>
            <a:xfrm>
              <a:off x="1748570" y="5204780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81" name="pt680"/>
            <p:cNvSpPr/>
            <p:nvPr/>
          </p:nvSpPr>
          <p:spPr>
            <a:xfrm>
              <a:off x="1703994" y="5158528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82" name="pt681"/>
            <p:cNvSpPr/>
            <p:nvPr/>
          </p:nvSpPr>
          <p:spPr>
            <a:xfrm>
              <a:off x="1714964" y="4991676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83" name="pt682"/>
            <p:cNvSpPr/>
            <p:nvPr/>
          </p:nvSpPr>
          <p:spPr>
            <a:xfrm>
              <a:off x="1778723" y="4938787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84" name="pt683"/>
            <p:cNvSpPr/>
            <p:nvPr/>
          </p:nvSpPr>
          <p:spPr>
            <a:xfrm>
              <a:off x="1771644" y="5108408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85" name="pt684"/>
            <p:cNvSpPr/>
            <p:nvPr/>
          </p:nvSpPr>
          <p:spPr>
            <a:xfrm>
              <a:off x="1715670" y="5053734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86" name="pt685"/>
            <p:cNvSpPr/>
            <p:nvPr/>
          </p:nvSpPr>
          <p:spPr>
            <a:xfrm>
              <a:off x="1748732" y="5004745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87" name="pt686"/>
            <p:cNvSpPr/>
            <p:nvPr/>
          </p:nvSpPr>
          <p:spPr>
            <a:xfrm>
              <a:off x="1710850" y="5122920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88" name="pt687"/>
            <p:cNvSpPr/>
            <p:nvPr/>
          </p:nvSpPr>
          <p:spPr>
            <a:xfrm>
              <a:off x="1746494" y="4904153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89" name="pt688"/>
            <p:cNvSpPr/>
            <p:nvPr/>
          </p:nvSpPr>
          <p:spPr>
            <a:xfrm>
              <a:off x="1705983" y="5093966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90" name="pt689"/>
            <p:cNvSpPr/>
            <p:nvPr/>
          </p:nvSpPr>
          <p:spPr>
            <a:xfrm>
              <a:off x="1760640" y="4961116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91" name="pt690"/>
            <p:cNvSpPr/>
            <p:nvPr/>
          </p:nvSpPr>
          <p:spPr>
            <a:xfrm>
              <a:off x="2092530" y="4787880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92" name="pt691"/>
            <p:cNvSpPr/>
            <p:nvPr/>
          </p:nvSpPr>
          <p:spPr>
            <a:xfrm>
              <a:off x="2131088" y="5244666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93" name="pt692"/>
            <p:cNvSpPr/>
            <p:nvPr/>
          </p:nvSpPr>
          <p:spPr>
            <a:xfrm>
              <a:off x="2081264" y="4931654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94" name="pt693"/>
            <p:cNvSpPr/>
            <p:nvPr/>
          </p:nvSpPr>
          <p:spPr>
            <a:xfrm>
              <a:off x="2081554" y="5090443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95" name="pt694"/>
            <p:cNvSpPr/>
            <p:nvPr/>
          </p:nvSpPr>
          <p:spPr>
            <a:xfrm>
              <a:off x="2138451" y="4637679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96" name="pt695"/>
            <p:cNvSpPr/>
            <p:nvPr/>
          </p:nvSpPr>
          <p:spPr>
            <a:xfrm>
              <a:off x="2077260" y="4960685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97" name="pt696"/>
            <p:cNvSpPr/>
            <p:nvPr/>
          </p:nvSpPr>
          <p:spPr>
            <a:xfrm>
              <a:off x="2127813" y="4724429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98" name="pt697"/>
            <p:cNvSpPr/>
            <p:nvPr/>
          </p:nvSpPr>
          <p:spPr>
            <a:xfrm>
              <a:off x="2060841" y="5035773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99" name="pt698"/>
            <p:cNvSpPr/>
            <p:nvPr/>
          </p:nvSpPr>
          <p:spPr>
            <a:xfrm>
              <a:off x="2145207" y="4874062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00" name="pt699"/>
            <p:cNvSpPr/>
            <p:nvPr/>
          </p:nvSpPr>
          <p:spPr>
            <a:xfrm>
              <a:off x="2056466" y="4991779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01" name="pt700"/>
            <p:cNvSpPr/>
            <p:nvPr/>
          </p:nvSpPr>
          <p:spPr>
            <a:xfrm>
              <a:off x="2090962" y="5057994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02" name="pt701"/>
            <p:cNvSpPr/>
            <p:nvPr/>
          </p:nvSpPr>
          <p:spPr>
            <a:xfrm>
              <a:off x="2119745" y="4452598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03" name="pt702"/>
            <p:cNvSpPr/>
            <p:nvPr/>
          </p:nvSpPr>
          <p:spPr>
            <a:xfrm>
              <a:off x="2079420" y="4985532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04" name="pt703"/>
            <p:cNvSpPr/>
            <p:nvPr/>
          </p:nvSpPr>
          <p:spPr>
            <a:xfrm>
              <a:off x="2086258" y="5117872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05" name="pt704"/>
            <p:cNvSpPr/>
            <p:nvPr/>
          </p:nvSpPr>
          <p:spPr>
            <a:xfrm>
              <a:off x="2129468" y="4524172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06" name="pt705"/>
            <p:cNvSpPr/>
            <p:nvPr/>
          </p:nvSpPr>
          <p:spPr>
            <a:xfrm>
              <a:off x="2084944" y="4668360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07" name="pt706"/>
            <p:cNvSpPr/>
            <p:nvPr/>
          </p:nvSpPr>
          <p:spPr>
            <a:xfrm>
              <a:off x="2050322" y="4885768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08" name="pt707"/>
            <p:cNvSpPr/>
            <p:nvPr/>
          </p:nvSpPr>
          <p:spPr>
            <a:xfrm>
              <a:off x="2120678" y="5167710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09" name="pt708"/>
            <p:cNvSpPr/>
            <p:nvPr/>
          </p:nvSpPr>
          <p:spPr>
            <a:xfrm>
              <a:off x="2146434" y="4981533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10" name="pt709"/>
            <p:cNvSpPr/>
            <p:nvPr/>
          </p:nvSpPr>
          <p:spPr>
            <a:xfrm>
              <a:off x="2088687" y="4865234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11" name="pt710"/>
            <p:cNvSpPr/>
            <p:nvPr/>
          </p:nvSpPr>
          <p:spPr>
            <a:xfrm>
              <a:off x="2473092" y="4944049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12" name="pt711"/>
            <p:cNvSpPr/>
            <p:nvPr/>
          </p:nvSpPr>
          <p:spPr>
            <a:xfrm>
              <a:off x="2420266" y="4940436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13" name="pt712"/>
            <p:cNvSpPr/>
            <p:nvPr/>
          </p:nvSpPr>
          <p:spPr>
            <a:xfrm>
              <a:off x="2433929" y="4965724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14" name="pt713"/>
            <p:cNvSpPr/>
            <p:nvPr/>
          </p:nvSpPr>
          <p:spPr>
            <a:xfrm>
              <a:off x="2431748" y="5062942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15" name="pt714"/>
            <p:cNvSpPr/>
            <p:nvPr/>
          </p:nvSpPr>
          <p:spPr>
            <a:xfrm>
              <a:off x="2447002" y="4915796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16" name="pt715"/>
            <p:cNvSpPr/>
            <p:nvPr/>
          </p:nvSpPr>
          <p:spPr>
            <a:xfrm>
              <a:off x="2476386" y="4876883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17" name="pt716"/>
            <p:cNvSpPr/>
            <p:nvPr/>
          </p:nvSpPr>
          <p:spPr>
            <a:xfrm>
              <a:off x="2439096" y="4846062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18" name="pt717"/>
            <p:cNvSpPr/>
            <p:nvPr/>
          </p:nvSpPr>
          <p:spPr>
            <a:xfrm>
              <a:off x="2467675" y="4938129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19" name="pt718"/>
            <p:cNvSpPr/>
            <p:nvPr/>
          </p:nvSpPr>
          <p:spPr>
            <a:xfrm>
              <a:off x="2420708" y="5067011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20" name="pt719"/>
            <p:cNvSpPr/>
            <p:nvPr/>
          </p:nvSpPr>
          <p:spPr>
            <a:xfrm>
              <a:off x="2478496" y="4747848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21" name="pt720"/>
            <p:cNvSpPr/>
            <p:nvPr/>
          </p:nvSpPr>
          <p:spPr>
            <a:xfrm>
              <a:off x="2487198" y="5081925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22" name="pt721"/>
            <p:cNvSpPr/>
            <p:nvPr/>
          </p:nvSpPr>
          <p:spPr>
            <a:xfrm>
              <a:off x="2507089" y="4957449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23" name="pt722"/>
            <p:cNvSpPr/>
            <p:nvPr/>
          </p:nvSpPr>
          <p:spPr>
            <a:xfrm>
              <a:off x="2421135" y="5023850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24" name="pt723"/>
            <p:cNvSpPr/>
            <p:nvPr/>
          </p:nvSpPr>
          <p:spPr>
            <a:xfrm>
              <a:off x="2473928" y="5184413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25" name="pt724"/>
            <p:cNvSpPr/>
            <p:nvPr/>
          </p:nvSpPr>
          <p:spPr>
            <a:xfrm>
              <a:off x="2449665" y="5061491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26" name="pt725"/>
            <p:cNvSpPr/>
            <p:nvPr/>
          </p:nvSpPr>
          <p:spPr>
            <a:xfrm>
              <a:off x="2514574" y="5111576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27" name="pt726"/>
            <p:cNvSpPr/>
            <p:nvPr/>
          </p:nvSpPr>
          <p:spPr>
            <a:xfrm>
              <a:off x="2496079" y="5041832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28" name="pt727"/>
            <p:cNvSpPr/>
            <p:nvPr/>
          </p:nvSpPr>
          <p:spPr>
            <a:xfrm>
              <a:off x="2519973" y="4896656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29" name="pt728"/>
            <p:cNvSpPr/>
            <p:nvPr/>
          </p:nvSpPr>
          <p:spPr>
            <a:xfrm>
              <a:off x="2498556" y="5079893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30" name="pt729"/>
            <p:cNvSpPr/>
            <p:nvPr/>
          </p:nvSpPr>
          <p:spPr>
            <a:xfrm>
              <a:off x="2451430" y="4847614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31" name="pt730"/>
            <p:cNvSpPr/>
            <p:nvPr/>
          </p:nvSpPr>
          <p:spPr>
            <a:xfrm>
              <a:off x="2521516" y="4999589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32" name="pt731"/>
            <p:cNvSpPr/>
            <p:nvPr/>
          </p:nvSpPr>
          <p:spPr>
            <a:xfrm>
              <a:off x="2441025" y="4862733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33" name="pt732"/>
            <p:cNvSpPr/>
            <p:nvPr/>
          </p:nvSpPr>
          <p:spPr>
            <a:xfrm>
              <a:off x="2434838" y="4956578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34" name="pt733"/>
            <p:cNvSpPr/>
            <p:nvPr/>
          </p:nvSpPr>
          <p:spPr>
            <a:xfrm>
              <a:off x="2433996" y="5118512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35" name="pg734"/>
            <p:cNvSpPr/>
            <p:nvPr/>
          </p:nvSpPr>
          <p:spPr>
            <a:xfrm>
              <a:off x="1397347" y="4805127"/>
              <a:ext cx="1112624" cy="283930"/>
            </a:xfrm>
            <a:custGeom>
              <a:avLst/>
              <a:pathLst>
                <a:path w="1112624" h="283930">
                  <a:moveTo>
                    <a:pt x="0" y="0"/>
                  </a:moveTo>
                  <a:lnTo>
                    <a:pt x="587822" y="79730"/>
                  </a:lnTo>
                  <a:lnTo>
                    <a:pt x="741749" y="92971"/>
                  </a:lnTo>
                  <a:lnTo>
                    <a:pt x="958697" y="105411"/>
                  </a:lnTo>
                  <a:lnTo>
                    <a:pt x="1112624" y="110578"/>
                  </a:lnTo>
                  <a:lnTo>
                    <a:pt x="1112624" y="283930"/>
                  </a:lnTo>
                  <a:lnTo>
                    <a:pt x="958697" y="262714"/>
                  </a:lnTo>
                  <a:lnTo>
                    <a:pt x="741749" y="237968"/>
                  </a:lnTo>
                  <a:lnTo>
                    <a:pt x="587822" y="224824"/>
                  </a:lnTo>
                  <a:lnTo>
                    <a:pt x="0" y="203798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736" name="pl735"/>
            <p:cNvSpPr/>
            <p:nvPr/>
          </p:nvSpPr>
          <p:spPr>
            <a:xfrm>
              <a:off x="1397347" y="4805127"/>
              <a:ext cx="1112624" cy="110578"/>
            </a:xfrm>
            <a:custGeom>
              <a:avLst/>
              <a:pathLst>
                <a:path w="1112624" h="110578">
                  <a:moveTo>
                    <a:pt x="0" y="0"/>
                  </a:moveTo>
                  <a:lnTo>
                    <a:pt x="587822" y="79730"/>
                  </a:lnTo>
                  <a:lnTo>
                    <a:pt x="741749" y="92971"/>
                  </a:lnTo>
                  <a:lnTo>
                    <a:pt x="958697" y="105411"/>
                  </a:lnTo>
                  <a:lnTo>
                    <a:pt x="1112624" y="1105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37" name="pl736"/>
            <p:cNvSpPr/>
            <p:nvPr/>
          </p:nvSpPr>
          <p:spPr>
            <a:xfrm>
              <a:off x="1397347" y="5008925"/>
              <a:ext cx="1112624" cy="80132"/>
            </a:xfrm>
            <a:custGeom>
              <a:avLst/>
              <a:pathLst>
                <a:path w="1112624" h="80132">
                  <a:moveTo>
                    <a:pt x="1112624" y="80132"/>
                  </a:moveTo>
                  <a:lnTo>
                    <a:pt x="958697" y="58915"/>
                  </a:lnTo>
                  <a:lnTo>
                    <a:pt x="741749" y="34169"/>
                  </a:lnTo>
                  <a:lnTo>
                    <a:pt x="587822" y="2102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38" name="pl737"/>
            <p:cNvSpPr/>
            <p:nvPr/>
          </p:nvSpPr>
          <p:spPr>
            <a:xfrm>
              <a:off x="1397347" y="4907026"/>
              <a:ext cx="1112624" cy="95355"/>
            </a:xfrm>
            <a:custGeom>
              <a:avLst/>
              <a:pathLst>
                <a:path w="1112624" h="95355">
                  <a:moveTo>
                    <a:pt x="0" y="0"/>
                  </a:moveTo>
                  <a:lnTo>
                    <a:pt x="587822" y="50378"/>
                  </a:lnTo>
                  <a:lnTo>
                    <a:pt x="741749" y="63570"/>
                  </a:lnTo>
                  <a:lnTo>
                    <a:pt x="958697" y="82163"/>
                  </a:lnTo>
                  <a:lnTo>
                    <a:pt x="1112624" y="95355"/>
                  </a:lnTo>
                </a:path>
              </a:pathLst>
            </a:custGeom>
            <a:ln w="32521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39" name="tx738"/>
            <p:cNvSpPr/>
            <p:nvPr/>
          </p:nvSpPr>
          <p:spPr>
            <a:xfrm>
              <a:off x="2021087" y="4192258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</a:t>
              </a:r>
            </a:p>
          </p:txBody>
        </p:sp>
        <p:sp>
          <p:nvSpPr>
            <p:cNvPr id="740" name="tx739"/>
            <p:cNvSpPr/>
            <p:nvPr/>
          </p:nvSpPr>
          <p:spPr>
            <a:xfrm>
              <a:off x="2093828" y="4192258"/>
              <a:ext cx="41614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= 0.119</a:t>
              </a:r>
            </a:p>
          </p:txBody>
        </p:sp>
        <p:sp>
          <p:nvSpPr>
            <p:cNvPr id="741" name="rc740"/>
            <p:cNvSpPr/>
            <p:nvPr/>
          </p:nvSpPr>
          <p:spPr>
            <a:xfrm>
              <a:off x="1310032" y="4134163"/>
              <a:ext cx="1308520" cy="120273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742" name="pl741"/>
            <p:cNvSpPr/>
            <p:nvPr/>
          </p:nvSpPr>
          <p:spPr>
            <a:xfrm>
              <a:off x="1310032" y="4134163"/>
              <a:ext cx="0" cy="1202730"/>
            </a:xfrm>
            <a:custGeom>
              <a:avLst/>
              <a:pathLst>
                <a:path w="0" h="1202730">
                  <a:moveTo>
                    <a:pt x="0" y="1202730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tx742"/>
            <p:cNvSpPr/>
            <p:nvPr/>
          </p:nvSpPr>
          <p:spPr>
            <a:xfrm rot="-5400000">
              <a:off x="1140466" y="5193418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744" name="tx743"/>
            <p:cNvSpPr/>
            <p:nvPr/>
          </p:nvSpPr>
          <p:spPr>
            <a:xfrm rot="-5400000">
              <a:off x="1140466" y="4810973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745" name="tx744"/>
            <p:cNvSpPr/>
            <p:nvPr/>
          </p:nvSpPr>
          <p:spPr>
            <a:xfrm rot="-5400000">
              <a:off x="1140466" y="4428527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746" name="pl745"/>
            <p:cNvSpPr/>
            <p:nvPr/>
          </p:nvSpPr>
          <p:spPr>
            <a:xfrm>
              <a:off x="1281564" y="522985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l746"/>
            <p:cNvSpPr/>
            <p:nvPr/>
          </p:nvSpPr>
          <p:spPr>
            <a:xfrm>
              <a:off x="1281564" y="484741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l747"/>
            <p:cNvSpPr/>
            <p:nvPr/>
          </p:nvSpPr>
          <p:spPr>
            <a:xfrm>
              <a:off x="1281564" y="446496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l748"/>
            <p:cNvSpPr/>
            <p:nvPr/>
          </p:nvSpPr>
          <p:spPr>
            <a:xfrm>
              <a:off x="1310032" y="5336894"/>
              <a:ext cx="1308520" cy="0"/>
            </a:xfrm>
            <a:custGeom>
              <a:avLst/>
              <a:pathLst>
                <a:path w="1308520" h="0">
                  <a:moveTo>
                    <a:pt x="0" y="0"/>
                  </a:moveTo>
                  <a:lnTo>
                    <a:pt x="130852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l749"/>
            <p:cNvSpPr/>
            <p:nvPr/>
          </p:nvSpPr>
          <p:spPr>
            <a:xfrm>
              <a:off x="1397347" y="5336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l750"/>
            <p:cNvSpPr/>
            <p:nvPr/>
          </p:nvSpPr>
          <p:spPr>
            <a:xfrm>
              <a:off x="1768222" y="5336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l751"/>
            <p:cNvSpPr/>
            <p:nvPr/>
          </p:nvSpPr>
          <p:spPr>
            <a:xfrm>
              <a:off x="2139097" y="5336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l752"/>
            <p:cNvSpPr/>
            <p:nvPr/>
          </p:nvSpPr>
          <p:spPr>
            <a:xfrm>
              <a:off x="2509971" y="5336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tx753"/>
            <p:cNvSpPr/>
            <p:nvPr/>
          </p:nvSpPr>
          <p:spPr>
            <a:xfrm>
              <a:off x="1369092" y="5388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755" name="tx754"/>
            <p:cNvSpPr/>
            <p:nvPr/>
          </p:nvSpPr>
          <p:spPr>
            <a:xfrm>
              <a:off x="1739967" y="5388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756" name="tx755"/>
            <p:cNvSpPr/>
            <p:nvPr/>
          </p:nvSpPr>
          <p:spPr>
            <a:xfrm>
              <a:off x="2110842" y="5388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757" name="tx756"/>
            <p:cNvSpPr/>
            <p:nvPr/>
          </p:nvSpPr>
          <p:spPr>
            <a:xfrm>
              <a:off x="2481716" y="5388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</a:t>
              </a:r>
            </a:p>
          </p:txBody>
        </p:sp>
        <p:sp>
          <p:nvSpPr>
            <p:cNvPr id="758" name="tx757"/>
            <p:cNvSpPr/>
            <p:nvPr/>
          </p:nvSpPr>
          <p:spPr>
            <a:xfrm>
              <a:off x="1703231" y="5545773"/>
              <a:ext cx="522122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Richness</a:t>
              </a:r>
            </a:p>
          </p:txBody>
        </p:sp>
        <p:sp>
          <p:nvSpPr>
            <p:cNvPr id="759" name="tx758"/>
            <p:cNvSpPr/>
            <p:nvPr/>
          </p:nvSpPr>
          <p:spPr>
            <a:xfrm>
              <a:off x="1310032" y="3957623"/>
              <a:ext cx="451439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(h) SRL</a:t>
              </a:r>
            </a:p>
          </p:txBody>
        </p:sp>
        <p:sp>
          <p:nvSpPr>
            <p:cNvPr id="760" name="rc759"/>
            <p:cNvSpPr/>
            <p:nvPr/>
          </p:nvSpPr>
          <p:spPr>
            <a:xfrm>
              <a:off x="2748241" y="4134163"/>
              <a:ext cx="1308520" cy="12027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" name="pt760"/>
            <p:cNvSpPr/>
            <p:nvPr/>
          </p:nvSpPr>
          <p:spPr>
            <a:xfrm>
              <a:off x="2846909" y="4674799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62" name="pt761"/>
            <p:cNvSpPr/>
            <p:nvPr/>
          </p:nvSpPr>
          <p:spPr>
            <a:xfrm>
              <a:off x="2809749" y="4404249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63" name="pt762"/>
            <p:cNvSpPr/>
            <p:nvPr/>
          </p:nvSpPr>
          <p:spPr>
            <a:xfrm>
              <a:off x="2851594" y="4731535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64" name="pt763"/>
            <p:cNvSpPr/>
            <p:nvPr/>
          </p:nvSpPr>
          <p:spPr>
            <a:xfrm>
              <a:off x="2804204" y="4687383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65" name="pt764"/>
            <p:cNvSpPr/>
            <p:nvPr/>
          </p:nvSpPr>
          <p:spPr>
            <a:xfrm>
              <a:off x="2776669" y="4261059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66" name="pt765"/>
            <p:cNvSpPr/>
            <p:nvPr/>
          </p:nvSpPr>
          <p:spPr>
            <a:xfrm>
              <a:off x="2832166" y="4642317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67" name="pt766"/>
            <p:cNvSpPr/>
            <p:nvPr/>
          </p:nvSpPr>
          <p:spPr>
            <a:xfrm>
              <a:off x="2849113" y="5021906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68" name="pt767"/>
            <p:cNvSpPr/>
            <p:nvPr/>
          </p:nvSpPr>
          <p:spPr>
            <a:xfrm>
              <a:off x="2836892" y="4904845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69" name="pt768"/>
            <p:cNvSpPr/>
            <p:nvPr/>
          </p:nvSpPr>
          <p:spPr>
            <a:xfrm>
              <a:off x="2770161" y="4686586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70" name="pt769"/>
            <p:cNvSpPr/>
            <p:nvPr/>
          </p:nvSpPr>
          <p:spPr>
            <a:xfrm>
              <a:off x="2857758" y="4193485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71" name="pt770"/>
            <p:cNvSpPr/>
            <p:nvPr/>
          </p:nvSpPr>
          <p:spPr>
            <a:xfrm>
              <a:off x="3141247" y="5244666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72" name="pt771"/>
            <p:cNvSpPr/>
            <p:nvPr/>
          </p:nvSpPr>
          <p:spPr>
            <a:xfrm>
              <a:off x="3208728" y="4625061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73" name="pt772"/>
            <p:cNvSpPr/>
            <p:nvPr/>
          </p:nvSpPr>
          <p:spPr>
            <a:xfrm>
              <a:off x="3228551" y="4726921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74" name="pt773"/>
            <p:cNvSpPr/>
            <p:nvPr/>
          </p:nvSpPr>
          <p:spPr>
            <a:xfrm>
              <a:off x="3175844" y="5128911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75" name="pt774"/>
            <p:cNvSpPr/>
            <p:nvPr/>
          </p:nvSpPr>
          <p:spPr>
            <a:xfrm>
              <a:off x="3206439" y="4733383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76" name="pt775"/>
            <p:cNvSpPr/>
            <p:nvPr/>
          </p:nvSpPr>
          <p:spPr>
            <a:xfrm>
              <a:off x="3162595" y="4887008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77" name="pt776"/>
            <p:cNvSpPr/>
            <p:nvPr/>
          </p:nvSpPr>
          <p:spPr>
            <a:xfrm>
              <a:off x="3128121" y="4971320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78" name="pt777"/>
            <p:cNvSpPr/>
            <p:nvPr/>
          </p:nvSpPr>
          <p:spPr>
            <a:xfrm>
              <a:off x="3148232" y="5050023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79" name="pt778"/>
            <p:cNvSpPr/>
            <p:nvPr/>
          </p:nvSpPr>
          <p:spPr>
            <a:xfrm>
              <a:off x="3214288" y="4828621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80" name="pt779"/>
            <p:cNvSpPr/>
            <p:nvPr/>
          </p:nvSpPr>
          <p:spPr>
            <a:xfrm>
              <a:off x="3180513" y="4532538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81" name="pt780"/>
            <p:cNvSpPr/>
            <p:nvPr/>
          </p:nvSpPr>
          <p:spPr>
            <a:xfrm>
              <a:off x="3208300" y="4467537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82" name="pt781"/>
            <p:cNvSpPr/>
            <p:nvPr/>
          </p:nvSpPr>
          <p:spPr>
            <a:xfrm>
              <a:off x="3143196" y="4971287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83" name="pt782"/>
            <p:cNvSpPr/>
            <p:nvPr/>
          </p:nvSpPr>
          <p:spPr>
            <a:xfrm>
              <a:off x="3128446" y="4807262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84" name="pt783"/>
            <p:cNvSpPr/>
            <p:nvPr/>
          </p:nvSpPr>
          <p:spPr>
            <a:xfrm>
              <a:off x="3142317" y="4851105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85" name="pt784"/>
            <p:cNvSpPr/>
            <p:nvPr/>
          </p:nvSpPr>
          <p:spPr>
            <a:xfrm>
              <a:off x="3142375" y="4741194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86" name="pt785"/>
            <p:cNvSpPr/>
            <p:nvPr/>
          </p:nvSpPr>
          <p:spPr>
            <a:xfrm>
              <a:off x="3230891" y="4418831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87" name="pt786"/>
            <p:cNvSpPr/>
            <p:nvPr/>
          </p:nvSpPr>
          <p:spPr>
            <a:xfrm>
              <a:off x="3188350" y="4911656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88" name="pt787"/>
            <p:cNvSpPr/>
            <p:nvPr/>
          </p:nvSpPr>
          <p:spPr>
            <a:xfrm>
              <a:off x="3139819" y="4262259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89" name="pt788"/>
            <p:cNvSpPr/>
            <p:nvPr/>
          </p:nvSpPr>
          <p:spPr>
            <a:xfrm>
              <a:off x="3577855" y="4371470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90" name="pt789"/>
            <p:cNvSpPr/>
            <p:nvPr/>
          </p:nvSpPr>
          <p:spPr>
            <a:xfrm>
              <a:off x="3586176" y="4786816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91" name="pt790"/>
            <p:cNvSpPr/>
            <p:nvPr/>
          </p:nvSpPr>
          <p:spPr>
            <a:xfrm>
              <a:off x="3493332" y="4703077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92" name="pt791"/>
            <p:cNvSpPr/>
            <p:nvPr/>
          </p:nvSpPr>
          <p:spPr>
            <a:xfrm>
              <a:off x="3564188" y="4899978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93" name="pt792"/>
            <p:cNvSpPr/>
            <p:nvPr/>
          </p:nvSpPr>
          <p:spPr>
            <a:xfrm>
              <a:off x="3537402" y="4871968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94" name="pt793"/>
            <p:cNvSpPr/>
            <p:nvPr/>
          </p:nvSpPr>
          <p:spPr>
            <a:xfrm>
              <a:off x="3523276" y="4979752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95" name="pt794"/>
            <p:cNvSpPr/>
            <p:nvPr/>
          </p:nvSpPr>
          <p:spPr>
            <a:xfrm>
              <a:off x="3593813" y="4626462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96" name="pt795"/>
            <p:cNvSpPr/>
            <p:nvPr/>
          </p:nvSpPr>
          <p:spPr>
            <a:xfrm>
              <a:off x="3586417" y="4516961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97" name="pt796"/>
            <p:cNvSpPr/>
            <p:nvPr/>
          </p:nvSpPr>
          <p:spPr>
            <a:xfrm>
              <a:off x="3568272" y="4526499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98" name="pt797"/>
            <p:cNvSpPr/>
            <p:nvPr/>
          </p:nvSpPr>
          <p:spPr>
            <a:xfrm>
              <a:off x="3558838" y="4579452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99" name="pt798"/>
            <p:cNvSpPr/>
            <p:nvPr/>
          </p:nvSpPr>
          <p:spPr>
            <a:xfrm>
              <a:off x="3563354" y="4747795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00" name="pt799"/>
            <p:cNvSpPr/>
            <p:nvPr/>
          </p:nvSpPr>
          <p:spPr>
            <a:xfrm>
              <a:off x="3546021" y="4301550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01" name="pt800"/>
            <p:cNvSpPr/>
            <p:nvPr/>
          </p:nvSpPr>
          <p:spPr>
            <a:xfrm>
              <a:off x="3504691" y="5000227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02" name="pt801"/>
            <p:cNvSpPr/>
            <p:nvPr/>
          </p:nvSpPr>
          <p:spPr>
            <a:xfrm>
              <a:off x="3523344" y="5111910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03" name="pt802"/>
            <p:cNvSpPr/>
            <p:nvPr/>
          </p:nvSpPr>
          <p:spPr>
            <a:xfrm>
              <a:off x="3558778" y="4673008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04" name="pt803"/>
            <p:cNvSpPr/>
            <p:nvPr/>
          </p:nvSpPr>
          <p:spPr>
            <a:xfrm>
              <a:off x="3492363" y="4460518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05" name="pt804"/>
            <p:cNvSpPr/>
            <p:nvPr/>
          </p:nvSpPr>
          <p:spPr>
            <a:xfrm>
              <a:off x="3595274" y="4745223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06" name="pt805"/>
            <p:cNvSpPr/>
            <p:nvPr/>
          </p:nvSpPr>
          <p:spPr>
            <a:xfrm>
              <a:off x="3527924" y="5112062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07" name="pt806"/>
            <p:cNvSpPr/>
            <p:nvPr/>
          </p:nvSpPr>
          <p:spPr>
            <a:xfrm>
              <a:off x="3527063" y="4151274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08" name="pt807"/>
            <p:cNvSpPr/>
            <p:nvPr/>
          </p:nvSpPr>
          <p:spPr>
            <a:xfrm>
              <a:off x="3579656" y="4605549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09" name="pt808"/>
            <p:cNvSpPr/>
            <p:nvPr/>
          </p:nvSpPr>
          <p:spPr>
            <a:xfrm>
              <a:off x="3893590" y="4908874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10" name="pt809"/>
            <p:cNvSpPr/>
            <p:nvPr/>
          </p:nvSpPr>
          <p:spPr>
            <a:xfrm>
              <a:off x="3898998" y="4739991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11" name="pt810"/>
            <p:cNvSpPr/>
            <p:nvPr/>
          </p:nvSpPr>
          <p:spPr>
            <a:xfrm>
              <a:off x="3959258" y="4898864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12" name="pt811"/>
            <p:cNvSpPr/>
            <p:nvPr/>
          </p:nvSpPr>
          <p:spPr>
            <a:xfrm>
              <a:off x="3927059" y="4875222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13" name="pt812"/>
            <p:cNvSpPr/>
            <p:nvPr/>
          </p:nvSpPr>
          <p:spPr>
            <a:xfrm>
              <a:off x="3959725" y="4970317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14" name="pt813"/>
            <p:cNvSpPr/>
            <p:nvPr/>
          </p:nvSpPr>
          <p:spPr>
            <a:xfrm>
              <a:off x="3922423" y="4677419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15" name="pt814"/>
            <p:cNvSpPr/>
            <p:nvPr/>
          </p:nvSpPr>
          <p:spPr>
            <a:xfrm>
              <a:off x="3882362" y="4848290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16" name="pt815"/>
            <p:cNvSpPr/>
            <p:nvPr/>
          </p:nvSpPr>
          <p:spPr>
            <a:xfrm>
              <a:off x="3888505" y="5201976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17" name="pt816"/>
            <p:cNvSpPr/>
            <p:nvPr/>
          </p:nvSpPr>
          <p:spPr>
            <a:xfrm>
              <a:off x="3959157" y="4746604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18" name="pt817"/>
            <p:cNvSpPr/>
            <p:nvPr/>
          </p:nvSpPr>
          <p:spPr>
            <a:xfrm>
              <a:off x="3941586" y="4960448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19" name="pt818"/>
            <p:cNvSpPr/>
            <p:nvPr/>
          </p:nvSpPr>
          <p:spPr>
            <a:xfrm>
              <a:off x="3858991" y="4975607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20" name="pt819"/>
            <p:cNvSpPr/>
            <p:nvPr/>
          </p:nvSpPr>
          <p:spPr>
            <a:xfrm>
              <a:off x="3924358" y="4810898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21" name="pt820"/>
            <p:cNvSpPr/>
            <p:nvPr/>
          </p:nvSpPr>
          <p:spPr>
            <a:xfrm>
              <a:off x="3944298" y="4706850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22" name="pt821"/>
            <p:cNvSpPr/>
            <p:nvPr/>
          </p:nvSpPr>
          <p:spPr>
            <a:xfrm>
              <a:off x="3944287" y="5057950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23" name="pt822"/>
            <p:cNvSpPr/>
            <p:nvPr/>
          </p:nvSpPr>
          <p:spPr>
            <a:xfrm>
              <a:off x="3891893" y="4978648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24" name="pt823"/>
            <p:cNvSpPr/>
            <p:nvPr/>
          </p:nvSpPr>
          <p:spPr>
            <a:xfrm>
              <a:off x="3871046" y="5001465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25" name="pt824"/>
            <p:cNvSpPr/>
            <p:nvPr/>
          </p:nvSpPr>
          <p:spPr>
            <a:xfrm>
              <a:off x="3923657" y="4474894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26" name="pt825"/>
            <p:cNvSpPr/>
            <p:nvPr/>
          </p:nvSpPr>
          <p:spPr>
            <a:xfrm>
              <a:off x="3865817" y="4610943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27" name="pt826"/>
            <p:cNvSpPr/>
            <p:nvPr/>
          </p:nvSpPr>
          <p:spPr>
            <a:xfrm>
              <a:off x="3944988" y="5010123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28" name="pt827"/>
            <p:cNvSpPr/>
            <p:nvPr/>
          </p:nvSpPr>
          <p:spPr>
            <a:xfrm>
              <a:off x="3948402" y="4794961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29" name="pt828"/>
            <p:cNvSpPr/>
            <p:nvPr/>
          </p:nvSpPr>
          <p:spPr>
            <a:xfrm>
              <a:off x="3951345" y="4649808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30" name="pt829"/>
            <p:cNvSpPr/>
            <p:nvPr/>
          </p:nvSpPr>
          <p:spPr>
            <a:xfrm>
              <a:off x="3928243" y="4686796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31" name="pt830"/>
            <p:cNvSpPr/>
            <p:nvPr/>
          </p:nvSpPr>
          <p:spPr>
            <a:xfrm>
              <a:off x="3877480" y="4625378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32" name="pt831"/>
            <p:cNvSpPr/>
            <p:nvPr/>
          </p:nvSpPr>
          <p:spPr>
            <a:xfrm>
              <a:off x="3872863" y="4902173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33" name="pg832"/>
            <p:cNvSpPr/>
            <p:nvPr/>
          </p:nvSpPr>
          <p:spPr>
            <a:xfrm>
              <a:off x="2851791" y="4551349"/>
              <a:ext cx="1093916" cy="389085"/>
            </a:xfrm>
            <a:custGeom>
              <a:avLst/>
              <a:pathLst>
                <a:path w="1093916" h="389085">
                  <a:moveTo>
                    <a:pt x="0" y="0"/>
                  </a:moveTo>
                  <a:lnTo>
                    <a:pt x="577938" y="116557"/>
                  </a:lnTo>
                  <a:lnTo>
                    <a:pt x="729277" y="138538"/>
                  </a:lnTo>
                  <a:lnTo>
                    <a:pt x="942577" y="162660"/>
                  </a:lnTo>
                  <a:lnTo>
                    <a:pt x="1093916" y="175656"/>
                  </a:lnTo>
                  <a:lnTo>
                    <a:pt x="1093916" y="389085"/>
                  </a:lnTo>
                  <a:lnTo>
                    <a:pt x="942577" y="358205"/>
                  </a:lnTo>
                  <a:lnTo>
                    <a:pt x="729277" y="320486"/>
                  </a:lnTo>
                  <a:lnTo>
                    <a:pt x="577938" y="298590"/>
                  </a:lnTo>
                  <a:lnTo>
                    <a:pt x="0" y="247591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834" name="pl833"/>
            <p:cNvSpPr/>
            <p:nvPr/>
          </p:nvSpPr>
          <p:spPr>
            <a:xfrm>
              <a:off x="2851791" y="4551349"/>
              <a:ext cx="1093916" cy="175656"/>
            </a:xfrm>
            <a:custGeom>
              <a:avLst/>
              <a:pathLst>
                <a:path w="1093916" h="175656">
                  <a:moveTo>
                    <a:pt x="0" y="0"/>
                  </a:moveTo>
                  <a:lnTo>
                    <a:pt x="577938" y="116557"/>
                  </a:lnTo>
                  <a:lnTo>
                    <a:pt x="729277" y="138538"/>
                  </a:lnTo>
                  <a:lnTo>
                    <a:pt x="942577" y="162660"/>
                  </a:lnTo>
                  <a:lnTo>
                    <a:pt x="1093916" y="17565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35" name="pl834"/>
            <p:cNvSpPr/>
            <p:nvPr/>
          </p:nvSpPr>
          <p:spPr>
            <a:xfrm>
              <a:off x="2851791" y="4798941"/>
              <a:ext cx="1093916" cy="141493"/>
            </a:xfrm>
            <a:custGeom>
              <a:avLst/>
              <a:pathLst>
                <a:path w="1093916" h="141493">
                  <a:moveTo>
                    <a:pt x="1093916" y="141493"/>
                  </a:moveTo>
                  <a:lnTo>
                    <a:pt x="942577" y="110613"/>
                  </a:lnTo>
                  <a:lnTo>
                    <a:pt x="729277" y="72895"/>
                  </a:lnTo>
                  <a:lnTo>
                    <a:pt x="577938" y="5099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36" name="pl835"/>
            <p:cNvSpPr/>
            <p:nvPr/>
          </p:nvSpPr>
          <p:spPr>
            <a:xfrm>
              <a:off x="2851791" y="4675145"/>
              <a:ext cx="1093916" cy="158575"/>
            </a:xfrm>
            <a:custGeom>
              <a:avLst/>
              <a:pathLst>
                <a:path w="1093916" h="158575">
                  <a:moveTo>
                    <a:pt x="0" y="0"/>
                  </a:moveTo>
                  <a:lnTo>
                    <a:pt x="577938" y="83778"/>
                  </a:lnTo>
                  <a:lnTo>
                    <a:pt x="729277" y="105716"/>
                  </a:lnTo>
                  <a:lnTo>
                    <a:pt x="942577" y="136637"/>
                  </a:lnTo>
                  <a:lnTo>
                    <a:pt x="1093916" y="158575"/>
                  </a:lnTo>
                </a:path>
              </a:pathLst>
            </a:custGeom>
            <a:ln w="3252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tx836"/>
            <p:cNvSpPr/>
            <p:nvPr/>
          </p:nvSpPr>
          <p:spPr>
            <a:xfrm>
              <a:off x="3456824" y="4192273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</a:t>
              </a:r>
            </a:p>
          </p:txBody>
        </p:sp>
        <p:sp>
          <p:nvSpPr>
            <p:cNvPr id="838" name="tx837"/>
            <p:cNvSpPr/>
            <p:nvPr/>
          </p:nvSpPr>
          <p:spPr>
            <a:xfrm>
              <a:off x="3529564" y="4192273"/>
              <a:ext cx="41614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= 0.029</a:t>
              </a:r>
            </a:p>
          </p:txBody>
        </p:sp>
        <p:sp>
          <p:nvSpPr>
            <p:cNvPr id="839" name="rc838"/>
            <p:cNvSpPr/>
            <p:nvPr/>
          </p:nvSpPr>
          <p:spPr>
            <a:xfrm>
              <a:off x="2748241" y="4134163"/>
              <a:ext cx="1308520" cy="120273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840" name="pl839"/>
            <p:cNvSpPr/>
            <p:nvPr/>
          </p:nvSpPr>
          <p:spPr>
            <a:xfrm>
              <a:off x="2748241" y="4134163"/>
              <a:ext cx="0" cy="1202730"/>
            </a:xfrm>
            <a:custGeom>
              <a:avLst/>
              <a:pathLst>
                <a:path w="0" h="1202730">
                  <a:moveTo>
                    <a:pt x="0" y="1202730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l840"/>
            <p:cNvSpPr/>
            <p:nvPr/>
          </p:nvSpPr>
          <p:spPr>
            <a:xfrm>
              <a:off x="2719773" y="523758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l841"/>
            <p:cNvSpPr/>
            <p:nvPr/>
          </p:nvSpPr>
          <p:spPr>
            <a:xfrm>
              <a:off x="2719773" y="486081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l842"/>
            <p:cNvSpPr/>
            <p:nvPr/>
          </p:nvSpPr>
          <p:spPr>
            <a:xfrm>
              <a:off x="2719773" y="448405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l843"/>
            <p:cNvSpPr/>
            <p:nvPr/>
          </p:nvSpPr>
          <p:spPr>
            <a:xfrm>
              <a:off x="2748241" y="5336894"/>
              <a:ext cx="1308520" cy="0"/>
            </a:xfrm>
            <a:custGeom>
              <a:avLst/>
              <a:pathLst>
                <a:path w="1308520" h="0">
                  <a:moveTo>
                    <a:pt x="0" y="0"/>
                  </a:moveTo>
                  <a:lnTo>
                    <a:pt x="130852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l844"/>
            <p:cNvSpPr/>
            <p:nvPr/>
          </p:nvSpPr>
          <p:spPr>
            <a:xfrm>
              <a:off x="2851791" y="5336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l845"/>
            <p:cNvSpPr/>
            <p:nvPr/>
          </p:nvSpPr>
          <p:spPr>
            <a:xfrm>
              <a:off x="3216430" y="5336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l846"/>
            <p:cNvSpPr/>
            <p:nvPr/>
          </p:nvSpPr>
          <p:spPr>
            <a:xfrm>
              <a:off x="3581069" y="5336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l847"/>
            <p:cNvSpPr/>
            <p:nvPr/>
          </p:nvSpPr>
          <p:spPr>
            <a:xfrm>
              <a:off x="3945708" y="5336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tx848"/>
            <p:cNvSpPr/>
            <p:nvPr/>
          </p:nvSpPr>
          <p:spPr>
            <a:xfrm>
              <a:off x="2823536" y="5388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850" name="tx849"/>
            <p:cNvSpPr/>
            <p:nvPr/>
          </p:nvSpPr>
          <p:spPr>
            <a:xfrm>
              <a:off x="3188175" y="5388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851" name="tx850"/>
            <p:cNvSpPr/>
            <p:nvPr/>
          </p:nvSpPr>
          <p:spPr>
            <a:xfrm>
              <a:off x="3552814" y="5388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852" name="tx851"/>
            <p:cNvSpPr/>
            <p:nvPr/>
          </p:nvSpPr>
          <p:spPr>
            <a:xfrm>
              <a:off x="3917453" y="5388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</a:t>
              </a:r>
            </a:p>
          </p:txBody>
        </p:sp>
        <p:sp>
          <p:nvSpPr>
            <p:cNvPr id="853" name="tx852"/>
            <p:cNvSpPr/>
            <p:nvPr/>
          </p:nvSpPr>
          <p:spPr>
            <a:xfrm>
              <a:off x="3141440" y="5545773"/>
              <a:ext cx="522122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Richness</a:t>
              </a:r>
            </a:p>
          </p:txBody>
        </p:sp>
        <p:sp>
          <p:nvSpPr>
            <p:cNvPr id="854" name="tx853"/>
            <p:cNvSpPr/>
            <p:nvPr/>
          </p:nvSpPr>
          <p:spPr>
            <a:xfrm>
              <a:off x="2748241" y="3957623"/>
              <a:ext cx="338693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(i) RD</a:t>
              </a:r>
            </a:p>
          </p:txBody>
        </p:sp>
        <p:sp>
          <p:nvSpPr>
            <p:cNvPr id="855" name="rc854"/>
            <p:cNvSpPr/>
            <p:nvPr/>
          </p:nvSpPr>
          <p:spPr>
            <a:xfrm>
              <a:off x="4186450" y="4134163"/>
              <a:ext cx="1308520" cy="12027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" name="pt855"/>
            <p:cNvSpPr/>
            <p:nvPr/>
          </p:nvSpPr>
          <p:spPr>
            <a:xfrm>
              <a:off x="4231029" y="5080232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57" name="pt856"/>
            <p:cNvSpPr/>
            <p:nvPr/>
          </p:nvSpPr>
          <p:spPr>
            <a:xfrm>
              <a:off x="4208370" y="4949640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58" name="pt857"/>
            <p:cNvSpPr/>
            <p:nvPr/>
          </p:nvSpPr>
          <p:spPr>
            <a:xfrm>
              <a:off x="4265683" y="5101602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59" name="pt858"/>
            <p:cNvSpPr/>
            <p:nvPr/>
          </p:nvSpPr>
          <p:spPr>
            <a:xfrm>
              <a:off x="4219240" y="4312043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60" name="pt859"/>
            <p:cNvSpPr/>
            <p:nvPr/>
          </p:nvSpPr>
          <p:spPr>
            <a:xfrm>
              <a:off x="4291735" y="4843572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61" name="pt860"/>
            <p:cNvSpPr/>
            <p:nvPr/>
          </p:nvSpPr>
          <p:spPr>
            <a:xfrm>
              <a:off x="4300215" y="4644309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62" name="pt861"/>
            <p:cNvSpPr/>
            <p:nvPr/>
          </p:nvSpPr>
          <p:spPr>
            <a:xfrm>
              <a:off x="4213954" y="5244666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63" name="pt862"/>
            <p:cNvSpPr/>
            <p:nvPr/>
          </p:nvSpPr>
          <p:spPr>
            <a:xfrm>
              <a:off x="4296310" y="4949025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64" name="pt863"/>
            <p:cNvSpPr/>
            <p:nvPr/>
          </p:nvSpPr>
          <p:spPr>
            <a:xfrm>
              <a:off x="4254678" y="4822117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65" name="pt864"/>
            <p:cNvSpPr/>
            <p:nvPr/>
          </p:nvSpPr>
          <p:spPr>
            <a:xfrm>
              <a:off x="4285976" y="4500676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66" name="pt865"/>
            <p:cNvSpPr/>
            <p:nvPr/>
          </p:nvSpPr>
          <p:spPr>
            <a:xfrm>
              <a:off x="4634182" y="4814334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67" name="pt866"/>
            <p:cNvSpPr/>
            <p:nvPr/>
          </p:nvSpPr>
          <p:spPr>
            <a:xfrm>
              <a:off x="4565505" y="4561406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68" name="pt867"/>
            <p:cNvSpPr/>
            <p:nvPr/>
          </p:nvSpPr>
          <p:spPr>
            <a:xfrm>
              <a:off x="4566008" y="5082791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69" name="pt868"/>
            <p:cNvSpPr/>
            <p:nvPr/>
          </p:nvSpPr>
          <p:spPr>
            <a:xfrm>
              <a:off x="4658078" y="5144222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70" name="pt869"/>
            <p:cNvSpPr/>
            <p:nvPr/>
          </p:nvSpPr>
          <p:spPr>
            <a:xfrm>
              <a:off x="4625342" y="4151274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71" name="pt870"/>
            <p:cNvSpPr/>
            <p:nvPr/>
          </p:nvSpPr>
          <p:spPr>
            <a:xfrm>
              <a:off x="4618081" y="4331370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72" name="pt871"/>
            <p:cNvSpPr/>
            <p:nvPr/>
          </p:nvSpPr>
          <p:spPr>
            <a:xfrm>
              <a:off x="4665554" y="5200944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73" name="pt872"/>
            <p:cNvSpPr/>
            <p:nvPr/>
          </p:nvSpPr>
          <p:spPr>
            <a:xfrm>
              <a:off x="4660815" y="5115349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74" name="pt873"/>
            <p:cNvSpPr/>
            <p:nvPr/>
          </p:nvSpPr>
          <p:spPr>
            <a:xfrm>
              <a:off x="4588836" y="5156607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75" name="pt874"/>
            <p:cNvSpPr/>
            <p:nvPr/>
          </p:nvSpPr>
          <p:spPr>
            <a:xfrm>
              <a:off x="4573022" y="5066997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76" name="pt875"/>
            <p:cNvSpPr/>
            <p:nvPr/>
          </p:nvSpPr>
          <p:spPr>
            <a:xfrm>
              <a:off x="4576032" y="5028616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77" name="pt876"/>
            <p:cNvSpPr/>
            <p:nvPr/>
          </p:nvSpPr>
          <p:spPr>
            <a:xfrm>
              <a:off x="4605106" y="5174376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78" name="pt877"/>
            <p:cNvSpPr/>
            <p:nvPr/>
          </p:nvSpPr>
          <p:spPr>
            <a:xfrm>
              <a:off x="4594549" y="4927584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79" name="pt878"/>
            <p:cNvSpPr/>
            <p:nvPr/>
          </p:nvSpPr>
          <p:spPr>
            <a:xfrm>
              <a:off x="4576145" y="4955218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80" name="pt879"/>
            <p:cNvSpPr/>
            <p:nvPr/>
          </p:nvSpPr>
          <p:spPr>
            <a:xfrm>
              <a:off x="4590816" y="4727422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81" name="pt880"/>
            <p:cNvSpPr/>
            <p:nvPr/>
          </p:nvSpPr>
          <p:spPr>
            <a:xfrm>
              <a:off x="4634998" y="4833935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82" name="pt881"/>
            <p:cNvSpPr/>
            <p:nvPr/>
          </p:nvSpPr>
          <p:spPr>
            <a:xfrm>
              <a:off x="4608884" y="5178686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83" name="pt882"/>
            <p:cNvSpPr/>
            <p:nvPr/>
          </p:nvSpPr>
          <p:spPr>
            <a:xfrm>
              <a:off x="4594361" y="5051159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84" name="pt883"/>
            <p:cNvSpPr/>
            <p:nvPr/>
          </p:nvSpPr>
          <p:spPr>
            <a:xfrm>
              <a:off x="4948946" y="5082309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85" name="pt884"/>
            <p:cNvSpPr/>
            <p:nvPr/>
          </p:nvSpPr>
          <p:spPr>
            <a:xfrm>
              <a:off x="4929737" y="5031912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86" name="pt885"/>
            <p:cNvSpPr/>
            <p:nvPr/>
          </p:nvSpPr>
          <p:spPr>
            <a:xfrm>
              <a:off x="5002362" y="5034483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87" name="pt886"/>
            <p:cNvSpPr/>
            <p:nvPr/>
          </p:nvSpPr>
          <p:spPr>
            <a:xfrm>
              <a:off x="4967092" y="5001677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88" name="pt887"/>
            <p:cNvSpPr/>
            <p:nvPr/>
          </p:nvSpPr>
          <p:spPr>
            <a:xfrm>
              <a:off x="4985961" y="5012764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89" name="pt888"/>
            <p:cNvSpPr/>
            <p:nvPr/>
          </p:nvSpPr>
          <p:spPr>
            <a:xfrm>
              <a:off x="5002545" y="5086233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90" name="pt889"/>
            <p:cNvSpPr/>
            <p:nvPr/>
          </p:nvSpPr>
          <p:spPr>
            <a:xfrm>
              <a:off x="4995230" y="5061536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91" name="pt890"/>
            <p:cNvSpPr/>
            <p:nvPr/>
          </p:nvSpPr>
          <p:spPr>
            <a:xfrm>
              <a:off x="4994527" y="4769006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92" name="pt891"/>
            <p:cNvSpPr/>
            <p:nvPr/>
          </p:nvSpPr>
          <p:spPr>
            <a:xfrm>
              <a:off x="4994052" y="5131941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93" name="pt892"/>
            <p:cNvSpPr/>
            <p:nvPr/>
          </p:nvSpPr>
          <p:spPr>
            <a:xfrm>
              <a:off x="5032430" y="4871598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94" name="pt893"/>
            <p:cNvSpPr/>
            <p:nvPr/>
          </p:nvSpPr>
          <p:spPr>
            <a:xfrm>
              <a:off x="4955663" y="5113445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95" name="pt894"/>
            <p:cNvSpPr/>
            <p:nvPr/>
          </p:nvSpPr>
          <p:spPr>
            <a:xfrm>
              <a:off x="4987270" y="4920863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96" name="pt895"/>
            <p:cNvSpPr/>
            <p:nvPr/>
          </p:nvSpPr>
          <p:spPr>
            <a:xfrm>
              <a:off x="5018492" y="5098717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97" name="pt896"/>
            <p:cNvSpPr/>
            <p:nvPr/>
          </p:nvSpPr>
          <p:spPr>
            <a:xfrm>
              <a:off x="4992553" y="5138298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98" name="pt897"/>
            <p:cNvSpPr/>
            <p:nvPr/>
          </p:nvSpPr>
          <p:spPr>
            <a:xfrm>
              <a:off x="4934363" y="4672116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99" name="pt898"/>
            <p:cNvSpPr/>
            <p:nvPr/>
          </p:nvSpPr>
          <p:spPr>
            <a:xfrm>
              <a:off x="4929127" y="5053720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00" name="pt899"/>
            <p:cNvSpPr/>
            <p:nvPr/>
          </p:nvSpPr>
          <p:spPr>
            <a:xfrm>
              <a:off x="4994513" y="4817978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01" name="pt900"/>
            <p:cNvSpPr/>
            <p:nvPr/>
          </p:nvSpPr>
          <p:spPr>
            <a:xfrm>
              <a:off x="4963583" y="4970029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02" name="pt901"/>
            <p:cNvSpPr/>
            <p:nvPr/>
          </p:nvSpPr>
          <p:spPr>
            <a:xfrm>
              <a:off x="5024595" y="4862450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03" name="pt902"/>
            <p:cNvSpPr/>
            <p:nvPr/>
          </p:nvSpPr>
          <p:spPr>
            <a:xfrm>
              <a:off x="4972527" y="4872687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04" name="pt903"/>
            <p:cNvSpPr/>
            <p:nvPr/>
          </p:nvSpPr>
          <p:spPr>
            <a:xfrm>
              <a:off x="5350031" y="5174170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05" name="pt904"/>
            <p:cNvSpPr/>
            <p:nvPr/>
          </p:nvSpPr>
          <p:spPr>
            <a:xfrm>
              <a:off x="5321785" y="4988990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06" name="pt905"/>
            <p:cNvSpPr/>
            <p:nvPr/>
          </p:nvSpPr>
          <p:spPr>
            <a:xfrm>
              <a:off x="5319365" y="4817982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07" name="pt906"/>
            <p:cNvSpPr/>
            <p:nvPr/>
          </p:nvSpPr>
          <p:spPr>
            <a:xfrm>
              <a:off x="5319227" y="4979424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08" name="pt907"/>
            <p:cNvSpPr/>
            <p:nvPr/>
          </p:nvSpPr>
          <p:spPr>
            <a:xfrm>
              <a:off x="5321884" y="4853604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09" name="pt908"/>
            <p:cNvSpPr/>
            <p:nvPr/>
          </p:nvSpPr>
          <p:spPr>
            <a:xfrm>
              <a:off x="5323936" y="5054066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10" name="pt909"/>
            <p:cNvSpPr/>
            <p:nvPr/>
          </p:nvSpPr>
          <p:spPr>
            <a:xfrm>
              <a:off x="5368175" y="4947051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11" name="pt910"/>
            <p:cNvSpPr/>
            <p:nvPr/>
          </p:nvSpPr>
          <p:spPr>
            <a:xfrm>
              <a:off x="5370839" y="5067308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12" name="pt911"/>
            <p:cNvSpPr/>
            <p:nvPr/>
          </p:nvSpPr>
          <p:spPr>
            <a:xfrm>
              <a:off x="5382208" y="4782484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13" name="pt912"/>
            <p:cNvSpPr/>
            <p:nvPr/>
          </p:nvSpPr>
          <p:spPr>
            <a:xfrm>
              <a:off x="5328937" y="4805474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14" name="pt913"/>
            <p:cNvSpPr/>
            <p:nvPr/>
          </p:nvSpPr>
          <p:spPr>
            <a:xfrm>
              <a:off x="5360965" y="5000003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15" name="pt914"/>
            <p:cNvSpPr/>
            <p:nvPr/>
          </p:nvSpPr>
          <p:spPr>
            <a:xfrm>
              <a:off x="5353000" y="5098599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16" name="pt915"/>
            <p:cNvSpPr/>
            <p:nvPr/>
          </p:nvSpPr>
          <p:spPr>
            <a:xfrm>
              <a:off x="5380706" y="4939431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17" name="pt916"/>
            <p:cNvSpPr/>
            <p:nvPr/>
          </p:nvSpPr>
          <p:spPr>
            <a:xfrm>
              <a:off x="5310212" y="5109396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18" name="pt917"/>
            <p:cNvSpPr/>
            <p:nvPr/>
          </p:nvSpPr>
          <p:spPr>
            <a:xfrm>
              <a:off x="5351915" y="4932515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19" name="pt918"/>
            <p:cNvSpPr/>
            <p:nvPr/>
          </p:nvSpPr>
          <p:spPr>
            <a:xfrm>
              <a:off x="5374519" y="5157941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20" name="pt919"/>
            <p:cNvSpPr/>
            <p:nvPr/>
          </p:nvSpPr>
          <p:spPr>
            <a:xfrm>
              <a:off x="5348657" y="4696522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21" name="pt920"/>
            <p:cNvSpPr/>
            <p:nvPr/>
          </p:nvSpPr>
          <p:spPr>
            <a:xfrm>
              <a:off x="5397934" y="5094474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22" name="pt921"/>
            <p:cNvSpPr/>
            <p:nvPr/>
          </p:nvSpPr>
          <p:spPr>
            <a:xfrm>
              <a:off x="5341239" y="5053684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23" name="pt922"/>
            <p:cNvSpPr/>
            <p:nvPr/>
          </p:nvSpPr>
          <p:spPr>
            <a:xfrm>
              <a:off x="5382197" y="4935085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24" name="pt923"/>
            <p:cNvSpPr/>
            <p:nvPr/>
          </p:nvSpPr>
          <p:spPr>
            <a:xfrm>
              <a:off x="5334036" y="4871183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25" name="pt924"/>
            <p:cNvSpPr/>
            <p:nvPr/>
          </p:nvSpPr>
          <p:spPr>
            <a:xfrm>
              <a:off x="5325167" y="4964091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26" name="pt925"/>
            <p:cNvSpPr/>
            <p:nvPr/>
          </p:nvSpPr>
          <p:spPr>
            <a:xfrm>
              <a:off x="5394631" y="5011616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27" name="pt926"/>
            <p:cNvSpPr/>
            <p:nvPr/>
          </p:nvSpPr>
          <p:spPr>
            <a:xfrm>
              <a:off x="5326564" y="5078786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28" name="pg927"/>
            <p:cNvSpPr/>
            <p:nvPr/>
          </p:nvSpPr>
          <p:spPr>
            <a:xfrm>
              <a:off x="4286623" y="4707991"/>
              <a:ext cx="1097832" cy="514401"/>
            </a:xfrm>
            <a:custGeom>
              <a:avLst/>
              <a:pathLst>
                <a:path w="1097832" h="514401">
                  <a:moveTo>
                    <a:pt x="0" y="0"/>
                  </a:moveTo>
                  <a:lnTo>
                    <a:pt x="580007" y="167968"/>
                  </a:lnTo>
                  <a:lnTo>
                    <a:pt x="731888" y="176987"/>
                  </a:lnTo>
                  <a:lnTo>
                    <a:pt x="945951" y="164851"/>
                  </a:lnTo>
                  <a:lnTo>
                    <a:pt x="1097832" y="146982"/>
                  </a:lnTo>
                  <a:lnTo>
                    <a:pt x="1097832" y="514401"/>
                  </a:lnTo>
                  <a:lnTo>
                    <a:pt x="945951" y="461413"/>
                  </a:lnTo>
                  <a:lnTo>
                    <a:pt x="731888" y="399779"/>
                  </a:lnTo>
                  <a:lnTo>
                    <a:pt x="580007" y="373679"/>
                  </a:lnTo>
                  <a:lnTo>
                    <a:pt x="0" y="407533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29" name="pl928"/>
            <p:cNvSpPr/>
            <p:nvPr/>
          </p:nvSpPr>
          <p:spPr>
            <a:xfrm>
              <a:off x="4286623" y="4707991"/>
              <a:ext cx="1097832" cy="176987"/>
            </a:xfrm>
            <a:custGeom>
              <a:avLst/>
              <a:pathLst>
                <a:path w="1097832" h="176987">
                  <a:moveTo>
                    <a:pt x="0" y="0"/>
                  </a:moveTo>
                  <a:lnTo>
                    <a:pt x="580007" y="167968"/>
                  </a:lnTo>
                  <a:lnTo>
                    <a:pt x="731888" y="176987"/>
                  </a:lnTo>
                  <a:lnTo>
                    <a:pt x="945951" y="164851"/>
                  </a:lnTo>
                  <a:lnTo>
                    <a:pt x="1097832" y="14698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30" name="pl929"/>
            <p:cNvSpPr/>
            <p:nvPr/>
          </p:nvSpPr>
          <p:spPr>
            <a:xfrm>
              <a:off x="4286623" y="5081671"/>
              <a:ext cx="1097832" cy="140721"/>
            </a:xfrm>
            <a:custGeom>
              <a:avLst/>
              <a:pathLst>
                <a:path w="1097832" h="140721">
                  <a:moveTo>
                    <a:pt x="1097832" y="140721"/>
                  </a:moveTo>
                  <a:lnTo>
                    <a:pt x="945951" y="87733"/>
                  </a:lnTo>
                  <a:lnTo>
                    <a:pt x="731888" y="26099"/>
                  </a:lnTo>
                  <a:lnTo>
                    <a:pt x="580007" y="0"/>
                  </a:lnTo>
                  <a:lnTo>
                    <a:pt x="0" y="3385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31" name="pl930"/>
            <p:cNvSpPr/>
            <p:nvPr/>
          </p:nvSpPr>
          <p:spPr>
            <a:xfrm>
              <a:off x="4286623" y="4911758"/>
              <a:ext cx="1097832" cy="126925"/>
            </a:xfrm>
            <a:custGeom>
              <a:avLst/>
              <a:pathLst>
                <a:path w="1097832" h="126925">
                  <a:moveTo>
                    <a:pt x="0" y="0"/>
                  </a:moveTo>
                  <a:lnTo>
                    <a:pt x="580007" y="67057"/>
                  </a:lnTo>
                  <a:lnTo>
                    <a:pt x="731888" y="84617"/>
                  </a:lnTo>
                  <a:lnTo>
                    <a:pt x="945951" y="109365"/>
                  </a:lnTo>
                  <a:lnTo>
                    <a:pt x="1097832" y="126925"/>
                  </a:lnTo>
                </a:path>
              </a:pathLst>
            </a:custGeom>
            <a:ln w="32521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32" name="tx931"/>
            <p:cNvSpPr/>
            <p:nvPr/>
          </p:nvSpPr>
          <p:spPr>
            <a:xfrm>
              <a:off x="4895571" y="4192284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</a:t>
              </a:r>
            </a:p>
          </p:txBody>
        </p:sp>
        <p:sp>
          <p:nvSpPr>
            <p:cNvPr id="933" name="tx932"/>
            <p:cNvSpPr/>
            <p:nvPr/>
          </p:nvSpPr>
          <p:spPr>
            <a:xfrm>
              <a:off x="4968312" y="4192284"/>
              <a:ext cx="41614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= 0.458</a:t>
              </a:r>
            </a:p>
          </p:txBody>
        </p:sp>
        <p:sp>
          <p:nvSpPr>
            <p:cNvPr id="934" name="rc933"/>
            <p:cNvSpPr/>
            <p:nvPr/>
          </p:nvSpPr>
          <p:spPr>
            <a:xfrm>
              <a:off x="4186450" y="4134163"/>
              <a:ext cx="1308520" cy="120273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35" name="pl934"/>
            <p:cNvSpPr/>
            <p:nvPr/>
          </p:nvSpPr>
          <p:spPr>
            <a:xfrm>
              <a:off x="4186450" y="4134163"/>
              <a:ext cx="0" cy="1202730"/>
            </a:xfrm>
            <a:custGeom>
              <a:avLst/>
              <a:pathLst>
                <a:path w="0" h="1202730">
                  <a:moveTo>
                    <a:pt x="0" y="1202730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l935"/>
            <p:cNvSpPr/>
            <p:nvPr/>
          </p:nvSpPr>
          <p:spPr>
            <a:xfrm>
              <a:off x="4157982" y="522074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l936"/>
            <p:cNvSpPr/>
            <p:nvPr/>
          </p:nvSpPr>
          <p:spPr>
            <a:xfrm>
              <a:off x="4157982" y="495936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l937"/>
            <p:cNvSpPr/>
            <p:nvPr/>
          </p:nvSpPr>
          <p:spPr>
            <a:xfrm>
              <a:off x="4157982" y="469797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l938"/>
            <p:cNvSpPr/>
            <p:nvPr/>
          </p:nvSpPr>
          <p:spPr>
            <a:xfrm>
              <a:off x="4157982" y="443658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l939"/>
            <p:cNvSpPr/>
            <p:nvPr/>
          </p:nvSpPr>
          <p:spPr>
            <a:xfrm>
              <a:off x="4157982" y="417519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l940"/>
            <p:cNvSpPr/>
            <p:nvPr/>
          </p:nvSpPr>
          <p:spPr>
            <a:xfrm>
              <a:off x="4186450" y="5336894"/>
              <a:ext cx="1308520" cy="0"/>
            </a:xfrm>
            <a:custGeom>
              <a:avLst/>
              <a:pathLst>
                <a:path w="1308520" h="0">
                  <a:moveTo>
                    <a:pt x="0" y="0"/>
                  </a:moveTo>
                  <a:lnTo>
                    <a:pt x="130852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l941"/>
            <p:cNvSpPr/>
            <p:nvPr/>
          </p:nvSpPr>
          <p:spPr>
            <a:xfrm>
              <a:off x="4286623" y="5336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l942"/>
            <p:cNvSpPr/>
            <p:nvPr/>
          </p:nvSpPr>
          <p:spPr>
            <a:xfrm>
              <a:off x="4652567" y="5336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l943"/>
            <p:cNvSpPr/>
            <p:nvPr/>
          </p:nvSpPr>
          <p:spPr>
            <a:xfrm>
              <a:off x="5018511" y="5336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l944"/>
            <p:cNvSpPr/>
            <p:nvPr/>
          </p:nvSpPr>
          <p:spPr>
            <a:xfrm>
              <a:off x="5384455" y="5336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tx945"/>
            <p:cNvSpPr/>
            <p:nvPr/>
          </p:nvSpPr>
          <p:spPr>
            <a:xfrm>
              <a:off x="4258368" y="5388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947" name="tx946"/>
            <p:cNvSpPr/>
            <p:nvPr/>
          </p:nvSpPr>
          <p:spPr>
            <a:xfrm>
              <a:off x="4624312" y="5388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948" name="tx947"/>
            <p:cNvSpPr/>
            <p:nvPr/>
          </p:nvSpPr>
          <p:spPr>
            <a:xfrm>
              <a:off x="4990256" y="5388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949" name="tx948"/>
            <p:cNvSpPr/>
            <p:nvPr/>
          </p:nvSpPr>
          <p:spPr>
            <a:xfrm>
              <a:off x="5356200" y="5388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</a:t>
              </a:r>
            </a:p>
          </p:txBody>
        </p:sp>
        <p:sp>
          <p:nvSpPr>
            <p:cNvPr id="950" name="tx949"/>
            <p:cNvSpPr/>
            <p:nvPr/>
          </p:nvSpPr>
          <p:spPr>
            <a:xfrm>
              <a:off x="4579649" y="5545773"/>
              <a:ext cx="522122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Richness</a:t>
              </a:r>
            </a:p>
          </p:txBody>
        </p:sp>
        <p:sp>
          <p:nvSpPr>
            <p:cNvPr id="951" name="tx950"/>
            <p:cNvSpPr/>
            <p:nvPr/>
          </p:nvSpPr>
          <p:spPr>
            <a:xfrm>
              <a:off x="4186450" y="3957623"/>
              <a:ext cx="416234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(j) RTD</a:t>
              </a:r>
            </a:p>
          </p:txBody>
        </p:sp>
        <p:sp>
          <p:nvSpPr>
            <p:cNvPr id="952" name="rc951"/>
            <p:cNvSpPr/>
            <p:nvPr/>
          </p:nvSpPr>
          <p:spPr>
            <a:xfrm>
              <a:off x="5624659" y="4134163"/>
              <a:ext cx="1308520" cy="12027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3" name="pt952"/>
            <p:cNvSpPr/>
            <p:nvPr/>
          </p:nvSpPr>
          <p:spPr>
            <a:xfrm>
              <a:off x="5662632" y="4928934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54" name="pt953"/>
            <p:cNvSpPr/>
            <p:nvPr/>
          </p:nvSpPr>
          <p:spPr>
            <a:xfrm>
              <a:off x="5661560" y="4996355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55" name="pt954"/>
            <p:cNvSpPr/>
            <p:nvPr/>
          </p:nvSpPr>
          <p:spPr>
            <a:xfrm>
              <a:off x="5646579" y="5057008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56" name="pt955"/>
            <p:cNvSpPr/>
            <p:nvPr/>
          </p:nvSpPr>
          <p:spPr>
            <a:xfrm>
              <a:off x="5700311" y="4659346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57" name="pt956"/>
            <p:cNvSpPr/>
            <p:nvPr/>
          </p:nvSpPr>
          <p:spPr>
            <a:xfrm>
              <a:off x="5719281" y="4964849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58" name="pt957"/>
            <p:cNvSpPr/>
            <p:nvPr/>
          </p:nvSpPr>
          <p:spPr>
            <a:xfrm>
              <a:off x="5695044" y="4684727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59" name="pt958"/>
            <p:cNvSpPr/>
            <p:nvPr/>
          </p:nvSpPr>
          <p:spPr>
            <a:xfrm>
              <a:off x="5728337" y="5200234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60" name="pt959"/>
            <p:cNvSpPr/>
            <p:nvPr/>
          </p:nvSpPr>
          <p:spPr>
            <a:xfrm>
              <a:off x="5709854" y="5056053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61" name="pt960"/>
            <p:cNvSpPr/>
            <p:nvPr/>
          </p:nvSpPr>
          <p:spPr>
            <a:xfrm>
              <a:off x="5695235" y="4689359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62" name="pt961"/>
            <p:cNvSpPr/>
            <p:nvPr/>
          </p:nvSpPr>
          <p:spPr>
            <a:xfrm>
              <a:off x="5657058" y="4600712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63" name="pt962"/>
            <p:cNvSpPr/>
            <p:nvPr/>
          </p:nvSpPr>
          <p:spPr>
            <a:xfrm>
              <a:off x="6017339" y="4863689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64" name="pt963"/>
            <p:cNvSpPr/>
            <p:nvPr/>
          </p:nvSpPr>
          <p:spPr>
            <a:xfrm>
              <a:off x="6087430" y="4658991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65" name="pt964"/>
            <p:cNvSpPr/>
            <p:nvPr/>
          </p:nvSpPr>
          <p:spPr>
            <a:xfrm>
              <a:off x="6062296" y="5024563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66" name="pt965"/>
            <p:cNvSpPr/>
            <p:nvPr/>
          </p:nvSpPr>
          <p:spPr>
            <a:xfrm>
              <a:off x="6023212" y="5188012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67" name="pt966"/>
            <p:cNvSpPr/>
            <p:nvPr/>
          </p:nvSpPr>
          <p:spPr>
            <a:xfrm>
              <a:off x="6028248" y="4151274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68" name="pt967"/>
            <p:cNvSpPr/>
            <p:nvPr/>
          </p:nvSpPr>
          <p:spPr>
            <a:xfrm>
              <a:off x="6012984" y="4240128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69" name="pt968"/>
            <p:cNvSpPr/>
            <p:nvPr/>
          </p:nvSpPr>
          <p:spPr>
            <a:xfrm>
              <a:off x="6054242" y="5128368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70" name="pt969"/>
            <p:cNvSpPr/>
            <p:nvPr/>
          </p:nvSpPr>
          <p:spPr>
            <a:xfrm>
              <a:off x="6105860" y="5220122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71" name="pt970"/>
            <p:cNvSpPr/>
            <p:nvPr/>
          </p:nvSpPr>
          <p:spPr>
            <a:xfrm>
              <a:off x="6078663" y="5206599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72" name="pt971"/>
            <p:cNvSpPr/>
            <p:nvPr/>
          </p:nvSpPr>
          <p:spPr>
            <a:xfrm>
              <a:off x="6050539" y="5091468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73" name="pt972"/>
            <p:cNvSpPr/>
            <p:nvPr/>
          </p:nvSpPr>
          <p:spPr>
            <a:xfrm>
              <a:off x="6069414" y="5139147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74" name="pt973"/>
            <p:cNvSpPr/>
            <p:nvPr/>
          </p:nvSpPr>
          <p:spPr>
            <a:xfrm>
              <a:off x="6024693" y="5177887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75" name="pt974"/>
            <p:cNvSpPr/>
            <p:nvPr/>
          </p:nvSpPr>
          <p:spPr>
            <a:xfrm>
              <a:off x="6049556" y="5146535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76" name="pt975"/>
            <p:cNvSpPr/>
            <p:nvPr/>
          </p:nvSpPr>
          <p:spPr>
            <a:xfrm>
              <a:off x="6014888" y="5139391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77" name="pt976"/>
            <p:cNvSpPr/>
            <p:nvPr/>
          </p:nvSpPr>
          <p:spPr>
            <a:xfrm>
              <a:off x="6093764" y="5088588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78" name="pt977"/>
            <p:cNvSpPr/>
            <p:nvPr/>
          </p:nvSpPr>
          <p:spPr>
            <a:xfrm>
              <a:off x="6034261" y="4998723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79" name="pt978"/>
            <p:cNvSpPr/>
            <p:nvPr/>
          </p:nvSpPr>
          <p:spPr>
            <a:xfrm>
              <a:off x="6068806" y="5204750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80" name="pt979"/>
            <p:cNvSpPr/>
            <p:nvPr/>
          </p:nvSpPr>
          <p:spPr>
            <a:xfrm>
              <a:off x="6049245" y="5035625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81" name="pt980"/>
            <p:cNvSpPr/>
            <p:nvPr/>
          </p:nvSpPr>
          <p:spPr>
            <a:xfrm>
              <a:off x="6421147" y="5022859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82" name="pt981"/>
            <p:cNvSpPr/>
            <p:nvPr/>
          </p:nvSpPr>
          <p:spPr>
            <a:xfrm>
              <a:off x="6382888" y="5220678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83" name="pt982"/>
            <p:cNvSpPr/>
            <p:nvPr/>
          </p:nvSpPr>
          <p:spPr>
            <a:xfrm>
              <a:off x="6451015" y="5134327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84" name="pt983"/>
            <p:cNvSpPr/>
            <p:nvPr/>
          </p:nvSpPr>
          <p:spPr>
            <a:xfrm>
              <a:off x="6437283" y="5166221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85" name="pt984"/>
            <p:cNvSpPr/>
            <p:nvPr/>
          </p:nvSpPr>
          <p:spPr>
            <a:xfrm>
              <a:off x="6385530" y="4928310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86" name="pt985"/>
            <p:cNvSpPr/>
            <p:nvPr/>
          </p:nvSpPr>
          <p:spPr>
            <a:xfrm>
              <a:off x="6446901" y="5074071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87" name="pt986"/>
            <p:cNvSpPr/>
            <p:nvPr/>
          </p:nvSpPr>
          <p:spPr>
            <a:xfrm>
              <a:off x="6431238" y="4878959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88" name="pt987"/>
            <p:cNvSpPr/>
            <p:nvPr/>
          </p:nvSpPr>
          <p:spPr>
            <a:xfrm>
              <a:off x="6455556" y="5022852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89" name="pt988"/>
            <p:cNvSpPr/>
            <p:nvPr/>
          </p:nvSpPr>
          <p:spPr>
            <a:xfrm>
              <a:off x="6415141" y="5080829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90" name="pt989"/>
            <p:cNvSpPr/>
            <p:nvPr/>
          </p:nvSpPr>
          <p:spPr>
            <a:xfrm>
              <a:off x="6405394" y="4973165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91" name="pt990"/>
            <p:cNvSpPr/>
            <p:nvPr/>
          </p:nvSpPr>
          <p:spPr>
            <a:xfrm>
              <a:off x="6428855" y="5174995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92" name="pt991"/>
            <p:cNvSpPr/>
            <p:nvPr/>
          </p:nvSpPr>
          <p:spPr>
            <a:xfrm>
              <a:off x="6414372" y="4709002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93" name="pt992"/>
            <p:cNvSpPr/>
            <p:nvPr/>
          </p:nvSpPr>
          <p:spPr>
            <a:xfrm>
              <a:off x="6408772" y="5126804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94" name="pt993"/>
            <p:cNvSpPr/>
            <p:nvPr/>
          </p:nvSpPr>
          <p:spPr>
            <a:xfrm>
              <a:off x="6392656" y="5182963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95" name="pt994"/>
            <p:cNvSpPr/>
            <p:nvPr/>
          </p:nvSpPr>
          <p:spPr>
            <a:xfrm>
              <a:off x="6422930" y="4636684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96" name="pt995"/>
            <p:cNvSpPr/>
            <p:nvPr/>
          </p:nvSpPr>
          <p:spPr>
            <a:xfrm>
              <a:off x="6378102" y="4955575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97" name="pt996"/>
            <p:cNvSpPr/>
            <p:nvPr/>
          </p:nvSpPr>
          <p:spPr>
            <a:xfrm>
              <a:off x="6467877" y="4867858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98" name="pt997"/>
            <p:cNvSpPr/>
            <p:nvPr/>
          </p:nvSpPr>
          <p:spPr>
            <a:xfrm>
              <a:off x="6475144" y="5116831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99" name="pt998"/>
            <p:cNvSpPr/>
            <p:nvPr/>
          </p:nvSpPr>
          <p:spPr>
            <a:xfrm>
              <a:off x="6444819" y="5026048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00" name="pt999"/>
            <p:cNvSpPr/>
            <p:nvPr/>
          </p:nvSpPr>
          <p:spPr>
            <a:xfrm>
              <a:off x="6472646" y="4882890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01" name="pt1000"/>
            <p:cNvSpPr/>
            <p:nvPr/>
          </p:nvSpPr>
          <p:spPr>
            <a:xfrm>
              <a:off x="6812786" y="5091664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02" name="pt1001"/>
            <p:cNvSpPr/>
            <p:nvPr/>
          </p:nvSpPr>
          <p:spPr>
            <a:xfrm>
              <a:off x="6758004" y="5054337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03" name="pt1002"/>
            <p:cNvSpPr/>
            <p:nvPr/>
          </p:nvSpPr>
          <p:spPr>
            <a:xfrm>
              <a:off x="6748509" y="4964073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04" name="pt1003"/>
            <p:cNvSpPr/>
            <p:nvPr/>
          </p:nvSpPr>
          <p:spPr>
            <a:xfrm>
              <a:off x="6810242" y="5084399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05" name="pt1004"/>
            <p:cNvSpPr/>
            <p:nvPr/>
          </p:nvSpPr>
          <p:spPr>
            <a:xfrm>
              <a:off x="6797057" y="4922269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06" name="pt1005"/>
            <p:cNvSpPr/>
            <p:nvPr/>
          </p:nvSpPr>
          <p:spPr>
            <a:xfrm>
              <a:off x="6751946" y="5031164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07" name="pt1006"/>
            <p:cNvSpPr/>
            <p:nvPr/>
          </p:nvSpPr>
          <p:spPr>
            <a:xfrm>
              <a:off x="6743078" y="4972744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08" name="pt1007"/>
            <p:cNvSpPr/>
            <p:nvPr/>
          </p:nvSpPr>
          <p:spPr>
            <a:xfrm>
              <a:off x="6809930" y="5001087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09" name="pt1008"/>
            <p:cNvSpPr/>
            <p:nvPr/>
          </p:nvSpPr>
          <p:spPr>
            <a:xfrm>
              <a:off x="6782232" y="5050611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10" name="pt1009"/>
            <p:cNvSpPr/>
            <p:nvPr/>
          </p:nvSpPr>
          <p:spPr>
            <a:xfrm>
              <a:off x="6747291" y="4790817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11" name="pt1010"/>
            <p:cNvSpPr/>
            <p:nvPr/>
          </p:nvSpPr>
          <p:spPr>
            <a:xfrm>
              <a:off x="6825568" y="5158110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12" name="pt1011"/>
            <p:cNvSpPr/>
            <p:nvPr/>
          </p:nvSpPr>
          <p:spPr>
            <a:xfrm>
              <a:off x="6783107" y="5065097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13" name="pt1012"/>
            <p:cNvSpPr/>
            <p:nvPr/>
          </p:nvSpPr>
          <p:spPr>
            <a:xfrm>
              <a:off x="6790649" y="5062678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14" name="pt1013"/>
            <p:cNvSpPr/>
            <p:nvPr/>
          </p:nvSpPr>
          <p:spPr>
            <a:xfrm>
              <a:off x="6828106" y="5190324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15" name="pt1014"/>
            <p:cNvSpPr/>
            <p:nvPr/>
          </p:nvSpPr>
          <p:spPr>
            <a:xfrm>
              <a:off x="6818468" y="5012642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16" name="pt1015"/>
            <p:cNvSpPr/>
            <p:nvPr/>
          </p:nvSpPr>
          <p:spPr>
            <a:xfrm>
              <a:off x="6836143" y="5188151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17" name="pt1016"/>
            <p:cNvSpPr/>
            <p:nvPr/>
          </p:nvSpPr>
          <p:spPr>
            <a:xfrm>
              <a:off x="6766965" y="4915296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18" name="pt1017"/>
            <p:cNvSpPr/>
            <p:nvPr/>
          </p:nvSpPr>
          <p:spPr>
            <a:xfrm>
              <a:off x="6783446" y="5053816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19" name="pt1018"/>
            <p:cNvSpPr/>
            <p:nvPr/>
          </p:nvSpPr>
          <p:spPr>
            <a:xfrm>
              <a:off x="6790193" y="5069307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20" name="pt1019"/>
            <p:cNvSpPr/>
            <p:nvPr/>
          </p:nvSpPr>
          <p:spPr>
            <a:xfrm>
              <a:off x="6791036" y="4980009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21" name="pt1020"/>
            <p:cNvSpPr/>
            <p:nvPr/>
          </p:nvSpPr>
          <p:spPr>
            <a:xfrm>
              <a:off x="6770398" y="5031788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22" name="pt1021"/>
            <p:cNvSpPr/>
            <p:nvPr/>
          </p:nvSpPr>
          <p:spPr>
            <a:xfrm>
              <a:off x="6832536" y="5013376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23" name="pt1022"/>
            <p:cNvSpPr/>
            <p:nvPr/>
          </p:nvSpPr>
          <p:spPr>
            <a:xfrm>
              <a:off x="6817442" y="5042323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24" name="pt1023"/>
            <p:cNvSpPr/>
            <p:nvPr/>
          </p:nvSpPr>
          <p:spPr>
            <a:xfrm>
              <a:off x="6800009" y="5168075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25" name="pg1024"/>
            <p:cNvSpPr/>
            <p:nvPr/>
          </p:nvSpPr>
          <p:spPr>
            <a:xfrm>
              <a:off x="5730691" y="4747048"/>
              <a:ext cx="1099589" cy="535176"/>
            </a:xfrm>
            <a:custGeom>
              <a:avLst/>
              <a:pathLst>
                <a:path w="1099589" h="535176">
                  <a:moveTo>
                    <a:pt x="0" y="0"/>
                  </a:moveTo>
                  <a:lnTo>
                    <a:pt x="580936" y="174792"/>
                  </a:lnTo>
                  <a:lnTo>
                    <a:pt x="733059" y="181292"/>
                  </a:lnTo>
                  <a:lnTo>
                    <a:pt x="947466" y="163613"/>
                  </a:lnTo>
                  <a:lnTo>
                    <a:pt x="1099589" y="141568"/>
                  </a:lnTo>
                  <a:lnTo>
                    <a:pt x="1099589" y="535176"/>
                  </a:lnTo>
                  <a:lnTo>
                    <a:pt x="947466" y="478967"/>
                  </a:lnTo>
                  <a:lnTo>
                    <a:pt x="733059" y="413135"/>
                  </a:lnTo>
                  <a:lnTo>
                    <a:pt x="580936" y="385471"/>
                  </a:lnTo>
                  <a:lnTo>
                    <a:pt x="0" y="429794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1026" name="pl1025"/>
            <p:cNvSpPr/>
            <p:nvPr/>
          </p:nvSpPr>
          <p:spPr>
            <a:xfrm>
              <a:off x="5730691" y="4747048"/>
              <a:ext cx="1099589" cy="181292"/>
            </a:xfrm>
            <a:custGeom>
              <a:avLst/>
              <a:pathLst>
                <a:path w="1099589" h="181292">
                  <a:moveTo>
                    <a:pt x="0" y="0"/>
                  </a:moveTo>
                  <a:lnTo>
                    <a:pt x="580936" y="174792"/>
                  </a:lnTo>
                  <a:lnTo>
                    <a:pt x="733059" y="181292"/>
                  </a:lnTo>
                  <a:lnTo>
                    <a:pt x="947466" y="163613"/>
                  </a:lnTo>
                  <a:lnTo>
                    <a:pt x="1099589" y="14156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27" name="pl1026"/>
            <p:cNvSpPr/>
            <p:nvPr/>
          </p:nvSpPr>
          <p:spPr>
            <a:xfrm>
              <a:off x="5730691" y="5132519"/>
              <a:ext cx="1099589" cy="149705"/>
            </a:xfrm>
            <a:custGeom>
              <a:avLst/>
              <a:pathLst>
                <a:path w="1099589" h="149705">
                  <a:moveTo>
                    <a:pt x="1099589" y="149705"/>
                  </a:moveTo>
                  <a:lnTo>
                    <a:pt x="947466" y="93495"/>
                  </a:lnTo>
                  <a:lnTo>
                    <a:pt x="733059" y="27664"/>
                  </a:lnTo>
                  <a:lnTo>
                    <a:pt x="580936" y="0"/>
                  </a:lnTo>
                  <a:lnTo>
                    <a:pt x="0" y="4432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28" name="pl1027"/>
            <p:cNvSpPr/>
            <p:nvPr/>
          </p:nvSpPr>
          <p:spPr>
            <a:xfrm>
              <a:off x="5730691" y="4961945"/>
              <a:ext cx="1099589" cy="123475"/>
            </a:xfrm>
            <a:custGeom>
              <a:avLst/>
              <a:pathLst>
                <a:path w="1099589" h="123475">
                  <a:moveTo>
                    <a:pt x="0" y="0"/>
                  </a:moveTo>
                  <a:lnTo>
                    <a:pt x="580936" y="65234"/>
                  </a:lnTo>
                  <a:lnTo>
                    <a:pt x="733059" y="82316"/>
                  </a:lnTo>
                  <a:lnTo>
                    <a:pt x="947466" y="106393"/>
                  </a:lnTo>
                  <a:lnTo>
                    <a:pt x="1099589" y="123475"/>
                  </a:lnTo>
                </a:path>
              </a:pathLst>
            </a:custGeom>
            <a:ln w="32521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29" name="tx1028"/>
            <p:cNvSpPr/>
            <p:nvPr/>
          </p:nvSpPr>
          <p:spPr>
            <a:xfrm>
              <a:off x="6341397" y="4192282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</a:t>
              </a:r>
            </a:p>
          </p:txBody>
        </p:sp>
        <p:sp>
          <p:nvSpPr>
            <p:cNvPr id="1030" name="tx1029"/>
            <p:cNvSpPr/>
            <p:nvPr/>
          </p:nvSpPr>
          <p:spPr>
            <a:xfrm>
              <a:off x="6414138" y="4192282"/>
              <a:ext cx="41614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= 0.499</a:t>
              </a:r>
            </a:p>
          </p:txBody>
        </p:sp>
        <p:sp>
          <p:nvSpPr>
            <p:cNvPr id="1031" name="rc1030"/>
            <p:cNvSpPr/>
            <p:nvPr/>
          </p:nvSpPr>
          <p:spPr>
            <a:xfrm>
              <a:off x="5624659" y="4134163"/>
              <a:ext cx="1308520" cy="120273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032" name="pl1031"/>
            <p:cNvSpPr/>
            <p:nvPr/>
          </p:nvSpPr>
          <p:spPr>
            <a:xfrm>
              <a:off x="5624659" y="4134163"/>
              <a:ext cx="0" cy="1202730"/>
            </a:xfrm>
            <a:custGeom>
              <a:avLst/>
              <a:pathLst>
                <a:path w="0" h="1202730">
                  <a:moveTo>
                    <a:pt x="0" y="1202730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l1032"/>
            <p:cNvSpPr/>
            <p:nvPr/>
          </p:nvSpPr>
          <p:spPr>
            <a:xfrm>
              <a:off x="5596191" y="507333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l1033"/>
            <p:cNvSpPr/>
            <p:nvPr/>
          </p:nvSpPr>
          <p:spPr>
            <a:xfrm>
              <a:off x="5596191" y="467369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l1034"/>
            <p:cNvSpPr/>
            <p:nvPr/>
          </p:nvSpPr>
          <p:spPr>
            <a:xfrm>
              <a:off x="5596191" y="427405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l1035"/>
            <p:cNvSpPr/>
            <p:nvPr/>
          </p:nvSpPr>
          <p:spPr>
            <a:xfrm>
              <a:off x="5624659" y="5336894"/>
              <a:ext cx="1308520" cy="0"/>
            </a:xfrm>
            <a:custGeom>
              <a:avLst/>
              <a:pathLst>
                <a:path w="1308520" h="0">
                  <a:moveTo>
                    <a:pt x="0" y="0"/>
                  </a:moveTo>
                  <a:lnTo>
                    <a:pt x="130852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l1036"/>
            <p:cNvSpPr/>
            <p:nvPr/>
          </p:nvSpPr>
          <p:spPr>
            <a:xfrm>
              <a:off x="5730691" y="5336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l1037"/>
            <p:cNvSpPr/>
            <p:nvPr/>
          </p:nvSpPr>
          <p:spPr>
            <a:xfrm>
              <a:off x="6097221" y="5336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l1038"/>
            <p:cNvSpPr/>
            <p:nvPr/>
          </p:nvSpPr>
          <p:spPr>
            <a:xfrm>
              <a:off x="6463751" y="5336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l1039"/>
            <p:cNvSpPr/>
            <p:nvPr/>
          </p:nvSpPr>
          <p:spPr>
            <a:xfrm>
              <a:off x="6830281" y="5336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tx1040"/>
            <p:cNvSpPr/>
            <p:nvPr/>
          </p:nvSpPr>
          <p:spPr>
            <a:xfrm>
              <a:off x="5702436" y="5388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042" name="tx1041"/>
            <p:cNvSpPr/>
            <p:nvPr/>
          </p:nvSpPr>
          <p:spPr>
            <a:xfrm>
              <a:off x="6068966" y="5388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043" name="tx1042"/>
            <p:cNvSpPr/>
            <p:nvPr/>
          </p:nvSpPr>
          <p:spPr>
            <a:xfrm>
              <a:off x="6435496" y="5388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1044" name="tx1043"/>
            <p:cNvSpPr/>
            <p:nvPr/>
          </p:nvSpPr>
          <p:spPr>
            <a:xfrm>
              <a:off x="6802026" y="5388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</a:t>
              </a:r>
            </a:p>
          </p:txBody>
        </p:sp>
        <p:sp>
          <p:nvSpPr>
            <p:cNvPr id="1045" name="tx1044"/>
            <p:cNvSpPr/>
            <p:nvPr/>
          </p:nvSpPr>
          <p:spPr>
            <a:xfrm>
              <a:off x="6017858" y="5545773"/>
              <a:ext cx="522122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Richness</a:t>
              </a:r>
            </a:p>
          </p:txBody>
        </p:sp>
        <p:sp>
          <p:nvSpPr>
            <p:cNvPr id="1046" name="tx1045"/>
            <p:cNvSpPr/>
            <p:nvPr/>
          </p:nvSpPr>
          <p:spPr>
            <a:xfrm>
              <a:off x="5624659" y="3957623"/>
              <a:ext cx="458754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(k) SRA</a:t>
              </a:r>
            </a:p>
          </p:txBody>
        </p:sp>
        <p:sp>
          <p:nvSpPr>
            <p:cNvPr id="1047" name="rc1046"/>
            <p:cNvSpPr/>
            <p:nvPr/>
          </p:nvSpPr>
          <p:spPr>
            <a:xfrm>
              <a:off x="1711003" y="5770484"/>
              <a:ext cx="4821205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8" name="tx1047"/>
            <p:cNvSpPr/>
            <p:nvPr/>
          </p:nvSpPr>
          <p:spPr>
            <a:xfrm>
              <a:off x="1711003" y="5819336"/>
              <a:ext cx="432054" cy="82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Species</a:t>
              </a:r>
            </a:p>
          </p:txBody>
        </p:sp>
        <p:sp>
          <p:nvSpPr>
            <p:cNvPr id="1049" name="rc1048"/>
            <p:cNvSpPr/>
            <p:nvPr/>
          </p:nvSpPr>
          <p:spPr>
            <a:xfrm>
              <a:off x="2199994" y="5770484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0" name="pt1049"/>
            <p:cNvSpPr/>
            <p:nvPr/>
          </p:nvSpPr>
          <p:spPr>
            <a:xfrm>
              <a:off x="2252435" y="5822926"/>
              <a:ext cx="75116" cy="75116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51" name="rc1050"/>
            <p:cNvSpPr/>
            <p:nvPr/>
          </p:nvSpPr>
          <p:spPr>
            <a:xfrm>
              <a:off x="2646206" y="5770484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2" name="pt1051"/>
            <p:cNvSpPr/>
            <p:nvPr/>
          </p:nvSpPr>
          <p:spPr>
            <a:xfrm>
              <a:off x="2698647" y="5822926"/>
              <a:ext cx="75116" cy="75116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53" name="rc1052"/>
            <p:cNvSpPr/>
            <p:nvPr/>
          </p:nvSpPr>
          <p:spPr>
            <a:xfrm>
              <a:off x="3098087" y="5770484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4" name="pt1053"/>
            <p:cNvSpPr/>
            <p:nvPr/>
          </p:nvSpPr>
          <p:spPr>
            <a:xfrm>
              <a:off x="3150529" y="5822926"/>
              <a:ext cx="75116" cy="75116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55" name="rc1054"/>
            <p:cNvSpPr/>
            <p:nvPr/>
          </p:nvSpPr>
          <p:spPr>
            <a:xfrm>
              <a:off x="3533052" y="5770484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6" name="pt1055"/>
            <p:cNvSpPr/>
            <p:nvPr/>
          </p:nvSpPr>
          <p:spPr>
            <a:xfrm>
              <a:off x="3585493" y="5822926"/>
              <a:ext cx="75116" cy="75116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57" name="rc1056"/>
            <p:cNvSpPr/>
            <p:nvPr/>
          </p:nvSpPr>
          <p:spPr>
            <a:xfrm>
              <a:off x="3979264" y="5770484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8" name="pt1057"/>
            <p:cNvSpPr/>
            <p:nvPr/>
          </p:nvSpPr>
          <p:spPr>
            <a:xfrm>
              <a:off x="4031705" y="5822926"/>
              <a:ext cx="75116" cy="75116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59" name="rc1058"/>
            <p:cNvSpPr/>
            <p:nvPr/>
          </p:nvSpPr>
          <p:spPr>
            <a:xfrm>
              <a:off x="4414229" y="5770484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0" name="pt1059"/>
            <p:cNvSpPr/>
            <p:nvPr/>
          </p:nvSpPr>
          <p:spPr>
            <a:xfrm>
              <a:off x="4466670" y="5822926"/>
              <a:ext cx="75116" cy="75116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61" name="rc1060"/>
            <p:cNvSpPr/>
            <p:nvPr/>
          </p:nvSpPr>
          <p:spPr>
            <a:xfrm>
              <a:off x="4849194" y="5770484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2" name="pt1061"/>
            <p:cNvSpPr/>
            <p:nvPr/>
          </p:nvSpPr>
          <p:spPr>
            <a:xfrm>
              <a:off x="4901635" y="5822926"/>
              <a:ext cx="75116" cy="75116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63" name="rc1062"/>
            <p:cNvSpPr/>
            <p:nvPr/>
          </p:nvSpPr>
          <p:spPr>
            <a:xfrm>
              <a:off x="5272911" y="5770484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4" name="pt1063"/>
            <p:cNvSpPr/>
            <p:nvPr/>
          </p:nvSpPr>
          <p:spPr>
            <a:xfrm>
              <a:off x="5325353" y="5822926"/>
              <a:ext cx="75116" cy="75116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65" name="rc1064"/>
            <p:cNvSpPr/>
            <p:nvPr/>
          </p:nvSpPr>
          <p:spPr>
            <a:xfrm>
              <a:off x="5719123" y="5770484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6" name="pt1065"/>
            <p:cNvSpPr/>
            <p:nvPr/>
          </p:nvSpPr>
          <p:spPr>
            <a:xfrm>
              <a:off x="5771565" y="5822926"/>
              <a:ext cx="75116" cy="75116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67" name="rc1066"/>
            <p:cNvSpPr/>
            <p:nvPr/>
          </p:nvSpPr>
          <p:spPr>
            <a:xfrm>
              <a:off x="6159758" y="5770484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8" name="pt1067"/>
            <p:cNvSpPr/>
            <p:nvPr/>
          </p:nvSpPr>
          <p:spPr>
            <a:xfrm>
              <a:off x="6212199" y="5822926"/>
              <a:ext cx="75116" cy="75116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69" name="tx1068"/>
            <p:cNvSpPr/>
            <p:nvPr/>
          </p:nvSpPr>
          <p:spPr>
            <a:xfrm>
              <a:off x="2436930" y="5824045"/>
              <a:ext cx="15233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CG</a:t>
              </a:r>
            </a:p>
          </p:txBody>
        </p:sp>
        <p:sp>
          <p:nvSpPr>
            <p:cNvPr id="1070" name="tx1069"/>
            <p:cNvSpPr/>
            <p:nvPr/>
          </p:nvSpPr>
          <p:spPr>
            <a:xfrm>
              <a:off x="2883142" y="5824045"/>
              <a:ext cx="158008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CM</a:t>
              </a:r>
            </a:p>
          </p:txBody>
        </p:sp>
        <p:sp>
          <p:nvSpPr>
            <p:cNvPr id="1071" name="tx1070"/>
            <p:cNvSpPr/>
            <p:nvPr/>
          </p:nvSpPr>
          <p:spPr>
            <a:xfrm>
              <a:off x="3335023" y="5824045"/>
              <a:ext cx="141091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CS</a:t>
              </a:r>
            </a:p>
          </p:txBody>
        </p:sp>
        <p:sp>
          <p:nvSpPr>
            <p:cNvPr id="1072" name="tx1071"/>
            <p:cNvSpPr/>
            <p:nvPr/>
          </p:nvSpPr>
          <p:spPr>
            <a:xfrm>
              <a:off x="3769988" y="5824045"/>
              <a:ext cx="15233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</a:t>
              </a:r>
            </a:p>
          </p:txBody>
        </p:sp>
        <p:sp>
          <p:nvSpPr>
            <p:cNvPr id="1073" name="tx1072"/>
            <p:cNvSpPr/>
            <p:nvPr/>
          </p:nvSpPr>
          <p:spPr>
            <a:xfrm>
              <a:off x="4216200" y="5824045"/>
              <a:ext cx="141091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ED</a:t>
              </a:r>
            </a:p>
          </p:txBody>
        </p:sp>
        <p:sp>
          <p:nvSpPr>
            <p:cNvPr id="1074" name="tx1073"/>
            <p:cNvSpPr/>
            <p:nvPr/>
          </p:nvSpPr>
          <p:spPr>
            <a:xfrm>
              <a:off x="4651165" y="5824045"/>
              <a:ext cx="141091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</a:t>
              </a:r>
            </a:p>
          </p:txBody>
        </p:sp>
        <p:sp>
          <p:nvSpPr>
            <p:cNvPr id="1075" name="tx1074"/>
            <p:cNvSpPr/>
            <p:nvPr/>
          </p:nvSpPr>
          <p:spPr>
            <a:xfrm>
              <a:off x="5086130" y="5824045"/>
              <a:ext cx="12984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LH</a:t>
              </a:r>
            </a:p>
          </p:txBody>
        </p:sp>
        <p:sp>
          <p:nvSpPr>
            <p:cNvPr id="1076" name="tx1075"/>
            <p:cNvSpPr/>
            <p:nvPr/>
          </p:nvSpPr>
          <p:spPr>
            <a:xfrm>
              <a:off x="5509848" y="5824045"/>
              <a:ext cx="15233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QC</a:t>
              </a:r>
            </a:p>
          </p:txBody>
        </p:sp>
        <p:sp>
          <p:nvSpPr>
            <p:cNvPr id="1077" name="tx1076"/>
            <p:cNvSpPr/>
            <p:nvPr/>
          </p:nvSpPr>
          <p:spPr>
            <a:xfrm>
              <a:off x="5956060" y="5824045"/>
              <a:ext cx="146761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QS</a:t>
              </a:r>
            </a:p>
          </p:txBody>
        </p:sp>
        <p:sp>
          <p:nvSpPr>
            <p:cNvPr id="1078" name="tx1077"/>
            <p:cNvSpPr/>
            <p:nvPr/>
          </p:nvSpPr>
          <p:spPr>
            <a:xfrm>
              <a:off x="6396694" y="5824045"/>
              <a:ext cx="13551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jingyang</cp:lastModifiedBy>
  <cp:revision>3</cp:revision>
  <dcterms:created xsi:type="dcterms:W3CDTF">2017-02-13T16:18:36Z</dcterms:created>
  <dcterms:modified xsi:type="dcterms:W3CDTF">2026-07-20T14:52:30Z</dcterms:modified>
  <cp:category/>
</cp:coreProperties>
</file>