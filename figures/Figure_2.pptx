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19999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1726253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91264" y="952357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22106" y="952357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52947" y="952357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2426189"/>
              <a:ext cx="1726253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91264" y="2426189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22106" y="2426189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65010" y="3900020"/>
              <a:ext cx="1726253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91264" y="3900020"/>
              <a:ext cx="1430841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22106" y="3900020"/>
              <a:ext cx="1430841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52947" y="3900020"/>
              <a:ext cx="1430841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342663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11948" y="197352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49603" y="178906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368151" y="1877648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47351" y="160522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08666" y="226538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363695" y="186769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446174" y="207916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450785" y="194612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454883" y="172707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422586" y="188646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67070" y="177506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65180" y="166039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97578" y="164164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823033" y="191048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39149" y="185771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54687" y="172486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75684" y="182664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61191" y="202424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44212" y="195092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49232" y="161796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809909" y="164351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811026" y="189386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66624" y="195481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64788" y="208306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35811" y="194147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49580" y="178741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95009" y="193640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35227" y="180286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70563" y="177774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50279" y="180597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90342" y="197141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58501" y="167557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12496" y="180276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68237" y="182724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096838" y="186627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13985" y="180409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31043" y="192051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23169" y="150382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54270" y="158607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65237" y="155346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24525" y="151248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75347" y="177949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092689" y="173989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46759" y="164375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59690" y="196095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46331" y="183261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16159" y="177682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86118" y="170220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457140" y="163709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542643" y="169254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537708" y="190684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518821" y="171788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532001" y="187384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82405" y="196924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63820" y="179039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515792" y="176957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529882" y="171239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79646" y="186677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454033" y="173302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57833" y="127464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510499" y="188773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527893" y="137545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460823" y="179877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519737" y="154058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57852" y="150664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517584" y="152607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521438" y="186036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454824" y="169027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473288" y="182897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510850" y="174717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60832" y="140904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543686" y="120035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1451610" y="1656519"/>
              <a:ext cx="1090931" cy="369931"/>
            </a:xfrm>
            <a:custGeom>
              <a:avLst/>
              <a:pathLst>
                <a:path w="1090931" h="369931">
                  <a:moveTo>
                    <a:pt x="0" y="208813"/>
                  </a:moveTo>
                  <a:lnTo>
                    <a:pt x="576362" y="124045"/>
                  </a:lnTo>
                  <a:lnTo>
                    <a:pt x="727287" y="92898"/>
                  </a:lnTo>
                  <a:lnTo>
                    <a:pt x="940005" y="40913"/>
                  </a:lnTo>
                  <a:lnTo>
                    <a:pt x="1090931" y="0"/>
                  </a:lnTo>
                  <a:lnTo>
                    <a:pt x="1090931" y="126341"/>
                  </a:lnTo>
                  <a:lnTo>
                    <a:pt x="940005" y="148016"/>
                  </a:lnTo>
                  <a:lnTo>
                    <a:pt x="727287" y="184244"/>
                  </a:lnTo>
                  <a:lnTo>
                    <a:pt x="576362" y="215684"/>
                  </a:lnTo>
                  <a:lnTo>
                    <a:pt x="0" y="36993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51610" y="1656519"/>
              <a:ext cx="1090931" cy="208813"/>
            </a:xfrm>
            <a:custGeom>
              <a:avLst/>
              <a:pathLst>
                <a:path w="1090931" h="208813">
                  <a:moveTo>
                    <a:pt x="0" y="208813"/>
                  </a:moveTo>
                  <a:lnTo>
                    <a:pt x="576362" y="124045"/>
                  </a:lnTo>
                  <a:lnTo>
                    <a:pt x="727287" y="92898"/>
                  </a:lnTo>
                  <a:lnTo>
                    <a:pt x="940005" y="40913"/>
                  </a:lnTo>
                  <a:lnTo>
                    <a:pt x="109093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51610" y="1782860"/>
              <a:ext cx="1090931" cy="243590"/>
            </a:xfrm>
            <a:custGeom>
              <a:avLst/>
              <a:pathLst>
                <a:path w="1090931" h="243590">
                  <a:moveTo>
                    <a:pt x="1090931" y="0"/>
                  </a:moveTo>
                  <a:lnTo>
                    <a:pt x="940005" y="21674"/>
                  </a:lnTo>
                  <a:lnTo>
                    <a:pt x="727287" y="57902"/>
                  </a:lnTo>
                  <a:lnTo>
                    <a:pt x="576362" y="89343"/>
                  </a:lnTo>
                  <a:lnTo>
                    <a:pt x="0" y="243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51610" y="1719689"/>
              <a:ext cx="1090931" cy="226201"/>
            </a:xfrm>
            <a:custGeom>
              <a:avLst/>
              <a:pathLst>
                <a:path w="1090931" h="226201">
                  <a:moveTo>
                    <a:pt x="0" y="226201"/>
                  </a:moveTo>
                  <a:lnTo>
                    <a:pt x="576362" y="106694"/>
                  </a:lnTo>
                  <a:lnTo>
                    <a:pt x="727287" y="75400"/>
                  </a:lnTo>
                  <a:lnTo>
                    <a:pt x="940005" y="31294"/>
                  </a:lnTo>
                  <a:lnTo>
                    <a:pt x="1090931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1999334" y="122724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5" name="tx94"/>
            <p:cNvSpPr/>
            <p:nvPr/>
          </p:nvSpPr>
          <p:spPr>
            <a:xfrm>
              <a:off x="2080130" y="1227154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96" name="rc95"/>
            <p:cNvSpPr/>
            <p:nvPr/>
          </p:nvSpPr>
          <p:spPr>
            <a:xfrm>
              <a:off x="1342663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342663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tx97"/>
            <p:cNvSpPr/>
            <p:nvPr/>
          </p:nvSpPr>
          <p:spPr>
            <a:xfrm rot="-5400000">
              <a:off x="1152636" y="227293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152636" y="199416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152636" y="171540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1" name="tx100"/>
            <p:cNvSpPr/>
            <p:nvPr/>
          </p:nvSpPr>
          <p:spPr>
            <a:xfrm rot="-5400000">
              <a:off x="1152636" y="143664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2" name="tx101"/>
            <p:cNvSpPr/>
            <p:nvPr/>
          </p:nvSpPr>
          <p:spPr>
            <a:xfrm rot="-5400000">
              <a:off x="1152636" y="115788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3" name="pl102"/>
            <p:cNvSpPr/>
            <p:nvPr/>
          </p:nvSpPr>
          <p:spPr>
            <a:xfrm>
              <a:off x="1311032" y="231394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311032" y="203518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311032" y="175641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311032" y="147765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311032" y="119889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342663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451610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815254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2178898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2542542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tx112"/>
            <p:cNvSpPr/>
            <p:nvPr/>
          </p:nvSpPr>
          <p:spPr>
            <a:xfrm>
              <a:off x="1342663" y="990315"/>
              <a:ext cx="51224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4" name="rc113"/>
            <p:cNvSpPr/>
            <p:nvPr/>
          </p:nvSpPr>
          <p:spPr>
            <a:xfrm>
              <a:off x="2773505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869604" y="193266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820152" y="191628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881188" y="181370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814205" y="174995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835289" y="218551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66842" y="225214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53988" y="182432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37209" y="220674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16333" y="182321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794537" y="165746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3226545" y="183800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3165273" y="187728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3206607" y="131678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3171292" y="181080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181621" y="140362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208778" y="172632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163662" y="166737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203547" y="192097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247043" y="183360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230090" y="208143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206312" y="209776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201953" y="203059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209189" y="226038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230060" y="213536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230116" y="218072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189947" y="200828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215358" y="210388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189743" y="185509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551027" y="146091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593084" y="192749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553183" y="165268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557403" y="190347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550648" y="173221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607806" y="190673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80885" y="140674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20632" y="172457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79799" y="180552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608485" y="204131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61098" y="181363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59121" y="129725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89781" y="166523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77825" y="190541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71481" y="191379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19183" y="203518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66979" y="223441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90121" y="210415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73149" y="206541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97092" y="1705220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932605" y="165209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921889" y="156180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947233" y="178994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930948" y="187457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902550" y="226538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906455" y="187728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958512" y="226487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935231" y="180522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877448" y="188694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921497" y="215881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890990" y="174853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929213" y="120035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875265" y="194696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967863" y="165437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908866" y="169861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918896" y="155961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939822" y="1758440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955829" y="157714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944588" y="196317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942565" y="171856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952931" y="191257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913092" y="214717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974528" y="137478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961596" y="164698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74401" y="1679354"/>
              <a:ext cx="1086402" cy="425033"/>
            </a:xfrm>
            <a:custGeom>
              <a:avLst/>
              <a:pathLst>
                <a:path w="1086402" h="425033">
                  <a:moveTo>
                    <a:pt x="0" y="141090"/>
                  </a:moveTo>
                  <a:lnTo>
                    <a:pt x="573968" y="76318"/>
                  </a:lnTo>
                  <a:lnTo>
                    <a:pt x="724268" y="55774"/>
                  </a:lnTo>
                  <a:lnTo>
                    <a:pt x="936103" y="24188"/>
                  </a:lnTo>
                  <a:lnTo>
                    <a:pt x="1086402" y="0"/>
                  </a:lnTo>
                  <a:lnTo>
                    <a:pt x="1086402" y="269279"/>
                  </a:lnTo>
                  <a:lnTo>
                    <a:pt x="936103" y="286157"/>
                  </a:lnTo>
                  <a:lnTo>
                    <a:pt x="724268" y="312452"/>
                  </a:lnTo>
                  <a:lnTo>
                    <a:pt x="573968" y="332975"/>
                  </a:lnTo>
                  <a:lnTo>
                    <a:pt x="0" y="42503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2874401" y="1679354"/>
              <a:ext cx="1086402" cy="141090"/>
            </a:xfrm>
            <a:custGeom>
              <a:avLst/>
              <a:pathLst>
                <a:path w="1086402" h="141090">
                  <a:moveTo>
                    <a:pt x="0" y="141090"/>
                  </a:moveTo>
                  <a:lnTo>
                    <a:pt x="573968" y="76318"/>
                  </a:lnTo>
                  <a:lnTo>
                    <a:pt x="724268" y="55774"/>
                  </a:lnTo>
                  <a:lnTo>
                    <a:pt x="936103" y="24188"/>
                  </a:lnTo>
                  <a:lnTo>
                    <a:pt x="10864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2874401" y="1948633"/>
              <a:ext cx="1086402" cy="155753"/>
            </a:xfrm>
            <a:custGeom>
              <a:avLst/>
              <a:pathLst>
                <a:path w="1086402" h="155753">
                  <a:moveTo>
                    <a:pt x="1086402" y="0"/>
                  </a:moveTo>
                  <a:lnTo>
                    <a:pt x="936103" y="16878"/>
                  </a:lnTo>
                  <a:lnTo>
                    <a:pt x="724268" y="43173"/>
                  </a:lnTo>
                  <a:lnTo>
                    <a:pt x="573968" y="63696"/>
                  </a:lnTo>
                  <a:lnTo>
                    <a:pt x="0" y="155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2874401" y="1813994"/>
              <a:ext cx="1086402" cy="148422"/>
            </a:xfrm>
            <a:custGeom>
              <a:avLst/>
              <a:pathLst>
                <a:path w="1086402" h="148422">
                  <a:moveTo>
                    <a:pt x="0" y="148422"/>
                  </a:moveTo>
                  <a:lnTo>
                    <a:pt x="573968" y="70007"/>
                  </a:lnTo>
                  <a:lnTo>
                    <a:pt x="724268" y="49474"/>
                  </a:lnTo>
                  <a:lnTo>
                    <a:pt x="936103" y="20533"/>
                  </a:lnTo>
                  <a:lnTo>
                    <a:pt x="1086402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tx190"/>
            <p:cNvSpPr/>
            <p:nvPr/>
          </p:nvSpPr>
          <p:spPr>
            <a:xfrm>
              <a:off x="3417595" y="1227231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92" name="tx191"/>
            <p:cNvSpPr/>
            <p:nvPr/>
          </p:nvSpPr>
          <p:spPr>
            <a:xfrm>
              <a:off x="3498391" y="1227139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0.005</a:t>
              </a:r>
            </a:p>
          </p:txBody>
        </p:sp>
        <p:sp>
          <p:nvSpPr>
            <p:cNvPr id="193" name="rc192"/>
            <p:cNvSpPr/>
            <p:nvPr/>
          </p:nvSpPr>
          <p:spPr>
            <a:xfrm>
              <a:off x="2773505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773505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741874" y="207741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741874" y="170702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741874" y="133663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773505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874401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3236535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3598669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3960803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tx202"/>
            <p:cNvSpPr/>
            <p:nvPr/>
          </p:nvSpPr>
          <p:spPr>
            <a:xfrm>
              <a:off x="2773505" y="990315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04" name="rc203"/>
            <p:cNvSpPr/>
            <p:nvPr/>
          </p:nvSpPr>
          <p:spPr>
            <a:xfrm>
              <a:off x="4204347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4230899" y="206532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4253428" y="208343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4315717" y="2186879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4245730" y="188639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225379" y="191965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4309429" y="186963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278967" y="216121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4284621" y="202795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283657" y="211278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304358" y="171426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632888" y="222368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603849" y="203617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675602" y="164256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636883" y="204222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598860" y="226538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650276" y="226116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636560" y="209860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636976" y="223510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607398" y="164050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69920" y="120035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21389" y="199910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69776" y="211314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21358" y="209149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73547" y="214385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66206" y="202168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37364" y="189224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60859" y="196035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34010" y="204190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982341" y="220396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978789" y="221747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5002931" y="211178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5046966" y="208652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979055" y="127252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5041960" y="211168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5024981" y="165931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5011516" y="174761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984795" y="221416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4957335" y="122582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5041026" y="221900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5002608" y="217217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5036836" y="172223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5010989" y="202699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5008579" y="206709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5026884" y="133699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971056" y="210508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5001425" y="211888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997511" y="186242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5020893" y="1898915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5402351" y="215238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5327966" y="217886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5400568" y="221366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5405370" y="215221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5351425" y="161949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5401155" y="216845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5312649" y="176948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5317066" y="221900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363087" y="130944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35823" y="133289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390735" y="206973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315711" y="207271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346866" y="193930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394332" y="206500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401978" y="198196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391720" y="219453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345520" y="218177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384821" y="199753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381913" y="204273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397951" y="186121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322491" y="123670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322829" y="182480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93397" y="211791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355594" y="177089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4310463" y="1851973"/>
              <a:ext cx="1090076" cy="336548"/>
            </a:xfrm>
            <a:custGeom>
              <a:avLst/>
              <a:pathLst>
                <a:path w="1090076" h="336548">
                  <a:moveTo>
                    <a:pt x="0" y="40471"/>
                  </a:moveTo>
                  <a:lnTo>
                    <a:pt x="575909" y="44520"/>
                  </a:lnTo>
                  <a:lnTo>
                    <a:pt x="726717" y="36403"/>
                  </a:lnTo>
                  <a:lnTo>
                    <a:pt x="939268" y="17714"/>
                  </a:lnTo>
                  <a:lnTo>
                    <a:pt x="1090076" y="0"/>
                  </a:lnTo>
                  <a:lnTo>
                    <a:pt x="1090076" y="259230"/>
                  </a:lnTo>
                  <a:lnTo>
                    <a:pt x="939268" y="257812"/>
                  </a:lnTo>
                  <a:lnTo>
                    <a:pt x="726717" y="262089"/>
                  </a:lnTo>
                  <a:lnTo>
                    <a:pt x="575909" y="270268"/>
                  </a:lnTo>
                  <a:lnTo>
                    <a:pt x="0" y="33654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4310463" y="1851973"/>
              <a:ext cx="1090076" cy="44520"/>
            </a:xfrm>
            <a:custGeom>
              <a:avLst/>
              <a:pathLst>
                <a:path w="1090076" h="44520">
                  <a:moveTo>
                    <a:pt x="0" y="40471"/>
                  </a:moveTo>
                  <a:lnTo>
                    <a:pt x="575909" y="44520"/>
                  </a:lnTo>
                  <a:lnTo>
                    <a:pt x="726717" y="36403"/>
                  </a:lnTo>
                  <a:lnTo>
                    <a:pt x="939268" y="17714"/>
                  </a:lnTo>
                  <a:lnTo>
                    <a:pt x="109007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4310463" y="2109786"/>
              <a:ext cx="1090076" cy="78736"/>
            </a:xfrm>
            <a:custGeom>
              <a:avLst/>
              <a:pathLst>
                <a:path w="1090076" h="78736">
                  <a:moveTo>
                    <a:pt x="1090076" y="1418"/>
                  </a:moveTo>
                  <a:lnTo>
                    <a:pt x="939268" y="0"/>
                  </a:lnTo>
                  <a:lnTo>
                    <a:pt x="726717" y="4277"/>
                  </a:lnTo>
                  <a:lnTo>
                    <a:pt x="575909" y="12456"/>
                  </a:lnTo>
                  <a:lnTo>
                    <a:pt x="0" y="787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4310463" y="1981589"/>
              <a:ext cx="1090076" cy="58894"/>
            </a:xfrm>
            <a:custGeom>
              <a:avLst/>
              <a:pathLst>
                <a:path w="1090076" h="58894">
                  <a:moveTo>
                    <a:pt x="0" y="58894"/>
                  </a:moveTo>
                  <a:lnTo>
                    <a:pt x="575909" y="27779"/>
                  </a:lnTo>
                  <a:lnTo>
                    <a:pt x="726717" y="19631"/>
                  </a:lnTo>
                  <a:lnTo>
                    <a:pt x="939268" y="8147"/>
                  </a:lnTo>
                  <a:lnTo>
                    <a:pt x="1090076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1" name="tx280"/>
            <p:cNvSpPr/>
            <p:nvPr/>
          </p:nvSpPr>
          <p:spPr>
            <a:xfrm>
              <a:off x="4857330" y="1227231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82" name="tx281"/>
            <p:cNvSpPr/>
            <p:nvPr/>
          </p:nvSpPr>
          <p:spPr>
            <a:xfrm>
              <a:off x="4938127" y="1227140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0.469</a:t>
              </a:r>
            </a:p>
          </p:txBody>
        </p:sp>
        <p:sp>
          <p:nvSpPr>
            <p:cNvPr id="283" name="rc282"/>
            <p:cNvSpPr/>
            <p:nvPr/>
          </p:nvSpPr>
          <p:spPr>
            <a:xfrm>
              <a:off x="4204347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4204347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4172716" y="211390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172716" y="176688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172716" y="141986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204347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310463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4673821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5037180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5400539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tx292"/>
            <p:cNvSpPr/>
            <p:nvPr/>
          </p:nvSpPr>
          <p:spPr>
            <a:xfrm>
              <a:off x="4204347" y="990315"/>
              <a:ext cx="6131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294" name="rc293"/>
            <p:cNvSpPr/>
            <p:nvPr/>
          </p:nvSpPr>
          <p:spPr>
            <a:xfrm>
              <a:off x="5635189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5731511" y="203347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5702802" y="193660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5748357" y="188567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5704089" y="211132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5719005" y="215009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5656549" y="147056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5674648" y="204317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5756142" y="179729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5656221" y="203878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5661104" y="210844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6110978" y="193131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6018612" y="205060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6053952" y="170255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6054240" y="209128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6076541" y="202831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6119027" y="178980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6108846" y="215366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6098676" y="204703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6054189" y="195751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6115942" y="122256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6066870" y="152727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6073926" y="196928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6057959" y="192205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64584" y="214297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36456" y="198392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47451" y="192367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030993" y="208058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100720" y="2023915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424716" y="226538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389478" y="204775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477786" y="2027199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472649" y="190677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376617" y="144639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455349" y="139531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414836" y="168393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376715" y="179988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406683" y="180814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417822" y="172836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389373" y="178339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430439" y="172243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460207" y="205588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452986" y="194910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456868" y="202421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389461" y="163597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446937" y="172814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466634" y="192967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384641" y="177652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458786" y="120035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804128" y="179279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816027" y="190785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807647" y="179653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757213" y="178755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744305" y="185478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773400" y="180476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809433" y="168529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821559" y="1788768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793614" y="201533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833177" y="152328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823341" y="201745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749776" y="199565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742873" y="190362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792898" y="181589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87757" y="183313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79142" y="201412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67926" y="171040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762106" y="184791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48901" y="191207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744713" y="184098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836212" y="191116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801100" y="159270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40962" y="186405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747134" y="180690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5745100" y="1706898"/>
              <a:ext cx="1080531" cy="421066"/>
            </a:xfrm>
            <a:custGeom>
              <a:avLst/>
              <a:pathLst>
                <a:path w="1080531" h="421066">
                  <a:moveTo>
                    <a:pt x="0" y="119179"/>
                  </a:moveTo>
                  <a:lnTo>
                    <a:pt x="570867" y="105231"/>
                  </a:lnTo>
                  <a:lnTo>
                    <a:pt x="720354" y="83373"/>
                  </a:lnTo>
                  <a:lnTo>
                    <a:pt x="931044" y="38534"/>
                  </a:lnTo>
                  <a:lnTo>
                    <a:pt x="1080531" y="0"/>
                  </a:lnTo>
                  <a:lnTo>
                    <a:pt x="1080531" y="265532"/>
                  </a:lnTo>
                  <a:lnTo>
                    <a:pt x="931044" y="265003"/>
                  </a:lnTo>
                  <a:lnTo>
                    <a:pt x="720354" y="273730"/>
                  </a:lnTo>
                  <a:lnTo>
                    <a:pt x="570867" y="289877"/>
                  </a:lnTo>
                  <a:lnTo>
                    <a:pt x="0" y="42106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7"/>
            <p:cNvSpPr/>
            <p:nvPr/>
          </p:nvSpPr>
          <p:spPr>
            <a:xfrm>
              <a:off x="5745100" y="1706898"/>
              <a:ext cx="1080531" cy="119179"/>
            </a:xfrm>
            <a:custGeom>
              <a:avLst/>
              <a:pathLst>
                <a:path w="1080531" h="119179">
                  <a:moveTo>
                    <a:pt x="0" y="119179"/>
                  </a:moveTo>
                  <a:lnTo>
                    <a:pt x="570867" y="105231"/>
                  </a:lnTo>
                  <a:lnTo>
                    <a:pt x="720354" y="83373"/>
                  </a:lnTo>
                  <a:lnTo>
                    <a:pt x="931044" y="38534"/>
                  </a:lnTo>
                  <a:lnTo>
                    <a:pt x="108053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9" name="pl368"/>
            <p:cNvSpPr/>
            <p:nvPr/>
          </p:nvSpPr>
          <p:spPr>
            <a:xfrm>
              <a:off x="5745100" y="1971902"/>
              <a:ext cx="1080531" cy="156062"/>
            </a:xfrm>
            <a:custGeom>
              <a:avLst/>
              <a:pathLst>
                <a:path w="1080531" h="156062">
                  <a:moveTo>
                    <a:pt x="1080531" y="528"/>
                  </a:moveTo>
                  <a:lnTo>
                    <a:pt x="931044" y="0"/>
                  </a:lnTo>
                  <a:lnTo>
                    <a:pt x="720354" y="8726"/>
                  </a:lnTo>
                  <a:lnTo>
                    <a:pt x="570867" y="24873"/>
                  </a:lnTo>
                  <a:lnTo>
                    <a:pt x="0" y="156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0" name="pl369"/>
            <p:cNvSpPr/>
            <p:nvPr/>
          </p:nvSpPr>
          <p:spPr>
            <a:xfrm>
              <a:off x="5745100" y="1839664"/>
              <a:ext cx="1080531" cy="137356"/>
            </a:xfrm>
            <a:custGeom>
              <a:avLst/>
              <a:pathLst>
                <a:path w="1080531" h="137356">
                  <a:moveTo>
                    <a:pt x="0" y="137356"/>
                  </a:moveTo>
                  <a:lnTo>
                    <a:pt x="570867" y="64788"/>
                  </a:lnTo>
                  <a:lnTo>
                    <a:pt x="720354" y="45785"/>
                  </a:lnTo>
                  <a:lnTo>
                    <a:pt x="931044" y="19002"/>
                  </a:lnTo>
                  <a:lnTo>
                    <a:pt x="1080531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1" name="tx370"/>
            <p:cNvSpPr/>
            <p:nvPr/>
          </p:nvSpPr>
          <p:spPr>
            <a:xfrm>
              <a:off x="6282423" y="122709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72" name="tx371"/>
            <p:cNvSpPr/>
            <p:nvPr/>
          </p:nvSpPr>
          <p:spPr>
            <a:xfrm>
              <a:off x="6363220" y="1227004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0.231</a:t>
              </a:r>
            </a:p>
          </p:txBody>
        </p:sp>
        <p:sp>
          <p:nvSpPr>
            <p:cNvPr id="373" name="rc372"/>
            <p:cNvSpPr/>
            <p:nvPr/>
          </p:nvSpPr>
          <p:spPr>
            <a:xfrm>
              <a:off x="5635189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74" name="pl373"/>
            <p:cNvSpPr/>
            <p:nvPr/>
          </p:nvSpPr>
          <p:spPr>
            <a:xfrm>
              <a:off x="5635189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4"/>
            <p:cNvSpPr/>
            <p:nvPr/>
          </p:nvSpPr>
          <p:spPr>
            <a:xfrm>
              <a:off x="5603558" y="230263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5"/>
            <p:cNvSpPr/>
            <p:nvPr/>
          </p:nvSpPr>
          <p:spPr>
            <a:xfrm>
              <a:off x="5603558" y="201645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6"/>
            <p:cNvSpPr/>
            <p:nvPr/>
          </p:nvSpPr>
          <p:spPr>
            <a:xfrm>
              <a:off x="5603558" y="173027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7"/>
            <p:cNvSpPr/>
            <p:nvPr/>
          </p:nvSpPr>
          <p:spPr>
            <a:xfrm>
              <a:off x="5603558" y="144408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5635189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5745100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6105277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6465455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6825632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tx383"/>
            <p:cNvSpPr/>
            <p:nvPr/>
          </p:nvSpPr>
          <p:spPr>
            <a:xfrm>
              <a:off x="5635189" y="990315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385" name="rc384"/>
            <p:cNvSpPr/>
            <p:nvPr/>
          </p:nvSpPr>
          <p:spPr>
            <a:xfrm>
              <a:off x="1342663" y="2658900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1453425" y="348671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1434739" y="359767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381895" y="329484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1451034" y="332115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1376674" y="373409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371496" y="332176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386648" y="371779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1363695" y="373921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460649" y="361754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398821" y="338547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1807149" y="341751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722009" y="267418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755062" y="325742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730958" y="352993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1797026" y="363958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1737728" y="353725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1815775" y="316842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733079" y="331660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819187" y="348102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787741" y="284786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811531" y="317540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728619" y="341920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787488" y="306863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771587" y="306506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776611" y="365490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764839" y="285318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775438" y="323057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45508" y="332000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154718" y="336649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105749" y="330123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090309" y="3396978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108945" y="340228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138781" y="312780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120233" y="346672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090062" y="331910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084198" y="354442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123045" y="354516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117318" y="309410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090767" y="321507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117109" y="308992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141904" y="304595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165844" y="365344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099276" y="345234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089199" y="312541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15502" y="293323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20634" y="354746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60359" y="314330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084259" y="330116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451176" y="340483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512781" y="349519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490860" y="345121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519052" y="373434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501483" y="352529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488918" y="359405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483649" y="275128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457824" y="360995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465305" y="343497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444784" y="332682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448758" y="352839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541624" y="334683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464220" y="355777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543686" y="356527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491817" y="357599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486471" y="366017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509038" y="325895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484167" y="359506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447183" y="348924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483088" y="340667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500865" y="348271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526340" y="281812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90098" y="347270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534877" y="352132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452230" y="3117253"/>
              <a:ext cx="1078081" cy="451613"/>
            </a:xfrm>
            <a:custGeom>
              <a:avLst/>
              <a:pathLst>
                <a:path w="1078081" h="451613">
                  <a:moveTo>
                    <a:pt x="0" y="0"/>
                  </a:moveTo>
                  <a:lnTo>
                    <a:pt x="569572" y="128025"/>
                  </a:lnTo>
                  <a:lnTo>
                    <a:pt x="718720" y="142646"/>
                  </a:lnTo>
                  <a:lnTo>
                    <a:pt x="928933" y="148629"/>
                  </a:lnTo>
                  <a:lnTo>
                    <a:pt x="1078081" y="145479"/>
                  </a:lnTo>
                  <a:lnTo>
                    <a:pt x="1078081" y="451613"/>
                  </a:lnTo>
                  <a:lnTo>
                    <a:pt x="928933" y="413916"/>
                  </a:lnTo>
                  <a:lnTo>
                    <a:pt x="718720" y="371207"/>
                  </a:lnTo>
                  <a:lnTo>
                    <a:pt x="569572" y="351281"/>
                  </a:lnTo>
                  <a:lnTo>
                    <a:pt x="0" y="34737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59" name="pl458"/>
            <p:cNvSpPr/>
            <p:nvPr/>
          </p:nvSpPr>
          <p:spPr>
            <a:xfrm>
              <a:off x="1452230" y="3117253"/>
              <a:ext cx="1078081" cy="148629"/>
            </a:xfrm>
            <a:custGeom>
              <a:avLst/>
              <a:pathLst>
                <a:path w="1078081" h="148629">
                  <a:moveTo>
                    <a:pt x="0" y="0"/>
                  </a:moveTo>
                  <a:lnTo>
                    <a:pt x="569572" y="128025"/>
                  </a:lnTo>
                  <a:lnTo>
                    <a:pt x="718720" y="142646"/>
                  </a:lnTo>
                  <a:lnTo>
                    <a:pt x="928933" y="148629"/>
                  </a:lnTo>
                  <a:lnTo>
                    <a:pt x="1078081" y="1454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60" name="pl459"/>
            <p:cNvSpPr/>
            <p:nvPr/>
          </p:nvSpPr>
          <p:spPr>
            <a:xfrm>
              <a:off x="1452230" y="3464629"/>
              <a:ext cx="1078081" cy="104237"/>
            </a:xfrm>
            <a:custGeom>
              <a:avLst/>
              <a:pathLst>
                <a:path w="1078081" h="104237">
                  <a:moveTo>
                    <a:pt x="1078081" y="104237"/>
                  </a:moveTo>
                  <a:lnTo>
                    <a:pt x="928933" y="66540"/>
                  </a:lnTo>
                  <a:lnTo>
                    <a:pt x="718720" y="23831"/>
                  </a:lnTo>
                  <a:lnTo>
                    <a:pt x="569572" y="390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61" name="pl460"/>
            <p:cNvSpPr/>
            <p:nvPr/>
          </p:nvSpPr>
          <p:spPr>
            <a:xfrm>
              <a:off x="1452230" y="3290941"/>
              <a:ext cx="1078081" cy="124858"/>
            </a:xfrm>
            <a:custGeom>
              <a:avLst/>
              <a:pathLst>
                <a:path w="1078081" h="124858">
                  <a:moveTo>
                    <a:pt x="0" y="0"/>
                  </a:moveTo>
                  <a:lnTo>
                    <a:pt x="569572" y="65965"/>
                  </a:lnTo>
                  <a:lnTo>
                    <a:pt x="718720" y="83239"/>
                  </a:lnTo>
                  <a:lnTo>
                    <a:pt x="928933" y="107585"/>
                  </a:lnTo>
                  <a:lnTo>
                    <a:pt x="1078081" y="124858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62" name="tx461"/>
            <p:cNvSpPr/>
            <p:nvPr/>
          </p:nvSpPr>
          <p:spPr>
            <a:xfrm>
              <a:off x="1987103" y="270106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463" name="tx462"/>
            <p:cNvSpPr/>
            <p:nvPr/>
          </p:nvSpPr>
          <p:spPr>
            <a:xfrm>
              <a:off x="2067900" y="270097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0.318</a:t>
              </a:r>
            </a:p>
          </p:txBody>
        </p:sp>
        <p:sp>
          <p:nvSpPr>
            <p:cNvPr id="464" name="rc463"/>
            <p:cNvSpPr/>
            <p:nvPr/>
          </p:nvSpPr>
          <p:spPr>
            <a:xfrm>
              <a:off x="1342663" y="2658900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65" name="pl464"/>
            <p:cNvSpPr/>
            <p:nvPr/>
          </p:nvSpPr>
          <p:spPr>
            <a:xfrm>
              <a:off x="1342663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tx465"/>
            <p:cNvSpPr/>
            <p:nvPr/>
          </p:nvSpPr>
          <p:spPr>
            <a:xfrm rot="-5400000">
              <a:off x="1152636" y="368548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67" name="tx466"/>
            <p:cNvSpPr/>
            <p:nvPr/>
          </p:nvSpPr>
          <p:spPr>
            <a:xfrm rot="-5400000">
              <a:off x="1152636" y="341147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68" name="tx467"/>
            <p:cNvSpPr/>
            <p:nvPr/>
          </p:nvSpPr>
          <p:spPr>
            <a:xfrm rot="-5400000">
              <a:off x="1152636" y="313746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9" name="tx468"/>
            <p:cNvSpPr/>
            <p:nvPr/>
          </p:nvSpPr>
          <p:spPr>
            <a:xfrm rot="-5400000">
              <a:off x="1152636" y="286345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70" name="pl469"/>
            <p:cNvSpPr/>
            <p:nvPr/>
          </p:nvSpPr>
          <p:spPr>
            <a:xfrm>
              <a:off x="1311032" y="372649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0"/>
            <p:cNvSpPr/>
            <p:nvPr/>
          </p:nvSpPr>
          <p:spPr>
            <a:xfrm>
              <a:off x="1311032" y="345248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1"/>
            <p:cNvSpPr/>
            <p:nvPr/>
          </p:nvSpPr>
          <p:spPr>
            <a:xfrm>
              <a:off x="1311032" y="317847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2"/>
            <p:cNvSpPr/>
            <p:nvPr/>
          </p:nvSpPr>
          <p:spPr>
            <a:xfrm>
              <a:off x="1311032" y="290447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1342663" y="3830431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452230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811591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2170951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2530312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tx478"/>
            <p:cNvSpPr/>
            <p:nvPr/>
          </p:nvSpPr>
          <p:spPr>
            <a:xfrm rot="-5400000">
              <a:off x="41327" y="3194556"/>
              <a:ext cx="19869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480" name="tx479"/>
            <p:cNvSpPr/>
            <p:nvPr/>
          </p:nvSpPr>
          <p:spPr>
            <a:xfrm>
              <a:off x="1342663" y="2464146"/>
              <a:ext cx="4347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481" name="rc480"/>
            <p:cNvSpPr/>
            <p:nvPr/>
          </p:nvSpPr>
          <p:spPr>
            <a:xfrm>
              <a:off x="2773505" y="2658900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804512" y="340822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816351" y="319824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824791" y="336655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890021" y="336638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826497" y="352892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849368" y="333644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863331" y="346347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794537" y="340966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885058" y="355657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2889952" y="358159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3249182" y="365758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3212212" y="362680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3202346" y="348932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3167287" y="360843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3249504" y="349306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3254454" y="329158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3252118" y="363225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3218601" y="362273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3233199" y="347408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3234788" y="332933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3169503" y="341712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3192622" y="362408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3243728" y="324904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3247695" y="349984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3181241" y="337360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3233841" y="336280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3156195" y="314352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3206309" y="3272095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3549459" y="329552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3544228" y="370460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569775" y="334355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614199" y="356685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565627" y="359522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523060" y="373921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613137" y="308110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607334" y="328002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593835" y="346366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521650" y="338786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597438" y="367613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612219" y="355637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520030" y="354627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612525" y="356932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611908" y="340465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577760" y="361161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565476" y="353242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610342" y="323752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586355" y="346982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572778" y="267418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903908" y="344730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915595" y="350344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945514" y="311155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946288" y="361899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925452" y="321380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956237" y="354887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891007" y="351364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927700" y="329820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946048" y="314959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886391" y="356925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876035" y="337376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895600" y="348066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921355" y="331414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903592" y="360570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969682" y="325085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886394" y="322466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943155" y="348679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875335" y="328324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898583" y="322831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958257" y="346776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952211" y="323517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956893" y="363883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928544" y="355180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974528" y="369866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884011" y="3341580"/>
              <a:ext cx="1079636" cy="217983"/>
            </a:xfrm>
            <a:custGeom>
              <a:avLst/>
              <a:pathLst>
                <a:path w="1079636" h="217983">
                  <a:moveTo>
                    <a:pt x="0" y="22044"/>
                  </a:moveTo>
                  <a:lnTo>
                    <a:pt x="570394" y="24330"/>
                  </a:lnTo>
                  <a:lnTo>
                    <a:pt x="719757" y="19876"/>
                  </a:lnTo>
                  <a:lnTo>
                    <a:pt x="930273" y="9695"/>
                  </a:lnTo>
                  <a:lnTo>
                    <a:pt x="1079636" y="0"/>
                  </a:lnTo>
                  <a:lnTo>
                    <a:pt x="1079636" y="175538"/>
                  </a:lnTo>
                  <a:lnTo>
                    <a:pt x="930273" y="174764"/>
                  </a:lnTo>
                  <a:lnTo>
                    <a:pt x="719757" y="177158"/>
                  </a:lnTo>
                  <a:lnTo>
                    <a:pt x="570394" y="181626"/>
                  </a:lnTo>
                  <a:lnTo>
                    <a:pt x="0" y="21798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55" name="pl554"/>
            <p:cNvSpPr/>
            <p:nvPr/>
          </p:nvSpPr>
          <p:spPr>
            <a:xfrm>
              <a:off x="2884011" y="3341580"/>
              <a:ext cx="1079636" cy="24330"/>
            </a:xfrm>
            <a:custGeom>
              <a:avLst/>
              <a:pathLst>
                <a:path w="1079636" h="24330">
                  <a:moveTo>
                    <a:pt x="0" y="22044"/>
                  </a:moveTo>
                  <a:lnTo>
                    <a:pt x="570394" y="24330"/>
                  </a:lnTo>
                  <a:lnTo>
                    <a:pt x="719757" y="19876"/>
                  </a:lnTo>
                  <a:lnTo>
                    <a:pt x="930273" y="9695"/>
                  </a:lnTo>
                  <a:lnTo>
                    <a:pt x="107963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6" name="pl555"/>
            <p:cNvSpPr/>
            <p:nvPr/>
          </p:nvSpPr>
          <p:spPr>
            <a:xfrm>
              <a:off x="2884011" y="3516345"/>
              <a:ext cx="1079636" cy="43218"/>
            </a:xfrm>
            <a:custGeom>
              <a:avLst/>
              <a:pathLst>
                <a:path w="1079636" h="43218">
                  <a:moveTo>
                    <a:pt x="1079636" y="773"/>
                  </a:moveTo>
                  <a:lnTo>
                    <a:pt x="930273" y="0"/>
                  </a:lnTo>
                  <a:lnTo>
                    <a:pt x="719757" y="2393"/>
                  </a:lnTo>
                  <a:lnTo>
                    <a:pt x="570394" y="6861"/>
                  </a:lnTo>
                  <a:lnTo>
                    <a:pt x="0" y="432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7" name="pl556"/>
            <p:cNvSpPr/>
            <p:nvPr/>
          </p:nvSpPr>
          <p:spPr>
            <a:xfrm>
              <a:off x="2884011" y="3429350"/>
              <a:ext cx="1079636" cy="32244"/>
            </a:xfrm>
            <a:custGeom>
              <a:avLst/>
              <a:pathLst>
                <a:path w="1079636" h="32244">
                  <a:moveTo>
                    <a:pt x="0" y="32244"/>
                  </a:moveTo>
                  <a:lnTo>
                    <a:pt x="570394" y="15209"/>
                  </a:lnTo>
                  <a:lnTo>
                    <a:pt x="719757" y="10748"/>
                  </a:lnTo>
                  <a:lnTo>
                    <a:pt x="930273" y="4460"/>
                  </a:lnTo>
                  <a:lnTo>
                    <a:pt x="1079636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8" name="tx557"/>
            <p:cNvSpPr/>
            <p:nvPr/>
          </p:nvSpPr>
          <p:spPr>
            <a:xfrm>
              <a:off x="3420439" y="2701061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559" name="tx558"/>
            <p:cNvSpPr/>
            <p:nvPr/>
          </p:nvSpPr>
          <p:spPr>
            <a:xfrm>
              <a:off x="3501235" y="2700970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0.516</a:t>
              </a:r>
            </a:p>
          </p:txBody>
        </p:sp>
        <p:sp>
          <p:nvSpPr>
            <p:cNvPr id="560" name="rc559"/>
            <p:cNvSpPr/>
            <p:nvPr/>
          </p:nvSpPr>
          <p:spPr>
            <a:xfrm>
              <a:off x="2773505" y="2658900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61" name="pl560"/>
            <p:cNvSpPr/>
            <p:nvPr/>
          </p:nvSpPr>
          <p:spPr>
            <a:xfrm>
              <a:off x="2773505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1"/>
            <p:cNvSpPr/>
            <p:nvPr/>
          </p:nvSpPr>
          <p:spPr>
            <a:xfrm>
              <a:off x="2741874" y="378808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2"/>
            <p:cNvSpPr/>
            <p:nvPr/>
          </p:nvSpPr>
          <p:spPr>
            <a:xfrm>
              <a:off x="2741874" y="345709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3"/>
            <p:cNvSpPr/>
            <p:nvPr/>
          </p:nvSpPr>
          <p:spPr>
            <a:xfrm>
              <a:off x="2741874" y="312610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4"/>
            <p:cNvSpPr/>
            <p:nvPr/>
          </p:nvSpPr>
          <p:spPr>
            <a:xfrm>
              <a:off x="2741874" y="279511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5"/>
            <p:cNvSpPr/>
            <p:nvPr/>
          </p:nvSpPr>
          <p:spPr>
            <a:xfrm>
              <a:off x="2773505" y="3830431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6"/>
            <p:cNvSpPr/>
            <p:nvPr/>
          </p:nvSpPr>
          <p:spPr>
            <a:xfrm>
              <a:off x="2884011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7"/>
            <p:cNvSpPr/>
            <p:nvPr/>
          </p:nvSpPr>
          <p:spPr>
            <a:xfrm>
              <a:off x="3243890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8"/>
            <p:cNvSpPr/>
            <p:nvPr/>
          </p:nvSpPr>
          <p:spPr>
            <a:xfrm>
              <a:off x="3603768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69"/>
            <p:cNvSpPr/>
            <p:nvPr/>
          </p:nvSpPr>
          <p:spPr>
            <a:xfrm>
              <a:off x="3963647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tx570"/>
            <p:cNvSpPr/>
            <p:nvPr/>
          </p:nvSpPr>
          <p:spPr>
            <a:xfrm>
              <a:off x="2773505" y="2464146"/>
              <a:ext cx="6131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72" name="rc571"/>
            <p:cNvSpPr/>
            <p:nvPr/>
          </p:nvSpPr>
          <p:spPr>
            <a:xfrm>
              <a:off x="4204347" y="2658900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4247638" y="349328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4230069" y="290738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4308395" y="325681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4230386" y="352322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4235079" y="338104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4225379" y="337982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4240526" y="306595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4242302" y="351302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4264295" y="373921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226895" y="347904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4668692" y="363854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4641624" y="267418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4578389" y="335074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4628497" y="359133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4649089" y="350035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589280" y="343901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4661903" y="352457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634780" y="367396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4647724" y="325922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580198" y="340387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4579778" y="312431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676359" y="348637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4649759" y="318085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642395" y="334021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600436" y="352463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661909" y="326033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576738" y="306084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634942" y="279805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940625" y="355872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5023918" y="346300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981385" y="323240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995706" y="343384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970549" y="336244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5038342" y="363963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998688" y="358789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5022897" y="338516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997826" y="336252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977804" y="303278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5011814" y="347541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940562" y="304474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5027923" y="352694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5028255" y="366249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5041284" y="331302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998195" y="319863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5030768" y="358111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988957" y="331774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978932" y="302074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972019" y="330081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5335859" y="324777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5352987" y="332621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5365985" y="345780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5304824" y="352146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5396322" y="350499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5345670" y="347118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5386949" y="320025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5362038" y="328405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5382074" y="320732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5352438" y="293703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5343145" y="352379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389851" y="308676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5313668" y="286289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5349633" y="361640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358273" y="322907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5344863" y="353436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5366972" y="279065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5405370" y="326798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396909" y="314902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5318687" y="337345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5400740" y="326809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5318215" y="349984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312559" y="320174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5341891" y="353248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4298467" y="3197915"/>
              <a:ext cx="1093046" cy="305678"/>
            </a:xfrm>
            <a:custGeom>
              <a:avLst/>
              <a:pathLst>
                <a:path w="1093046" h="305678">
                  <a:moveTo>
                    <a:pt x="0" y="53812"/>
                  </a:moveTo>
                  <a:lnTo>
                    <a:pt x="577479" y="42520"/>
                  </a:lnTo>
                  <a:lnTo>
                    <a:pt x="728697" y="33342"/>
                  </a:lnTo>
                  <a:lnTo>
                    <a:pt x="941828" y="15621"/>
                  </a:lnTo>
                  <a:lnTo>
                    <a:pt x="1093046" y="0"/>
                  </a:lnTo>
                  <a:lnTo>
                    <a:pt x="1093046" y="226717"/>
                  </a:lnTo>
                  <a:lnTo>
                    <a:pt x="941828" y="229464"/>
                  </a:lnTo>
                  <a:lnTo>
                    <a:pt x="728697" y="237632"/>
                  </a:lnTo>
                  <a:lnTo>
                    <a:pt x="577479" y="246823"/>
                  </a:lnTo>
                  <a:lnTo>
                    <a:pt x="0" y="30567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4298467" y="3197915"/>
              <a:ext cx="1093046" cy="53812"/>
            </a:xfrm>
            <a:custGeom>
              <a:avLst/>
              <a:pathLst>
                <a:path w="1093046" h="53812">
                  <a:moveTo>
                    <a:pt x="0" y="53812"/>
                  </a:moveTo>
                  <a:lnTo>
                    <a:pt x="577479" y="42520"/>
                  </a:lnTo>
                  <a:lnTo>
                    <a:pt x="728697" y="33342"/>
                  </a:lnTo>
                  <a:lnTo>
                    <a:pt x="941828" y="15621"/>
                  </a:lnTo>
                  <a:lnTo>
                    <a:pt x="10930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7" name="pl646"/>
            <p:cNvSpPr/>
            <p:nvPr/>
          </p:nvSpPr>
          <p:spPr>
            <a:xfrm>
              <a:off x="4298467" y="3424632"/>
              <a:ext cx="1093046" cy="78961"/>
            </a:xfrm>
            <a:custGeom>
              <a:avLst/>
              <a:pathLst>
                <a:path w="1093046" h="78961">
                  <a:moveTo>
                    <a:pt x="1093046" y="0"/>
                  </a:moveTo>
                  <a:lnTo>
                    <a:pt x="941828" y="2746"/>
                  </a:lnTo>
                  <a:lnTo>
                    <a:pt x="728697" y="10915"/>
                  </a:lnTo>
                  <a:lnTo>
                    <a:pt x="577479" y="20105"/>
                  </a:lnTo>
                  <a:lnTo>
                    <a:pt x="0" y="789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8" name="pl647"/>
            <p:cNvSpPr/>
            <p:nvPr/>
          </p:nvSpPr>
          <p:spPr>
            <a:xfrm>
              <a:off x="4298467" y="3311274"/>
              <a:ext cx="1093046" cy="66386"/>
            </a:xfrm>
            <a:custGeom>
              <a:avLst/>
              <a:pathLst>
                <a:path w="1093046" h="66386">
                  <a:moveTo>
                    <a:pt x="0" y="66386"/>
                  </a:moveTo>
                  <a:lnTo>
                    <a:pt x="577479" y="31313"/>
                  </a:lnTo>
                  <a:lnTo>
                    <a:pt x="728697" y="22128"/>
                  </a:lnTo>
                  <a:lnTo>
                    <a:pt x="941828" y="9184"/>
                  </a:lnTo>
                  <a:lnTo>
                    <a:pt x="1093046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9" name="tx648"/>
            <p:cNvSpPr/>
            <p:nvPr/>
          </p:nvSpPr>
          <p:spPr>
            <a:xfrm>
              <a:off x="4848305" y="270104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650" name="tx649"/>
            <p:cNvSpPr/>
            <p:nvPr/>
          </p:nvSpPr>
          <p:spPr>
            <a:xfrm>
              <a:off x="4929102" y="2700957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0.290</a:t>
              </a:r>
            </a:p>
          </p:txBody>
        </p:sp>
        <p:sp>
          <p:nvSpPr>
            <p:cNvPr id="651" name="rc650"/>
            <p:cNvSpPr/>
            <p:nvPr/>
          </p:nvSpPr>
          <p:spPr>
            <a:xfrm>
              <a:off x="4204347" y="2658900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4204347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2"/>
            <p:cNvSpPr/>
            <p:nvPr/>
          </p:nvSpPr>
          <p:spPr>
            <a:xfrm>
              <a:off x="4172716" y="353981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3"/>
            <p:cNvSpPr/>
            <p:nvPr/>
          </p:nvSpPr>
          <p:spPr>
            <a:xfrm>
              <a:off x="4172716" y="321078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4"/>
            <p:cNvSpPr/>
            <p:nvPr/>
          </p:nvSpPr>
          <p:spPr>
            <a:xfrm>
              <a:off x="4172716" y="288174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5"/>
            <p:cNvSpPr/>
            <p:nvPr/>
          </p:nvSpPr>
          <p:spPr>
            <a:xfrm>
              <a:off x="4204347" y="3830431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6"/>
            <p:cNvSpPr/>
            <p:nvPr/>
          </p:nvSpPr>
          <p:spPr>
            <a:xfrm>
              <a:off x="4298467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7"/>
            <p:cNvSpPr/>
            <p:nvPr/>
          </p:nvSpPr>
          <p:spPr>
            <a:xfrm>
              <a:off x="4662816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8"/>
            <p:cNvSpPr/>
            <p:nvPr/>
          </p:nvSpPr>
          <p:spPr>
            <a:xfrm>
              <a:off x="5027165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59"/>
            <p:cNvSpPr/>
            <p:nvPr/>
          </p:nvSpPr>
          <p:spPr>
            <a:xfrm>
              <a:off x="5391514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tx660"/>
            <p:cNvSpPr/>
            <p:nvPr/>
          </p:nvSpPr>
          <p:spPr>
            <a:xfrm>
              <a:off x="4204347" y="2464146"/>
              <a:ext cx="504474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62" name="rc661"/>
            <p:cNvSpPr/>
            <p:nvPr/>
          </p:nvSpPr>
          <p:spPr>
            <a:xfrm>
              <a:off x="1342663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432917" y="475330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363695" y="495449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441950" y="493217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366156" y="452095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411859" y="500173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1463136" y="487470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396532" y="511171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1365190" y="506380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383213" y="468547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460427" y="484268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799358" y="495012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1807380" y="471475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1783594" y="477847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1766883" y="516918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1803380" y="414801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760234" y="432017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803048" y="497442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740187" y="517639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774623" y="512991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1781005" y="496613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1815973" y="491647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1767046" y="508109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752612" y="503051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1736349" y="498015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1728737" y="509442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1747387" y="488480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821439" y="506798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1737890" y="493834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2124166" y="476931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122637" y="521304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2132601" y="490992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2121760" y="506345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137113" y="462267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098867" y="493892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186784" y="470985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150405" y="501123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173317" y="485325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182731" y="496601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084830" y="503545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141941" y="444215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2133051" y="496272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102252" y="508823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095899" y="451443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159875" y="465256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147829" y="486399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2116607" y="514026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2171422" y="495792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099170" y="484468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480338" y="492488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467365" y="491785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462125" y="494235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2540632" y="503813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2493655" y="489452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541318" y="485372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518072" y="482757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538857" y="491688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471548" y="504159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485962" y="472389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494462" y="505822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539020" y="493533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505910" y="500437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481924" y="515865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483970" y="503147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472845" y="508572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516097" y="501702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543686" y="487820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480508" y="505561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519788" y="482183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538552" y="497717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499060" y="484878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471377" y="493125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527831" y="509399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1449435" y="4787397"/>
              <a:ext cx="1084837" cy="277192"/>
            </a:xfrm>
            <a:custGeom>
              <a:avLst/>
              <a:pathLst>
                <a:path w="1084837" h="277192">
                  <a:moveTo>
                    <a:pt x="0" y="0"/>
                  </a:moveTo>
                  <a:lnTo>
                    <a:pt x="573142" y="77996"/>
                  </a:lnTo>
                  <a:lnTo>
                    <a:pt x="723224" y="90962"/>
                  </a:lnTo>
                  <a:lnTo>
                    <a:pt x="934754" y="103160"/>
                  </a:lnTo>
                  <a:lnTo>
                    <a:pt x="1084837" y="108242"/>
                  </a:lnTo>
                  <a:lnTo>
                    <a:pt x="1084837" y="277192"/>
                  </a:lnTo>
                  <a:lnTo>
                    <a:pt x="934754" y="256437"/>
                  </a:lnTo>
                  <a:lnTo>
                    <a:pt x="723224" y="232220"/>
                  </a:lnTo>
                  <a:lnTo>
                    <a:pt x="573142" y="219349"/>
                  </a:lnTo>
                  <a:lnTo>
                    <a:pt x="0" y="19867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736" name="pl735"/>
            <p:cNvSpPr/>
            <p:nvPr/>
          </p:nvSpPr>
          <p:spPr>
            <a:xfrm>
              <a:off x="1449435" y="4787397"/>
              <a:ext cx="1084837" cy="108242"/>
            </a:xfrm>
            <a:custGeom>
              <a:avLst/>
              <a:pathLst>
                <a:path w="1084837" h="108242">
                  <a:moveTo>
                    <a:pt x="0" y="0"/>
                  </a:moveTo>
                  <a:lnTo>
                    <a:pt x="573142" y="77996"/>
                  </a:lnTo>
                  <a:lnTo>
                    <a:pt x="723224" y="90962"/>
                  </a:lnTo>
                  <a:lnTo>
                    <a:pt x="934754" y="103160"/>
                  </a:lnTo>
                  <a:lnTo>
                    <a:pt x="1084837" y="108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7" name="pl736"/>
            <p:cNvSpPr/>
            <p:nvPr/>
          </p:nvSpPr>
          <p:spPr>
            <a:xfrm>
              <a:off x="1449435" y="4986076"/>
              <a:ext cx="1084837" cy="78513"/>
            </a:xfrm>
            <a:custGeom>
              <a:avLst/>
              <a:pathLst>
                <a:path w="1084837" h="78513">
                  <a:moveTo>
                    <a:pt x="1084837" y="78513"/>
                  </a:moveTo>
                  <a:lnTo>
                    <a:pt x="934754" y="57758"/>
                  </a:lnTo>
                  <a:lnTo>
                    <a:pt x="723224" y="33540"/>
                  </a:lnTo>
                  <a:lnTo>
                    <a:pt x="573142" y="206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8" name="pl737"/>
            <p:cNvSpPr/>
            <p:nvPr/>
          </p:nvSpPr>
          <p:spPr>
            <a:xfrm>
              <a:off x="1449435" y="4886737"/>
              <a:ext cx="1084837" cy="93377"/>
            </a:xfrm>
            <a:custGeom>
              <a:avLst/>
              <a:pathLst>
                <a:path w="1084837" h="93377">
                  <a:moveTo>
                    <a:pt x="0" y="0"/>
                  </a:moveTo>
                  <a:lnTo>
                    <a:pt x="573142" y="49333"/>
                  </a:lnTo>
                  <a:lnTo>
                    <a:pt x="723224" y="62251"/>
                  </a:lnTo>
                  <a:lnTo>
                    <a:pt x="934754" y="80459"/>
                  </a:lnTo>
                  <a:lnTo>
                    <a:pt x="1084837" y="93377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39" name="tx738"/>
            <p:cNvSpPr/>
            <p:nvPr/>
          </p:nvSpPr>
          <p:spPr>
            <a:xfrm>
              <a:off x="1991064" y="4174920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740" name="tx739"/>
            <p:cNvSpPr/>
            <p:nvPr/>
          </p:nvSpPr>
          <p:spPr>
            <a:xfrm>
              <a:off x="2071860" y="4174828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0.117</a:t>
              </a:r>
            </a:p>
          </p:txBody>
        </p:sp>
        <p:sp>
          <p:nvSpPr>
            <p:cNvPr id="741" name="rc740"/>
            <p:cNvSpPr/>
            <p:nvPr/>
          </p:nvSpPr>
          <p:spPr>
            <a:xfrm>
              <a:off x="1342663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42" name="pl741"/>
            <p:cNvSpPr/>
            <p:nvPr/>
          </p:nvSpPr>
          <p:spPr>
            <a:xfrm>
              <a:off x="1342663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tx742"/>
            <p:cNvSpPr/>
            <p:nvPr/>
          </p:nvSpPr>
          <p:spPr>
            <a:xfrm rot="-5400000">
              <a:off x="1152636" y="516084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44" name="tx743"/>
            <p:cNvSpPr/>
            <p:nvPr/>
          </p:nvSpPr>
          <p:spPr>
            <a:xfrm rot="-5400000">
              <a:off x="1152636" y="478766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45" name="tx744"/>
            <p:cNvSpPr/>
            <p:nvPr/>
          </p:nvSpPr>
          <p:spPr>
            <a:xfrm rot="-5400000">
              <a:off x="1152636" y="441447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46" name="pl745"/>
            <p:cNvSpPr/>
            <p:nvPr/>
          </p:nvSpPr>
          <p:spPr>
            <a:xfrm>
              <a:off x="1311032" y="520185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6"/>
            <p:cNvSpPr/>
            <p:nvPr/>
          </p:nvSpPr>
          <p:spPr>
            <a:xfrm>
              <a:off x="1311032" y="482867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7"/>
            <p:cNvSpPr/>
            <p:nvPr/>
          </p:nvSpPr>
          <p:spPr>
            <a:xfrm>
              <a:off x="1311032" y="445549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8"/>
            <p:cNvSpPr/>
            <p:nvPr/>
          </p:nvSpPr>
          <p:spPr>
            <a:xfrm>
              <a:off x="1342663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49"/>
            <p:cNvSpPr/>
            <p:nvPr/>
          </p:nvSpPr>
          <p:spPr>
            <a:xfrm>
              <a:off x="1449435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0"/>
            <p:cNvSpPr/>
            <p:nvPr/>
          </p:nvSpPr>
          <p:spPr>
            <a:xfrm>
              <a:off x="1811047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1"/>
            <p:cNvSpPr/>
            <p:nvPr/>
          </p:nvSpPr>
          <p:spPr>
            <a:xfrm>
              <a:off x="2172660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2"/>
            <p:cNvSpPr/>
            <p:nvPr/>
          </p:nvSpPr>
          <p:spPr>
            <a:xfrm>
              <a:off x="253427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tx753"/>
            <p:cNvSpPr/>
            <p:nvPr/>
          </p:nvSpPr>
          <p:spPr>
            <a:xfrm>
              <a:off x="1417660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5" name="tx754"/>
            <p:cNvSpPr/>
            <p:nvPr/>
          </p:nvSpPr>
          <p:spPr>
            <a:xfrm>
              <a:off x="1779272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6" name="tx755"/>
            <p:cNvSpPr/>
            <p:nvPr/>
          </p:nvSpPr>
          <p:spPr>
            <a:xfrm>
              <a:off x="2140884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57" name="tx756"/>
            <p:cNvSpPr/>
            <p:nvPr/>
          </p:nvSpPr>
          <p:spPr>
            <a:xfrm>
              <a:off x="250249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58" name="tx757"/>
            <p:cNvSpPr/>
            <p:nvPr/>
          </p:nvSpPr>
          <p:spPr>
            <a:xfrm>
              <a:off x="1704354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59" name="tx758"/>
            <p:cNvSpPr/>
            <p:nvPr/>
          </p:nvSpPr>
          <p:spPr>
            <a:xfrm>
              <a:off x="1342663" y="3937978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60" name="rc759"/>
            <p:cNvSpPr/>
            <p:nvPr/>
          </p:nvSpPr>
          <p:spPr>
            <a:xfrm>
              <a:off x="2773505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876020" y="465460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69460" y="439362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838951" y="470822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837418" y="466740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837396" y="425486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794537" y="462648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847808" y="499632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847915" y="488598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849964" y="467803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2844568" y="418714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3244977" y="521304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3234744" y="460966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3230663" y="471398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3206048" y="509953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3221339" y="471525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3215176" y="486499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3171173" y="494708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3256079" y="501875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229745" y="480765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3226189" y="450272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183537" y="445606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3242374" y="493632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3163507" y="478901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3230678" y="483012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3241369" y="471096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3204237" y="440147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3217842" y="488894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3174643" y="425602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3600915" y="436254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3579427" y="476394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3591967" y="468575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3606636" y="487016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3588790" y="485023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3527033" y="495726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3554103" y="461648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602575" y="450434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3592781" y="451556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3609913" y="456602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3567113" y="472545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3613147" y="429432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3526924" y="497543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3569280" y="507826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3527088" y="465592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3587704" y="444932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581152" y="472426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552737" y="508441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557043" y="414801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587328" y="459063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959688" y="488623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951525" y="472267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936428" y="487970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899875" y="485300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957658" y="494648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974528" y="466100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938929" y="481963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882536" y="5172439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914230" y="472819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957658" y="492726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969910" y="495133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967012" y="479626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971203" y="469061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943715" y="503093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889575" y="495336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923530" y="498117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876037" y="446324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928171" y="461595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931250" y="498663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942711" y="478098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901017" y="463630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899501" y="467269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878444" y="461033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946729" y="486409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2880872" y="4537811"/>
              <a:ext cx="1084878" cy="380660"/>
            </a:xfrm>
            <a:custGeom>
              <a:avLst/>
              <a:pathLst>
                <a:path w="1084878" h="380660">
                  <a:moveTo>
                    <a:pt x="0" y="0"/>
                  </a:moveTo>
                  <a:lnTo>
                    <a:pt x="573163" y="114753"/>
                  </a:lnTo>
                  <a:lnTo>
                    <a:pt x="723252" y="136467"/>
                  </a:lnTo>
                  <a:lnTo>
                    <a:pt x="934790" y="160376"/>
                  </a:lnTo>
                  <a:lnTo>
                    <a:pt x="1084878" y="173322"/>
                  </a:lnTo>
                  <a:lnTo>
                    <a:pt x="1084878" y="380660"/>
                  </a:lnTo>
                  <a:lnTo>
                    <a:pt x="934790" y="350261"/>
                  </a:lnTo>
                  <a:lnTo>
                    <a:pt x="723252" y="313077"/>
                  </a:lnTo>
                  <a:lnTo>
                    <a:pt x="573163" y="291446"/>
                  </a:lnTo>
                  <a:lnTo>
                    <a:pt x="0" y="24067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34" name="pl833"/>
            <p:cNvSpPr/>
            <p:nvPr/>
          </p:nvSpPr>
          <p:spPr>
            <a:xfrm>
              <a:off x="2880872" y="4537811"/>
              <a:ext cx="1084878" cy="173322"/>
            </a:xfrm>
            <a:custGeom>
              <a:avLst/>
              <a:pathLst>
                <a:path w="1084878" h="173322">
                  <a:moveTo>
                    <a:pt x="0" y="0"/>
                  </a:moveTo>
                  <a:lnTo>
                    <a:pt x="573163" y="114753"/>
                  </a:lnTo>
                  <a:lnTo>
                    <a:pt x="723252" y="136467"/>
                  </a:lnTo>
                  <a:lnTo>
                    <a:pt x="934790" y="160376"/>
                  </a:lnTo>
                  <a:lnTo>
                    <a:pt x="1084878" y="173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5" name="pl834"/>
            <p:cNvSpPr/>
            <p:nvPr/>
          </p:nvSpPr>
          <p:spPr>
            <a:xfrm>
              <a:off x="2880872" y="4778481"/>
              <a:ext cx="1084878" cy="139990"/>
            </a:xfrm>
            <a:custGeom>
              <a:avLst/>
              <a:pathLst>
                <a:path w="1084878" h="139990">
                  <a:moveTo>
                    <a:pt x="1084878" y="139990"/>
                  </a:moveTo>
                  <a:lnTo>
                    <a:pt x="934790" y="109591"/>
                  </a:lnTo>
                  <a:lnTo>
                    <a:pt x="723252" y="72407"/>
                  </a:lnTo>
                  <a:lnTo>
                    <a:pt x="573163" y="50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6" name="pl835"/>
            <p:cNvSpPr/>
            <p:nvPr/>
          </p:nvSpPr>
          <p:spPr>
            <a:xfrm>
              <a:off x="2880872" y="4658146"/>
              <a:ext cx="1084878" cy="156656"/>
            </a:xfrm>
            <a:custGeom>
              <a:avLst/>
              <a:pathLst>
                <a:path w="1084878" h="156656">
                  <a:moveTo>
                    <a:pt x="0" y="0"/>
                  </a:moveTo>
                  <a:lnTo>
                    <a:pt x="573163" y="82764"/>
                  </a:lnTo>
                  <a:lnTo>
                    <a:pt x="723252" y="104437"/>
                  </a:lnTo>
                  <a:lnTo>
                    <a:pt x="934790" y="134983"/>
                  </a:lnTo>
                  <a:lnTo>
                    <a:pt x="1084878" y="156656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tx836"/>
            <p:cNvSpPr/>
            <p:nvPr/>
          </p:nvSpPr>
          <p:spPr>
            <a:xfrm>
              <a:off x="3422542" y="417495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838" name="tx837"/>
            <p:cNvSpPr/>
            <p:nvPr/>
          </p:nvSpPr>
          <p:spPr>
            <a:xfrm>
              <a:off x="3503339" y="4174868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0.026</a:t>
              </a:r>
            </a:p>
          </p:txBody>
        </p:sp>
        <p:sp>
          <p:nvSpPr>
            <p:cNvPr id="839" name="rc838"/>
            <p:cNvSpPr/>
            <p:nvPr/>
          </p:nvSpPr>
          <p:spPr>
            <a:xfrm>
              <a:off x="2773505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40" name="pl839"/>
            <p:cNvSpPr/>
            <p:nvPr/>
          </p:nvSpPr>
          <p:spPr>
            <a:xfrm>
              <a:off x="2773505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0"/>
            <p:cNvSpPr/>
            <p:nvPr/>
          </p:nvSpPr>
          <p:spPr>
            <a:xfrm>
              <a:off x="2741874" y="520802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1"/>
            <p:cNvSpPr/>
            <p:nvPr/>
          </p:nvSpPr>
          <p:spPr>
            <a:xfrm>
              <a:off x="2741874" y="484080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2"/>
            <p:cNvSpPr/>
            <p:nvPr/>
          </p:nvSpPr>
          <p:spPr>
            <a:xfrm>
              <a:off x="2741874" y="447358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3"/>
            <p:cNvSpPr/>
            <p:nvPr/>
          </p:nvSpPr>
          <p:spPr>
            <a:xfrm>
              <a:off x="2773505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4"/>
            <p:cNvSpPr/>
            <p:nvPr/>
          </p:nvSpPr>
          <p:spPr>
            <a:xfrm>
              <a:off x="288087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5"/>
            <p:cNvSpPr/>
            <p:nvPr/>
          </p:nvSpPr>
          <p:spPr>
            <a:xfrm>
              <a:off x="3242498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6"/>
            <p:cNvSpPr/>
            <p:nvPr/>
          </p:nvSpPr>
          <p:spPr>
            <a:xfrm>
              <a:off x="3604125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7"/>
            <p:cNvSpPr/>
            <p:nvPr/>
          </p:nvSpPr>
          <p:spPr>
            <a:xfrm>
              <a:off x="3965751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tx848"/>
            <p:cNvSpPr/>
            <p:nvPr/>
          </p:nvSpPr>
          <p:spPr>
            <a:xfrm>
              <a:off x="284909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50" name="tx849"/>
            <p:cNvSpPr/>
            <p:nvPr/>
          </p:nvSpPr>
          <p:spPr>
            <a:xfrm>
              <a:off x="3210723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51" name="tx850"/>
            <p:cNvSpPr/>
            <p:nvPr/>
          </p:nvSpPr>
          <p:spPr>
            <a:xfrm>
              <a:off x="3572349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52" name="tx851"/>
            <p:cNvSpPr/>
            <p:nvPr/>
          </p:nvSpPr>
          <p:spPr>
            <a:xfrm>
              <a:off x="3933975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53" name="tx852"/>
            <p:cNvSpPr/>
            <p:nvPr/>
          </p:nvSpPr>
          <p:spPr>
            <a:xfrm>
              <a:off x="3135196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54" name="tx853"/>
            <p:cNvSpPr/>
            <p:nvPr/>
          </p:nvSpPr>
          <p:spPr>
            <a:xfrm>
              <a:off x="2773505" y="3937978"/>
              <a:ext cx="37252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55" name="rc854"/>
            <p:cNvSpPr/>
            <p:nvPr/>
          </p:nvSpPr>
          <p:spPr>
            <a:xfrm>
              <a:off x="4204347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4248386" y="505342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4279214" y="492576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4297404" y="507222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4225379" y="429853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4314969" y="482297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4316551" y="463172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4228111" y="521304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4225869" y="492086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4264832" y="480615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4255292" y="448925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4596681" y="478045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4591784" y="454788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4663948" y="505568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4627547" y="511677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4593934" y="414801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4609354" y="432361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4636965" y="517143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4584897" y="508614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4582972" y="513048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4591251" y="504021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4618907" y="500341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4672708" y="514443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4599949" y="490533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4635825" y="493325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4611502" y="470880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4649947" y="482153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4679964" y="514970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4614200" y="502539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5044935" y="505575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5002462" y="500707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5004203" y="500676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4968044" y="497641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4993517" y="498794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5028106" y="506227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5025149" y="503590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5040589" y="475030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4993703" y="510432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4975720" y="485047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956473" y="508718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997268" y="489834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5009312" y="507224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4992312" y="510992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5038255" y="465926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5016511" y="502787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4964929" y="479707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4982369" y="494545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4954851" y="484290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4942231" y="485139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5358965" y="514532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5327630" y="496557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5316705" y="480046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5395011" y="495261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5316619" y="483057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5370506" y="502350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5348021" y="492344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5387402" y="5038899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5333729" y="476344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5385687" y="478505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5402928" y="497691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5315917" y="507106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5355625" y="491676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5374838" y="508062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5341094" y="491210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5324396" y="512846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5390709" y="467962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5346996" y="507064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5325674" y="502870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5331955" y="492185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5354746" y="484783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5334810" y="493618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5405370" y="498539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5341399" y="505186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4310275" y="4690900"/>
              <a:ext cx="1081260" cy="503927"/>
            </a:xfrm>
            <a:custGeom>
              <a:avLst/>
              <a:pathLst>
                <a:path w="1081260" h="503927">
                  <a:moveTo>
                    <a:pt x="0" y="0"/>
                  </a:moveTo>
                  <a:lnTo>
                    <a:pt x="571252" y="164460"/>
                  </a:lnTo>
                  <a:lnTo>
                    <a:pt x="720840" y="173279"/>
                  </a:lnTo>
                  <a:lnTo>
                    <a:pt x="931672" y="161400"/>
                  </a:lnTo>
                  <a:lnTo>
                    <a:pt x="1081260" y="143913"/>
                  </a:lnTo>
                  <a:lnTo>
                    <a:pt x="1081260" y="503927"/>
                  </a:lnTo>
                  <a:lnTo>
                    <a:pt x="931672" y="452017"/>
                  </a:lnTo>
                  <a:lnTo>
                    <a:pt x="720840" y="391621"/>
                  </a:lnTo>
                  <a:lnTo>
                    <a:pt x="571252" y="366017"/>
                  </a:lnTo>
                  <a:lnTo>
                    <a:pt x="0" y="39902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4310275" y="4690900"/>
              <a:ext cx="1081260" cy="173279"/>
            </a:xfrm>
            <a:custGeom>
              <a:avLst/>
              <a:pathLst>
                <a:path w="1081260" h="173279">
                  <a:moveTo>
                    <a:pt x="0" y="0"/>
                  </a:moveTo>
                  <a:lnTo>
                    <a:pt x="571252" y="164460"/>
                  </a:lnTo>
                  <a:lnTo>
                    <a:pt x="720840" y="173279"/>
                  </a:lnTo>
                  <a:lnTo>
                    <a:pt x="931672" y="161400"/>
                  </a:lnTo>
                  <a:lnTo>
                    <a:pt x="1081260" y="1439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0" name="pl929"/>
            <p:cNvSpPr/>
            <p:nvPr/>
          </p:nvSpPr>
          <p:spPr>
            <a:xfrm>
              <a:off x="4310275" y="5056918"/>
              <a:ext cx="1081260" cy="137909"/>
            </a:xfrm>
            <a:custGeom>
              <a:avLst/>
              <a:pathLst>
                <a:path w="1081260" h="137909">
                  <a:moveTo>
                    <a:pt x="1081260" y="137909"/>
                  </a:moveTo>
                  <a:lnTo>
                    <a:pt x="931672" y="85999"/>
                  </a:lnTo>
                  <a:lnTo>
                    <a:pt x="720840" y="25604"/>
                  </a:lnTo>
                  <a:lnTo>
                    <a:pt x="571252" y="0"/>
                  </a:lnTo>
                  <a:lnTo>
                    <a:pt x="0" y="330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1" name="pl930"/>
            <p:cNvSpPr/>
            <p:nvPr/>
          </p:nvSpPr>
          <p:spPr>
            <a:xfrm>
              <a:off x="4310275" y="4890411"/>
              <a:ext cx="1081260" cy="124408"/>
            </a:xfrm>
            <a:custGeom>
              <a:avLst/>
              <a:pathLst>
                <a:path w="1081260" h="124408">
                  <a:moveTo>
                    <a:pt x="0" y="0"/>
                  </a:moveTo>
                  <a:lnTo>
                    <a:pt x="571252" y="65727"/>
                  </a:lnTo>
                  <a:lnTo>
                    <a:pt x="720840" y="82939"/>
                  </a:lnTo>
                  <a:lnTo>
                    <a:pt x="931672" y="107197"/>
                  </a:lnTo>
                  <a:lnTo>
                    <a:pt x="1081260" y="124408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2" name="tx931"/>
            <p:cNvSpPr/>
            <p:nvPr/>
          </p:nvSpPr>
          <p:spPr>
            <a:xfrm>
              <a:off x="4848327" y="417489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4929123" y="4174804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0.457</a:t>
              </a:r>
            </a:p>
          </p:txBody>
        </p:sp>
        <p:sp>
          <p:nvSpPr>
            <p:cNvPr id="934" name="rc933"/>
            <p:cNvSpPr/>
            <p:nvPr/>
          </p:nvSpPr>
          <p:spPr>
            <a:xfrm>
              <a:off x="4204347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35" name="pl934"/>
            <p:cNvSpPr/>
            <p:nvPr/>
          </p:nvSpPr>
          <p:spPr>
            <a:xfrm>
              <a:off x="4204347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4172716" y="519208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6"/>
            <p:cNvSpPr/>
            <p:nvPr/>
          </p:nvSpPr>
          <p:spPr>
            <a:xfrm>
              <a:off x="4172716" y="493723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7"/>
            <p:cNvSpPr/>
            <p:nvPr/>
          </p:nvSpPr>
          <p:spPr>
            <a:xfrm>
              <a:off x="4172716" y="468238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8"/>
            <p:cNvSpPr/>
            <p:nvPr/>
          </p:nvSpPr>
          <p:spPr>
            <a:xfrm>
              <a:off x="4172716" y="442754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39"/>
            <p:cNvSpPr/>
            <p:nvPr/>
          </p:nvSpPr>
          <p:spPr>
            <a:xfrm>
              <a:off x="4172716" y="417269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0"/>
            <p:cNvSpPr/>
            <p:nvPr/>
          </p:nvSpPr>
          <p:spPr>
            <a:xfrm>
              <a:off x="4204347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1"/>
            <p:cNvSpPr/>
            <p:nvPr/>
          </p:nvSpPr>
          <p:spPr>
            <a:xfrm>
              <a:off x="4310275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2"/>
            <p:cNvSpPr/>
            <p:nvPr/>
          </p:nvSpPr>
          <p:spPr>
            <a:xfrm>
              <a:off x="4670695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3"/>
            <p:cNvSpPr/>
            <p:nvPr/>
          </p:nvSpPr>
          <p:spPr>
            <a:xfrm>
              <a:off x="5031115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4"/>
            <p:cNvSpPr/>
            <p:nvPr/>
          </p:nvSpPr>
          <p:spPr>
            <a:xfrm>
              <a:off x="5391535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tx945"/>
            <p:cNvSpPr/>
            <p:nvPr/>
          </p:nvSpPr>
          <p:spPr>
            <a:xfrm>
              <a:off x="4278499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47" name="tx946"/>
            <p:cNvSpPr/>
            <p:nvPr/>
          </p:nvSpPr>
          <p:spPr>
            <a:xfrm>
              <a:off x="4638919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48" name="tx947"/>
            <p:cNvSpPr/>
            <p:nvPr/>
          </p:nvSpPr>
          <p:spPr>
            <a:xfrm>
              <a:off x="4999340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49" name="tx948"/>
            <p:cNvSpPr/>
            <p:nvPr/>
          </p:nvSpPr>
          <p:spPr>
            <a:xfrm>
              <a:off x="5359760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50" name="tx949"/>
            <p:cNvSpPr/>
            <p:nvPr/>
          </p:nvSpPr>
          <p:spPr>
            <a:xfrm>
              <a:off x="4566038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51" name="tx950"/>
            <p:cNvSpPr/>
            <p:nvPr/>
          </p:nvSpPr>
          <p:spPr>
            <a:xfrm>
              <a:off x="4204347" y="3937978"/>
              <a:ext cx="45784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52" name="rc951"/>
            <p:cNvSpPr/>
            <p:nvPr/>
          </p:nvSpPr>
          <p:spPr>
            <a:xfrm>
              <a:off x="5635189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699165" y="490447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730727" y="496904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5663715" y="502953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5725709" y="463968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5735625" y="494052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5656221" y="467024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5702707" y="517023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5738726" y="502085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5707381" y="467740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5748969" y="459434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6049197" y="484758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6072343" y="464257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6078476" y="499949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6047313" y="516000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6115510" y="414801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6074832" y="423457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6105936" y="509980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6068407" y="518883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6080647" y="517601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6066193" y="506167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6046800" y="511029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6068447" y="514837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6083347" y="511651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6016708" y="511014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6068919" y="506426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6114542" y="497402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6067270" y="517420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6031871" y="5009470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6395239" y="499703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6454822" y="518969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6429294" y="510280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6404935" y="513787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6454174" y="490492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6440011" y="504444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6455403" y="486393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6454142" y="499701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6407077" y="505361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6396765" y="494963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6433477" y="514679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6397069" y="469129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6408949" y="509848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6417293" y="515295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6450689" y="462096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6405056" y="493148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6420958" y="484492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6405111" y="508835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6396036" y="500003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6437382" y="486068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6754585" y="506585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6794220" y="502696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6739264" y="494066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6769725" y="505724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836212" y="490102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806972" y="500703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775077" y="494483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797871" y="497706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808838" y="502406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825790" y="475835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819118" y="512499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818132" y="503825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790390" y="503875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777075" y="516032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738351" y="498959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812353" y="515780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6787252" y="489224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6814216" y="502883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6805008" y="504211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6783947" y="495621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6763827" y="500640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6829889" y="498573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6773766" y="501772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6810676" y="513788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5740696" y="4730162"/>
              <a:ext cx="1084128" cy="520848"/>
            </a:xfrm>
            <a:custGeom>
              <a:avLst/>
              <a:pathLst>
                <a:path w="1084128" h="520848">
                  <a:moveTo>
                    <a:pt x="0" y="0"/>
                  </a:moveTo>
                  <a:lnTo>
                    <a:pt x="572767" y="169912"/>
                  </a:lnTo>
                  <a:lnTo>
                    <a:pt x="722752" y="176195"/>
                  </a:lnTo>
                  <a:lnTo>
                    <a:pt x="934144" y="158940"/>
                  </a:lnTo>
                  <a:lnTo>
                    <a:pt x="1084128" y="137445"/>
                  </a:lnTo>
                  <a:lnTo>
                    <a:pt x="1084128" y="520848"/>
                  </a:lnTo>
                  <a:lnTo>
                    <a:pt x="934144" y="466184"/>
                  </a:lnTo>
                  <a:lnTo>
                    <a:pt x="722752" y="402179"/>
                  </a:lnTo>
                  <a:lnTo>
                    <a:pt x="572767" y="375293"/>
                  </a:lnTo>
                  <a:lnTo>
                    <a:pt x="0" y="41853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l1025"/>
            <p:cNvSpPr/>
            <p:nvPr/>
          </p:nvSpPr>
          <p:spPr>
            <a:xfrm>
              <a:off x="5740696" y="4730162"/>
              <a:ext cx="1084128" cy="176195"/>
            </a:xfrm>
            <a:custGeom>
              <a:avLst/>
              <a:pathLst>
                <a:path w="1084128" h="176195">
                  <a:moveTo>
                    <a:pt x="0" y="0"/>
                  </a:moveTo>
                  <a:lnTo>
                    <a:pt x="572767" y="169912"/>
                  </a:lnTo>
                  <a:lnTo>
                    <a:pt x="722752" y="176195"/>
                  </a:lnTo>
                  <a:lnTo>
                    <a:pt x="934144" y="158940"/>
                  </a:lnTo>
                  <a:lnTo>
                    <a:pt x="1084128" y="1374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7" name="pl1026"/>
            <p:cNvSpPr/>
            <p:nvPr/>
          </p:nvSpPr>
          <p:spPr>
            <a:xfrm>
              <a:off x="5740696" y="5105456"/>
              <a:ext cx="1084128" cy="145555"/>
            </a:xfrm>
            <a:custGeom>
              <a:avLst/>
              <a:pathLst>
                <a:path w="1084128" h="145555">
                  <a:moveTo>
                    <a:pt x="1084128" y="145555"/>
                  </a:moveTo>
                  <a:lnTo>
                    <a:pt x="934144" y="90890"/>
                  </a:lnTo>
                  <a:lnTo>
                    <a:pt x="722752" y="26885"/>
                  </a:lnTo>
                  <a:lnTo>
                    <a:pt x="572767" y="0"/>
                  </a:lnTo>
                  <a:lnTo>
                    <a:pt x="0" y="43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8" name="pl1027"/>
            <p:cNvSpPr/>
            <p:nvPr/>
          </p:nvSpPr>
          <p:spPr>
            <a:xfrm>
              <a:off x="5740696" y="4939431"/>
              <a:ext cx="1084128" cy="119878"/>
            </a:xfrm>
            <a:custGeom>
              <a:avLst/>
              <a:pathLst>
                <a:path w="1084128" h="119878">
                  <a:moveTo>
                    <a:pt x="0" y="0"/>
                  </a:moveTo>
                  <a:lnTo>
                    <a:pt x="572767" y="63334"/>
                  </a:lnTo>
                  <a:lnTo>
                    <a:pt x="722752" y="79918"/>
                  </a:lnTo>
                  <a:lnTo>
                    <a:pt x="934144" y="103293"/>
                  </a:lnTo>
                  <a:lnTo>
                    <a:pt x="1084128" y="119878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29" name="tx1028"/>
            <p:cNvSpPr/>
            <p:nvPr/>
          </p:nvSpPr>
          <p:spPr>
            <a:xfrm>
              <a:off x="6281616" y="417489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30" name="tx1029"/>
            <p:cNvSpPr/>
            <p:nvPr/>
          </p:nvSpPr>
          <p:spPr>
            <a:xfrm>
              <a:off x="6362413" y="4174808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0.500</a:t>
              </a:r>
            </a:p>
          </p:txBody>
        </p:sp>
        <p:sp>
          <p:nvSpPr>
            <p:cNvPr id="1031" name="rc1030"/>
            <p:cNvSpPr/>
            <p:nvPr/>
          </p:nvSpPr>
          <p:spPr>
            <a:xfrm>
              <a:off x="5635189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32" name="pl1031"/>
            <p:cNvSpPr/>
            <p:nvPr/>
          </p:nvSpPr>
          <p:spPr>
            <a:xfrm>
              <a:off x="5635189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2"/>
            <p:cNvSpPr/>
            <p:nvPr/>
          </p:nvSpPr>
          <p:spPr>
            <a:xfrm>
              <a:off x="5603558" y="504757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3"/>
            <p:cNvSpPr/>
            <p:nvPr/>
          </p:nvSpPr>
          <p:spPr>
            <a:xfrm>
              <a:off x="5603558" y="465828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4"/>
            <p:cNvSpPr/>
            <p:nvPr/>
          </p:nvSpPr>
          <p:spPr>
            <a:xfrm>
              <a:off x="5603558" y="426900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5"/>
            <p:cNvSpPr/>
            <p:nvPr/>
          </p:nvSpPr>
          <p:spPr>
            <a:xfrm>
              <a:off x="5635189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6"/>
            <p:cNvSpPr/>
            <p:nvPr/>
          </p:nvSpPr>
          <p:spPr>
            <a:xfrm>
              <a:off x="5740696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7"/>
            <p:cNvSpPr/>
            <p:nvPr/>
          </p:nvSpPr>
          <p:spPr>
            <a:xfrm>
              <a:off x="610207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8"/>
            <p:cNvSpPr/>
            <p:nvPr/>
          </p:nvSpPr>
          <p:spPr>
            <a:xfrm>
              <a:off x="6463448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39"/>
            <p:cNvSpPr/>
            <p:nvPr/>
          </p:nvSpPr>
          <p:spPr>
            <a:xfrm>
              <a:off x="6824825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tx1040"/>
            <p:cNvSpPr/>
            <p:nvPr/>
          </p:nvSpPr>
          <p:spPr>
            <a:xfrm>
              <a:off x="5708920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42" name="tx1041"/>
            <p:cNvSpPr/>
            <p:nvPr/>
          </p:nvSpPr>
          <p:spPr>
            <a:xfrm>
              <a:off x="607029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43" name="tx1042"/>
            <p:cNvSpPr/>
            <p:nvPr/>
          </p:nvSpPr>
          <p:spPr>
            <a:xfrm>
              <a:off x="6431673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44" name="tx1043"/>
            <p:cNvSpPr/>
            <p:nvPr/>
          </p:nvSpPr>
          <p:spPr>
            <a:xfrm>
              <a:off x="6793049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45" name="tx1044"/>
            <p:cNvSpPr/>
            <p:nvPr/>
          </p:nvSpPr>
          <p:spPr>
            <a:xfrm>
              <a:off x="5996880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46" name="tx1045"/>
            <p:cNvSpPr/>
            <p:nvPr/>
          </p:nvSpPr>
          <p:spPr>
            <a:xfrm>
              <a:off x="5635189" y="3937978"/>
              <a:ext cx="50456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47" name="rc1046"/>
            <p:cNvSpPr/>
            <p:nvPr/>
          </p:nvSpPr>
          <p:spPr>
            <a:xfrm>
              <a:off x="1548979" y="5770484"/>
              <a:ext cx="517788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tx1047"/>
            <p:cNvSpPr/>
            <p:nvPr/>
          </p:nvSpPr>
          <p:spPr>
            <a:xfrm>
              <a:off x="1548979" y="5814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49" name="rc1048"/>
            <p:cNvSpPr/>
            <p:nvPr/>
          </p:nvSpPr>
          <p:spPr>
            <a:xfrm>
              <a:off x="209248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144517" y="582251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rc1050"/>
            <p:cNvSpPr/>
            <p:nvPr/>
          </p:nvSpPr>
          <p:spPr>
            <a:xfrm>
              <a:off x="2570460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2622492" y="582251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rc1052"/>
            <p:cNvSpPr/>
            <p:nvPr/>
          </p:nvSpPr>
          <p:spPr>
            <a:xfrm>
              <a:off x="3054745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3106777" y="582251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rc1054"/>
            <p:cNvSpPr/>
            <p:nvPr/>
          </p:nvSpPr>
          <p:spPr>
            <a:xfrm>
              <a:off x="3520102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3572134" y="582251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rc1056"/>
            <p:cNvSpPr/>
            <p:nvPr/>
          </p:nvSpPr>
          <p:spPr>
            <a:xfrm>
              <a:off x="3998077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4050110" y="582251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rc1058"/>
            <p:cNvSpPr/>
            <p:nvPr/>
          </p:nvSpPr>
          <p:spPr>
            <a:xfrm>
              <a:off x="446343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4515466" y="582251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rc1060"/>
            <p:cNvSpPr/>
            <p:nvPr/>
          </p:nvSpPr>
          <p:spPr>
            <a:xfrm>
              <a:off x="4928791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4980823" y="582251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rc1062"/>
            <p:cNvSpPr/>
            <p:nvPr/>
          </p:nvSpPr>
          <p:spPr>
            <a:xfrm>
              <a:off x="5381437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5433470" y="582251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rc1064"/>
            <p:cNvSpPr/>
            <p:nvPr/>
          </p:nvSpPr>
          <p:spPr>
            <a:xfrm>
              <a:off x="5859413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5911445" y="582251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rc1066"/>
            <p:cNvSpPr/>
            <p:nvPr/>
          </p:nvSpPr>
          <p:spPr>
            <a:xfrm>
              <a:off x="6331079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6383112" y="582251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tx1068"/>
            <p:cNvSpPr/>
            <p:nvPr/>
          </p:nvSpPr>
          <p:spPr>
            <a:xfrm>
              <a:off x="2335747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070" name="tx1069"/>
            <p:cNvSpPr/>
            <p:nvPr/>
          </p:nvSpPr>
          <p:spPr>
            <a:xfrm>
              <a:off x="2813723" y="5819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071" name="tx1070"/>
            <p:cNvSpPr/>
            <p:nvPr/>
          </p:nvSpPr>
          <p:spPr>
            <a:xfrm>
              <a:off x="3298007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072" name="tx1071"/>
            <p:cNvSpPr/>
            <p:nvPr/>
          </p:nvSpPr>
          <p:spPr>
            <a:xfrm>
              <a:off x="3763364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073" name="tx1072"/>
            <p:cNvSpPr/>
            <p:nvPr/>
          </p:nvSpPr>
          <p:spPr>
            <a:xfrm>
              <a:off x="4241340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074" name="tx1073"/>
            <p:cNvSpPr/>
            <p:nvPr/>
          </p:nvSpPr>
          <p:spPr>
            <a:xfrm>
              <a:off x="4706697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075" name="tx1074"/>
            <p:cNvSpPr/>
            <p:nvPr/>
          </p:nvSpPr>
          <p:spPr>
            <a:xfrm>
              <a:off x="5172053" y="5819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076" name="tx1075"/>
            <p:cNvSpPr/>
            <p:nvPr/>
          </p:nvSpPr>
          <p:spPr>
            <a:xfrm>
              <a:off x="5624700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077" name="tx1076"/>
            <p:cNvSpPr/>
            <p:nvPr/>
          </p:nvSpPr>
          <p:spPr>
            <a:xfrm>
              <a:off x="6102676" y="5819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078" name="tx1077"/>
            <p:cNvSpPr/>
            <p:nvPr/>
          </p:nvSpPr>
          <p:spPr>
            <a:xfrm>
              <a:off x="6574342" y="5819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2026-07-20T15:04:48Z</dcterms:modified>
  <cp:category/>
</cp:coreProperties>
</file>