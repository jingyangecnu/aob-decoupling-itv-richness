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10972800" cy="9144000"/>
            <a:chOff x="914400" y="914400"/>
            <a:chExt cx="10972800" cy="9144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10972800" cy="9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10972800" cy="9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2974509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58498" y="983989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6578202" y="983989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9197906" y="983989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3602532"/>
              <a:ext cx="2974509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3958498" y="3602532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578202" y="3602532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83989" y="6221075"/>
              <a:ext cx="2974509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58498" y="6221075"/>
              <a:ext cx="2619704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6578202" y="6221075"/>
              <a:ext cx="2619704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9197906" y="6221075"/>
              <a:ext cx="2619704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503277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642868" y="278337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607643" y="245984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702235" y="2614633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615217" y="215172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605866" y="330451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570341" y="260769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653768" y="297581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653647" y="274346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693638" y="237762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614456" y="263665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303057" y="245235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351156" y="224005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94782" y="222504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374069" y="269276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300991" y="258730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361118" y="235355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243036" y="253260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92230" y="288276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272122" y="275007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220187" y="215376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378448" y="221046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80836" y="264199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352289" y="275676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260201" y="298261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305521" y="273964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346165" y="245817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200383" y="272572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371436" y="249074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992789" y="244660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867570" y="250587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949420" y="2787016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05466" y="227332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42130" y="249067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972646" y="252673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82292" y="260651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933678" y="249285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014383" y="269528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029403" y="196380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881726" y="210760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18945" y="205197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30771" y="198074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979424" y="245277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27553" y="237863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899084" y="221082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916930" y="276080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957887" y="254182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871894" y="244382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914085" y="231374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652477" y="220891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626240" y="229717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687337" y="267241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561480" y="233115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566450" y="261473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608750" y="278981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510372" y="246545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620675" y="2423809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597142" y="233157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586793" y="260706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589073" y="236164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607929" y="156258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575363" y="263780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516437" y="173187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575442" y="248220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659273" y="202296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678917" y="196968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594319" y="200346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554343" y="259287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3674637" y="228563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3525772" y="254585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3623284" y="239727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3617223" y="180104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3658174" y="140963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1674776" y="2203983"/>
              <a:ext cx="1968102" cy="653377"/>
            </a:xfrm>
            <a:custGeom>
              <a:avLst/>
              <a:pathLst>
                <a:path w="1968102" h="653377">
                  <a:moveTo>
                    <a:pt x="0" y="369987"/>
                  </a:moveTo>
                  <a:lnTo>
                    <a:pt x="1039789" y="219895"/>
                  </a:lnTo>
                  <a:lnTo>
                    <a:pt x="1312068" y="164708"/>
                  </a:lnTo>
                  <a:lnTo>
                    <a:pt x="1695823" y="72532"/>
                  </a:lnTo>
                  <a:lnTo>
                    <a:pt x="1968102" y="0"/>
                  </a:lnTo>
                  <a:lnTo>
                    <a:pt x="1968102" y="221734"/>
                  </a:lnTo>
                  <a:lnTo>
                    <a:pt x="1695823" y="260104"/>
                  </a:lnTo>
                  <a:lnTo>
                    <a:pt x="1312068" y="324235"/>
                  </a:lnTo>
                  <a:lnTo>
                    <a:pt x="1039789" y="379951"/>
                  </a:lnTo>
                  <a:lnTo>
                    <a:pt x="0" y="65337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674776" y="2203983"/>
              <a:ext cx="1968102" cy="369987"/>
            </a:xfrm>
            <a:custGeom>
              <a:avLst/>
              <a:pathLst>
                <a:path w="1968102" h="369987">
                  <a:moveTo>
                    <a:pt x="0" y="369987"/>
                  </a:moveTo>
                  <a:lnTo>
                    <a:pt x="1039789" y="219895"/>
                  </a:lnTo>
                  <a:lnTo>
                    <a:pt x="1312068" y="164708"/>
                  </a:lnTo>
                  <a:lnTo>
                    <a:pt x="1695823" y="72532"/>
                  </a:lnTo>
                  <a:lnTo>
                    <a:pt x="19681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674776" y="2425717"/>
              <a:ext cx="1968102" cy="431642"/>
            </a:xfrm>
            <a:custGeom>
              <a:avLst/>
              <a:pathLst>
                <a:path w="1968102" h="431642">
                  <a:moveTo>
                    <a:pt x="1968102" y="0"/>
                  </a:moveTo>
                  <a:lnTo>
                    <a:pt x="1695823" y="38369"/>
                  </a:lnTo>
                  <a:lnTo>
                    <a:pt x="1312068" y="102501"/>
                  </a:lnTo>
                  <a:lnTo>
                    <a:pt x="1039789" y="158217"/>
                  </a:lnTo>
                  <a:lnTo>
                    <a:pt x="0" y="431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674776" y="2314850"/>
              <a:ext cx="1968102" cy="400815"/>
            </a:xfrm>
            <a:custGeom>
              <a:avLst/>
              <a:pathLst>
                <a:path w="1968102" h="400815">
                  <a:moveTo>
                    <a:pt x="0" y="400815"/>
                  </a:moveTo>
                  <a:lnTo>
                    <a:pt x="1039789" y="189056"/>
                  </a:lnTo>
                  <a:lnTo>
                    <a:pt x="1312068" y="133605"/>
                  </a:lnTo>
                  <a:lnTo>
                    <a:pt x="1695823" y="55451"/>
                  </a:lnTo>
                  <a:lnTo>
                    <a:pt x="1968102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3163184" y="1555913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&lt; 0.001</a:t>
              </a:r>
            </a:p>
          </p:txBody>
        </p:sp>
        <p:sp>
          <p:nvSpPr>
            <p:cNvPr id="95" name="rc94"/>
            <p:cNvSpPr/>
            <p:nvPr/>
          </p:nvSpPr>
          <p:spPr>
            <a:xfrm>
              <a:off x="1503277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503277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272281" y="331176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272281" y="282134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272281" y="233092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272281" y="184050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1" name="tx100"/>
            <p:cNvSpPr/>
            <p:nvPr/>
          </p:nvSpPr>
          <p:spPr>
            <a:xfrm rot="-5400000">
              <a:off x="1272281" y="1350085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2" name="pl101"/>
            <p:cNvSpPr/>
            <p:nvPr/>
          </p:nvSpPr>
          <p:spPr>
            <a:xfrm>
              <a:off x="1465319" y="336187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465319" y="287145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465319" y="238103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465319" y="189061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465319" y="140019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503277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674776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2330810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2986844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3642878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tx111"/>
            <p:cNvSpPr/>
            <p:nvPr/>
          </p:nvSpPr>
          <p:spPr>
            <a:xfrm rot="-5400000">
              <a:off x="1004992" y="2336425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1503277" y="1110514"/>
              <a:ext cx="651510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4" name="rc113"/>
            <p:cNvSpPr/>
            <p:nvPr/>
          </p:nvSpPr>
          <p:spPr>
            <a:xfrm>
              <a:off x="4122981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288045" y="271384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219810" y="267684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324574" y="2504907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190045" y="238190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195421" y="316168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206914" y="328165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215503" y="251427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4241302" y="318667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4310504" y="250500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4238551" y="223008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005168" y="253828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4838109" y="261150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4848493" y="160749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4910377" y="249748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4846900" y="176601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4856085" y="234207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4883658" y="223680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4833698" y="269240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009856" y="253152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4826590" y="297954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4843319" y="300505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4931518" y="287449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4874372" y="329579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4928906" y="307096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4979130" y="315636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4858341" y="284861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4844007" y="301599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4875902" y="2571864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523088" y="186830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611304" y="269609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532565" y="2203739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529338" y="266814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498144" y="235254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643242" y="266409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590081" y="179623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591940" y="233892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653301" y="248057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544038" y="290815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632026" y="250233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550813" y="157617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498112" y="223207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587879" y="266264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626366" y="267941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479865" y="289334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611927" y="324896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5534998" y="301516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5607397" y="294700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5545806" y="2304351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188941" y="221344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245044" y="204275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307041" y="246137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264080" y="261580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182552" y="330451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211362" y="262184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279032" y="330348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265385" y="2477167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155854" y="262872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237394" y="311153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274881" y="238813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256558" y="140963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225132" y="273175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198127" y="221222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195801" y="228943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158032" y="203905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166772" y="239937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145414" y="206661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128292" y="275940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246500" y="232878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205001" y="267522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6230362" y="309474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6173800" y="171829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6170149" y="218958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4305057" y="2229629"/>
              <a:ext cx="1949726" cy="757849"/>
            </a:xfrm>
            <a:custGeom>
              <a:avLst/>
              <a:pathLst>
                <a:path w="1949726" h="757849">
                  <a:moveTo>
                    <a:pt x="0" y="251587"/>
                  </a:moveTo>
                  <a:lnTo>
                    <a:pt x="1030080" y="136080"/>
                  </a:lnTo>
                  <a:lnTo>
                    <a:pt x="1299817" y="99448"/>
                  </a:lnTo>
                  <a:lnTo>
                    <a:pt x="1679989" y="43128"/>
                  </a:lnTo>
                  <a:lnTo>
                    <a:pt x="1949726" y="0"/>
                  </a:lnTo>
                  <a:lnTo>
                    <a:pt x="1949726" y="480125"/>
                  </a:lnTo>
                  <a:lnTo>
                    <a:pt x="1679989" y="510224"/>
                  </a:lnTo>
                  <a:lnTo>
                    <a:pt x="1299817" y="557114"/>
                  </a:lnTo>
                  <a:lnTo>
                    <a:pt x="1030080" y="593709"/>
                  </a:lnTo>
                  <a:lnTo>
                    <a:pt x="0" y="75784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305057" y="2229629"/>
              <a:ext cx="1949726" cy="251587"/>
            </a:xfrm>
            <a:custGeom>
              <a:avLst/>
              <a:pathLst>
                <a:path w="1949726" h="251587">
                  <a:moveTo>
                    <a:pt x="0" y="251587"/>
                  </a:moveTo>
                  <a:lnTo>
                    <a:pt x="1030080" y="136080"/>
                  </a:lnTo>
                  <a:lnTo>
                    <a:pt x="1299817" y="99448"/>
                  </a:lnTo>
                  <a:lnTo>
                    <a:pt x="1679989" y="43128"/>
                  </a:lnTo>
                  <a:lnTo>
                    <a:pt x="194972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4305057" y="2709755"/>
              <a:ext cx="1949726" cy="277724"/>
            </a:xfrm>
            <a:custGeom>
              <a:avLst/>
              <a:pathLst>
                <a:path w="1949726" h="277724">
                  <a:moveTo>
                    <a:pt x="1949726" y="0"/>
                  </a:moveTo>
                  <a:lnTo>
                    <a:pt x="1679989" y="30099"/>
                  </a:lnTo>
                  <a:lnTo>
                    <a:pt x="1299817" y="76988"/>
                  </a:lnTo>
                  <a:lnTo>
                    <a:pt x="1030080" y="113584"/>
                  </a:lnTo>
                  <a:lnTo>
                    <a:pt x="0" y="277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305057" y="2469692"/>
              <a:ext cx="1949726" cy="264655"/>
            </a:xfrm>
            <a:custGeom>
              <a:avLst/>
              <a:pathLst>
                <a:path w="1949726" h="264655">
                  <a:moveTo>
                    <a:pt x="0" y="264655"/>
                  </a:moveTo>
                  <a:lnTo>
                    <a:pt x="1030080" y="124832"/>
                  </a:lnTo>
                  <a:lnTo>
                    <a:pt x="1299817" y="88218"/>
                  </a:lnTo>
                  <a:lnTo>
                    <a:pt x="1679989" y="36614"/>
                  </a:lnTo>
                  <a:lnTo>
                    <a:pt x="1949726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tx190"/>
            <p:cNvSpPr/>
            <p:nvPr/>
          </p:nvSpPr>
          <p:spPr>
            <a:xfrm>
              <a:off x="5775089" y="1555844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0.005</a:t>
              </a:r>
            </a:p>
          </p:txBody>
        </p:sp>
        <p:sp>
          <p:nvSpPr>
            <p:cNvPr id="192" name="rc191"/>
            <p:cNvSpPr/>
            <p:nvPr/>
          </p:nvSpPr>
          <p:spPr>
            <a:xfrm>
              <a:off x="4122981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122981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085024" y="293974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085024" y="227862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085024" y="161749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4122981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4305057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4954966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5604874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6254783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tx201"/>
            <p:cNvSpPr/>
            <p:nvPr/>
          </p:nvSpPr>
          <p:spPr>
            <a:xfrm>
              <a:off x="4122981" y="1110514"/>
              <a:ext cx="63175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03" name="rc202"/>
            <p:cNvSpPr/>
            <p:nvPr/>
          </p:nvSpPr>
          <p:spPr>
            <a:xfrm>
              <a:off x="6742685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6832535" y="295349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6809888" y="298266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6925031" y="3162763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6957390" y="262606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6929650" y="268597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6848887" y="260697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6809749" y="311348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6971035" y="287847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6882136" y="303416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6956131" y="230221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7468034" y="322686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7517063" y="289439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7623429" y="219738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7543741" y="290347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7580559" y="330451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7533432" y="329697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7601401" y="300609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7557371" y="324875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7454321" y="217189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7541512" y="140963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7590719" y="282811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7568982" y="303835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7605912" y="299168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7507979" y="308452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7485977" y="286942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7499312" y="263836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7479257" y="275879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7558038" y="2904666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8195891" y="319467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8197300" y="321544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8207185" y="3030234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8115504" y="298260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8269378" y="152806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8184694" y="302379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8247609" y="220997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8157235" y="237814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8114215" y="321417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8208402" y="149483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8229052" y="322257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8121217" y="313777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8129074" y="233767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8232867" y="288149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8092525" y="294813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8194864" y="164345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8091284" y="301577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8249238" y="304351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8142536" y="258431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8141674" y="2648863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8807816" y="310327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8809618" y="315205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8876314" y="321167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8834037" y="310158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8837082" y="214460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8805234" y="313447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8804500" y="241537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8769109" y="3222929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8852276" y="159414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8910991" y="164439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8926745" y="295637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8757273" y="296501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8796678" y="271890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8853904" y="294504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8919402" y="279406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8893741" y="317950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8854553" y="315491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8891018" y="283004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8767286" y="290658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8755592" y="258273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8891403" y="144174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8743485" y="252416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8890528" y="303874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8792825" y="239749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6922633" y="2536634"/>
              <a:ext cx="1951660" cy="601363"/>
            </a:xfrm>
            <a:custGeom>
              <a:avLst/>
              <a:pathLst>
                <a:path w="1951660" h="601363">
                  <a:moveTo>
                    <a:pt x="0" y="73691"/>
                  </a:moveTo>
                  <a:lnTo>
                    <a:pt x="1031103" y="80677"/>
                  </a:lnTo>
                  <a:lnTo>
                    <a:pt x="1301107" y="65943"/>
                  </a:lnTo>
                  <a:lnTo>
                    <a:pt x="1681656" y="32068"/>
                  </a:lnTo>
                  <a:lnTo>
                    <a:pt x="1951660" y="0"/>
                  </a:lnTo>
                  <a:lnTo>
                    <a:pt x="1951660" y="461196"/>
                  </a:lnTo>
                  <a:lnTo>
                    <a:pt x="1681656" y="458715"/>
                  </a:lnTo>
                  <a:lnTo>
                    <a:pt x="1301107" y="466539"/>
                  </a:lnTo>
                  <a:lnTo>
                    <a:pt x="1031103" y="481391"/>
                  </a:lnTo>
                  <a:lnTo>
                    <a:pt x="0" y="60136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7" name="pl276"/>
            <p:cNvSpPr/>
            <p:nvPr/>
          </p:nvSpPr>
          <p:spPr>
            <a:xfrm>
              <a:off x="6922633" y="2536634"/>
              <a:ext cx="1951660" cy="80677"/>
            </a:xfrm>
            <a:custGeom>
              <a:avLst/>
              <a:pathLst>
                <a:path w="1951660" h="80677">
                  <a:moveTo>
                    <a:pt x="0" y="73691"/>
                  </a:moveTo>
                  <a:lnTo>
                    <a:pt x="1031103" y="80677"/>
                  </a:lnTo>
                  <a:lnTo>
                    <a:pt x="1301107" y="65943"/>
                  </a:lnTo>
                  <a:lnTo>
                    <a:pt x="1681656" y="32068"/>
                  </a:lnTo>
                  <a:lnTo>
                    <a:pt x="195166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6922633" y="2995349"/>
              <a:ext cx="1951660" cy="142648"/>
            </a:xfrm>
            <a:custGeom>
              <a:avLst/>
              <a:pathLst>
                <a:path w="1951660" h="142648">
                  <a:moveTo>
                    <a:pt x="1951660" y="2481"/>
                  </a:moveTo>
                  <a:lnTo>
                    <a:pt x="1681656" y="0"/>
                  </a:lnTo>
                  <a:lnTo>
                    <a:pt x="1301107" y="7824"/>
                  </a:lnTo>
                  <a:lnTo>
                    <a:pt x="1031103" y="22676"/>
                  </a:lnTo>
                  <a:lnTo>
                    <a:pt x="0" y="1426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6922633" y="2767232"/>
              <a:ext cx="1951660" cy="106929"/>
            </a:xfrm>
            <a:custGeom>
              <a:avLst/>
              <a:pathLst>
                <a:path w="1951660" h="106929">
                  <a:moveTo>
                    <a:pt x="0" y="106929"/>
                  </a:moveTo>
                  <a:lnTo>
                    <a:pt x="1031103" y="50436"/>
                  </a:lnTo>
                  <a:lnTo>
                    <a:pt x="1301107" y="35643"/>
                  </a:lnTo>
                  <a:lnTo>
                    <a:pt x="1681656" y="14793"/>
                  </a:lnTo>
                  <a:lnTo>
                    <a:pt x="1951660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0" name="tx279"/>
            <p:cNvSpPr/>
            <p:nvPr/>
          </p:nvSpPr>
          <p:spPr>
            <a:xfrm>
              <a:off x="8394599" y="1555877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0.463</a:t>
              </a:r>
            </a:p>
          </p:txBody>
        </p:sp>
        <p:sp>
          <p:nvSpPr>
            <p:cNvPr id="281" name="rc280"/>
            <p:cNvSpPr/>
            <p:nvPr/>
          </p:nvSpPr>
          <p:spPr>
            <a:xfrm>
              <a:off x="6742685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6742685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6704728" y="300435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6704728" y="238346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6704728" y="176257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6742685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6922633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7573186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8223740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8874293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tx290"/>
            <p:cNvSpPr/>
            <p:nvPr/>
          </p:nvSpPr>
          <p:spPr>
            <a:xfrm>
              <a:off x="6742685" y="1110514"/>
              <a:ext cx="779891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292" name="rc291"/>
            <p:cNvSpPr/>
            <p:nvPr/>
          </p:nvSpPr>
          <p:spPr>
            <a:xfrm>
              <a:off x="9362389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9541186" y="290013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9429454" y="272868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9596831" y="2621126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9486911" y="303414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9564071" y="3099718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9537137" y="188711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9433549" y="290806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9591209" y="246039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9577285" y="290198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9432120" y="302480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10212282" y="270968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10117605" y="292238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10141530" y="229989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10241008" y="299358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10179181" y="288278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10096665" y="245862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10215464" y="310587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10249966" y="291555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10211369" y="276395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10169183" y="145045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10177492" y="199146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10104316" y="276844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10135860" y="269197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10167538" y="308298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10209512" y="280714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10243982" y="269862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10105753" y="297586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10149358" y="287470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10717527" y="330451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10860671" y="292191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10765532" y="2878875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10872513" y="267098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10880844" y="184745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10714632" y="173694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10851791" y="226994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10864242" y="247640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10721528" y="250057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10766837" y="235595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10772828" y="244507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10881047" y="233856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10858506" y="293371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10823348" y="273776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10873358" y="287446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0884002" y="218506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0870465" y="234268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10836840" y="270416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10889302" y="243641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10845370" y="140963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11423366" y="245713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11542514" y="266665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11523436" y="246868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11479854" y="244986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11378394" y="257613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11400709" y="248088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11430465" y="227918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11512284" y="2467565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11453644" y="285950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11478061" y="199385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11474425" y="285652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11546449" y="283064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11375820" y="266706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11477174" y="250001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11440766" y="253736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11543793" y="286252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11444155" y="2317433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11529045" y="256187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11496835" y="267782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11380195" y="256197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11401352" y="268430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11385197" y="211063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11413383" y="258735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11539642" y="248178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9547207" y="2282769"/>
              <a:ext cx="1947723" cy="748832"/>
            </a:xfrm>
            <a:custGeom>
              <a:avLst/>
              <a:pathLst>
                <a:path w="1947723" h="748832">
                  <a:moveTo>
                    <a:pt x="0" y="210424"/>
                  </a:moveTo>
                  <a:lnTo>
                    <a:pt x="1029022" y="187062"/>
                  </a:lnTo>
                  <a:lnTo>
                    <a:pt x="1298482" y="148329"/>
                  </a:lnTo>
                  <a:lnTo>
                    <a:pt x="1678263" y="68589"/>
                  </a:lnTo>
                  <a:lnTo>
                    <a:pt x="1947723" y="0"/>
                  </a:lnTo>
                  <a:lnTo>
                    <a:pt x="1947723" y="473335"/>
                  </a:lnTo>
                  <a:lnTo>
                    <a:pt x="1678263" y="471971"/>
                  </a:lnTo>
                  <a:lnTo>
                    <a:pt x="1298482" y="486979"/>
                  </a:lnTo>
                  <a:lnTo>
                    <a:pt x="1029022" y="515471"/>
                  </a:lnTo>
                  <a:lnTo>
                    <a:pt x="0" y="74883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6" name="pl365"/>
            <p:cNvSpPr/>
            <p:nvPr/>
          </p:nvSpPr>
          <p:spPr>
            <a:xfrm>
              <a:off x="9547207" y="2282769"/>
              <a:ext cx="1947723" cy="210424"/>
            </a:xfrm>
            <a:custGeom>
              <a:avLst/>
              <a:pathLst>
                <a:path w="1947723" h="210424">
                  <a:moveTo>
                    <a:pt x="0" y="210424"/>
                  </a:moveTo>
                  <a:lnTo>
                    <a:pt x="1029022" y="187062"/>
                  </a:lnTo>
                  <a:lnTo>
                    <a:pt x="1298482" y="148329"/>
                  </a:lnTo>
                  <a:lnTo>
                    <a:pt x="1678263" y="68589"/>
                  </a:lnTo>
                  <a:lnTo>
                    <a:pt x="194772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7" name="pl366"/>
            <p:cNvSpPr/>
            <p:nvPr/>
          </p:nvSpPr>
          <p:spPr>
            <a:xfrm>
              <a:off x="9547207" y="2754740"/>
              <a:ext cx="1947723" cy="276861"/>
            </a:xfrm>
            <a:custGeom>
              <a:avLst/>
              <a:pathLst>
                <a:path w="1947723" h="276861">
                  <a:moveTo>
                    <a:pt x="1947723" y="1363"/>
                  </a:moveTo>
                  <a:lnTo>
                    <a:pt x="1678263" y="0"/>
                  </a:lnTo>
                  <a:lnTo>
                    <a:pt x="1298482" y="15008"/>
                  </a:lnTo>
                  <a:lnTo>
                    <a:pt x="1029022" y="43500"/>
                  </a:lnTo>
                  <a:lnTo>
                    <a:pt x="0" y="276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8" name="pl367"/>
            <p:cNvSpPr/>
            <p:nvPr/>
          </p:nvSpPr>
          <p:spPr>
            <a:xfrm>
              <a:off x="9547207" y="2519437"/>
              <a:ext cx="1947723" cy="242961"/>
            </a:xfrm>
            <a:custGeom>
              <a:avLst/>
              <a:pathLst>
                <a:path w="1947723" h="242961">
                  <a:moveTo>
                    <a:pt x="0" y="242961"/>
                  </a:moveTo>
                  <a:lnTo>
                    <a:pt x="1029022" y="114599"/>
                  </a:lnTo>
                  <a:lnTo>
                    <a:pt x="1298482" y="80987"/>
                  </a:lnTo>
                  <a:lnTo>
                    <a:pt x="1678263" y="33612"/>
                  </a:lnTo>
                  <a:lnTo>
                    <a:pt x="1947723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9" name="tx368"/>
            <p:cNvSpPr/>
            <p:nvPr/>
          </p:nvSpPr>
          <p:spPr>
            <a:xfrm>
              <a:off x="11015235" y="1555888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0.236</a:t>
              </a:r>
            </a:p>
          </p:txBody>
        </p:sp>
        <p:sp>
          <p:nvSpPr>
            <p:cNvPr id="370" name="rc369"/>
            <p:cNvSpPr/>
            <p:nvPr/>
          </p:nvSpPr>
          <p:spPr>
            <a:xfrm>
              <a:off x="9362389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71" name="pl370"/>
            <p:cNvSpPr/>
            <p:nvPr/>
          </p:nvSpPr>
          <p:spPr>
            <a:xfrm>
              <a:off x="9362389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1"/>
            <p:cNvSpPr/>
            <p:nvPr/>
          </p:nvSpPr>
          <p:spPr>
            <a:xfrm>
              <a:off x="9324432" y="334204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2"/>
            <p:cNvSpPr/>
            <p:nvPr/>
          </p:nvSpPr>
          <p:spPr>
            <a:xfrm>
              <a:off x="9324432" y="283294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3"/>
            <p:cNvSpPr/>
            <p:nvPr/>
          </p:nvSpPr>
          <p:spPr>
            <a:xfrm>
              <a:off x="9324432" y="232384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4"/>
            <p:cNvSpPr/>
            <p:nvPr/>
          </p:nvSpPr>
          <p:spPr>
            <a:xfrm>
              <a:off x="9324432" y="181473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5"/>
            <p:cNvSpPr/>
            <p:nvPr/>
          </p:nvSpPr>
          <p:spPr>
            <a:xfrm>
              <a:off x="9362389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6"/>
            <p:cNvSpPr/>
            <p:nvPr/>
          </p:nvSpPr>
          <p:spPr>
            <a:xfrm>
              <a:off x="9547207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7"/>
            <p:cNvSpPr/>
            <p:nvPr/>
          </p:nvSpPr>
          <p:spPr>
            <a:xfrm>
              <a:off x="10196448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10845689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11494930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tx380"/>
            <p:cNvSpPr/>
            <p:nvPr/>
          </p:nvSpPr>
          <p:spPr>
            <a:xfrm>
              <a:off x="9362389" y="1110514"/>
              <a:ext cx="631576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382" name="rc381"/>
            <p:cNvSpPr/>
            <p:nvPr/>
          </p:nvSpPr>
          <p:spPr>
            <a:xfrm>
              <a:off x="1503277" y="3972216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1634652" y="548018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1593300" y="567384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1648421" y="5141310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1719451" y="517959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1707159" y="591930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570341" y="519091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1606411" y="589265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1680876" y="592306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576590" y="571511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634535" y="529788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2316018" y="535650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2243881" y="402817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2232906" y="506880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2322061" y="555277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2345502" y="575081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2351763" y="556826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2250487" y="491010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2204463" y="517743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2261272" y="546481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2265542" y="433637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2250570" y="492248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2207042" y="536281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2230192" y="473081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2278659" y="473214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2209482" y="577310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2266055" y="434915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2215379" y="502086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2374236" y="5180571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897332" y="526366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3008373" y="514027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2934445" y="5322413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896587" y="533147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968281" y="483756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959494" y="544004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3022461" y="518428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900521" y="558098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948521" y="557621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3033393" y="476313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870279" y="499284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939813" y="477001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925450" y="468894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964622" y="577463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999143" y="541688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3017245" y="483346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873426" y="447632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909206" y="559444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895791" y="486777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854856" y="5146984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3624434" y="533411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3684514" y="549133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546487" y="540741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686009" y="591807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567805" y="554511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626206" y="567146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654525" y="414624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603442" y="5699234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533738" y="538590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534204" y="519774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607774" y="555204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631365" y="522341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671221" y="559051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682709" y="560924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646894" y="562956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619289" y="578468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687337" y="5071450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546379" y="565321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544431" y="549061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555220" y="533291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535036" y="547112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679723" y="426196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662413" y="544916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612985" y="554113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670474" y="4792341"/>
              <a:ext cx="1972593" cy="800338"/>
            </a:xfrm>
            <a:custGeom>
              <a:avLst/>
              <a:pathLst>
                <a:path w="1972593" h="800338">
                  <a:moveTo>
                    <a:pt x="0" y="0"/>
                  </a:moveTo>
                  <a:lnTo>
                    <a:pt x="1042161" y="224941"/>
                  </a:lnTo>
                  <a:lnTo>
                    <a:pt x="1315062" y="250307"/>
                  </a:lnTo>
                  <a:lnTo>
                    <a:pt x="1699693" y="260097"/>
                  </a:lnTo>
                  <a:lnTo>
                    <a:pt x="1972593" y="253879"/>
                  </a:lnTo>
                  <a:lnTo>
                    <a:pt x="1972593" y="800338"/>
                  </a:lnTo>
                  <a:lnTo>
                    <a:pt x="1699693" y="734069"/>
                  </a:lnTo>
                  <a:lnTo>
                    <a:pt x="1315062" y="659223"/>
                  </a:lnTo>
                  <a:lnTo>
                    <a:pt x="1042161" y="624537"/>
                  </a:lnTo>
                  <a:lnTo>
                    <a:pt x="0" y="62015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56" name="pl455"/>
            <p:cNvSpPr/>
            <p:nvPr/>
          </p:nvSpPr>
          <p:spPr>
            <a:xfrm>
              <a:off x="1670474" y="4792341"/>
              <a:ext cx="1972593" cy="260097"/>
            </a:xfrm>
            <a:custGeom>
              <a:avLst/>
              <a:pathLst>
                <a:path w="1972593" h="260097">
                  <a:moveTo>
                    <a:pt x="0" y="0"/>
                  </a:moveTo>
                  <a:lnTo>
                    <a:pt x="1042161" y="224941"/>
                  </a:lnTo>
                  <a:lnTo>
                    <a:pt x="1315062" y="250307"/>
                  </a:lnTo>
                  <a:lnTo>
                    <a:pt x="1699693" y="260097"/>
                  </a:lnTo>
                  <a:lnTo>
                    <a:pt x="1972593" y="2538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7" name="pl456"/>
            <p:cNvSpPr/>
            <p:nvPr/>
          </p:nvSpPr>
          <p:spPr>
            <a:xfrm>
              <a:off x="1670474" y="5412496"/>
              <a:ext cx="1972593" cy="180183"/>
            </a:xfrm>
            <a:custGeom>
              <a:avLst/>
              <a:pathLst>
                <a:path w="1972593" h="180183">
                  <a:moveTo>
                    <a:pt x="1972593" y="180183"/>
                  </a:moveTo>
                  <a:lnTo>
                    <a:pt x="1699693" y="113914"/>
                  </a:lnTo>
                  <a:lnTo>
                    <a:pt x="1315062" y="39068"/>
                  </a:lnTo>
                  <a:lnTo>
                    <a:pt x="1042161" y="43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8" name="pl457"/>
            <p:cNvSpPr/>
            <p:nvPr/>
          </p:nvSpPr>
          <p:spPr>
            <a:xfrm>
              <a:off x="1670474" y="5102419"/>
              <a:ext cx="1972593" cy="217031"/>
            </a:xfrm>
            <a:custGeom>
              <a:avLst/>
              <a:pathLst>
                <a:path w="1972593" h="217031">
                  <a:moveTo>
                    <a:pt x="0" y="0"/>
                  </a:moveTo>
                  <a:lnTo>
                    <a:pt x="1042161" y="114662"/>
                  </a:lnTo>
                  <a:lnTo>
                    <a:pt x="1315062" y="144687"/>
                  </a:lnTo>
                  <a:lnTo>
                    <a:pt x="1699693" y="187005"/>
                  </a:lnTo>
                  <a:lnTo>
                    <a:pt x="1972593" y="217031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59" name="tx458"/>
            <p:cNvSpPr/>
            <p:nvPr/>
          </p:nvSpPr>
          <p:spPr>
            <a:xfrm>
              <a:off x="3163373" y="4174333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0.329</a:t>
              </a:r>
            </a:p>
          </p:txBody>
        </p:sp>
        <p:sp>
          <p:nvSpPr>
            <p:cNvPr id="460" name="rc459"/>
            <p:cNvSpPr/>
            <p:nvPr/>
          </p:nvSpPr>
          <p:spPr>
            <a:xfrm>
              <a:off x="1503277" y="3972216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61" name="pl460"/>
            <p:cNvSpPr/>
            <p:nvPr/>
          </p:nvSpPr>
          <p:spPr>
            <a:xfrm>
              <a:off x="1503277" y="3972216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tx461"/>
            <p:cNvSpPr/>
            <p:nvPr/>
          </p:nvSpPr>
          <p:spPr>
            <a:xfrm rot="-5400000">
              <a:off x="1272281" y="5826855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63" name="tx462"/>
            <p:cNvSpPr/>
            <p:nvPr/>
          </p:nvSpPr>
          <p:spPr>
            <a:xfrm rot="-5400000">
              <a:off x="1272281" y="5337878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64" name="tx463"/>
            <p:cNvSpPr/>
            <p:nvPr/>
          </p:nvSpPr>
          <p:spPr>
            <a:xfrm rot="-5400000">
              <a:off x="1272281" y="484890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5" name="tx464"/>
            <p:cNvSpPr/>
            <p:nvPr/>
          </p:nvSpPr>
          <p:spPr>
            <a:xfrm rot="-5400000">
              <a:off x="1272281" y="435992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66" name="pl465"/>
            <p:cNvSpPr/>
            <p:nvPr/>
          </p:nvSpPr>
          <p:spPr>
            <a:xfrm>
              <a:off x="1465319" y="587696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6"/>
            <p:cNvSpPr/>
            <p:nvPr/>
          </p:nvSpPr>
          <p:spPr>
            <a:xfrm>
              <a:off x="1465319" y="538798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7"/>
            <p:cNvSpPr/>
            <p:nvPr/>
          </p:nvSpPr>
          <p:spPr>
            <a:xfrm>
              <a:off x="1465319" y="489901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8"/>
            <p:cNvSpPr/>
            <p:nvPr/>
          </p:nvSpPr>
          <p:spPr>
            <a:xfrm>
              <a:off x="1465319" y="441003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69"/>
            <p:cNvSpPr/>
            <p:nvPr/>
          </p:nvSpPr>
          <p:spPr>
            <a:xfrm>
              <a:off x="1503277" y="6056592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0"/>
            <p:cNvSpPr/>
            <p:nvPr/>
          </p:nvSpPr>
          <p:spPr>
            <a:xfrm>
              <a:off x="1670474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1"/>
            <p:cNvSpPr/>
            <p:nvPr/>
          </p:nvSpPr>
          <p:spPr>
            <a:xfrm>
              <a:off x="2328005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2"/>
            <p:cNvSpPr/>
            <p:nvPr/>
          </p:nvSpPr>
          <p:spPr>
            <a:xfrm>
              <a:off x="2985536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3643067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tx474"/>
            <p:cNvSpPr/>
            <p:nvPr/>
          </p:nvSpPr>
          <p:spPr>
            <a:xfrm rot="-5400000">
              <a:off x="1004992" y="4954968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476" name="tx475"/>
            <p:cNvSpPr/>
            <p:nvPr/>
          </p:nvSpPr>
          <p:spPr>
            <a:xfrm>
              <a:off x="1503277" y="3729057"/>
              <a:ext cx="552846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477" name="rc476"/>
            <p:cNvSpPr/>
            <p:nvPr/>
          </p:nvSpPr>
          <p:spPr>
            <a:xfrm>
              <a:off x="4122981" y="3972216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4336532" y="533671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4256913" y="496833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4348493" y="5260372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4333408" y="525780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4190045" y="555041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4275851" y="520104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4215402" y="543714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4202786" y="532137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4224137" y="559570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4300600" y="564427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4956555" y="577799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4930963" y="572470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4988389" y="546672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4950583" y="568562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4895145" y="548654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4891187" y="512765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4958026" y="573437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4823451" y="572358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4974896" y="545603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4964431" y="518078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4910851" y="535128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4941567" y="572294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4859364" y="505476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4953487" y="549660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4983805" y="527084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4944682" y="524576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4913841" y="486396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4959080" y="5092973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5551098" y="513470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623337" y="586301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5574816" y="5220197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477344" y="561274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5488758" y="566844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603682" y="592306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5539519" y="475587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563320" y="510705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511025" y="543671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563179" y="530248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629810" y="581215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629460" y="559924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627871" y="558122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473434" y="562004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573304" y="533163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611253" y="569764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560944" y="555218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596297" y="503403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472680" y="544398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507036" y="402817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6213008" y="540776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6262259" y="550441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6292658" y="478367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6155098" y="570500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6251025" y="498469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6244574" y="557887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6140683" y="553120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6223998" y="5131774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6152160" y="487481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6296531" y="561567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6128365" y="527876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6241431" y="546358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6228637" y="518086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6249335" y="568920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6307041" y="506199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6256240" y="504533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6267939" y="5475316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6177682" y="512304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6164917" y="501361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6261333" y="543243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6161906" y="502550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6179628" y="573645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6176631" y="558935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6300512" y="585270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4299834" y="5189104"/>
              <a:ext cx="1956276" cy="384589"/>
            </a:xfrm>
            <a:custGeom>
              <a:avLst/>
              <a:pathLst>
                <a:path w="1956276" h="384589">
                  <a:moveTo>
                    <a:pt x="0" y="36480"/>
                  </a:moveTo>
                  <a:lnTo>
                    <a:pt x="1033541" y="42026"/>
                  </a:lnTo>
                  <a:lnTo>
                    <a:pt x="1304184" y="34478"/>
                  </a:lnTo>
                  <a:lnTo>
                    <a:pt x="1685634" y="16885"/>
                  </a:lnTo>
                  <a:lnTo>
                    <a:pt x="1956276" y="0"/>
                  </a:lnTo>
                  <a:lnTo>
                    <a:pt x="1956276" y="311771"/>
                  </a:lnTo>
                  <a:lnTo>
                    <a:pt x="1685634" y="310006"/>
                  </a:lnTo>
                  <a:lnTo>
                    <a:pt x="1304184" y="313726"/>
                  </a:lnTo>
                  <a:lnTo>
                    <a:pt x="1033541" y="321298"/>
                  </a:lnTo>
                  <a:lnTo>
                    <a:pt x="0" y="38458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51" name="pl550"/>
            <p:cNvSpPr/>
            <p:nvPr/>
          </p:nvSpPr>
          <p:spPr>
            <a:xfrm>
              <a:off x="4299834" y="5189104"/>
              <a:ext cx="1956276" cy="42026"/>
            </a:xfrm>
            <a:custGeom>
              <a:avLst/>
              <a:pathLst>
                <a:path w="1956276" h="42026">
                  <a:moveTo>
                    <a:pt x="0" y="36480"/>
                  </a:moveTo>
                  <a:lnTo>
                    <a:pt x="1033541" y="42026"/>
                  </a:lnTo>
                  <a:lnTo>
                    <a:pt x="1304184" y="34478"/>
                  </a:lnTo>
                  <a:lnTo>
                    <a:pt x="1685634" y="16885"/>
                  </a:lnTo>
                  <a:lnTo>
                    <a:pt x="195627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2" name="pl551"/>
            <p:cNvSpPr/>
            <p:nvPr/>
          </p:nvSpPr>
          <p:spPr>
            <a:xfrm>
              <a:off x="4299834" y="5499111"/>
              <a:ext cx="1956276" cy="74582"/>
            </a:xfrm>
            <a:custGeom>
              <a:avLst/>
              <a:pathLst>
                <a:path w="1956276" h="74582">
                  <a:moveTo>
                    <a:pt x="1956276" y="1764"/>
                  </a:moveTo>
                  <a:lnTo>
                    <a:pt x="1685634" y="0"/>
                  </a:lnTo>
                  <a:lnTo>
                    <a:pt x="1304184" y="3719"/>
                  </a:lnTo>
                  <a:lnTo>
                    <a:pt x="1033541" y="11291"/>
                  </a:lnTo>
                  <a:lnTo>
                    <a:pt x="0" y="745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3" name="pl552"/>
            <p:cNvSpPr/>
            <p:nvPr/>
          </p:nvSpPr>
          <p:spPr>
            <a:xfrm>
              <a:off x="4299834" y="5344990"/>
              <a:ext cx="1956276" cy="54648"/>
            </a:xfrm>
            <a:custGeom>
              <a:avLst/>
              <a:pathLst>
                <a:path w="1956276" h="54648">
                  <a:moveTo>
                    <a:pt x="0" y="54648"/>
                  </a:moveTo>
                  <a:lnTo>
                    <a:pt x="1033541" y="25776"/>
                  </a:lnTo>
                  <a:lnTo>
                    <a:pt x="1304184" y="18216"/>
                  </a:lnTo>
                  <a:lnTo>
                    <a:pt x="1685634" y="7560"/>
                  </a:lnTo>
                  <a:lnTo>
                    <a:pt x="1956276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4" name="tx553"/>
            <p:cNvSpPr/>
            <p:nvPr/>
          </p:nvSpPr>
          <p:spPr>
            <a:xfrm>
              <a:off x="5776416" y="4174428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0.536</a:t>
              </a:r>
            </a:p>
          </p:txBody>
        </p:sp>
        <p:sp>
          <p:nvSpPr>
            <p:cNvPr id="555" name="rc554"/>
            <p:cNvSpPr/>
            <p:nvPr/>
          </p:nvSpPr>
          <p:spPr>
            <a:xfrm>
              <a:off x="4122981" y="3972216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56" name="pl555"/>
            <p:cNvSpPr/>
            <p:nvPr/>
          </p:nvSpPr>
          <p:spPr>
            <a:xfrm>
              <a:off x="4122981" y="3972216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6"/>
            <p:cNvSpPr/>
            <p:nvPr/>
          </p:nvSpPr>
          <p:spPr>
            <a:xfrm>
              <a:off x="4085024" y="598305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7"/>
            <p:cNvSpPr/>
            <p:nvPr/>
          </p:nvSpPr>
          <p:spPr>
            <a:xfrm>
              <a:off x="4085024" y="539360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8"/>
            <p:cNvSpPr/>
            <p:nvPr/>
          </p:nvSpPr>
          <p:spPr>
            <a:xfrm>
              <a:off x="4085024" y="480415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59"/>
            <p:cNvSpPr/>
            <p:nvPr/>
          </p:nvSpPr>
          <p:spPr>
            <a:xfrm>
              <a:off x="4085024" y="421470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0"/>
            <p:cNvSpPr/>
            <p:nvPr/>
          </p:nvSpPr>
          <p:spPr>
            <a:xfrm>
              <a:off x="4122981" y="6056592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1"/>
            <p:cNvSpPr/>
            <p:nvPr/>
          </p:nvSpPr>
          <p:spPr>
            <a:xfrm>
              <a:off x="4299834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2"/>
            <p:cNvSpPr/>
            <p:nvPr/>
          </p:nvSpPr>
          <p:spPr>
            <a:xfrm>
              <a:off x="4951926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3"/>
            <p:cNvSpPr/>
            <p:nvPr/>
          </p:nvSpPr>
          <p:spPr>
            <a:xfrm>
              <a:off x="5604018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4"/>
            <p:cNvSpPr/>
            <p:nvPr/>
          </p:nvSpPr>
          <p:spPr>
            <a:xfrm>
              <a:off x="6256111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tx565"/>
            <p:cNvSpPr/>
            <p:nvPr/>
          </p:nvSpPr>
          <p:spPr>
            <a:xfrm>
              <a:off x="4122981" y="3729057"/>
              <a:ext cx="77970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67" name="rc566"/>
            <p:cNvSpPr/>
            <p:nvPr/>
          </p:nvSpPr>
          <p:spPr>
            <a:xfrm>
              <a:off x="6742685" y="3972216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809749" y="550124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912197" y="447455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860714" y="5100110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908044" y="554901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956534" y="5290824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906479" y="532481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828824" y="472932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919235" y="551939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862580" y="592306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849973" y="547200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7556536" y="574708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7487505" y="402817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7560717" y="522761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7618878" y="566307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7565296" y="550391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7486826" y="539438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7519118" y="554719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7495748" y="580798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7593373" y="509643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7469521" y="532976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7442372" y="483222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7554744" y="547197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7459446" y="494075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7603952" y="522819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7575648" y="553880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7463854" y="506523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7445647" y="471888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7575298" y="4249513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8225863" y="560823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8109496" y="543750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8100321" y="5023284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8123385" y="538706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8103171" y="525759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8195340" y="574070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8267905" y="566119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8207817" y="529822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8125930" y="525198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8183137" y="467795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8114142" y="546324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8107039" y="469012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8134377" y="555175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8098115" y="579716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8190748" y="517085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8262239" y="496503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8189000" y="564036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8130952" y="517567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8188336" y="465866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8201914" y="514753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8802392" y="505566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8785344" y="519084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8788559" y="542873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8926499" y="554062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8841796" y="551711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8791180" y="546279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8882044" y="495017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8769579" y="5118552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8784167" y="498053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8885670" y="451185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8762572" y="555699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8917868" y="476770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8857912" y="438134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8916365" y="571189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8802687" y="502836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8926745" y="556607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8851528" y="423624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8835581" y="508168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8743652" y="487055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8817273" y="527921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8846289" y="508441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8846038" y="549345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8882825" y="495925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8832011" y="555099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6912640" y="4934997"/>
              <a:ext cx="1961556" cy="550421"/>
            </a:xfrm>
            <a:custGeom>
              <a:avLst/>
              <a:pathLst>
                <a:path w="1961556" h="550421">
                  <a:moveTo>
                    <a:pt x="0" y="103056"/>
                  </a:moveTo>
                  <a:lnTo>
                    <a:pt x="1036331" y="78916"/>
                  </a:lnTo>
                  <a:lnTo>
                    <a:pt x="1307704" y="61592"/>
                  </a:lnTo>
                  <a:lnTo>
                    <a:pt x="1690183" y="28717"/>
                  </a:lnTo>
                  <a:lnTo>
                    <a:pt x="1961556" y="0"/>
                  </a:lnTo>
                  <a:lnTo>
                    <a:pt x="1961556" y="402883"/>
                  </a:lnTo>
                  <a:lnTo>
                    <a:pt x="1690183" y="408835"/>
                  </a:lnTo>
                  <a:lnTo>
                    <a:pt x="1307704" y="424823"/>
                  </a:lnTo>
                  <a:lnTo>
                    <a:pt x="1036331" y="442167"/>
                  </a:lnTo>
                  <a:lnTo>
                    <a:pt x="0" y="55042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41" name="pl640"/>
            <p:cNvSpPr/>
            <p:nvPr/>
          </p:nvSpPr>
          <p:spPr>
            <a:xfrm>
              <a:off x="6912640" y="4934997"/>
              <a:ext cx="1961556" cy="103056"/>
            </a:xfrm>
            <a:custGeom>
              <a:avLst/>
              <a:pathLst>
                <a:path w="1961556" h="103056">
                  <a:moveTo>
                    <a:pt x="0" y="103056"/>
                  </a:moveTo>
                  <a:lnTo>
                    <a:pt x="1036331" y="78916"/>
                  </a:lnTo>
                  <a:lnTo>
                    <a:pt x="1307704" y="61592"/>
                  </a:lnTo>
                  <a:lnTo>
                    <a:pt x="1690183" y="28717"/>
                  </a:lnTo>
                  <a:lnTo>
                    <a:pt x="19615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2" name="pl641"/>
            <p:cNvSpPr/>
            <p:nvPr/>
          </p:nvSpPr>
          <p:spPr>
            <a:xfrm>
              <a:off x="6912640" y="5337881"/>
              <a:ext cx="1961556" cy="147537"/>
            </a:xfrm>
            <a:custGeom>
              <a:avLst/>
              <a:pathLst>
                <a:path w="1961556" h="147537">
                  <a:moveTo>
                    <a:pt x="1961556" y="0"/>
                  </a:moveTo>
                  <a:lnTo>
                    <a:pt x="1690183" y="5951"/>
                  </a:lnTo>
                  <a:lnTo>
                    <a:pt x="1307704" y="21939"/>
                  </a:lnTo>
                  <a:lnTo>
                    <a:pt x="1036331" y="39283"/>
                  </a:lnTo>
                  <a:lnTo>
                    <a:pt x="0" y="1475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3" name="pl642"/>
            <p:cNvSpPr/>
            <p:nvPr/>
          </p:nvSpPr>
          <p:spPr>
            <a:xfrm>
              <a:off x="6912640" y="5136439"/>
              <a:ext cx="1961556" cy="125297"/>
            </a:xfrm>
            <a:custGeom>
              <a:avLst/>
              <a:pathLst>
                <a:path w="1961556" h="125297">
                  <a:moveTo>
                    <a:pt x="0" y="125297"/>
                  </a:moveTo>
                  <a:lnTo>
                    <a:pt x="1036331" y="59100"/>
                  </a:lnTo>
                  <a:lnTo>
                    <a:pt x="1307704" y="41765"/>
                  </a:lnTo>
                  <a:lnTo>
                    <a:pt x="1690183" y="17334"/>
                  </a:lnTo>
                  <a:lnTo>
                    <a:pt x="1961556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4" name="tx643"/>
            <p:cNvSpPr/>
            <p:nvPr/>
          </p:nvSpPr>
          <p:spPr>
            <a:xfrm>
              <a:off x="8458053" y="4174438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0.26</a:t>
              </a:r>
            </a:p>
          </p:txBody>
        </p:sp>
        <p:sp>
          <p:nvSpPr>
            <p:cNvPr id="645" name="rc644"/>
            <p:cNvSpPr/>
            <p:nvPr/>
          </p:nvSpPr>
          <p:spPr>
            <a:xfrm>
              <a:off x="6742685" y="3972216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6742685" y="3972216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6"/>
            <p:cNvSpPr/>
            <p:nvPr/>
          </p:nvSpPr>
          <p:spPr>
            <a:xfrm>
              <a:off x="6704728" y="554540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7"/>
            <p:cNvSpPr/>
            <p:nvPr/>
          </p:nvSpPr>
          <p:spPr>
            <a:xfrm>
              <a:off x="6704728" y="495766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8"/>
            <p:cNvSpPr/>
            <p:nvPr/>
          </p:nvSpPr>
          <p:spPr>
            <a:xfrm>
              <a:off x="6704728" y="436993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49"/>
            <p:cNvSpPr/>
            <p:nvPr/>
          </p:nvSpPr>
          <p:spPr>
            <a:xfrm>
              <a:off x="6742685" y="6056592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0"/>
            <p:cNvSpPr/>
            <p:nvPr/>
          </p:nvSpPr>
          <p:spPr>
            <a:xfrm>
              <a:off x="6912640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7566492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2"/>
            <p:cNvSpPr/>
            <p:nvPr/>
          </p:nvSpPr>
          <p:spPr>
            <a:xfrm>
              <a:off x="8220344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3"/>
            <p:cNvSpPr/>
            <p:nvPr/>
          </p:nvSpPr>
          <p:spPr>
            <a:xfrm>
              <a:off x="8874196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tx654"/>
            <p:cNvSpPr/>
            <p:nvPr/>
          </p:nvSpPr>
          <p:spPr>
            <a:xfrm>
              <a:off x="6742685" y="3729057"/>
              <a:ext cx="64181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56" name="rc655"/>
            <p:cNvSpPr/>
            <p:nvPr/>
          </p:nvSpPr>
          <p:spPr>
            <a:xfrm>
              <a:off x="1503277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642895" y="773075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715439" y="808326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570341" y="8040385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733112" y="730414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731197" y="816496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682725" y="793973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576197" y="835920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695474" y="827918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729877" y="762053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695360" y="788029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2381806" y="811711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2387639" y="765458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2373883" y="777190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2228443" y="846715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2241515" y="664671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2390329" y="695285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2349444" y="811632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2302676" y="847287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2262151" y="839889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2246759" y="810429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2401080" y="801340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2368564" y="830633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2262088" y="821245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2375240" y="812456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2270891" y="832927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2255624" y="795018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2268090" y="828272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2314279" y="805215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2898093" y="775160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3020451" y="854160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913711" y="7998289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981501" y="827451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2876320" y="749083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909417" y="804195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2873446" y="764298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897537" y="818181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2897055" y="789614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2865555" y="809819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946187" y="821968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953260" y="716975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928856" y="809665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869445" y="832256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893112" y="730145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958618" y="754405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968358" y="793896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913737" y="841046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3027598" y="808779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926836" y="7885733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3635667" y="802181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3598000" y="801280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3633736" y="806022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3557119" y="822456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3632413" y="797078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3593399" y="790353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3572509" y="783282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3617599" y="8012776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3668977" y="823589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3594048" y="769903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3563646" y="826812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3612065" y="804623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3547942" y="816646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3659408" y="844306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3653445" y="822798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3518696" y="830978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3555919" y="819223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3544687" y="794527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3649355" y="826115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3568416" y="785645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3608893" y="812122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3612255" y="789326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3611638" y="804302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3687337" y="832667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1698759" y="7757357"/>
              <a:ext cx="1947488" cy="490223"/>
            </a:xfrm>
            <a:custGeom>
              <a:avLst/>
              <a:pathLst>
                <a:path w="1947488" h="490223">
                  <a:moveTo>
                    <a:pt x="0" y="0"/>
                  </a:moveTo>
                  <a:lnTo>
                    <a:pt x="1028898" y="137048"/>
                  </a:lnTo>
                  <a:lnTo>
                    <a:pt x="1298325" y="159735"/>
                  </a:lnTo>
                  <a:lnTo>
                    <a:pt x="1678061" y="180963"/>
                  </a:lnTo>
                  <a:lnTo>
                    <a:pt x="1947488" y="189698"/>
                  </a:lnTo>
                  <a:lnTo>
                    <a:pt x="1947488" y="490223"/>
                  </a:lnTo>
                  <a:lnTo>
                    <a:pt x="1678061" y="453751"/>
                  </a:lnTo>
                  <a:lnTo>
                    <a:pt x="1298325" y="411263"/>
                  </a:lnTo>
                  <a:lnTo>
                    <a:pt x="1028898" y="388743"/>
                  </a:lnTo>
                  <a:lnTo>
                    <a:pt x="0" y="35315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730" name="pl729"/>
            <p:cNvSpPr/>
            <p:nvPr/>
          </p:nvSpPr>
          <p:spPr>
            <a:xfrm>
              <a:off x="1698759" y="7757357"/>
              <a:ext cx="1947488" cy="189698"/>
            </a:xfrm>
            <a:custGeom>
              <a:avLst/>
              <a:pathLst>
                <a:path w="1947488" h="189698">
                  <a:moveTo>
                    <a:pt x="0" y="0"/>
                  </a:moveTo>
                  <a:lnTo>
                    <a:pt x="1028898" y="137048"/>
                  </a:lnTo>
                  <a:lnTo>
                    <a:pt x="1298325" y="159735"/>
                  </a:lnTo>
                  <a:lnTo>
                    <a:pt x="1678061" y="180963"/>
                  </a:lnTo>
                  <a:lnTo>
                    <a:pt x="1947488" y="189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1" name="pl730"/>
            <p:cNvSpPr/>
            <p:nvPr/>
          </p:nvSpPr>
          <p:spPr>
            <a:xfrm>
              <a:off x="1698759" y="8110510"/>
              <a:ext cx="1947488" cy="137069"/>
            </a:xfrm>
            <a:custGeom>
              <a:avLst/>
              <a:pathLst>
                <a:path w="1947488" h="137069">
                  <a:moveTo>
                    <a:pt x="1947488" y="137069"/>
                  </a:moveTo>
                  <a:lnTo>
                    <a:pt x="1678061" y="100598"/>
                  </a:lnTo>
                  <a:lnTo>
                    <a:pt x="1298325" y="58110"/>
                  </a:lnTo>
                  <a:lnTo>
                    <a:pt x="1028898" y="355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2" name="pl731"/>
            <p:cNvSpPr/>
            <p:nvPr/>
          </p:nvSpPr>
          <p:spPr>
            <a:xfrm>
              <a:off x="1698759" y="7933933"/>
              <a:ext cx="1947488" cy="163384"/>
            </a:xfrm>
            <a:custGeom>
              <a:avLst/>
              <a:pathLst>
                <a:path w="1947488" h="163384">
                  <a:moveTo>
                    <a:pt x="0" y="0"/>
                  </a:moveTo>
                  <a:lnTo>
                    <a:pt x="1028898" y="86319"/>
                  </a:lnTo>
                  <a:lnTo>
                    <a:pt x="1298325" y="108922"/>
                  </a:lnTo>
                  <a:lnTo>
                    <a:pt x="1678061" y="140780"/>
                  </a:lnTo>
                  <a:lnTo>
                    <a:pt x="1947488" y="163384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33" name="tx732"/>
            <p:cNvSpPr/>
            <p:nvPr/>
          </p:nvSpPr>
          <p:spPr>
            <a:xfrm>
              <a:off x="3166554" y="6792953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0.122</a:t>
              </a:r>
            </a:p>
          </p:txBody>
        </p:sp>
        <p:sp>
          <p:nvSpPr>
            <p:cNvPr id="734" name="rc733"/>
            <p:cNvSpPr/>
            <p:nvPr/>
          </p:nvSpPr>
          <p:spPr>
            <a:xfrm>
              <a:off x="1503277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35" name="pl734"/>
            <p:cNvSpPr/>
            <p:nvPr/>
          </p:nvSpPr>
          <p:spPr>
            <a:xfrm>
              <a:off x="1503277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tx735"/>
            <p:cNvSpPr/>
            <p:nvPr/>
          </p:nvSpPr>
          <p:spPr>
            <a:xfrm rot="-5400000">
              <a:off x="1272281" y="844205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37" name="tx736"/>
            <p:cNvSpPr/>
            <p:nvPr/>
          </p:nvSpPr>
          <p:spPr>
            <a:xfrm rot="-5400000">
              <a:off x="1272281" y="7778347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38" name="tx737"/>
            <p:cNvSpPr/>
            <p:nvPr/>
          </p:nvSpPr>
          <p:spPr>
            <a:xfrm rot="-5400000">
              <a:off x="1272281" y="711464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39" name="pl738"/>
            <p:cNvSpPr/>
            <p:nvPr/>
          </p:nvSpPr>
          <p:spPr>
            <a:xfrm>
              <a:off x="1465319" y="849216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39"/>
            <p:cNvSpPr/>
            <p:nvPr/>
          </p:nvSpPr>
          <p:spPr>
            <a:xfrm>
              <a:off x="1465319" y="782845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0"/>
            <p:cNvSpPr/>
            <p:nvPr/>
          </p:nvSpPr>
          <p:spPr>
            <a:xfrm>
              <a:off x="1465319" y="716475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1"/>
            <p:cNvSpPr/>
            <p:nvPr/>
          </p:nvSpPr>
          <p:spPr>
            <a:xfrm>
              <a:off x="1503277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2"/>
            <p:cNvSpPr/>
            <p:nvPr/>
          </p:nvSpPr>
          <p:spPr>
            <a:xfrm>
              <a:off x="1698759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3"/>
            <p:cNvSpPr/>
            <p:nvPr/>
          </p:nvSpPr>
          <p:spPr>
            <a:xfrm>
              <a:off x="2347922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4"/>
            <p:cNvSpPr/>
            <p:nvPr/>
          </p:nvSpPr>
          <p:spPr>
            <a:xfrm>
              <a:off x="2997085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5"/>
            <p:cNvSpPr/>
            <p:nvPr/>
          </p:nvSpPr>
          <p:spPr>
            <a:xfrm>
              <a:off x="3646248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tx746"/>
            <p:cNvSpPr/>
            <p:nvPr/>
          </p:nvSpPr>
          <p:spPr>
            <a:xfrm>
              <a:off x="1659897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8" name="tx747"/>
            <p:cNvSpPr/>
            <p:nvPr/>
          </p:nvSpPr>
          <p:spPr>
            <a:xfrm>
              <a:off x="2309060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49" name="tx748"/>
            <p:cNvSpPr/>
            <p:nvPr/>
          </p:nvSpPr>
          <p:spPr>
            <a:xfrm>
              <a:off x="2958223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50" name="tx749"/>
            <p:cNvSpPr/>
            <p:nvPr/>
          </p:nvSpPr>
          <p:spPr>
            <a:xfrm>
              <a:off x="3607386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51" name="tx750"/>
            <p:cNvSpPr/>
            <p:nvPr/>
          </p:nvSpPr>
          <p:spPr>
            <a:xfrm>
              <a:off x="2300585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52" name="tx751"/>
            <p:cNvSpPr/>
            <p:nvPr/>
          </p:nvSpPr>
          <p:spPr>
            <a:xfrm rot="-5400000">
              <a:off x="1004992" y="7573512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753" name="tx752"/>
            <p:cNvSpPr/>
            <p:nvPr/>
          </p:nvSpPr>
          <p:spPr>
            <a:xfrm>
              <a:off x="1503277" y="6347601"/>
              <a:ext cx="63175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54" name="rc753"/>
            <p:cNvSpPr/>
            <p:nvPr/>
          </p:nvSpPr>
          <p:spPr>
            <a:xfrm>
              <a:off x="4122981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4366779" y="755319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4289773" y="705893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4353884" y="7652913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4190045" y="756774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4253197" y="6836181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4250071" y="750555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4361559" y="816120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4319550" y="793140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4338488" y="759653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4245490" y="671943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4953766" y="854160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4901049" y="746887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4969301" y="765113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4886661" y="834843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4982900" y="765715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4862050" y="792437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4958729" y="807097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4932640" y="819954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4888295" y="782075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4938165" y="728843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4977448" y="719494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4972081" y="805450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4955135" y="778880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4890285" y="786155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4940559" y="766594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4844044" y="711057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4891247" y="796722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4851607" y="6838088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5629293" y="702804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5525802" y="774203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5505674" y="7608907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5504051" y="793978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5596883" y="789818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5643224" y="808543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5510933" y="746204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5659766" y="728104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5631391" y="730013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5639999" y="737710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5615187" y="766788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5588882" y="690644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5624065" y="812415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5476958" y="832767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5579400" y="755309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5479209" y="718280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5491604" y="768459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5588143" y="831732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5613948" y="664671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5623399" y="743497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6192991" y="796138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6176879" y="767053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6261279" y="794333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6258293" y="791778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6277092" y="806592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6194477" y="756472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6215930" y="784861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6199824" y="8472422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6300131" y="768013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6237382" y="805122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6301606" y="807501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6307041" y="779710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6288099" y="761541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6175003" y="823310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6236404" y="807982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6271945" y="813421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6251941" y="720796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6281893" y="746559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6175200" y="815111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6268072" y="776745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6172289" y="750855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6178571" y="758169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6306726" y="747008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6128640" y="794607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4316326" y="7309935"/>
              <a:ext cx="1937194" cy="683256"/>
            </a:xfrm>
            <a:custGeom>
              <a:avLst/>
              <a:pathLst>
                <a:path w="1937194" h="683256">
                  <a:moveTo>
                    <a:pt x="0" y="0"/>
                  </a:moveTo>
                  <a:lnTo>
                    <a:pt x="1023460" y="206072"/>
                  </a:lnTo>
                  <a:lnTo>
                    <a:pt x="1291462" y="245188"/>
                  </a:lnTo>
                  <a:lnTo>
                    <a:pt x="1669191" y="288402"/>
                  </a:lnTo>
                  <a:lnTo>
                    <a:pt x="1937194" y="311903"/>
                  </a:lnTo>
                  <a:lnTo>
                    <a:pt x="1937194" y="683256"/>
                  </a:lnTo>
                  <a:lnTo>
                    <a:pt x="1669191" y="628672"/>
                  </a:lnTo>
                  <a:lnTo>
                    <a:pt x="1291462" y="561829"/>
                  </a:lnTo>
                  <a:lnTo>
                    <a:pt x="1023460" y="522859"/>
                  </a:lnTo>
                  <a:lnTo>
                    <a:pt x="0" y="430734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28" name="pl827"/>
            <p:cNvSpPr/>
            <p:nvPr/>
          </p:nvSpPr>
          <p:spPr>
            <a:xfrm>
              <a:off x="4316326" y="7309935"/>
              <a:ext cx="1937194" cy="311903"/>
            </a:xfrm>
            <a:custGeom>
              <a:avLst/>
              <a:pathLst>
                <a:path w="1937194" h="311903">
                  <a:moveTo>
                    <a:pt x="0" y="0"/>
                  </a:moveTo>
                  <a:lnTo>
                    <a:pt x="1023460" y="206072"/>
                  </a:lnTo>
                  <a:lnTo>
                    <a:pt x="1291462" y="245188"/>
                  </a:lnTo>
                  <a:lnTo>
                    <a:pt x="1669191" y="288402"/>
                  </a:lnTo>
                  <a:lnTo>
                    <a:pt x="1937194" y="311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29" name="pl828"/>
            <p:cNvSpPr/>
            <p:nvPr/>
          </p:nvSpPr>
          <p:spPr>
            <a:xfrm>
              <a:off x="4316326" y="7740670"/>
              <a:ext cx="1937194" cy="252521"/>
            </a:xfrm>
            <a:custGeom>
              <a:avLst/>
              <a:pathLst>
                <a:path w="1937194" h="252521">
                  <a:moveTo>
                    <a:pt x="1937194" y="252521"/>
                  </a:moveTo>
                  <a:lnTo>
                    <a:pt x="1669191" y="197937"/>
                  </a:lnTo>
                  <a:lnTo>
                    <a:pt x="1291462" y="131094"/>
                  </a:lnTo>
                  <a:lnTo>
                    <a:pt x="1023460" y="921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0" name="pl829"/>
            <p:cNvSpPr/>
            <p:nvPr/>
          </p:nvSpPr>
          <p:spPr>
            <a:xfrm>
              <a:off x="4316326" y="7525302"/>
              <a:ext cx="1937194" cy="282212"/>
            </a:xfrm>
            <a:custGeom>
              <a:avLst/>
              <a:pathLst>
                <a:path w="1937194" h="282212">
                  <a:moveTo>
                    <a:pt x="0" y="0"/>
                  </a:moveTo>
                  <a:lnTo>
                    <a:pt x="1023460" y="149098"/>
                  </a:lnTo>
                  <a:lnTo>
                    <a:pt x="1291462" y="188141"/>
                  </a:lnTo>
                  <a:lnTo>
                    <a:pt x="1669191" y="243169"/>
                  </a:lnTo>
                  <a:lnTo>
                    <a:pt x="1937194" y="282212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tx830"/>
            <p:cNvSpPr/>
            <p:nvPr/>
          </p:nvSpPr>
          <p:spPr>
            <a:xfrm>
              <a:off x="5773826" y="6792888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0.025</a:t>
              </a:r>
            </a:p>
          </p:txBody>
        </p:sp>
        <p:sp>
          <p:nvSpPr>
            <p:cNvPr id="832" name="rc831"/>
            <p:cNvSpPr/>
            <p:nvPr/>
          </p:nvSpPr>
          <p:spPr>
            <a:xfrm>
              <a:off x="4122981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33" name="pl832"/>
            <p:cNvSpPr/>
            <p:nvPr/>
          </p:nvSpPr>
          <p:spPr>
            <a:xfrm>
              <a:off x="4122981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3"/>
            <p:cNvSpPr/>
            <p:nvPr/>
          </p:nvSpPr>
          <p:spPr>
            <a:xfrm>
              <a:off x="4085024" y="850731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4"/>
            <p:cNvSpPr/>
            <p:nvPr/>
          </p:nvSpPr>
          <p:spPr>
            <a:xfrm>
              <a:off x="4085024" y="785228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5"/>
            <p:cNvSpPr/>
            <p:nvPr/>
          </p:nvSpPr>
          <p:spPr>
            <a:xfrm>
              <a:off x="4085024" y="719725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6"/>
            <p:cNvSpPr/>
            <p:nvPr/>
          </p:nvSpPr>
          <p:spPr>
            <a:xfrm>
              <a:off x="4122981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7"/>
            <p:cNvSpPr/>
            <p:nvPr/>
          </p:nvSpPr>
          <p:spPr>
            <a:xfrm>
              <a:off x="4316326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8"/>
            <p:cNvSpPr/>
            <p:nvPr/>
          </p:nvSpPr>
          <p:spPr>
            <a:xfrm>
              <a:off x="4962058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39"/>
            <p:cNvSpPr/>
            <p:nvPr/>
          </p:nvSpPr>
          <p:spPr>
            <a:xfrm>
              <a:off x="5607789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0"/>
            <p:cNvSpPr/>
            <p:nvPr/>
          </p:nvSpPr>
          <p:spPr>
            <a:xfrm>
              <a:off x="6253520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tx841"/>
            <p:cNvSpPr/>
            <p:nvPr/>
          </p:nvSpPr>
          <p:spPr>
            <a:xfrm>
              <a:off x="4277464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43" name="tx842"/>
            <p:cNvSpPr/>
            <p:nvPr/>
          </p:nvSpPr>
          <p:spPr>
            <a:xfrm>
              <a:off x="4923196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44" name="tx843"/>
            <p:cNvSpPr/>
            <p:nvPr/>
          </p:nvSpPr>
          <p:spPr>
            <a:xfrm>
              <a:off x="5568927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5" name="tx844"/>
            <p:cNvSpPr/>
            <p:nvPr/>
          </p:nvSpPr>
          <p:spPr>
            <a:xfrm>
              <a:off x="6214658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46" name="tx845"/>
            <p:cNvSpPr/>
            <p:nvPr/>
          </p:nvSpPr>
          <p:spPr>
            <a:xfrm>
              <a:off x="4920289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47" name="tx846"/>
            <p:cNvSpPr/>
            <p:nvPr/>
          </p:nvSpPr>
          <p:spPr>
            <a:xfrm>
              <a:off x="4122981" y="6347601"/>
              <a:ext cx="473842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48" name="rc847"/>
            <p:cNvSpPr/>
            <p:nvPr/>
          </p:nvSpPr>
          <p:spPr>
            <a:xfrm>
              <a:off x="6742685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6820091" y="825664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6941975" y="803082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6822424" y="8288147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6824896" y="690968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6853765" y="784792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6827915" y="751681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6947381" y="854160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6907670" y="804847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6972352" y="780267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6809749" y="725275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7591170" y="778679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7556972" y="735826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7538774" y="826141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7609977" y="837095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7597485" y="664671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7506320" y="695912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7597055" y="846796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7503008" y="831632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7517445" y="839030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7445719" y="823815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7578888" y="816901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7613914" y="842402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7526948" y="799272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7483735" y="804723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7618263" y="764806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7487064" y="783712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7461135" y="842930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7450888" y="820809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8234889" y="826213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8182098" y="817432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8119162" y="8179384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8114895" y="811906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8230763" y="814137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8219107" y="826755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8185834" y="822637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8187348" y="771847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8210398" y="834622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8250401" y="790479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8197595" y="831472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8278856" y="798207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8270229" y="829001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8179462" y="835900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8170138" y="754958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8165400" y="821258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8123373" y="780559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8190625" y="806720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8234229" y="787904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8248559" y="7898388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8899929" y="842207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8811307" y="809693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8857352" y="780932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8810186" y="807969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8884382" y="786409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8774287" y="821218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8903748" y="802739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8860377" y="8229760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8861035" y="774191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8756042" y="778127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8772996" y="811243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8796628" y="828924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8883959" y="801362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8770838" y="830986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8873109" y="798500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8778271" y="839322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8815384" y="7592743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8803516" y="829120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8820008" y="821176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8842365" y="803261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8841639" y="788795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8769230" y="806017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8926745" y="813799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8810827" y="826015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6923002" y="7587227"/>
              <a:ext cx="1953514" cy="889970"/>
            </a:xfrm>
            <a:custGeom>
              <a:avLst/>
              <a:pathLst>
                <a:path w="1953514" h="889970">
                  <a:moveTo>
                    <a:pt x="0" y="0"/>
                  </a:moveTo>
                  <a:lnTo>
                    <a:pt x="1032082" y="291080"/>
                  </a:lnTo>
                  <a:lnTo>
                    <a:pt x="1302343" y="306723"/>
                  </a:lnTo>
                  <a:lnTo>
                    <a:pt x="1683253" y="285678"/>
                  </a:lnTo>
                  <a:lnTo>
                    <a:pt x="1953514" y="254717"/>
                  </a:lnTo>
                  <a:lnTo>
                    <a:pt x="1953514" y="889970"/>
                  </a:lnTo>
                  <a:lnTo>
                    <a:pt x="1683253" y="798207"/>
                  </a:lnTo>
                  <a:lnTo>
                    <a:pt x="1302343" y="691468"/>
                  </a:lnTo>
                  <a:lnTo>
                    <a:pt x="1032082" y="646310"/>
                  </a:lnTo>
                  <a:lnTo>
                    <a:pt x="0" y="70520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2" name="pl921"/>
            <p:cNvSpPr/>
            <p:nvPr/>
          </p:nvSpPr>
          <p:spPr>
            <a:xfrm>
              <a:off x="6923002" y="7587227"/>
              <a:ext cx="1953514" cy="306723"/>
            </a:xfrm>
            <a:custGeom>
              <a:avLst/>
              <a:pathLst>
                <a:path w="1953514" h="306723">
                  <a:moveTo>
                    <a:pt x="0" y="0"/>
                  </a:moveTo>
                  <a:lnTo>
                    <a:pt x="1032082" y="291080"/>
                  </a:lnTo>
                  <a:lnTo>
                    <a:pt x="1302343" y="306723"/>
                  </a:lnTo>
                  <a:lnTo>
                    <a:pt x="1683253" y="285678"/>
                  </a:lnTo>
                  <a:lnTo>
                    <a:pt x="1953514" y="2547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6923002" y="8233537"/>
              <a:ext cx="1953514" cy="243660"/>
            </a:xfrm>
            <a:custGeom>
              <a:avLst/>
              <a:pathLst>
                <a:path w="1953514" h="243660">
                  <a:moveTo>
                    <a:pt x="1953514" y="243660"/>
                  </a:moveTo>
                  <a:lnTo>
                    <a:pt x="1683253" y="151897"/>
                  </a:lnTo>
                  <a:lnTo>
                    <a:pt x="1302343" y="45157"/>
                  </a:lnTo>
                  <a:lnTo>
                    <a:pt x="1032082" y="0"/>
                  </a:lnTo>
                  <a:lnTo>
                    <a:pt x="0" y="58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l923"/>
            <p:cNvSpPr/>
            <p:nvPr/>
          </p:nvSpPr>
          <p:spPr>
            <a:xfrm>
              <a:off x="6923002" y="7939827"/>
              <a:ext cx="1953514" cy="219743"/>
            </a:xfrm>
            <a:custGeom>
              <a:avLst/>
              <a:pathLst>
                <a:path w="1953514" h="219743">
                  <a:moveTo>
                    <a:pt x="0" y="0"/>
                  </a:moveTo>
                  <a:lnTo>
                    <a:pt x="1032082" y="116095"/>
                  </a:lnTo>
                  <a:lnTo>
                    <a:pt x="1302343" y="146495"/>
                  </a:lnTo>
                  <a:lnTo>
                    <a:pt x="1683253" y="189343"/>
                  </a:lnTo>
                  <a:lnTo>
                    <a:pt x="1953514" y="219743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5" name="tx924"/>
            <p:cNvSpPr/>
            <p:nvPr/>
          </p:nvSpPr>
          <p:spPr>
            <a:xfrm>
              <a:off x="8396822" y="6793006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0.458</a:t>
              </a:r>
            </a:p>
          </p:txBody>
        </p:sp>
        <p:sp>
          <p:nvSpPr>
            <p:cNvPr id="926" name="rc925"/>
            <p:cNvSpPr/>
            <p:nvPr/>
          </p:nvSpPr>
          <p:spPr>
            <a:xfrm>
              <a:off x="6742685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6742685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6704728" y="847591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6704728" y="802241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29"/>
            <p:cNvSpPr/>
            <p:nvPr/>
          </p:nvSpPr>
          <p:spPr>
            <a:xfrm>
              <a:off x="6704728" y="756890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0"/>
            <p:cNvSpPr/>
            <p:nvPr/>
          </p:nvSpPr>
          <p:spPr>
            <a:xfrm>
              <a:off x="6704728" y="711540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1"/>
            <p:cNvSpPr/>
            <p:nvPr/>
          </p:nvSpPr>
          <p:spPr>
            <a:xfrm>
              <a:off x="6704728" y="666189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2"/>
            <p:cNvSpPr/>
            <p:nvPr/>
          </p:nvSpPr>
          <p:spPr>
            <a:xfrm>
              <a:off x="6742685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3"/>
            <p:cNvSpPr/>
            <p:nvPr/>
          </p:nvSpPr>
          <p:spPr>
            <a:xfrm>
              <a:off x="6923002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4"/>
            <p:cNvSpPr/>
            <p:nvPr/>
          </p:nvSpPr>
          <p:spPr>
            <a:xfrm>
              <a:off x="7574173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8225345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6"/>
            <p:cNvSpPr/>
            <p:nvPr/>
          </p:nvSpPr>
          <p:spPr>
            <a:xfrm>
              <a:off x="8876516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tx937"/>
            <p:cNvSpPr/>
            <p:nvPr/>
          </p:nvSpPr>
          <p:spPr>
            <a:xfrm>
              <a:off x="6884140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7535311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8186483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8837654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7539993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43" name="tx942"/>
            <p:cNvSpPr/>
            <p:nvPr/>
          </p:nvSpPr>
          <p:spPr>
            <a:xfrm>
              <a:off x="6742685" y="6347601"/>
              <a:ext cx="582381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44" name="rc943"/>
            <p:cNvSpPr/>
            <p:nvPr/>
          </p:nvSpPr>
          <p:spPr>
            <a:xfrm>
              <a:off x="9362389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9491968" y="800199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9477530" y="810660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9456391" y="8206753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9459479" y="752147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9514955" y="805704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9560898" y="755946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9574990" y="846468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9469312" y="820058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9581339" y="760400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9429454" y="744137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10197381" y="789710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10247026" y="752684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10169260" y="815633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10112905" y="844412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10118238" y="664671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10152003" y="680074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10135752" y="834050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10145199" y="849593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10168512" y="847762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10256351" y="827595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10203764" y="835921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10073535" y="842642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10101590" y="837098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10243543" y="835959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10085508" y="826981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10218716" y="811628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10237716" y="847294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10192828" y="817975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10724654" y="815763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10782570" y="850045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10758610" y="8347321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10843971" y="840875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10871245" y="799372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10789007" y="824513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10775165" y="791600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10740289" y="815761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10814952" y="826128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10870901" y="807577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10800143" y="841800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10875594" y="761354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10740279" y="833782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10861862" y="843516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10892455" y="748436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10900615" y="804097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10774103" y="788188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10807645" y="831921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10798962" y="816505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10874963" y="791497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11473956" y="828059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11377535" y="821478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11454869" y="805601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11390405" y="826671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11511762" y="798845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11486612" y="817540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11446960" y="806589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11501337" y="8122905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11373286" y="820574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11398780" y="773096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11546449" y="838810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11371653" y="822990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11460360" y="823364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11527273" y="844784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11443774" y="813338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11448378" y="844537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11447988" y="797114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11386622" y="821317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11417324" y="823505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11412724" y="808994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11402316" y="817719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11529340" y="813805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11514640" y="819374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11541568" y="840625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9553737" y="7653201"/>
              <a:ext cx="1946025" cy="927189"/>
            </a:xfrm>
            <a:custGeom>
              <a:avLst/>
              <a:pathLst>
                <a:path w="1946025" h="927189">
                  <a:moveTo>
                    <a:pt x="0" y="0"/>
                  </a:moveTo>
                  <a:lnTo>
                    <a:pt x="1028125" y="302580"/>
                  </a:lnTo>
                  <a:lnTo>
                    <a:pt x="1297350" y="313958"/>
                  </a:lnTo>
                  <a:lnTo>
                    <a:pt x="1676800" y="283610"/>
                  </a:lnTo>
                  <a:lnTo>
                    <a:pt x="1946025" y="245624"/>
                  </a:lnTo>
                  <a:lnTo>
                    <a:pt x="1946025" y="927189"/>
                  </a:lnTo>
                  <a:lnTo>
                    <a:pt x="1676800" y="829884"/>
                  </a:lnTo>
                  <a:lnTo>
                    <a:pt x="1297350" y="715929"/>
                  </a:lnTo>
                  <a:lnTo>
                    <a:pt x="1028125" y="667987"/>
                  </a:lnTo>
                  <a:lnTo>
                    <a:pt x="0" y="744034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l1017"/>
            <p:cNvSpPr/>
            <p:nvPr/>
          </p:nvSpPr>
          <p:spPr>
            <a:xfrm>
              <a:off x="9553737" y="7653201"/>
              <a:ext cx="1946025" cy="313958"/>
            </a:xfrm>
            <a:custGeom>
              <a:avLst/>
              <a:pathLst>
                <a:path w="1946025" h="313958">
                  <a:moveTo>
                    <a:pt x="0" y="0"/>
                  </a:moveTo>
                  <a:lnTo>
                    <a:pt x="1028125" y="302580"/>
                  </a:lnTo>
                  <a:lnTo>
                    <a:pt x="1297350" y="313958"/>
                  </a:lnTo>
                  <a:lnTo>
                    <a:pt x="1676800" y="283610"/>
                  </a:lnTo>
                  <a:lnTo>
                    <a:pt x="1946025" y="2456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19" name="pl1018"/>
            <p:cNvSpPr/>
            <p:nvPr/>
          </p:nvSpPr>
          <p:spPr>
            <a:xfrm>
              <a:off x="9553737" y="8321189"/>
              <a:ext cx="1946025" cy="259202"/>
            </a:xfrm>
            <a:custGeom>
              <a:avLst/>
              <a:pathLst>
                <a:path w="1946025" h="259202">
                  <a:moveTo>
                    <a:pt x="1946025" y="259202"/>
                  </a:moveTo>
                  <a:lnTo>
                    <a:pt x="1676800" y="161897"/>
                  </a:lnTo>
                  <a:lnTo>
                    <a:pt x="1297350" y="47941"/>
                  </a:lnTo>
                  <a:lnTo>
                    <a:pt x="1028125" y="0"/>
                  </a:lnTo>
                  <a:lnTo>
                    <a:pt x="0" y="76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0" name="pl1019"/>
            <p:cNvSpPr/>
            <p:nvPr/>
          </p:nvSpPr>
          <p:spPr>
            <a:xfrm>
              <a:off x="9553737" y="8025218"/>
              <a:ext cx="1946025" cy="214390"/>
            </a:xfrm>
            <a:custGeom>
              <a:avLst/>
              <a:pathLst>
                <a:path w="1946025" h="214390">
                  <a:moveTo>
                    <a:pt x="0" y="0"/>
                  </a:moveTo>
                  <a:lnTo>
                    <a:pt x="1028125" y="113266"/>
                  </a:lnTo>
                  <a:lnTo>
                    <a:pt x="1297350" y="142926"/>
                  </a:lnTo>
                  <a:lnTo>
                    <a:pt x="1676800" y="184730"/>
                  </a:lnTo>
                  <a:lnTo>
                    <a:pt x="1946025" y="21439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21" name="tx1020"/>
            <p:cNvSpPr/>
            <p:nvPr/>
          </p:nvSpPr>
          <p:spPr>
            <a:xfrm>
              <a:off x="11020068" y="6792977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0.497</a:t>
              </a:r>
            </a:p>
          </p:txBody>
        </p:sp>
        <p:sp>
          <p:nvSpPr>
            <p:cNvPr id="1022" name="rc1021"/>
            <p:cNvSpPr/>
            <p:nvPr/>
          </p:nvSpPr>
          <p:spPr>
            <a:xfrm>
              <a:off x="9362389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23" name="pl1022"/>
            <p:cNvSpPr/>
            <p:nvPr/>
          </p:nvSpPr>
          <p:spPr>
            <a:xfrm>
              <a:off x="9362389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3"/>
            <p:cNvSpPr/>
            <p:nvPr/>
          </p:nvSpPr>
          <p:spPr>
            <a:xfrm>
              <a:off x="9324432" y="821879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4"/>
            <p:cNvSpPr/>
            <p:nvPr/>
          </p:nvSpPr>
          <p:spPr>
            <a:xfrm>
              <a:off x="9324432" y="752601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5"/>
            <p:cNvSpPr/>
            <p:nvPr/>
          </p:nvSpPr>
          <p:spPr>
            <a:xfrm>
              <a:off x="9324432" y="683324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6"/>
            <p:cNvSpPr/>
            <p:nvPr/>
          </p:nvSpPr>
          <p:spPr>
            <a:xfrm>
              <a:off x="9362389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7"/>
            <p:cNvSpPr/>
            <p:nvPr/>
          </p:nvSpPr>
          <p:spPr>
            <a:xfrm>
              <a:off x="9553737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8"/>
            <p:cNvSpPr/>
            <p:nvPr/>
          </p:nvSpPr>
          <p:spPr>
            <a:xfrm>
              <a:off x="10202412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29"/>
            <p:cNvSpPr/>
            <p:nvPr/>
          </p:nvSpPr>
          <p:spPr>
            <a:xfrm>
              <a:off x="10851087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0"/>
            <p:cNvSpPr/>
            <p:nvPr/>
          </p:nvSpPr>
          <p:spPr>
            <a:xfrm>
              <a:off x="11499763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tx1031"/>
            <p:cNvSpPr/>
            <p:nvPr/>
          </p:nvSpPr>
          <p:spPr>
            <a:xfrm>
              <a:off x="9514875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33" name="tx1032"/>
            <p:cNvSpPr/>
            <p:nvPr/>
          </p:nvSpPr>
          <p:spPr>
            <a:xfrm>
              <a:off x="10163550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34" name="tx1033"/>
            <p:cNvSpPr/>
            <p:nvPr/>
          </p:nvSpPr>
          <p:spPr>
            <a:xfrm>
              <a:off x="10812225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35" name="tx1034"/>
            <p:cNvSpPr/>
            <p:nvPr/>
          </p:nvSpPr>
          <p:spPr>
            <a:xfrm>
              <a:off x="11460901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36" name="tx1035"/>
            <p:cNvSpPr/>
            <p:nvPr/>
          </p:nvSpPr>
          <p:spPr>
            <a:xfrm>
              <a:off x="10159697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37" name="tx1036"/>
            <p:cNvSpPr/>
            <p:nvPr/>
          </p:nvSpPr>
          <p:spPr>
            <a:xfrm>
              <a:off x="9362389" y="6347601"/>
              <a:ext cx="64190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38" name="rc1037"/>
            <p:cNvSpPr/>
            <p:nvPr/>
          </p:nvSpPr>
          <p:spPr>
            <a:xfrm>
              <a:off x="5289520" y="9207076"/>
              <a:ext cx="2615321" cy="6552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tx1038"/>
            <p:cNvSpPr/>
            <p:nvPr/>
          </p:nvSpPr>
          <p:spPr>
            <a:xfrm>
              <a:off x="6309099" y="9223901"/>
              <a:ext cx="576163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40" name="rc1039"/>
            <p:cNvSpPr/>
            <p:nvPr/>
          </p:nvSpPr>
          <p:spPr>
            <a:xfrm>
              <a:off x="5289520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5340735" y="947758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rc1041"/>
            <p:cNvSpPr/>
            <p:nvPr/>
          </p:nvSpPr>
          <p:spPr>
            <a:xfrm>
              <a:off x="5289520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5340735" y="973349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rc1043"/>
            <p:cNvSpPr/>
            <p:nvPr/>
          </p:nvSpPr>
          <p:spPr>
            <a:xfrm>
              <a:off x="5838612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5889827" y="9477584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rc1045"/>
            <p:cNvSpPr/>
            <p:nvPr/>
          </p:nvSpPr>
          <p:spPr>
            <a:xfrm>
              <a:off x="5838612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5889827" y="973349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rc1047"/>
            <p:cNvSpPr/>
            <p:nvPr/>
          </p:nvSpPr>
          <p:spPr>
            <a:xfrm>
              <a:off x="6379932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6431147" y="947758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rc1049"/>
            <p:cNvSpPr/>
            <p:nvPr/>
          </p:nvSpPr>
          <p:spPr>
            <a:xfrm>
              <a:off x="6379932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6431147" y="973349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rc1051"/>
            <p:cNvSpPr/>
            <p:nvPr/>
          </p:nvSpPr>
          <p:spPr>
            <a:xfrm>
              <a:off x="6905798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6957013" y="947758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rc1053"/>
            <p:cNvSpPr/>
            <p:nvPr/>
          </p:nvSpPr>
          <p:spPr>
            <a:xfrm>
              <a:off x="6905798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6957013" y="973349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rc1055"/>
            <p:cNvSpPr/>
            <p:nvPr/>
          </p:nvSpPr>
          <p:spPr>
            <a:xfrm>
              <a:off x="7447118" y="9426370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7498333" y="947758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rc1057"/>
            <p:cNvSpPr/>
            <p:nvPr/>
          </p:nvSpPr>
          <p:spPr>
            <a:xfrm>
              <a:off x="7447118" y="9682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7498333" y="973349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tx1059"/>
            <p:cNvSpPr/>
            <p:nvPr/>
          </p:nvSpPr>
          <p:spPr>
            <a:xfrm>
              <a:off x="5545436" y="946626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061" name="tx1060"/>
            <p:cNvSpPr/>
            <p:nvPr/>
          </p:nvSpPr>
          <p:spPr>
            <a:xfrm>
              <a:off x="5545436" y="9722176"/>
              <a:ext cx="21726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062" name="tx1061"/>
            <p:cNvSpPr/>
            <p:nvPr/>
          </p:nvSpPr>
          <p:spPr>
            <a:xfrm>
              <a:off x="6094528" y="946626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063" name="tx1062"/>
            <p:cNvSpPr/>
            <p:nvPr/>
          </p:nvSpPr>
          <p:spPr>
            <a:xfrm>
              <a:off x="6094528" y="972217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064" name="tx1063"/>
            <p:cNvSpPr/>
            <p:nvPr/>
          </p:nvSpPr>
          <p:spPr>
            <a:xfrm>
              <a:off x="6635847" y="946626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065" name="tx1064"/>
            <p:cNvSpPr/>
            <p:nvPr/>
          </p:nvSpPr>
          <p:spPr>
            <a:xfrm>
              <a:off x="6635847" y="9722176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066" name="tx1065"/>
            <p:cNvSpPr/>
            <p:nvPr/>
          </p:nvSpPr>
          <p:spPr>
            <a:xfrm>
              <a:off x="7161714" y="9466260"/>
              <a:ext cx="17858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067" name="tx1066"/>
            <p:cNvSpPr/>
            <p:nvPr/>
          </p:nvSpPr>
          <p:spPr>
            <a:xfrm>
              <a:off x="7161714" y="972217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068" name="tx1067"/>
            <p:cNvSpPr/>
            <p:nvPr/>
          </p:nvSpPr>
          <p:spPr>
            <a:xfrm>
              <a:off x="7703033" y="9466260"/>
              <a:ext cx="2018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069" name="tx1068"/>
            <p:cNvSpPr/>
            <p:nvPr/>
          </p:nvSpPr>
          <p:spPr>
            <a:xfrm>
              <a:off x="7703033" y="9722176"/>
              <a:ext cx="18635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2026-07-20T00:55:08Z</dcterms:modified>
  <cp:category/>
</cp:coreProperties>
</file>