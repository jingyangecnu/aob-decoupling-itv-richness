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591772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055778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19783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91772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055778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626762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91772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055778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19783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74535" y="197679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43033" y="17866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59173" y="187714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81435" y="16131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10575" y="22653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63423" y="186588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32598" y="20817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00444" y="19492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46133" y="17397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13792" y="18852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36969" y="17748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16552" y="16649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67323" y="164824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54599" y="19161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07290" y="18608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34116" y="172894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84432" y="18299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51285" y="20269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01493" y="19520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49571" y="162146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695727" y="164823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0358" y="18931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0450" y="195517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33914" y="20851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20009" y="19446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30273" y="179118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44277" y="193886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80760" y="180635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058023" y="178143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75240" y="18155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52982" y="197276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24809" y="16822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26078" y="18062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2587" y="18198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99605" y="186928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50595" y="18075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29742" y="19206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50993" y="150426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88164" y="15898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44839" y="15588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04781" y="15181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86370" y="178651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32213" y="17435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4624" y="164842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47115" y="196163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4340" y="18358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77439" y="178084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64395" y="170648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39200" y="16465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386030" y="169492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21432" y="19100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397902" y="17178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22471" y="187633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27531" y="197226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374772" y="178981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23650" y="177601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371483" y="17165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360288" y="18713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383021" y="173785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07274" y="12832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67920" y="188657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378721" y="13844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356827" y="180444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37668" y="15492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8746" y="151237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56974" y="153611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21843" y="186097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48717" y="16974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19125" y="18324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97707" y="17493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363947" y="14110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04727" y="12003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41460" y="1661110"/>
              <a:ext cx="1000917" cy="367032"/>
            </a:xfrm>
            <a:custGeom>
              <a:avLst/>
              <a:pathLst>
                <a:path w="1000917" h="367032">
                  <a:moveTo>
                    <a:pt x="0" y="207101"/>
                  </a:moveTo>
                  <a:lnTo>
                    <a:pt x="528805" y="123110"/>
                  </a:lnTo>
                  <a:lnTo>
                    <a:pt x="667278" y="92213"/>
                  </a:lnTo>
                  <a:lnTo>
                    <a:pt x="862444" y="40615"/>
                  </a:lnTo>
                  <a:lnTo>
                    <a:pt x="1000917" y="0"/>
                  </a:lnTo>
                  <a:lnTo>
                    <a:pt x="1000917" y="125341"/>
                  </a:lnTo>
                  <a:lnTo>
                    <a:pt x="862444" y="146814"/>
                  </a:lnTo>
                  <a:lnTo>
                    <a:pt x="667278" y="182725"/>
                  </a:lnTo>
                  <a:lnTo>
                    <a:pt x="528805" y="213916"/>
                  </a:lnTo>
                  <a:lnTo>
                    <a:pt x="0" y="36703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41460" y="1661110"/>
              <a:ext cx="1000917" cy="207101"/>
            </a:xfrm>
            <a:custGeom>
              <a:avLst/>
              <a:pathLst>
                <a:path w="1000917" h="207101">
                  <a:moveTo>
                    <a:pt x="0" y="207101"/>
                  </a:moveTo>
                  <a:lnTo>
                    <a:pt x="528805" y="123110"/>
                  </a:lnTo>
                  <a:lnTo>
                    <a:pt x="667278" y="92213"/>
                  </a:lnTo>
                  <a:lnTo>
                    <a:pt x="862444" y="40615"/>
                  </a:lnTo>
                  <a:lnTo>
                    <a:pt x="10009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41460" y="1786451"/>
              <a:ext cx="1000917" cy="241690"/>
            </a:xfrm>
            <a:custGeom>
              <a:avLst/>
              <a:pathLst>
                <a:path w="1000917" h="241690">
                  <a:moveTo>
                    <a:pt x="1000917" y="0"/>
                  </a:moveTo>
                  <a:lnTo>
                    <a:pt x="862444" y="21473"/>
                  </a:lnTo>
                  <a:lnTo>
                    <a:pt x="667278" y="57383"/>
                  </a:lnTo>
                  <a:lnTo>
                    <a:pt x="528805" y="88574"/>
                  </a:lnTo>
                  <a:lnTo>
                    <a:pt x="0" y="241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41460" y="1723781"/>
              <a:ext cx="1000917" cy="224395"/>
            </a:xfrm>
            <a:custGeom>
              <a:avLst/>
              <a:pathLst>
                <a:path w="1000917" h="224395">
                  <a:moveTo>
                    <a:pt x="0" y="224395"/>
                  </a:moveTo>
                  <a:lnTo>
                    <a:pt x="528805" y="105842"/>
                  </a:lnTo>
                  <a:lnTo>
                    <a:pt x="667278" y="74798"/>
                  </a:lnTo>
                  <a:lnTo>
                    <a:pt x="862444" y="31044"/>
                  </a:lnTo>
                  <a:lnTo>
                    <a:pt x="100091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899169" y="122722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979966" y="122712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52636" y="227281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99616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52636" y="17195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52636" y="14428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11662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311032" y="23138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20371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1032" y="17605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11032" y="14838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311032" y="12072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42663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4146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77509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0873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44237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23179" y="192963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89448" y="191281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74924" y="181985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73273" y="17493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96734" y="218463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5171" y="22537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29452" y="182081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56965" y="21973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40001" y="18136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26042" y="16537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194055" y="18321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237962" y="187473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51972" y="13155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88143" y="18132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18193" y="13985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77365" y="17229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49386" y="16637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7134" y="19175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72345" y="18266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2168" y="20825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14459" y="20964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37731" y="20187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31666" y="22597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60057" y="21338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58966" y="21807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93673" y="20078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59641" y="210255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11291" y="185243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22113" y="145614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03934" y="19236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51727" y="164908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15872" y="19059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19864" y="17288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51926" y="19041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70494" y="141394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04158" y="172119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9856" y="180014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27908" y="203892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39788" y="18090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50443" y="129157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480478" y="166311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19936" y="19048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75405" y="19145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01457" y="20334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62107" y="223436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75633" y="21027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487634" y="206347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58257" y="17017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87763" y="165079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94550" y="155773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45402" y="17902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92451" y="18728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93250" y="226538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56313" y="18728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17436" y="226323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99361" y="180374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34830" y="18844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45664" y="216040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02839" y="17451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30369" y="12003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57918" y="194558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65394" y="16494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83872" y="169130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67327" y="155647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82121" y="175525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12092" y="157367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50858" y="19575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00270" y="17215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07484" y="19140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70171" y="214865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12723" y="136944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61142" y="16356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94549" y="1676802"/>
              <a:ext cx="1007775" cy="425708"/>
            </a:xfrm>
            <a:custGeom>
              <a:avLst/>
              <a:pathLst>
                <a:path w="1007775" h="425708">
                  <a:moveTo>
                    <a:pt x="0" y="140985"/>
                  </a:moveTo>
                  <a:lnTo>
                    <a:pt x="532428" y="76247"/>
                  </a:lnTo>
                  <a:lnTo>
                    <a:pt x="671850" y="55720"/>
                  </a:lnTo>
                  <a:lnTo>
                    <a:pt x="868353" y="24163"/>
                  </a:lnTo>
                  <a:lnTo>
                    <a:pt x="1007775" y="0"/>
                  </a:lnTo>
                  <a:lnTo>
                    <a:pt x="1007775" y="270090"/>
                  </a:lnTo>
                  <a:lnTo>
                    <a:pt x="868353" y="286960"/>
                  </a:lnTo>
                  <a:lnTo>
                    <a:pt x="671850" y="313238"/>
                  </a:lnTo>
                  <a:lnTo>
                    <a:pt x="532428" y="333745"/>
                  </a:lnTo>
                  <a:lnTo>
                    <a:pt x="0" y="42570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94549" y="1676802"/>
              <a:ext cx="1007775" cy="140985"/>
            </a:xfrm>
            <a:custGeom>
              <a:avLst/>
              <a:pathLst>
                <a:path w="1007775" h="140985">
                  <a:moveTo>
                    <a:pt x="0" y="140985"/>
                  </a:moveTo>
                  <a:lnTo>
                    <a:pt x="532428" y="76247"/>
                  </a:lnTo>
                  <a:lnTo>
                    <a:pt x="671850" y="55720"/>
                  </a:lnTo>
                  <a:lnTo>
                    <a:pt x="868353" y="24163"/>
                  </a:lnTo>
                  <a:lnTo>
                    <a:pt x="100777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94549" y="1946893"/>
              <a:ext cx="1007775" cy="155617"/>
            </a:xfrm>
            <a:custGeom>
              <a:avLst/>
              <a:pathLst>
                <a:path w="1007775" h="155617">
                  <a:moveTo>
                    <a:pt x="1007775" y="0"/>
                  </a:moveTo>
                  <a:lnTo>
                    <a:pt x="868353" y="16869"/>
                  </a:lnTo>
                  <a:lnTo>
                    <a:pt x="671850" y="43147"/>
                  </a:lnTo>
                  <a:lnTo>
                    <a:pt x="532428" y="63654"/>
                  </a:lnTo>
                  <a:lnTo>
                    <a:pt x="0" y="1556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94549" y="1811848"/>
              <a:ext cx="1007775" cy="148301"/>
            </a:xfrm>
            <a:custGeom>
              <a:avLst/>
              <a:pathLst>
                <a:path w="1007775" h="148301">
                  <a:moveTo>
                    <a:pt x="0" y="148301"/>
                  </a:moveTo>
                  <a:lnTo>
                    <a:pt x="532428" y="69950"/>
                  </a:lnTo>
                  <a:lnTo>
                    <a:pt x="671850" y="49433"/>
                  </a:lnTo>
                  <a:lnTo>
                    <a:pt x="868353" y="20516"/>
                  </a:lnTo>
                  <a:lnTo>
                    <a:pt x="100777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359116" y="122722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439912" y="122713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0.005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666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tx194"/>
            <p:cNvSpPr/>
            <p:nvPr/>
          </p:nvSpPr>
          <p:spPr>
            <a:xfrm rot="-5400000">
              <a:off x="2616642" y="203472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96" name="tx195"/>
            <p:cNvSpPr/>
            <p:nvPr/>
          </p:nvSpPr>
          <p:spPr>
            <a:xfrm rot="-5400000">
              <a:off x="2616642" y="166234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97" name="tx196"/>
            <p:cNvSpPr/>
            <p:nvPr/>
          </p:nvSpPr>
          <p:spPr>
            <a:xfrm rot="-5400000">
              <a:off x="2616642" y="12899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98" name="pl197"/>
            <p:cNvSpPr/>
            <p:nvPr/>
          </p:nvSpPr>
          <p:spPr>
            <a:xfrm>
              <a:off x="2775038" y="20757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775038" y="17033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775038" y="13309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806669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89454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323047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356639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390232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tx205"/>
            <p:cNvSpPr/>
            <p:nvPr/>
          </p:nvSpPr>
          <p:spPr>
            <a:xfrm>
              <a:off x="280666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7" name="rc206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59902" y="206347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08890" y="20842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292807" y="218526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308110" y="18873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65738" y="191793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92817" y="186900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33589" y="215729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322077" y="203717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78660" y="21149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87185" y="170938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26532" y="22222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91075" y="20350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704979" y="16456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60519" y="20447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63756" y="22653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713244" y="22611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60934" y="209776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89476" y="22339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8970" y="16307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70295" y="12003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81845" y="199777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62720" y="21153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88998" y="209051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73961" y="214207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711592" y="201689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32546" y="189047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71542" y="195881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59137" y="204076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67795" y="220366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002000" y="22159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95986" y="211256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5034242" y="20834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80072" y="12674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68688" y="21097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43325" y="16503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91507" y="174501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95782" y="221487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02655" y="122651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78588" y="22171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67773" y="21716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98882" y="172076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58516" y="20253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43198" y="20659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0314" y="13323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41839" y="210310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44134" y="211713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01111" y="186292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024767" y="189707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40416" y="21529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07419" y="217856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293680" y="22136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76729" y="21506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53402" y="16195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290243" y="21702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70101" y="175786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64493" y="221879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57345" y="13046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9193" y="13545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03367" y="20677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36682" y="207478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13622" y="19365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00253" y="20646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45465" y="19859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90905" y="219477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10632" y="218136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40190" y="200735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48607" y="204291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08973" y="18724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39069" y="123017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02329" y="182535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26907" y="21148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75108" y="17791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4368956" y="1852084"/>
              <a:ext cx="1006559" cy="335091"/>
            </a:xfrm>
            <a:custGeom>
              <a:avLst/>
              <a:pathLst>
                <a:path w="1006559" h="335091">
                  <a:moveTo>
                    <a:pt x="0" y="38908"/>
                  </a:moveTo>
                  <a:lnTo>
                    <a:pt x="531786" y="43875"/>
                  </a:lnTo>
                  <a:lnTo>
                    <a:pt x="671039" y="35967"/>
                  </a:lnTo>
                  <a:lnTo>
                    <a:pt x="867306" y="17541"/>
                  </a:lnTo>
                  <a:lnTo>
                    <a:pt x="1006559" y="0"/>
                  </a:lnTo>
                  <a:lnTo>
                    <a:pt x="1006559" y="259210"/>
                  </a:lnTo>
                  <a:lnTo>
                    <a:pt x="867306" y="257549"/>
                  </a:lnTo>
                  <a:lnTo>
                    <a:pt x="671039" y="261506"/>
                  </a:lnTo>
                  <a:lnTo>
                    <a:pt x="531786" y="269478"/>
                  </a:lnTo>
                  <a:lnTo>
                    <a:pt x="0" y="33509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4368956" y="1852084"/>
              <a:ext cx="1006559" cy="43875"/>
            </a:xfrm>
            <a:custGeom>
              <a:avLst/>
              <a:pathLst>
                <a:path w="1006559" h="43875">
                  <a:moveTo>
                    <a:pt x="0" y="38908"/>
                  </a:moveTo>
                  <a:lnTo>
                    <a:pt x="531786" y="43875"/>
                  </a:lnTo>
                  <a:lnTo>
                    <a:pt x="671039" y="35967"/>
                  </a:lnTo>
                  <a:lnTo>
                    <a:pt x="867306" y="17541"/>
                  </a:lnTo>
                  <a:lnTo>
                    <a:pt x="1006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368956" y="2109634"/>
              <a:ext cx="1006559" cy="77542"/>
            </a:xfrm>
            <a:custGeom>
              <a:avLst/>
              <a:pathLst>
                <a:path w="1006559" h="77542">
                  <a:moveTo>
                    <a:pt x="1006559" y="1661"/>
                  </a:moveTo>
                  <a:lnTo>
                    <a:pt x="867306" y="0"/>
                  </a:lnTo>
                  <a:lnTo>
                    <a:pt x="671039" y="3957"/>
                  </a:lnTo>
                  <a:lnTo>
                    <a:pt x="531786" y="11929"/>
                  </a:lnTo>
                  <a:lnTo>
                    <a:pt x="0" y="77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368956" y="1981690"/>
              <a:ext cx="1006559" cy="57394"/>
            </a:xfrm>
            <a:custGeom>
              <a:avLst/>
              <a:pathLst>
                <a:path w="1006559" h="57394">
                  <a:moveTo>
                    <a:pt x="0" y="57394"/>
                  </a:moveTo>
                  <a:lnTo>
                    <a:pt x="531786" y="27071"/>
                  </a:lnTo>
                  <a:lnTo>
                    <a:pt x="671039" y="19131"/>
                  </a:lnTo>
                  <a:lnTo>
                    <a:pt x="867306" y="7940"/>
                  </a:lnTo>
                  <a:lnTo>
                    <a:pt x="100655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>
              <a:off x="4832308" y="122724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5" name="tx284"/>
            <p:cNvSpPr/>
            <p:nvPr/>
          </p:nvSpPr>
          <p:spPr>
            <a:xfrm>
              <a:off x="4913104" y="122715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0.481</a:t>
              </a:r>
            </a:p>
          </p:txBody>
        </p:sp>
        <p:sp>
          <p:nvSpPr>
            <p:cNvPr id="286" name="rc285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7067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tx287"/>
            <p:cNvSpPr/>
            <p:nvPr/>
          </p:nvSpPr>
          <p:spPr>
            <a:xfrm rot="-5400000">
              <a:off x="4080648" y="207194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4080648" y="17231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4080648" y="137439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1" name="pl290"/>
            <p:cNvSpPr/>
            <p:nvPr/>
          </p:nvSpPr>
          <p:spPr>
            <a:xfrm>
              <a:off x="4239044" y="21129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39044" y="17641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39044" y="14154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70675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6895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70447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503999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537551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4270675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0" name="rc299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830945" y="203331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812615" y="19423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804554" y="187650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828532" y="211274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5763155" y="215028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5792563" y="14698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770605" y="20462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51190" y="17968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69360" y="20417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76398" y="21103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150054" y="19303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86687" y="205077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108718" y="17030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96854" y="20926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156482" y="202832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123735" y="178986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135456" y="215366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123016" y="20456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156155" y="19585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116292" y="122004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115446" y="152744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140735" y="19699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95321" y="19237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170778" y="214461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168638" y="19849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94594" y="192460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113491" y="20806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171339" y="202379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13469" y="2265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65861" y="20472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91027" y="202792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86249" y="191149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25711" y="14464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67020" y="14003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506655" y="168648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76664" y="17999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79686" y="18156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39863" y="17263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30035" y="17814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56872" y="172257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64840" y="20562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79270" y="19504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23032" y="20228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23571" y="16364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47733" y="17297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99267" y="19308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52203" y="177883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39567" y="120035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52903" y="179156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63996" y="190800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40638" y="17939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795474" y="17847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806471" y="18548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814789" y="18039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47651" y="16874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65047" y="179108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59541" y="201532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87607" y="152414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40734" y="20179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25505" y="200044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87343" y="19047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11620" y="18246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2675" y="18391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20678" y="201579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20435" y="171057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77081" y="18443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95419" y="191050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16806" y="184686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03901" y="19147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33635" y="15898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52946" y="186227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03660" y="18055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5827988" y="1707776"/>
              <a:ext cx="1005486" cy="420237"/>
            </a:xfrm>
            <a:custGeom>
              <a:avLst/>
              <a:pathLst>
                <a:path w="1005486" h="420237">
                  <a:moveTo>
                    <a:pt x="0" y="118230"/>
                  </a:moveTo>
                  <a:lnTo>
                    <a:pt x="531219" y="104652"/>
                  </a:lnTo>
                  <a:lnTo>
                    <a:pt x="670324" y="82943"/>
                  </a:lnTo>
                  <a:lnTo>
                    <a:pt x="866381" y="38352"/>
                  </a:lnTo>
                  <a:lnTo>
                    <a:pt x="1005486" y="0"/>
                  </a:lnTo>
                  <a:lnTo>
                    <a:pt x="1005486" y="265668"/>
                  </a:lnTo>
                  <a:lnTo>
                    <a:pt x="866381" y="265057"/>
                  </a:lnTo>
                  <a:lnTo>
                    <a:pt x="670324" y="273658"/>
                  </a:lnTo>
                  <a:lnTo>
                    <a:pt x="531219" y="289689"/>
                  </a:lnTo>
                  <a:lnTo>
                    <a:pt x="0" y="42023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827988" y="1707776"/>
              <a:ext cx="1005486" cy="118230"/>
            </a:xfrm>
            <a:custGeom>
              <a:avLst/>
              <a:pathLst>
                <a:path w="1005486" h="118230">
                  <a:moveTo>
                    <a:pt x="0" y="118230"/>
                  </a:moveTo>
                  <a:lnTo>
                    <a:pt x="531219" y="104652"/>
                  </a:lnTo>
                  <a:lnTo>
                    <a:pt x="670324" y="82943"/>
                  </a:lnTo>
                  <a:lnTo>
                    <a:pt x="866381" y="38352"/>
                  </a:lnTo>
                  <a:lnTo>
                    <a:pt x="100548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827988" y="1972833"/>
              <a:ext cx="1005486" cy="155180"/>
            </a:xfrm>
            <a:custGeom>
              <a:avLst/>
              <a:pathLst>
                <a:path w="1005486" h="155180">
                  <a:moveTo>
                    <a:pt x="1005486" y="611"/>
                  </a:moveTo>
                  <a:lnTo>
                    <a:pt x="866381" y="0"/>
                  </a:lnTo>
                  <a:lnTo>
                    <a:pt x="670324" y="8601"/>
                  </a:lnTo>
                  <a:lnTo>
                    <a:pt x="531219" y="24632"/>
                  </a:lnTo>
                  <a:lnTo>
                    <a:pt x="0" y="155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827988" y="1840610"/>
              <a:ext cx="1005486" cy="136399"/>
            </a:xfrm>
            <a:custGeom>
              <a:avLst/>
              <a:pathLst>
                <a:path w="1005486" h="136399">
                  <a:moveTo>
                    <a:pt x="0" y="136399"/>
                  </a:moveTo>
                  <a:lnTo>
                    <a:pt x="531219" y="64336"/>
                  </a:lnTo>
                  <a:lnTo>
                    <a:pt x="670324" y="45466"/>
                  </a:lnTo>
                  <a:lnTo>
                    <a:pt x="866381" y="18870"/>
                  </a:lnTo>
                  <a:lnTo>
                    <a:pt x="100548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7" name="tx376"/>
            <p:cNvSpPr/>
            <p:nvPr/>
          </p:nvSpPr>
          <p:spPr>
            <a:xfrm>
              <a:off x="6290266" y="1227354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8" name="tx377"/>
            <p:cNvSpPr/>
            <p:nvPr/>
          </p:nvSpPr>
          <p:spPr>
            <a:xfrm>
              <a:off x="6371062" y="1227262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0.234</a:t>
              </a:r>
            </a:p>
          </p:txBody>
        </p:sp>
        <p:sp>
          <p:nvSpPr>
            <p:cNvPr id="379" name="rc378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34681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 rot="-5400000">
              <a:off x="5544653" y="22616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382" name="tx381"/>
            <p:cNvSpPr/>
            <p:nvPr/>
          </p:nvSpPr>
          <p:spPr>
            <a:xfrm rot="-5400000">
              <a:off x="5544653" y="197554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83" name="tx382"/>
            <p:cNvSpPr/>
            <p:nvPr/>
          </p:nvSpPr>
          <p:spPr>
            <a:xfrm rot="-5400000">
              <a:off x="5544653" y="168942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384" name="tx383"/>
            <p:cNvSpPr/>
            <p:nvPr/>
          </p:nvSpPr>
          <p:spPr>
            <a:xfrm rot="-5400000">
              <a:off x="5544653" y="140331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85" name="pl384"/>
            <p:cNvSpPr/>
            <p:nvPr/>
          </p:nvSpPr>
          <p:spPr>
            <a:xfrm>
              <a:off x="5703049" y="23026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03049" y="20165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03049" y="17304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03049" y="14443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34681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82798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616315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649831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683347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tx393"/>
            <p:cNvSpPr/>
            <p:nvPr/>
          </p:nvSpPr>
          <p:spPr>
            <a:xfrm>
              <a:off x="5734681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95" name="rc394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413513" y="34930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441101" y="360243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436003" y="329670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415289" y="331887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453041" y="373691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412737" y="333386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447917" y="372179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27868" y="37392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23446" y="36182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59173" y="33822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80322" y="34161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43221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21651" y="32582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84220" y="35315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24764" y="364220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63354" y="35395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50323" y="31697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52219" y="33216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80952" y="34792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07591" y="28424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60088" y="31766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57485" y="34205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43344" y="30684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38600" y="306829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52480" y="36549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02248" y="284932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57182" y="323207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35496" y="332173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84255" y="336835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088361" y="33010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46993" y="339999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28216" y="34032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28361" y="31290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06063" y="34660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75064" y="33277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78591" y="354672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033690" y="354366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28062" y="309194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41068" y="32172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57734" y="309104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00392" y="30449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37870" y="36546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60277" y="345524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088685" y="312660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00718" y="293273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53475" y="355217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069696" y="314486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053827" y="330279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40375" y="34080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36743" y="349795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386097" y="34508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01250" y="37351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375206" y="35276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397977" y="35946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380514" y="27461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62917" y="361137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89686" y="343702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366841" y="332724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27861" y="353508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34788" y="33461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374757" y="355564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399522" y="35618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06780" y="357601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360792" y="365875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08917" y="326050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42759" y="35868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379197" y="349312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393338" y="340532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48717" y="34852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12846" y="28117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43422" y="347554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29803" y="35290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43904" y="3118112"/>
              <a:ext cx="998409" cy="451982"/>
            </a:xfrm>
            <a:custGeom>
              <a:avLst/>
              <a:pathLst>
                <a:path w="998409" h="451982">
                  <a:moveTo>
                    <a:pt x="0" y="0"/>
                  </a:moveTo>
                  <a:lnTo>
                    <a:pt x="527480" y="127822"/>
                  </a:lnTo>
                  <a:lnTo>
                    <a:pt x="665606" y="142325"/>
                  </a:lnTo>
                  <a:lnTo>
                    <a:pt x="860283" y="148088"/>
                  </a:lnTo>
                  <a:lnTo>
                    <a:pt x="998409" y="144755"/>
                  </a:lnTo>
                  <a:lnTo>
                    <a:pt x="998409" y="451982"/>
                  </a:lnTo>
                  <a:lnTo>
                    <a:pt x="860283" y="414328"/>
                  </a:lnTo>
                  <a:lnTo>
                    <a:pt x="665606" y="371718"/>
                  </a:lnTo>
                  <a:lnTo>
                    <a:pt x="527480" y="351900"/>
                  </a:lnTo>
                  <a:lnTo>
                    <a:pt x="0" y="34865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443904" y="3118112"/>
              <a:ext cx="998409" cy="148088"/>
            </a:xfrm>
            <a:custGeom>
              <a:avLst/>
              <a:pathLst>
                <a:path w="998409" h="148088">
                  <a:moveTo>
                    <a:pt x="0" y="0"/>
                  </a:moveTo>
                  <a:lnTo>
                    <a:pt x="527480" y="127822"/>
                  </a:lnTo>
                  <a:lnTo>
                    <a:pt x="665606" y="142325"/>
                  </a:lnTo>
                  <a:lnTo>
                    <a:pt x="860283" y="148088"/>
                  </a:lnTo>
                  <a:lnTo>
                    <a:pt x="998409" y="144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43904" y="3466770"/>
              <a:ext cx="998409" cy="103324"/>
            </a:xfrm>
            <a:custGeom>
              <a:avLst/>
              <a:pathLst>
                <a:path w="998409" h="103324">
                  <a:moveTo>
                    <a:pt x="998409" y="103324"/>
                  </a:moveTo>
                  <a:lnTo>
                    <a:pt x="860283" y="65670"/>
                  </a:lnTo>
                  <a:lnTo>
                    <a:pt x="665606" y="23061"/>
                  </a:lnTo>
                  <a:lnTo>
                    <a:pt x="527480" y="32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43904" y="3292441"/>
              <a:ext cx="998409" cy="124039"/>
            </a:xfrm>
            <a:custGeom>
              <a:avLst/>
              <a:pathLst>
                <a:path w="998409" h="124039">
                  <a:moveTo>
                    <a:pt x="0" y="0"/>
                  </a:moveTo>
                  <a:lnTo>
                    <a:pt x="527480" y="65532"/>
                  </a:lnTo>
                  <a:lnTo>
                    <a:pt x="665606" y="82693"/>
                  </a:lnTo>
                  <a:lnTo>
                    <a:pt x="860283" y="106879"/>
                  </a:lnTo>
                  <a:lnTo>
                    <a:pt x="998409" y="12403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2" name="tx471"/>
            <p:cNvSpPr/>
            <p:nvPr/>
          </p:nvSpPr>
          <p:spPr>
            <a:xfrm>
              <a:off x="1899105" y="270106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73" name="tx472"/>
            <p:cNvSpPr/>
            <p:nvPr/>
          </p:nvSpPr>
          <p:spPr>
            <a:xfrm>
              <a:off x="1979901" y="270096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0.323</a:t>
              </a:r>
            </a:p>
          </p:txBody>
        </p:sp>
        <p:sp>
          <p:nvSpPr>
            <p:cNvPr id="474" name="rc473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tx475"/>
            <p:cNvSpPr/>
            <p:nvPr/>
          </p:nvSpPr>
          <p:spPr>
            <a:xfrm rot="-5400000">
              <a:off x="1152636" y="368817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77" name="tx476"/>
            <p:cNvSpPr/>
            <p:nvPr/>
          </p:nvSpPr>
          <p:spPr>
            <a:xfrm rot="-5400000">
              <a:off x="1152636" y="341344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78" name="tx477"/>
            <p:cNvSpPr/>
            <p:nvPr/>
          </p:nvSpPr>
          <p:spPr>
            <a:xfrm rot="-5400000">
              <a:off x="1152636" y="313870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9" name="tx478"/>
            <p:cNvSpPr/>
            <p:nvPr/>
          </p:nvSpPr>
          <p:spPr>
            <a:xfrm rot="-5400000">
              <a:off x="1152636" y="28639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80" name="pl479"/>
            <p:cNvSpPr/>
            <p:nvPr/>
          </p:nvSpPr>
          <p:spPr>
            <a:xfrm>
              <a:off x="1311032" y="37291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11032" y="34544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1032" y="31797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11032" y="29049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342663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4390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77670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210951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244231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90" name="tx48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91" name="rc490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894898" y="340838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872633" y="31952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831564" y="336388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834006" y="33656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867970" y="352936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895111" y="33392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825143" y="346468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823179" y="34044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867312" y="35614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893516" y="35855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33738" y="36566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05373" y="362727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13718" y="34818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33864" y="36077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179655" y="349349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180334" y="32918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245831" y="363271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246387" y="36239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183664" y="34761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220534" y="33264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244402" y="34175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222899" y="36250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65291" y="325023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71631" y="34984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11314" y="337173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97771" y="335847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56553" y="314374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73578" y="327236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488031" y="32958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80039" y="37058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17765" y="334047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06734" y="35660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51685" y="359569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26337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494883" y="30756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61002" y="328029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64491" y="34662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28950" y="33891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66142" y="36781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01030" y="355681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15034" y="35464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30447" y="35657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22237" y="34062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11968" y="36120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77461" y="35294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22080" y="323948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66249" y="34720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00961" y="26741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66774" y="344649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73245" y="350319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91265" y="31032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911667" y="361761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75030" y="32113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63204" y="354904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29474" y="351174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91565" y="329748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52843" y="31498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06097" y="356539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851657" y="338289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12723" y="34816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46565" y="33155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65437" y="360633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72869" y="324793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97099" y="321604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94723" y="348717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37154" y="32837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31747" y="322171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81568" y="346503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67299" y="32373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07782" y="363875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43161" y="354967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34338" y="37007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2903005" y="3340311"/>
              <a:ext cx="1001250" cy="219460"/>
            </a:xfrm>
            <a:custGeom>
              <a:avLst/>
              <a:pathLst>
                <a:path w="1001250" h="219460">
                  <a:moveTo>
                    <a:pt x="0" y="22843"/>
                  </a:moveTo>
                  <a:lnTo>
                    <a:pt x="528981" y="24783"/>
                  </a:lnTo>
                  <a:lnTo>
                    <a:pt x="667500" y="20211"/>
                  </a:lnTo>
                  <a:lnTo>
                    <a:pt x="862731" y="9842"/>
                  </a:lnTo>
                  <a:lnTo>
                    <a:pt x="1001250" y="0"/>
                  </a:lnTo>
                  <a:lnTo>
                    <a:pt x="1001250" y="176106"/>
                  </a:lnTo>
                  <a:lnTo>
                    <a:pt x="862731" y="175421"/>
                  </a:lnTo>
                  <a:lnTo>
                    <a:pt x="667500" y="177960"/>
                  </a:lnTo>
                  <a:lnTo>
                    <a:pt x="528981" y="182546"/>
                  </a:lnTo>
                  <a:lnTo>
                    <a:pt x="0" y="21946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903005" y="3340311"/>
              <a:ext cx="1001250" cy="24783"/>
            </a:xfrm>
            <a:custGeom>
              <a:avLst/>
              <a:pathLst>
                <a:path w="1001250" h="24783">
                  <a:moveTo>
                    <a:pt x="0" y="22843"/>
                  </a:moveTo>
                  <a:lnTo>
                    <a:pt x="528981" y="24783"/>
                  </a:lnTo>
                  <a:lnTo>
                    <a:pt x="667500" y="20211"/>
                  </a:lnTo>
                  <a:lnTo>
                    <a:pt x="862731" y="9842"/>
                  </a:lnTo>
                  <a:lnTo>
                    <a:pt x="10012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903005" y="3515733"/>
              <a:ext cx="1001250" cy="44038"/>
            </a:xfrm>
            <a:custGeom>
              <a:avLst/>
              <a:pathLst>
                <a:path w="1001250" h="44038">
                  <a:moveTo>
                    <a:pt x="1001250" y="684"/>
                  </a:moveTo>
                  <a:lnTo>
                    <a:pt x="862731" y="0"/>
                  </a:lnTo>
                  <a:lnTo>
                    <a:pt x="667500" y="2538"/>
                  </a:lnTo>
                  <a:lnTo>
                    <a:pt x="528981" y="7124"/>
                  </a:lnTo>
                  <a:lnTo>
                    <a:pt x="0" y="44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903005" y="3428364"/>
              <a:ext cx="1001250" cy="33099"/>
            </a:xfrm>
            <a:custGeom>
              <a:avLst/>
              <a:pathLst>
                <a:path w="1001250" h="33099">
                  <a:moveTo>
                    <a:pt x="0" y="33099"/>
                  </a:moveTo>
                  <a:lnTo>
                    <a:pt x="528981" y="15612"/>
                  </a:lnTo>
                  <a:lnTo>
                    <a:pt x="667500" y="11033"/>
                  </a:lnTo>
                  <a:lnTo>
                    <a:pt x="862731" y="4579"/>
                  </a:lnTo>
                  <a:lnTo>
                    <a:pt x="100125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8" name="tx567"/>
            <p:cNvSpPr/>
            <p:nvPr/>
          </p:nvSpPr>
          <p:spPr>
            <a:xfrm>
              <a:off x="3361047" y="270105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69" name="tx568"/>
            <p:cNvSpPr/>
            <p:nvPr/>
          </p:nvSpPr>
          <p:spPr>
            <a:xfrm>
              <a:off x="3441844" y="270096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0.507</a:t>
              </a:r>
            </a:p>
          </p:txBody>
        </p:sp>
        <p:sp>
          <p:nvSpPr>
            <p:cNvPr id="570" name="rc569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1" name="pl570"/>
            <p:cNvSpPr/>
            <p:nvPr/>
          </p:nvSpPr>
          <p:spPr>
            <a:xfrm>
              <a:off x="2806669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tx571"/>
            <p:cNvSpPr/>
            <p:nvPr/>
          </p:nvSpPr>
          <p:spPr>
            <a:xfrm rot="-5400000">
              <a:off x="2616642" y="374759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573" name="tx572"/>
            <p:cNvSpPr/>
            <p:nvPr/>
          </p:nvSpPr>
          <p:spPr>
            <a:xfrm rot="-5400000">
              <a:off x="2616642" y="34164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74" name="tx573"/>
            <p:cNvSpPr/>
            <p:nvPr/>
          </p:nvSpPr>
          <p:spPr>
            <a:xfrm rot="-5400000">
              <a:off x="2616642" y="308529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5" name="tx574"/>
            <p:cNvSpPr/>
            <p:nvPr/>
          </p:nvSpPr>
          <p:spPr>
            <a:xfrm rot="-5400000">
              <a:off x="2616642" y="275413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76" name="pl575"/>
            <p:cNvSpPr/>
            <p:nvPr/>
          </p:nvSpPr>
          <p:spPr>
            <a:xfrm>
              <a:off x="2775038" y="37886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775038" y="34574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775038" y="312630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775038" y="27951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06669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300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323675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357050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390425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tx584"/>
            <p:cNvSpPr/>
            <p:nvPr/>
          </p:nvSpPr>
          <p:spPr>
            <a:xfrm>
              <a:off x="2806669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86" name="rc585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287185" y="350449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322034" y="288673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346695" y="326470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349621" y="352355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361162" y="338603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320465" y="338745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306012" y="306971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314672" y="35211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303789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358732" y="34935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40237" y="36458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655852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659041" y="33511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53367" y="35910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685264" y="35061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683207" y="34444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632576" y="353057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638136" y="36760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650221" y="32862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648584" y="34010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11716" y="31274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88565" y="34837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13417" y="317828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41394" y="334806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58743" y="35344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702354" y="32599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76927" y="306360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25986" y="279895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61874" y="35649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011478" y="34662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944538" y="323565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025434" y="34464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031302" y="33672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014268" y="36411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951402" y="359275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960063" y="33902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984108" y="336319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000983" y="30427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976730" y="34866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81115" y="304739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00684" y="35327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76825" y="36707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58969" y="33180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45875" y="320237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27086" y="35936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52343" y="33177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038724" y="302253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80264" y="330524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70643" y="325424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01358" y="333026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43282" y="346439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09393" y="35159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01885" y="35102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299991" y="34799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38601" y="320126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40480" y="328941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00676" y="32111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72515" y="295291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41751" y="35327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76729" y="308142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60241" y="28645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08705" y="36307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01112" y="323870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287743" y="35446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75633" y="279148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34364" y="326684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30221" y="31500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296399" y="33809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43112" y="32797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07998" y="35010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47292" y="32018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10632" y="35247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4356538" y="3201135"/>
              <a:ext cx="1010365" cy="307479"/>
            </a:xfrm>
            <a:custGeom>
              <a:avLst/>
              <a:pathLst>
                <a:path w="1010365" h="307479">
                  <a:moveTo>
                    <a:pt x="0" y="53452"/>
                  </a:moveTo>
                  <a:lnTo>
                    <a:pt x="533796" y="42329"/>
                  </a:lnTo>
                  <a:lnTo>
                    <a:pt x="673576" y="33201"/>
                  </a:lnTo>
                  <a:lnTo>
                    <a:pt x="870585" y="15561"/>
                  </a:lnTo>
                  <a:lnTo>
                    <a:pt x="1010365" y="0"/>
                  </a:lnTo>
                  <a:lnTo>
                    <a:pt x="1010365" y="228899"/>
                  </a:lnTo>
                  <a:lnTo>
                    <a:pt x="870585" y="231603"/>
                  </a:lnTo>
                  <a:lnTo>
                    <a:pt x="673576" y="239708"/>
                  </a:lnTo>
                  <a:lnTo>
                    <a:pt x="533796" y="248847"/>
                  </a:lnTo>
                  <a:lnTo>
                    <a:pt x="0" y="30747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4356538" y="3201135"/>
              <a:ext cx="1010365" cy="53452"/>
            </a:xfrm>
            <a:custGeom>
              <a:avLst/>
              <a:pathLst>
                <a:path w="1010365" h="53452">
                  <a:moveTo>
                    <a:pt x="0" y="53452"/>
                  </a:moveTo>
                  <a:lnTo>
                    <a:pt x="533796" y="42329"/>
                  </a:lnTo>
                  <a:lnTo>
                    <a:pt x="673576" y="33201"/>
                  </a:lnTo>
                  <a:lnTo>
                    <a:pt x="870585" y="15561"/>
                  </a:lnTo>
                  <a:lnTo>
                    <a:pt x="10103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4356538" y="3430034"/>
              <a:ext cx="1010365" cy="78580"/>
            </a:xfrm>
            <a:custGeom>
              <a:avLst/>
              <a:pathLst>
                <a:path w="1010365" h="78580">
                  <a:moveTo>
                    <a:pt x="1010365" y="0"/>
                  </a:moveTo>
                  <a:lnTo>
                    <a:pt x="870585" y="2704"/>
                  </a:lnTo>
                  <a:lnTo>
                    <a:pt x="673576" y="10809"/>
                  </a:lnTo>
                  <a:lnTo>
                    <a:pt x="533796" y="19947"/>
                  </a:lnTo>
                  <a:lnTo>
                    <a:pt x="0" y="78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62" name="pl661"/>
            <p:cNvSpPr/>
            <p:nvPr/>
          </p:nvSpPr>
          <p:spPr>
            <a:xfrm>
              <a:off x="4356538" y="3315585"/>
              <a:ext cx="1010365" cy="66016"/>
            </a:xfrm>
            <a:custGeom>
              <a:avLst/>
              <a:pathLst>
                <a:path w="1010365" h="66016">
                  <a:moveTo>
                    <a:pt x="0" y="66016"/>
                  </a:moveTo>
                  <a:lnTo>
                    <a:pt x="533796" y="31138"/>
                  </a:lnTo>
                  <a:lnTo>
                    <a:pt x="673576" y="22005"/>
                  </a:lnTo>
                  <a:lnTo>
                    <a:pt x="870585" y="9133"/>
                  </a:lnTo>
                  <a:lnTo>
                    <a:pt x="101036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63" name="tx662"/>
            <p:cNvSpPr/>
            <p:nvPr/>
          </p:nvSpPr>
          <p:spPr>
            <a:xfrm>
              <a:off x="4823695" y="270106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4904491" y="270097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0.295</a:t>
              </a:r>
            </a:p>
          </p:txBody>
        </p:sp>
        <p:sp>
          <p:nvSpPr>
            <p:cNvPr id="665" name="rc664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66" name="pl665"/>
            <p:cNvSpPr/>
            <p:nvPr/>
          </p:nvSpPr>
          <p:spPr>
            <a:xfrm>
              <a:off x="427067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tx666"/>
            <p:cNvSpPr/>
            <p:nvPr/>
          </p:nvSpPr>
          <p:spPr>
            <a:xfrm rot="-5400000">
              <a:off x="4048872" y="350464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668" name="tx667"/>
            <p:cNvSpPr/>
            <p:nvPr/>
          </p:nvSpPr>
          <p:spPr>
            <a:xfrm rot="-5400000">
              <a:off x="4048872" y="317329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669" name="tx668"/>
            <p:cNvSpPr/>
            <p:nvPr/>
          </p:nvSpPr>
          <p:spPr>
            <a:xfrm rot="-5400000">
              <a:off x="4048872" y="284194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670" name="pl669"/>
            <p:cNvSpPr/>
            <p:nvPr/>
          </p:nvSpPr>
          <p:spPr>
            <a:xfrm>
              <a:off x="4239044" y="35456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39044" y="32143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39044" y="28829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70675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56538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69332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503011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536690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7"/>
            <p:cNvSpPr/>
            <p:nvPr/>
          </p:nvSpPr>
          <p:spPr>
            <a:xfrm>
              <a:off x="4270675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79" name="rc678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409819" y="47539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359173" y="49470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431027" y="493637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364135" y="452189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370853" y="500014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408415" y="48698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387916" y="51093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416456" y="505787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386036" y="46913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402869" y="48338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00949" y="49740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70040" y="471370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716247" y="47763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698518" y="51720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689552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777169" y="43198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728726" y="49728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771272" y="51724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717367" y="51321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778584" y="49660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780233" y="49149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41938" y="50807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25742" y="50285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07709" y="49777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16993" y="50924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73812" y="48845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69824" y="50661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695123" y="493677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063223" y="476806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084154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75579" y="490780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41634" y="506270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046652" y="462181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075171" y="49371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067461" y="47108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099009" y="500954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98374" y="48486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39328" y="496402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26286" y="50315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09600" y="44414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53111" y="49615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096349" y="50877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80021" y="451834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80561" y="46516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28705" y="487073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95660" y="51384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9271" y="49573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025860" y="484341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85302" y="49221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15749" y="4916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429552" y="49420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415953" y="50367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28983" y="48929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405207" y="485610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43299" y="483260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420611" y="491238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386961" y="50399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392077" y="474143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384445" y="50568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376974" y="493661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44325" y="50040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393277" y="51557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08630" y="503208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19721" y="508187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391991" y="501544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01073" y="487703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374912" y="505280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388313" y="48292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365067" y="49753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380168" y="48377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00021" y="49321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48717" y="50916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1430844" y="4786700"/>
              <a:ext cx="1017163" cy="277286"/>
            </a:xfrm>
            <a:custGeom>
              <a:avLst/>
              <a:pathLst>
                <a:path w="1017163" h="277286">
                  <a:moveTo>
                    <a:pt x="0" y="0"/>
                  </a:moveTo>
                  <a:lnTo>
                    <a:pt x="537388" y="78054"/>
                  </a:lnTo>
                  <a:lnTo>
                    <a:pt x="678108" y="91111"/>
                  </a:lnTo>
                  <a:lnTo>
                    <a:pt x="876442" y="103506"/>
                  </a:lnTo>
                  <a:lnTo>
                    <a:pt x="1017163" y="108761"/>
                  </a:lnTo>
                  <a:lnTo>
                    <a:pt x="1017163" y="277286"/>
                  </a:lnTo>
                  <a:lnTo>
                    <a:pt x="876442" y="256520"/>
                  </a:lnTo>
                  <a:lnTo>
                    <a:pt x="678108" y="232240"/>
                  </a:lnTo>
                  <a:lnTo>
                    <a:pt x="537388" y="219276"/>
                  </a:lnTo>
                  <a:lnTo>
                    <a:pt x="0" y="19796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1430844" y="4786700"/>
              <a:ext cx="1017163" cy="108761"/>
            </a:xfrm>
            <a:custGeom>
              <a:avLst/>
              <a:pathLst>
                <a:path w="1017163" h="108761">
                  <a:moveTo>
                    <a:pt x="0" y="0"/>
                  </a:moveTo>
                  <a:lnTo>
                    <a:pt x="537388" y="78054"/>
                  </a:lnTo>
                  <a:lnTo>
                    <a:pt x="678108" y="91111"/>
                  </a:lnTo>
                  <a:lnTo>
                    <a:pt x="876442" y="103506"/>
                  </a:lnTo>
                  <a:lnTo>
                    <a:pt x="1017163" y="10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4" name="pl753"/>
            <p:cNvSpPr/>
            <p:nvPr/>
          </p:nvSpPr>
          <p:spPr>
            <a:xfrm>
              <a:off x="1430844" y="4984661"/>
              <a:ext cx="1017163" cy="79325"/>
            </a:xfrm>
            <a:custGeom>
              <a:avLst/>
              <a:pathLst>
                <a:path w="1017163" h="79325">
                  <a:moveTo>
                    <a:pt x="1017163" y="79325"/>
                  </a:moveTo>
                  <a:lnTo>
                    <a:pt x="876442" y="58559"/>
                  </a:lnTo>
                  <a:lnTo>
                    <a:pt x="678108" y="34279"/>
                  </a:lnTo>
                  <a:lnTo>
                    <a:pt x="537388" y="21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5" name="pl754"/>
            <p:cNvSpPr/>
            <p:nvPr/>
          </p:nvSpPr>
          <p:spPr>
            <a:xfrm>
              <a:off x="1430844" y="4885680"/>
              <a:ext cx="1017163" cy="94043"/>
            </a:xfrm>
            <a:custGeom>
              <a:avLst/>
              <a:pathLst>
                <a:path w="1017163" h="94043">
                  <a:moveTo>
                    <a:pt x="0" y="0"/>
                  </a:moveTo>
                  <a:lnTo>
                    <a:pt x="537388" y="49685"/>
                  </a:lnTo>
                  <a:lnTo>
                    <a:pt x="678108" y="62695"/>
                  </a:lnTo>
                  <a:lnTo>
                    <a:pt x="876442" y="81032"/>
                  </a:lnTo>
                  <a:lnTo>
                    <a:pt x="1017163" y="9404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6" name="tx755"/>
            <p:cNvSpPr/>
            <p:nvPr/>
          </p:nvSpPr>
          <p:spPr>
            <a:xfrm>
              <a:off x="1904799" y="417488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1985595" y="417479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0.113</a:t>
              </a:r>
            </a:p>
          </p:txBody>
        </p:sp>
        <p:sp>
          <p:nvSpPr>
            <p:cNvPr id="758" name="rc757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59" name="pl758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59"/>
            <p:cNvSpPr/>
            <p:nvPr/>
          </p:nvSpPr>
          <p:spPr>
            <a:xfrm rot="-5400000">
              <a:off x="1152636" y="515891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61" name="tx760"/>
            <p:cNvSpPr/>
            <p:nvPr/>
          </p:nvSpPr>
          <p:spPr>
            <a:xfrm rot="-5400000">
              <a:off x="1152636" y="478642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62" name="tx761"/>
            <p:cNvSpPr/>
            <p:nvPr/>
          </p:nvSpPr>
          <p:spPr>
            <a:xfrm rot="-5400000">
              <a:off x="1152636" y="44139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63" name="pl762"/>
            <p:cNvSpPr/>
            <p:nvPr/>
          </p:nvSpPr>
          <p:spPr>
            <a:xfrm>
              <a:off x="1311032" y="51999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11032" y="48274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11032" y="44549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42663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3084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76989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210895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244800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tx770"/>
            <p:cNvSpPr/>
            <p:nvPr/>
          </p:nvSpPr>
          <p:spPr>
            <a:xfrm>
              <a:off x="139906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72" name="tx771"/>
            <p:cNvSpPr/>
            <p:nvPr/>
          </p:nvSpPr>
          <p:spPr>
            <a:xfrm>
              <a:off x="173812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3" name="tx772"/>
            <p:cNvSpPr/>
            <p:nvPr/>
          </p:nvSpPr>
          <p:spPr>
            <a:xfrm>
              <a:off x="207717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4" name="tx773"/>
            <p:cNvSpPr/>
            <p:nvPr/>
          </p:nvSpPr>
          <p:spPr>
            <a:xfrm>
              <a:off x="241623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75" name="tx774"/>
            <p:cNvSpPr/>
            <p:nvPr/>
          </p:nvSpPr>
          <p:spPr>
            <a:xfrm>
              <a:off x="165460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76" name="tx775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77" name="rc776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78149" y="46655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2836502" y="440058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89777" y="471926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2838884" y="466624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896552" y="425989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879924" y="464364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823179" y="500104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827151" y="48812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897550" y="46746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835906" y="42029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216061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173016" y="461346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200021" y="47169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193706" y="51057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192380" y="471872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154681" y="48681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217940" y="494987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191662" y="50227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148318" y="48106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207655" y="45043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143335" y="446045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209887" y="49455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210214" y="47887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223138" y="48284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235748" y="47184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195400" y="44076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61847" y="489207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221117" y="426113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40343" y="436707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42091" y="47763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08254" y="468812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547897" y="488383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545752" y="48533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571025" y="49553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568311" y="46190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538899" y="450854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534371" y="452067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486201" y="457061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562088" y="47214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524318" y="429917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541485" y="49793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555607" y="50898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506222" y="46602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72114" y="44536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22999" y="47346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22374" y="508616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23003" y="41480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481604" y="459448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30783" y="489057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872763" y="472423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860188" y="488029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889661" y="48633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910261" y="49466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861588" y="467115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905044" y="48234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859389" y="517196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867879" y="47316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899835" y="49448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861951" y="49518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892927" y="47924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876251" y="469588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901311" y="50331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900847" y="496056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12723" y="498637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864639" y="446757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39062" y="461218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15635" y="499016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17805" y="47842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31045" y="46361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62475" y="46676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83492" y="461513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69788" y="48805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2890048" y="4543113"/>
              <a:ext cx="1012213" cy="378937"/>
            </a:xfrm>
            <a:custGeom>
              <a:avLst/>
              <a:pathLst>
                <a:path w="1012213" h="378937">
                  <a:moveTo>
                    <a:pt x="0" y="0"/>
                  </a:moveTo>
                  <a:lnTo>
                    <a:pt x="534773" y="113836"/>
                  </a:lnTo>
                  <a:lnTo>
                    <a:pt x="674808" y="135338"/>
                  </a:lnTo>
                  <a:lnTo>
                    <a:pt x="872177" y="158970"/>
                  </a:lnTo>
                  <a:lnTo>
                    <a:pt x="1012213" y="171731"/>
                  </a:lnTo>
                  <a:lnTo>
                    <a:pt x="1012213" y="378937"/>
                  </a:lnTo>
                  <a:lnTo>
                    <a:pt x="872177" y="348779"/>
                  </a:lnTo>
                  <a:lnTo>
                    <a:pt x="674808" y="311919"/>
                  </a:lnTo>
                  <a:lnTo>
                    <a:pt x="534773" y="290500"/>
                  </a:lnTo>
                  <a:lnTo>
                    <a:pt x="0" y="24043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51" name="pl850"/>
            <p:cNvSpPr/>
            <p:nvPr/>
          </p:nvSpPr>
          <p:spPr>
            <a:xfrm>
              <a:off x="2890048" y="4543113"/>
              <a:ext cx="1012213" cy="171731"/>
            </a:xfrm>
            <a:custGeom>
              <a:avLst/>
              <a:pathLst>
                <a:path w="1012213" h="171731">
                  <a:moveTo>
                    <a:pt x="0" y="0"/>
                  </a:moveTo>
                  <a:lnTo>
                    <a:pt x="534773" y="113836"/>
                  </a:lnTo>
                  <a:lnTo>
                    <a:pt x="674808" y="135338"/>
                  </a:lnTo>
                  <a:lnTo>
                    <a:pt x="872177" y="158970"/>
                  </a:lnTo>
                  <a:lnTo>
                    <a:pt x="1012213" y="17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2" name="pl851"/>
            <p:cNvSpPr/>
            <p:nvPr/>
          </p:nvSpPr>
          <p:spPr>
            <a:xfrm>
              <a:off x="2890048" y="4783546"/>
              <a:ext cx="1012213" cy="138503"/>
            </a:xfrm>
            <a:custGeom>
              <a:avLst/>
              <a:pathLst>
                <a:path w="1012213" h="138503">
                  <a:moveTo>
                    <a:pt x="1012213" y="138503"/>
                  </a:moveTo>
                  <a:lnTo>
                    <a:pt x="872177" y="108345"/>
                  </a:lnTo>
                  <a:lnTo>
                    <a:pt x="674808" y="71485"/>
                  </a:lnTo>
                  <a:lnTo>
                    <a:pt x="534773" y="500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3" name="pl852"/>
            <p:cNvSpPr/>
            <p:nvPr/>
          </p:nvSpPr>
          <p:spPr>
            <a:xfrm>
              <a:off x="2890048" y="4663330"/>
              <a:ext cx="1012213" cy="155117"/>
            </a:xfrm>
            <a:custGeom>
              <a:avLst/>
              <a:pathLst>
                <a:path w="1012213" h="155117">
                  <a:moveTo>
                    <a:pt x="0" y="0"/>
                  </a:moveTo>
                  <a:lnTo>
                    <a:pt x="534773" y="81952"/>
                  </a:lnTo>
                  <a:lnTo>
                    <a:pt x="674808" y="103411"/>
                  </a:lnTo>
                  <a:lnTo>
                    <a:pt x="872177" y="133658"/>
                  </a:lnTo>
                  <a:lnTo>
                    <a:pt x="1012213" y="15511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tx853"/>
            <p:cNvSpPr/>
            <p:nvPr/>
          </p:nvSpPr>
          <p:spPr>
            <a:xfrm>
              <a:off x="3359053" y="4175014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55" name="tx854"/>
            <p:cNvSpPr/>
            <p:nvPr/>
          </p:nvSpPr>
          <p:spPr>
            <a:xfrm>
              <a:off x="3439849" y="41749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856" name="rc855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57" name="pl856"/>
            <p:cNvSpPr/>
            <p:nvPr/>
          </p:nvSpPr>
          <p:spPr>
            <a:xfrm>
              <a:off x="280666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tx857"/>
            <p:cNvSpPr/>
            <p:nvPr/>
          </p:nvSpPr>
          <p:spPr>
            <a:xfrm rot="-5400000">
              <a:off x="2616642" y="516903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859" name="tx858"/>
            <p:cNvSpPr/>
            <p:nvPr/>
          </p:nvSpPr>
          <p:spPr>
            <a:xfrm rot="-5400000">
              <a:off x="2616642" y="480302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860" name="tx859"/>
            <p:cNvSpPr/>
            <p:nvPr/>
          </p:nvSpPr>
          <p:spPr>
            <a:xfrm rot="-5400000">
              <a:off x="2616642" y="443702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861" name="pl860"/>
            <p:cNvSpPr/>
            <p:nvPr/>
          </p:nvSpPr>
          <p:spPr>
            <a:xfrm>
              <a:off x="2775038" y="52100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1"/>
            <p:cNvSpPr/>
            <p:nvPr/>
          </p:nvSpPr>
          <p:spPr>
            <a:xfrm>
              <a:off x="2775038" y="48440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2"/>
            <p:cNvSpPr/>
            <p:nvPr/>
          </p:nvSpPr>
          <p:spPr>
            <a:xfrm>
              <a:off x="2775038" y="44780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3"/>
            <p:cNvSpPr/>
            <p:nvPr/>
          </p:nvSpPr>
          <p:spPr>
            <a:xfrm>
              <a:off x="2806669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9004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322745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356485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390226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tx868"/>
            <p:cNvSpPr/>
            <p:nvPr/>
          </p:nvSpPr>
          <p:spPr>
            <a:xfrm>
              <a:off x="285827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70" name="tx869"/>
            <p:cNvSpPr/>
            <p:nvPr/>
          </p:nvSpPr>
          <p:spPr>
            <a:xfrm>
              <a:off x="319567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71" name="tx870"/>
            <p:cNvSpPr/>
            <p:nvPr/>
          </p:nvSpPr>
          <p:spPr>
            <a:xfrm>
              <a:off x="353308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72" name="tx871"/>
            <p:cNvSpPr/>
            <p:nvPr/>
          </p:nvSpPr>
          <p:spPr>
            <a:xfrm>
              <a:off x="387048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73" name="tx872"/>
            <p:cNvSpPr/>
            <p:nvPr/>
          </p:nvSpPr>
          <p:spPr>
            <a:xfrm>
              <a:off x="311861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74" name="tx873"/>
            <p:cNvSpPr/>
            <p:nvPr/>
          </p:nvSpPr>
          <p:spPr>
            <a:xfrm>
              <a:off x="2806669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75" name="rc874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374952" y="505115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334887" y="492352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287185" y="507059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328968" y="43043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296074" y="48226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287659" y="463003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325281" y="52130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341050" y="492350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312440" y="481480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329840" y="44834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630915" y="47809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696143" y="454766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677562" y="50555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669234" y="51166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645467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704394" y="43235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657575" y="51708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636369" y="50876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649124" y="512885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620551" y="504127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691265" y="500293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623440" y="51470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668962" y="490248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698162" y="49348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626771" y="47092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617960" y="481561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19166" y="514916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710616" y="502490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023361" y="505525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987436" y="50081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977043" y="500827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011749" y="497659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989586" y="498748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001992" y="50616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014717" y="503373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977845" y="47499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969139" y="510304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969231" y="48486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019158" y="50801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986225" y="48979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958167" y="50708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041076" y="51085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965663" y="465708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968283" y="50273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014714" y="478974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30329" y="494590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24864" y="48410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045054" y="485099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60607" y="514462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43148" y="496140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12563" y="480238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72086" y="495336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307466" y="48323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372142" y="50263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5369328" y="49247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5369243" y="503549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5333129" y="47630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5353673" y="478552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322532" y="49756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5308222" y="507202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361941" y="491593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306838" y="50821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368307" y="490343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5288413" y="513000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66472" y="467932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76729" y="50694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63529" y="50282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10767" y="49256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08763" y="48502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296956" y="49374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76090" y="49850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58282" y="50519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4368061" y="4690564"/>
              <a:ext cx="1006172" cy="503195"/>
            </a:xfrm>
            <a:custGeom>
              <a:avLst/>
              <a:pathLst>
                <a:path w="1006172" h="503195">
                  <a:moveTo>
                    <a:pt x="0" y="0"/>
                  </a:moveTo>
                  <a:lnTo>
                    <a:pt x="531582" y="164304"/>
                  </a:lnTo>
                  <a:lnTo>
                    <a:pt x="670781" y="173069"/>
                  </a:lnTo>
                  <a:lnTo>
                    <a:pt x="866973" y="161106"/>
                  </a:lnTo>
                  <a:lnTo>
                    <a:pt x="1006172" y="143569"/>
                  </a:lnTo>
                  <a:lnTo>
                    <a:pt x="1006172" y="503195"/>
                  </a:lnTo>
                  <a:lnTo>
                    <a:pt x="866973" y="451332"/>
                  </a:lnTo>
                  <a:lnTo>
                    <a:pt x="670781" y="390990"/>
                  </a:lnTo>
                  <a:lnTo>
                    <a:pt x="531582" y="365430"/>
                  </a:lnTo>
                  <a:lnTo>
                    <a:pt x="0" y="39865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4368061" y="4690564"/>
              <a:ext cx="1006172" cy="173069"/>
            </a:xfrm>
            <a:custGeom>
              <a:avLst/>
              <a:pathLst>
                <a:path w="1006172" h="173069">
                  <a:moveTo>
                    <a:pt x="0" y="0"/>
                  </a:moveTo>
                  <a:lnTo>
                    <a:pt x="531582" y="164304"/>
                  </a:lnTo>
                  <a:lnTo>
                    <a:pt x="670781" y="173069"/>
                  </a:lnTo>
                  <a:lnTo>
                    <a:pt x="866973" y="161106"/>
                  </a:lnTo>
                  <a:lnTo>
                    <a:pt x="1006172" y="143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4368061" y="5055995"/>
              <a:ext cx="1006172" cy="137764"/>
            </a:xfrm>
            <a:custGeom>
              <a:avLst/>
              <a:pathLst>
                <a:path w="1006172" h="137764">
                  <a:moveTo>
                    <a:pt x="1006172" y="137764"/>
                  </a:moveTo>
                  <a:lnTo>
                    <a:pt x="866973" y="85902"/>
                  </a:lnTo>
                  <a:lnTo>
                    <a:pt x="670781" y="25560"/>
                  </a:lnTo>
                  <a:lnTo>
                    <a:pt x="531582" y="0"/>
                  </a:lnTo>
                  <a:lnTo>
                    <a:pt x="0" y="33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4368061" y="4889890"/>
              <a:ext cx="1006172" cy="124056"/>
            </a:xfrm>
            <a:custGeom>
              <a:avLst/>
              <a:pathLst>
                <a:path w="1006172" h="124056">
                  <a:moveTo>
                    <a:pt x="0" y="0"/>
                  </a:moveTo>
                  <a:lnTo>
                    <a:pt x="531582" y="65541"/>
                  </a:lnTo>
                  <a:lnTo>
                    <a:pt x="670781" y="82704"/>
                  </a:lnTo>
                  <a:lnTo>
                    <a:pt x="866973" y="106893"/>
                  </a:lnTo>
                  <a:lnTo>
                    <a:pt x="1006172" y="12405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2" name="tx951"/>
            <p:cNvSpPr/>
            <p:nvPr/>
          </p:nvSpPr>
          <p:spPr>
            <a:xfrm>
              <a:off x="4831025" y="417489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3" name="tx952"/>
            <p:cNvSpPr/>
            <p:nvPr/>
          </p:nvSpPr>
          <p:spPr>
            <a:xfrm>
              <a:off x="4911822" y="417480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0.458</a:t>
              </a:r>
            </a:p>
          </p:txBody>
        </p:sp>
        <p:sp>
          <p:nvSpPr>
            <p:cNvPr id="954" name="rc953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5" name="pl954"/>
            <p:cNvSpPr/>
            <p:nvPr/>
          </p:nvSpPr>
          <p:spPr>
            <a:xfrm>
              <a:off x="427067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tx955"/>
            <p:cNvSpPr/>
            <p:nvPr/>
          </p:nvSpPr>
          <p:spPr>
            <a:xfrm rot="-5400000">
              <a:off x="4048872" y="515051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957" name="tx956"/>
            <p:cNvSpPr/>
            <p:nvPr/>
          </p:nvSpPr>
          <p:spPr>
            <a:xfrm rot="-5400000">
              <a:off x="4048872" y="489581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4048872" y="4641101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959" name="tx958"/>
            <p:cNvSpPr/>
            <p:nvPr/>
          </p:nvSpPr>
          <p:spPr>
            <a:xfrm rot="-5400000">
              <a:off x="4048872" y="438639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960" name="tx959"/>
            <p:cNvSpPr/>
            <p:nvPr/>
          </p:nvSpPr>
          <p:spPr>
            <a:xfrm rot="-5400000">
              <a:off x="4048872" y="4131683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4239044" y="51915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4239044" y="49368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4239044" y="4682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39044" y="44274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39044" y="417269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70675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6806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70345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503884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537423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tx970"/>
            <p:cNvSpPr/>
            <p:nvPr/>
          </p:nvSpPr>
          <p:spPr>
            <a:xfrm>
              <a:off x="433628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2" name="tx971"/>
            <p:cNvSpPr/>
            <p:nvPr/>
          </p:nvSpPr>
          <p:spPr>
            <a:xfrm>
              <a:off x="467167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500706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534245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58262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4270675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77" name="rc976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5804978" y="49048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5805379" y="49707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5804826" y="502672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5754235" y="464262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5813147" y="49407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5792016" y="466465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5778006" y="517063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5751190" y="50247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5796456" y="46777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5815594" y="45971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093972" y="48503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141161" y="464270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115063" y="49970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093257" y="51588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086310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082704" y="423458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103957" y="510004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105004" y="51906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074841" y="51770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078897" y="50620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106972" y="51105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094005" y="51483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084982" y="51172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096093" y="51109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085622" y="50614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108572" y="49748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99283" y="517445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167776" y="500967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429170" y="499724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464620" y="51893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470448" y="51047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413949" y="513629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436491" y="49051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472501" y="50439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474318" y="486093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490852" y="49972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429853" y="505385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438894" y="494910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414681" y="51459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413614" y="469143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505400" y="509889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441207" y="51514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485452" y="46191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51160" y="49316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14918" y="484029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37373" y="50888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31220" y="50017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50461" y="486086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784446" y="50658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840734" y="503008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797824" y="49398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818177" y="50573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823837" y="49027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833265" y="50068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816496" y="49479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803846" y="498041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783135" y="502428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767442" y="47550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755690" y="51277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829437" y="503986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795853" y="503846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810700" y="51598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800464" y="498928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28751" y="515865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753023" y="489242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66419" y="503052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63793" y="503916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72129" y="49600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94137" y="50068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813336" y="498465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65491" y="501623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28589" y="51376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g1049"/>
            <p:cNvSpPr/>
            <p:nvPr/>
          </p:nvSpPr>
          <p:spPr>
            <a:xfrm>
              <a:off x="5825865" y="4730244"/>
              <a:ext cx="1005736" cy="520767"/>
            </a:xfrm>
            <a:custGeom>
              <a:avLst/>
              <a:pathLst>
                <a:path w="1005736" h="520767">
                  <a:moveTo>
                    <a:pt x="0" y="0"/>
                  </a:moveTo>
                  <a:lnTo>
                    <a:pt x="531351" y="169870"/>
                  </a:lnTo>
                  <a:lnTo>
                    <a:pt x="670491" y="176190"/>
                  </a:lnTo>
                  <a:lnTo>
                    <a:pt x="866597" y="159010"/>
                  </a:lnTo>
                  <a:lnTo>
                    <a:pt x="1005736" y="137568"/>
                  </a:lnTo>
                  <a:lnTo>
                    <a:pt x="1005736" y="520767"/>
                  </a:lnTo>
                  <a:lnTo>
                    <a:pt x="866597" y="466126"/>
                  </a:lnTo>
                  <a:lnTo>
                    <a:pt x="670491" y="402153"/>
                  </a:lnTo>
                  <a:lnTo>
                    <a:pt x="531351" y="375275"/>
                  </a:lnTo>
                  <a:lnTo>
                    <a:pt x="0" y="41836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l1050"/>
            <p:cNvSpPr/>
            <p:nvPr/>
          </p:nvSpPr>
          <p:spPr>
            <a:xfrm>
              <a:off x="5825865" y="4730244"/>
              <a:ext cx="1005736" cy="176190"/>
            </a:xfrm>
            <a:custGeom>
              <a:avLst/>
              <a:pathLst>
                <a:path w="1005736" h="176190">
                  <a:moveTo>
                    <a:pt x="0" y="0"/>
                  </a:moveTo>
                  <a:lnTo>
                    <a:pt x="531351" y="169870"/>
                  </a:lnTo>
                  <a:lnTo>
                    <a:pt x="670491" y="176190"/>
                  </a:lnTo>
                  <a:lnTo>
                    <a:pt x="866597" y="159010"/>
                  </a:lnTo>
                  <a:lnTo>
                    <a:pt x="1005736" y="137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52" name="pl1051"/>
            <p:cNvSpPr/>
            <p:nvPr/>
          </p:nvSpPr>
          <p:spPr>
            <a:xfrm>
              <a:off x="5825865" y="5105519"/>
              <a:ext cx="1005736" cy="145492"/>
            </a:xfrm>
            <a:custGeom>
              <a:avLst/>
              <a:pathLst>
                <a:path w="1005736" h="145492">
                  <a:moveTo>
                    <a:pt x="1005736" y="145492"/>
                  </a:moveTo>
                  <a:lnTo>
                    <a:pt x="866597" y="90851"/>
                  </a:lnTo>
                  <a:lnTo>
                    <a:pt x="670491" y="26878"/>
                  </a:lnTo>
                  <a:lnTo>
                    <a:pt x="531351" y="0"/>
                  </a:lnTo>
                  <a:lnTo>
                    <a:pt x="0" y="43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53" name="pl1052"/>
            <p:cNvSpPr/>
            <p:nvPr/>
          </p:nvSpPr>
          <p:spPr>
            <a:xfrm>
              <a:off x="5825865" y="4939425"/>
              <a:ext cx="1005736" cy="119987"/>
            </a:xfrm>
            <a:custGeom>
              <a:avLst/>
              <a:pathLst>
                <a:path w="1005736" h="119987">
                  <a:moveTo>
                    <a:pt x="0" y="0"/>
                  </a:moveTo>
                  <a:lnTo>
                    <a:pt x="531351" y="63391"/>
                  </a:lnTo>
                  <a:lnTo>
                    <a:pt x="670491" y="79991"/>
                  </a:lnTo>
                  <a:lnTo>
                    <a:pt x="866597" y="103387"/>
                  </a:lnTo>
                  <a:lnTo>
                    <a:pt x="1005736" y="11998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54" name="tx1053"/>
            <p:cNvSpPr/>
            <p:nvPr/>
          </p:nvSpPr>
          <p:spPr>
            <a:xfrm>
              <a:off x="6288394" y="417489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55" name="tx1054"/>
            <p:cNvSpPr/>
            <p:nvPr/>
          </p:nvSpPr>
          <p:spPr>
            <a:xfrm>
              <a:off x="6369190" y="4174802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0.499</a:t>
              </a:r>
            </a:p>
          </p:txBody>
        </p:sp>
        <p:sp>
          <p:nvSpPr>
            <p:cNvPr id="1056" name="rc1055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57" name="pl1056"/>
            <p:cNvSpPr/>
            <p:nvPr/>
          </p:nvSpPr>
          <p:spPr>
            <a:xfrm>
              <a:off x="5734681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7"/>
            <p:cNvSpPr/>
            <p:nvPr/>
          </p:nvSpPr>
          <p:spPr>
            <a:xfrm rot="-5400000">
              <a:off x="5544653" y="500677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1059" name="tx1058"/>
            <p:cNvSpPr/>
            <p:nvPr/>
          </p:nvSpPr>
          <p:spPr>
            <a:xfrm rot="-5400000">
              <a:off x="5544653" y="461739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60" name="tx1059"/>
            <p:cNvSpPr/>
            <p:nvPr/>
          </p:nvSpPr>
          <p:spPr>
            <a:xfrm rot="-5400000">
              <a:off x="5544653" y="422800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1061" name="pl1060"/>
            <p:cNvSpPr/>
            <p:nvPr/>
          </p:nvSpPr>
          <p:spPr>
            <a:xfrm>
              <a:off x="5703049" y="50477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1"/>
            <p:cNvSpPr/>
            <p:nvPr/>
          </p:nvSpPr>
          <p:spPr>
            <a:xfrm>
              <a:off x="5703049" y="46584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2"/>
            <p:cNvSpPr/>
            <p:nvPr/>
          </p:nvSpPr>
          <p:spPr>
            <a:xfrm>
              <a:off x="5703049" y="42690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3"/>
            <p:cNvSpPr/>
            <p:nvPr/>
          </p:nvSpPr>
          <p:spPr>
            <a:xfrm>
              <a:off x="5734681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82586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616111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649635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683160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579409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612933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646458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679982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6046625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5734681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75" name="rc1074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tx1075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77" name="rc1076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144517" y="5822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8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622492" y="5822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0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3106777" y="5822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2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3572134" y="5822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4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4050110" y="5822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rc1086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4515466" y="5822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rc1088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4980823" y="5822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rc1090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5433470" y="5822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rc1092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5911445" y="5822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rc1094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6383112" y="5822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tx1096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00" name="tx1099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01" name="tx1100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02" name="tx1101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03" name="tx1102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04" name="tx1103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05" name="tx1104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06" name="tx1105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2026-07-20T15:41:23Z</dcterms:modified>
  <cp:category/>
</cp:coreProperties>
</file>