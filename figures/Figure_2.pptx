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55976" y="19707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7380" y="17907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2905" y="189508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63695" y="16175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57505" y="22653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24765" y="18709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88979" y="207939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90042" y="19541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24417" y="17416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13176" y="189026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8055" y="17721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23296" y="166627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58958" y="16484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46266" y="19211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94335" y="186171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6108" y="17300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29956" y="18308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95492" y="202685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81642" y="19555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9004" y="16200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24323" y="16495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6007" y="18944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20358" y="19559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3805" y="20866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34402" y="19454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7915" y="17937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17669" y="19395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91049" y="180737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10607" y="17825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70336" y="18159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44901" y="197289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61841" y="16843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88904" y="180726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30345" y="18270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52031" y="18743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4242" y="18085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1513" y="19213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84744" y="15119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6845" y="15914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26054" y="15603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03277" y="15189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58410" y="17874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05572" y="17465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80241" y="16497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8426" y="19636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54122" y="183774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63510" y="17830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5321" y="170768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65544" y="16477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92512" y="169675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96283" y="19086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49210" y="17210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38282" y="18792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79114" y="19762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41397" y="17917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1808" y="177194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43686" y="17177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78027" y="187350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52533" y="17373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31880" y="12852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87100" y="18870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43807" y="13637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33513" y="18064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0481" y="155073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70047" y="15140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75666" y="15326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50500" y="186334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87304" y="169291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86273" y="18330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67643" y="17582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29631" y="141377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53278" y="1200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51510" y="1661472"/>
              <a:ext cx="1078897" cy="369794"/>
            </a:xfrm>
            <a:custGeom>
              <a:avLst/>
              <a:pathLst>
                <a:path w="1078897" h="369794">
                  <a:moveTo>
                    <a:pt x="0" y="209474"/>
                  </a:moveTo>
                  <a:lnTo>
                    <a:pt x="570004" y="124282"/>
                  </a:lnTo>
                  <a:lnTo>
                    <a:pt x="719265" y="93052"/>
                  </a:lnTo>
                  <a:lnTo>
                    <a:pt x="929636" y="40968"/>
                  </a:lnTo>
                  <a:lnTo>
                    <a:pt x="1078897" y="0"/>
                  </a:lnTo>
                  <a:lnTo>
                    <a:pt x="1078897" y="125656"/>
                  </a:lnTo>
                  <a:lnTo>
                    <a:pt x="929636" y="147443"/>
                  </a:lnTo>
                  <a:lnTo>
                    <a:pt x="719265" y="183808"/>
                  </a:lnTo>
                  <a:lnTo>
                    <a:pt x="570004" y="215333"/>
                  </a:lnTo>
                  <a:lnTo>
                    <a:pt x="0" y="36979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51510" y="1661472"/>
              <a:ext cx="1078897" cy="209474"/>
            </a:xfrm>
            <a:custGeom>
              <a:avLst/>
              <a:pathLst>
                <a:path w="1078897" h="209474">
                  <a:moveTo>
                    <a:pt x="0" y="209474"/>
                  </a:moveTo>
                  <a:lnTo>
                    <a:pt x="570004" y="124282"/>
                  </a:lnTo>
                  <a:lnTo>
                    <a:pt x="719265" y="93052"/>
                  </a:lnTo>
                  <a:lnTo>
                    <a:pt x="929636" y="40968"/>
                  </a:lnTo>
                  <a:lnTo>
                    <a:pt x="1078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51510" y="1787129"/>
              <a:ext cx="1078897" cy="244137"/>
            </a:xfrm>
            <a:custGeom>
              <a:avLst/>
              <a:pathLst>
                <a:path w="1078897" h="244137">
                  <a:moveTo>
                    <a:pt x="1078897" y="0"/>
                  </a:moveTo>
                  <a:lnTo>
                    <a:pt x="929636" y="21786"/>
                  </a:lnTo>
                  <a:lnTo>
                    <a:pt x="719265" y="58151"/>
                  </a:lnTo>
                  <a:lnTo>
                    <a:pt x="570004" y="89676"/>
                  </a:lnTo>
                  <a:lnTo>
                    <a:pt x="0" y="2441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51510" y="1724300"/>
              <a:ext cx="1078897" cy="226805"/>
            </a:xfrm>
            <a:custGeom>
              <a:avLst/>
              <a:pathLst>
                <a:path w="1078897" h="226805">
                  <a:moveTo>
                    <a:pt x="0" y="226805"/>
                  </a:moveTo>
                  <a:lnTo>
                    <a:pt x="570004" y="106979"/>
                  </a:lnTo>
                  <a:lnTo>
                    <a:pt x="719265" y="75601"/>
                  </a:lnTo>
                  <a:lnTo>
                    <a:pt x="929636" y="31377"/>
                  </a:lnTo>
                  <a:lnTo>
                    <a:pt x="107889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87200" y="122726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67996" y="122716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52636" y="227281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99676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52636" y="172070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52636" y="14446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116860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311032" y="23138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20377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1032" y="17617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11032" y="14856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311032" y="12096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5151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81114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7077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3040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796747" y="19322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794537" y="19118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36129" y="182191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45552" y="17498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01185" y="21849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3797" y="225344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07860" y="18234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44684" y="21964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36450" y="18176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51995" y="16600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52727" y="18321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5157" y="187659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73775" y="13112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13871" y="18105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38215" y="140268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3611" y="17255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9518" y="16665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76249" y="19230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44135" y="18331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15148" y="208160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22563" y="209719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72391" y="20247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89747" y="226027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14735" y="21341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75110" y="21820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50549" y="20094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9188" y="210330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30528" y="185439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69507" y="146000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99064" y="19277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62182" y="165069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51320" y="19055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82987" y="17314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97337" y="19059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23530" y="14214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0743" y="17238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9327" y="180502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56483" y="20415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26515" y="18138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32830" y="12962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33957" y="16639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16218" y="19054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611635" y="19137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5340" y="20345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95487" y="223566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86697" y="21020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19538" y="20647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19936" y="170446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78723" y="16518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52362" y="15598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960788" y="178946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24645" y="18741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53769" y="22653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74528" y="187951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12853" y="22653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26502" y="180621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58666" y="18862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37117" y="21570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47157" y="17488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41323" y="1200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35836" y="19432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08013" y="16540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99468" y="16941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87986" y="155483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70073" y="175767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48584" y="15710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39682" y="196119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09041" y="17206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07406" y="19152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83828" y="214820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13805" y="13715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17762" y="16398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77197" y="1678815"/>
              <a:ext cx="1085053" cy="425088"/>
            </a:xfrm>
            <a:custGeom>
              <a:avLst/>
              <a:pathLst>
                <a:path w="1085053" h="425088">
                  <a:moveTo>
                    <a:pt x="0" y="141184"/>
                  </a:moveTo>
                  <a:lnTo>
                    <a:pt x="573256" y="76372"/>
                  </a:lnTo>
                  <a:lnTo>
                    <a:pt x="723369" y="55814"/>
                  </a:lnTo>
                  <a:lnTo>
                    <a:pt x="934941" y="24206"/>
                  </a:lnTo>
                  <a:lnTo>
                    <a:pt x="1085053" y="0"/>
                  </a:lnTo>
                  <a:lnTo>
                    <a:pt x="1085053" y="269227"/>
                  </a:lnTo>
                  <a:lnTo>
                    <a:pt x="934941" y="286116"/>
                  </a:lnTo>
                  <a:lnTo>
                    <a:pt x="723369" y="312427"/>
                  </a:lnTo>
                  <a:lnTo>
                    <a:pt x="573256" y="332965"/>
                  </a:lnTo>
                  <a:lnTo>
                    <a:pt x="0" y="4250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77197" y="1678815"/>
              <a:ext cx="1085053" cy="141184"/>
            </a:xfrm>
            <a:custGeom>
              <a:avLst/>
              <a:pathLst>
                <a:path w="1085053" h="141184">
                  <a:moveTo>
                    <a:pt x="0" y="141184"/>
                  </a:moveTo>
                  <a:lnTo>
                    <a:pt x="573256" y="76372"/>
                  </a:lnTo>
                  <a:lnTo>
                    <a:pt x="723369" y="55814"/>
                  </a:lnTo>
                  <a:lnTo>
                    <a:pt x="934941" y="24206"/>
                  </a:lnTo>
                  <a:lnTo>
                    <a:pt x="10850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77197" y="1948042"/>
              <a:ext cx="1085053" cy="155861"/>
            </a:xfrm>
            <a:custGeom>
              <a:avLst/>
              <a:pathLst>
                <a:path w="1085053" h="155861">
                  <a:moveTo>
                    <a:pt x="1085053" y="0"/>
                  </a:moveTo>
                  <a:lnTo>
                    <a:pt x="934941" y="16888"/>
                  </a:lnTo>
                  <a:lnTo>
                    <a:pt x="723369" y="43200"/>
                  </a:lnTo>
                  <a:lnTo>
                    <a:pt x="573256" y="63738"/>
                  </a:lnTo>
                  <a:lnTo>
                    <a:pt x="0" y="155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77197" y="1813429"/>
              <a:ext cx="1085053" cy="148522"/>
            </a:xfrm>
            <a:custGeom>
              <a:avLst/>
              <a:pathLst>
                <a:path w="1085053" h="148522">
                  <a:moveTo>
                    <a:pt x="0" y="148522"/>
                  </a:moveTo>
                  <a:lnTo>
                    <a:pt x="573256" y="70055"/>
                  </a:lnTo>
                  <a:lnTo>
                    <a:pt x="723369" y="49507"/>
                  </a:lnTo>
                  <a:lnTo>
                    <a:pt x="934941" y="20547"/>
                  </a:lnTo>
                  <a:lnTo>
                    <a:pt x="108505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19043" y="122723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499839" y="122714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41874" y="20768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41874" y="17062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41874" y="13356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7719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3888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60056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6225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25379" y="206343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95836" y="208523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51934" y="218778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44297" y="18840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26505" y="191832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05448" y="186754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69433" y="21573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05576" y="20294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34076" y="21117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29208" y="170258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13304" y="22228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38010" y="20353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44721" y="164069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82875" y="20470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01196" y="22653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07835" y="226116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72707" y="20979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85059" y="22346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46295" y="16320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0631" y="1200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95449" y="19980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91527" y="21130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4428" y="20904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594098" y="21414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84659" y="20301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66696" y="188869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89650" y="195916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87780" y="20410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55609" y="220373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48755" y="22166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66514" y="21128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72386" y="20863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92077" y="12687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76428" y="21068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5025499" y="16583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5034764" y="17456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8564" y="22153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37823" y="12014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31198" y="22190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67116" y="21718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36805" y="17212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85065" y="20244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54901" y="20666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07792" y="133349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9464" y="21032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35054" y="21183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4400" y="18613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51934" y="189757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88422" y="215251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13945" y="21797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401562" y="22136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48292" y="21494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73505" y="16296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98459" y="216917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33448" y="17570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94606" y="222076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405370" y="13058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70078" y="13337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20571" y="20685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48206" y="20735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9891" y="193752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41601" y="20602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404998" y="19837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97361" y="219425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23419" y="218150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30874" y="200373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401228" y="204414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63373" y="18712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76592" y="123317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74825" y="18166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89876" y="21189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13961" y="17874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314404" y="1851113"/>
              <a:ext cx="1086487" cy="336314"/>
            </a:xfrm>
            <a:custGeom>
              <a:avLst/>
              <a:pathLst>
                <a:path w="1086487" h="336314">
                  <a:moveTo>
                    <a:pt x="0" y="38189"/>
                  </a:moveTo>
                  <a:lnTo>
                    <a:pt x="574013" y="43413"/>
                  </a:lnTo>
                  <a:lnTo>
                    <a:pt x="724324" y="35613"/>
                  </a:lnTo>
                  <a:lnTo>
                    <a:pt x="936176" y="17384"/>
                  </a:lnTo>
                  <a:lnTo>
                    <a:pt x="1086487" y="0"/>
                  </a:lnTo>
                  <a:lnTo>
                    <a:pt x="1086487" y="261305"/>
                  </a:lnTo>
                  <a:lnTo>
                    <a:pt x="936176" y="259580"/>
                  </a:lnTo>
                  <a:lnTo>
                    <a:pt x="724324" y="263424"/>
                  </a:lnTo>
                  <a:lnTo>
                    <a:pt x="574013" y="271285"/>
                  </a:lnTo>
                  <a:lnTo>
                    <a:pt x="0" y="33631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14404" y="1851113"/>
              <a:ext cx="1086487" cy="43413"/>
            </a:xfrm>
            <a:custGeom>
              <a:avLst/>
              <a:pathLst>
                <a:path w="1086487" h="43413">
                  <a:moveTo>
                    <a:pt x="0" y="38189"/>
                  </a:moveTo>
                  <a:lnTo>
                    <a:pt x="574013" y="43413"/>
                  </a:lnTo>
                  <a:lnTo>
                    <a:pt x="724324" y="35613"/>
                  </a:lnTo>
                  <a:lnTo>
                    <a:pt x="936176" y="17384"/>
                  </a:lnTo>
                  <a:lnTo>
                    <a:pt x="10864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14404" y="2110694"/>
              <a:ext cx="1086487" cy="76733"/>
            </a:xfrm>
            <a:custGeom>
              <a:avLst/>
              <a:pathLst>
                <a:path w="1086487" h="76733">
                  <a:moveTo>
                    <a:pt x="1086487" y="1724"/>
                  </a:moveTo>
                  <a:lnTo>
                    <a:pt x="936176" y="0"/>
                  </a:lnTo>
                  <a:lnTo>
                    <a:pt x="724324" y="3843"/>
                  </a:lnTo>
                  <a:lnTo>
                    <a:pt x="574013" y="11704"/>
                  </a:lnTo>
                  <a:lnTo>
                    <a:pt x="0" y="76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314404" y="1981765"/>
              <a:ext cx="1086487" cy="56599"/>
            </a:xfrm>
            <a:custGeom>
              <a:avLst/>
              <a:pathLst>
                <a:path w="1086487" h="56599">
                  <a:moveTo>
                    <a:pt x="0" y="56599"/>
                  </a:moveTo>
                  <a:lnTo>
                    <a:pt x="574013" y="26696"/>
                  </a:lnTo>
                  <a:lnTo>
                    <a:pt x="724324" y="18866"/>
                  </a:lnTo>
                  <a:lnTo>
                    <a:pt x="936176" y="7830"/>
                  </a:lnTo>
                  <a:lnTo>
                    <a:pt x="108648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57683" y="122720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38480" y="122710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0.488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72716" y="21132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72716" y="17648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72716" y="14165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1440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7656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3872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40089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682747" y="20378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02367" y="194213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656221" y="188256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670820" y="21125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48357" y="215028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95682" y="146402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695011" y="20424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665929" y="17900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686336" y="20414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666223" y="210959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34762" y="19272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18126" y="205060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75261" y="17018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52386" y="20926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39109" y="202835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52021" y="17899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99275" y="21537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109294" y="20440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75323" y="19630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109639" y="12284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37711" y="15273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97970" y="19684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36725" y="19234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97402" y="21449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25113" y="19849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78001" y="192034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100062" y="208067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60589" y="202385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10251" y="2265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43576" y="20468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06985" y="202676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72541" y="19098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62537" y="14464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89641" y="13884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60861" y="168285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48499" y="179997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25084" y="181524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64894" y="17300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56448" y="17843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53217" y="17225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49593" y="20562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35131" y="19523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98625" y="20236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39416" y="16362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59909" y="172514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5264" y="19284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377586" y="17793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49515" y="1200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36212" y="17923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24065" y="19073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85550" y="17975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95506" y="17848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50342" y="18554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809558" y="18043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62200" y="16918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58707" y="179160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11851" y="20152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27884" y="151986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09557" y="20173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44107" y="19987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78487" y="191019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71480" y="18177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91522" y="18318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26332" y="201733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96751" y="171058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02951" y="18460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50319" y="191396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58855" y="18468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34620" y="19152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53290" y="15917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92252" y="18616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09074" y="18024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34800" y="1707970"/>
              <a:ext cx="1087218" cy="419969"/>
            </a:xfrm>
            <a:custGeom>
              <a:avLst/>
              <a:pathLst>
                <a:path w="1087218" h="419969">
                  <a:moveTo>
                    <a:pt x="0" y="118201"/>
                  </a:moveTo>
                  <a:lnTo>
                    <a:pt x="574400" y="104584"/>
                  </a:lnTo>
                  <a:lnTo>
                    <a:pt x="724812" y="82892"/>
                  </a:lnTo>
                  <a:lnTo>
                    <a:pt x="936806" y="38330"/>
                  </a:lnTo>
                  <a:lnTo>
                    <a:pt x="1087218" y="0"/>
                  </a:lnTo>
                  <a:lnTo>
                    <a:pt x="1087218" y="265245"/>
                  </a:lnTo>
                  <a:lnTo>
                    <a:pt x="936806" y="264672"/>
                  </a:lnTo>
                  <a:lnTo>
                    <a:pt x="724812" y="273327"/>
                  </a:lnTo>
                  <a:lnTo>
                    <a:pt x="574400" y="289393"/>
                  </a:lnTo>
                  <a:lnTo>
                    <a:pt x="0" y="41996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34800" y="1707970"/>
              <a:ext cx="1087218" cy="118201"/>
            </a:xfrm>
            <a:custGeom>
              <a:avLst/>
              <a:pathLst>
                <a:path w="1087218" h="118201">
                  <a:moveTo>
                    <a:pt x="0" y="118201"/>
                  </a:moveTo>
                  <a:lnTo>
                    <a:pt x="574400" y="104584"/>
                  </a:lnTo>
                  <a:lnTo>
                    <a:pt x="724812" y="82892"/>
                  </a:lnTo>
                  <a:lnTo>
                    <a:pt x="936806" y="38330"/>
                  </a:lnTo>
                  <a:lnTo>
                    <a:pt x="10872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34800" y="1972643"/>
              <a:ext cx="1087218" cy="155296"/>
            </a:xfrm>
            <a:custGeom>
              <a:avLst/>
              <a:pathLst>
                <a:path w="1087218" h="155296">
                  <a:moveTo>
                    <a:pt x="1087218" y="572"/>
                  </a:moveTo>
                  <a:lnTo>
                    <a:pt x="936806" y="0"/>
                  </a:lnTo>
                  <a:lnTo>
                    <a:pt x="724812" y="8655"/>
                  </a:lnTo>
                  <a:lnTo>
                    <a:pt x="574400" y="24721"/>
                  </a:lnTo>
                  <a:lnTo>
                    <a:pt x="0" y="155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34800" y="1840593"/>
              <a:ext cx="1087218" cy="136462"/>
            </a:xfrm>
            <a:custGeom>
              <a:avLst/>
              <a:pathLst>
                <a:path w="1087218" h="136462">
                  <a:moveTo>
                    <a:pt x="0" y="136462"/>
                  </a:moveTo>
                  <a:lnTo>
                    <a:pt x="574400" y="64366"/>
                  </a:lnTo>
                  <a:lnTo>
                    <a:pt x="724812" y="45487"/>
                  </a:lnTo>
                  <a:lnTo>
                    <a:pt x="936806" y="18879"/>
                  </a:lnTo>
                  <a:lnTo>
                    <a:pt x="108721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278810" y="122725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359607" y="122716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0.234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03558" y="23026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03558" y="20165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603558" y="17303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603558" y="14442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3480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09720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5961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201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63527" y="34875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38288" y="36037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22293" y="329833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363695" y="33207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93986" y="373585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49173" y="33262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53269" y="371887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398539" y="37392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409116" y="36215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436706" y="33869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812969" y="34219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70380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802012" y="326510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88477" y="35296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800385" y="36413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819980" y="35386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58400" y="316922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811394" y="33202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54416" y="34842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98795" y="283980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813391" y="31762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88835" y="34266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80089" y="30673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93559" y="307018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90249" y="36553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95006" y="285780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53957" y="323154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03567" y="332110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02094" y="336767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95605" y="33051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01527" y="340068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71706" y="34079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62732" y="31285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74548" y="34697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93699" y="33219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63107" y="354586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67701" y="35430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86316" y="30971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59900" y="32148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59599" y="309066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74057" y="304474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47874" y="36530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40769" y="345310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76581" y="31261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361" y="292621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0472" y="35490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85675" y="314682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04498" y="330217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510875" y="34044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48513" y="350024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25094" y="34508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12471" y="37360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86730" y="35254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43663" y="35969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86117" y="274458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83822" y="36112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1042" y="34362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72711" y="332836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535088" y="35279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48694" y="33462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67117" y="355306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537916" y="35608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67866" y="357382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55385" y="365967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33789" y="325995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59397" y="359173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58788" y="34939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87385" y="34061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55397" y="348398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20832" y="280868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43686" y="347214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08771" y="35240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51845" y="3120224"/>
              <a:ext cx="1082355" cy="448760"/>
            </a:xfrm>
            <a:custGeom>
              <a:avLst/>
              <a:pathLst>
                <a:path w="1082355" h="448760">
                  <a:moveTo>
                    <a:pt x="0" y="0"/>
                  </a:moveTo>
                  <a:lnTo>
                    <a:pt x="571830" y="126218"/>
                  </a:lnTo>
                  <a:lnTo>
                    <a:pt x="721570" y="140458"/>
                  </a:lnTo>
                  <a:lnTo>
                    <a:pt x="932616" y="145963"/>
                  </a:lnTo>
                  <a:lnTo>
                    <a:pt x="1082355" y="142485"/>
                  </a:lnTo>
                  <a:lnTo>
                    <a:pt x="1082355" y="448760"/>
                  </a:lnTo>
                  <a:lnTo>
                    <a:pt x="932616" y="411582"/>
                  </a:lnTo>
                  <a:lnTo>
                    <a:pt x="721570" y="369590"/>
                  </a:lnTo>
                  <a:lnTo>
                    <a:pt x="571830" y="350130"/>
                  </a:lnTo>
                  <a:lnTo>
                    <a:pt x="0" y="34765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51845" y="3120224"/>
              <a:ext cx="1082355" cy="145963"/>
            </a:xfrm>
            <a:custGeom>
              <a:avLst/>
              <a:pathLst>
                <a:path w="1082355" h="145963">
                  <a:moveTo>
                    <a:pt x="0" y="0"/>
                  </a:moveTo>
                  <a:lnTo>
                    <a:pt x="571830" y="126218"/>
                  </a:lnTo>
                  <a:lnTo>
                    <a:pt x="721570" y="140458"/>
                  </a:lnTo>
                  <a:lnTo>
                    <a:pt x="932616" y="145963"/>
                  </a:lnTo>
                  <a:lnTo>
                    <a:pt x="1082355" y="142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51845" y="3467880"/>
              <a:ext cx="1082355" cy="101104"/>
            </a:xfrm>
            <a:custGeom>
              <a:avLst/>
              <a:pathLst>
                <a:path w="1082355" h="101104">
                  <a:moveTo>
                    <a:pt x="1082355" y="101104"/>
                  </a:moveTo>
                  <a:lnTo>
                    <a:pt x="932616" y="63927"/>
                  </a:lnTo>
                  <a:lnTo>
                    <a:pt x="721570" y="21935"/>
                  </a:lnTo>
                  <a:lnTo>
                    <a:pt x="571830" y="24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51845" y="3294052"/>
              <a:ext cx="1082355" cy="121795"/>
            </a:xfrm>
            <a:custGeom>
              <a:avLst/>
              <a:pathLst>
                <a:path w="1082355" h="121795">
                  <a:moveTo>
                    <a:pt x="0" y="0"/>
                  </a:moveTo>
                  <a:lnTo>
                    <a:pt x="571830" y="64346"/>
                  </a:lnTo>
                  <a:lnTo>
                    <a:pt x="721570" y="81196"/>
                  </a:lnTo>
                  <a:lnTo>
                    <a:pt x="932616" y="104945"/>
                  </a:lnTo>
                  <a:lnTo>
                    <a:pt x="1082355" y="12179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1990992" y="270108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71788" y="270099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0.329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52636" y="36871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52636" y="341272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52636" y="313826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52636" y="28638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311032" y="37282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311032" y="34537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311032" y="31792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311032" y="29048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5184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81263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7341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3420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27099" y="34103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29429" y="320778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31941" y="336150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01569" y="33700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48474" y="353147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62676" y="33403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794537" y="346662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53276" y="34066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814730" y="35596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849643" y="35831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20129" y="36579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52093" y="362942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54306" y="34901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38181" y="36088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232909" y="34955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41147" y="329337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12795" y="36350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171150" y="36258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99359" y="34792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79140" y="33255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50414" y="34192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30105" y="36279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87911" y="32514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83086" y="35025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216453" y="33745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228871" y="336260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32139" y="31447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185442" y="327365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50261" y="329733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57330" y="37086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83279" y="334790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16922" y="35693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61577" y="35978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32219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69566" y="30977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609062" y="32817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83717" y="34677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600372" y="33922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18598" y="36801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04481" y="35589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6949" y="35469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72065" y="35690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73527" y="34086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44572" y="36143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21848" y="35246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67990" y="32388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47723" y="34707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37427" y="26741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99638" y="344964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81005" y="350551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65193" y="31065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92334" y="36237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949781" y="321253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87642" y="35517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926847" y="35153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974528" y="329932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80195" y="315080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909742" y="35686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972825" y="33820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935513" y="34818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960808" y="33161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66630" y="36070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52480" y="32564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948734" y="322186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917790" y="348899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78888" y="328485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56855" y="322418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44400" y="34607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02597" y="32354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67641" y="36385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28333" y="35511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07544" y="37000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83950" y="3342710"/>
              <a:ext cx="1079650" cy="219130"/>
            </a:xfrm>
            <a:custGeom>
              <a:avLst/>
              <a:pathLst>
                <a:path w="1079650" h="219130">
                  <a:moveTo>
                    <a:pt x="0" y="23259"/>
                  </a:moveTo>
                  <a:lnTo>
                    <a:pt x="570401" y="24889"/>
                  </a:lnTo>
                  <a:lnTo>
                    <a:pt x="719767" y="20268"/>
                  </a:lnTo>
                  <a:lnTo>
                    <a:pt x="930285" y="9856"/>
                  </a:lnTo>
                  <a:lnTo>
                    <a:pt x="1079650" y="0"/>
                  </a:lnTo>
                  <a:lnTo>
                    <a:pt x="1079650" y="175490"/>
                  </a:lnTo>
                  <a:lnTo>
                    <a:pt x="930285" y="174888"/>
                  </a:lnTo>
                  <a:lnTo>
                    <a:pt x="719767" y="177522"/>
                  </a:lnTo>
                  <a:lnTo>
                    <a:pt x="570401" y="182156"/>
                  </a:lnTo>
                  <a:lnTo>
                    <a:pt x="0" y="21913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83950" y="3342710"/>
              <a:ext cx="1079650" cy="24889"/>
            </a:xfrm>
            <a:custGeom>
              <a:avLst/>
              <a:pathLst>
                <a:path w="1079650" h="24889">
                  <a:moveTo>
                    <a:pt x="0" y="23259"/>
                  </a:moveTo>
                  <a:lnTo>
                    <a:pt x="570401" y="24889"/>
                  </a:lnTo>
                  <a:lnTo>
                    <a:pt x="719767" y="20268"/>
                  </a:lnTo>
                  <a:lnTo>
                    <a:pt x="930285" y="9856"/>
                  </a:lnTo>
                  <a:lnTo>
                    <a:pt x="10796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83950" y="3517599"/>
              <a:ext cx="1079650" cy="44241"/>
            </a:xfrm>
            <a:custGeom>
              <a:avLst/>
              <a:pathLst>
                <a:path w="1079650" h="44241">
                  <a:moveTo>
                    <a:pt x="1079650" y="601"/>
                  </a:moveTo>
                  <a:lnTo>
                    <a:pt x="930285" y="0"/>
                  </a:lnTo>
                  <a:lnTo>
                    <a:pt x="719767" y="2633"/>
                  </a:lnTo>
                  <a:lnTo>
                    <a:pt x="570401" y="7267"/>
                  </a:lnTo>
                  <a:lnTo>
                    <a:pt x="0" y="442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83950" y="3430455"/>
              <a:ext cx="1079650" cy="33449"/>
            </a:xfrm>
            <a:custGeom>
              <a:avLst/>
              <a:pathLst>
                <a:path w="1079650" h="33449">
                  <a:moveTo>
                    <a:pt x="0" y="33449"/>
                  </a:moveTo>
                  <a:lnTo>
                    <a:pt x="570401" y="15777"/>
                  </a:lnTo>
                  <a:lnTo>
                    <a:pt x="719767" y="11149"/>
                  </a:lnTo>
                  <a:lnTo>
                    <a:pt x="930285" y="4627"/>
                  </a:lnTo>
                  <a:lnTo>
                    <a:pt x="107965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20392" y="270101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01188" y="270092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0.500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41874" y="37911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41874" y="34591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41874" y="31272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41874" y="27953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8395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4383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60371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6360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93863" y="35000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25379" y="29031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234655" y="326148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97319" y="35246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321985" y="338363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90350" y="33933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62391" y="306540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253126" y="35092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77368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321357" y="34832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89027" y="36422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595132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55243" y="33451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35450" y="35960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23453" y="35032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586657" y="34417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86331" y="35276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54439" y="36766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02213" y="32621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44251" y="34004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50891" y="31258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89173" y="34866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593995" y="318804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593603" y="33473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77261" y="35259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599567" y="326227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594640" y="306228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81780" y="279849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82730" y="35618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03843" y="34660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74612" y="323598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48234" y="343950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47723" y="33649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28955" y="36451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23827" y="359303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5013029" y="33877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5012211" y="336379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98187" y="30392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60301" y="34837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77267" y="30461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5009541" y="35289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5013767" y="36651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57115" y="33124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950079" y="32005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03696" y="35839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041041" y="33152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87087" y="30215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019566" y="330312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75414" y="32532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77127" y="332486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402312" y="34607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90334" y="35126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26856" y="35098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43650" y="34783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68561" y="31964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53650" y="32814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46930" y="32092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72420" y="295296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86553" y="35241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89787" y="30821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96081" y="286141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83657" y="36180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81901" y="323088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99377" y="35382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60121" y="279107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77040" y="32675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58973" y="31494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53594" y="33758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28292" y="32755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11782" y="34945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405370" y="31980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35731" y="35356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312198" y="3198809"/>
              <a:ext cx="1088682" cy="307793"/>
            </a:xfrm>
            <a:custGeom>
              <a:avLst/>
              <a:pathLst>
                <a:path w="1088682" h="307793">
                  <a:moveTo>
                    <a:pt x="0" y="55182"/>
                  </a:moveTo>
                  <a:lnTo>
                    <a:pt x="575173" y="43110"/>
                  </a:lnTo>
                  <a:lnTo>
                    <a:pt x="725788" y="33747"/>
                  </a:lnTo>
                  <a:lnTo>
                    <a:pt x="938068" y="15784"/>
                  </a:lnTo>
                  <a:lnTo>
                    <a:pt x="1088682" y="0"/>
                  </a:lnTo>
                  <a:lnTo>
                    <a:pt x="1088682" y="227537"/>
                  </a:lnTo>
                  <a:lnTo>
                    <a:pt x="938068" y="230490"/>
                  </a:lnTo>
                  <a:lnTo>
                    <a:pt x="725788" y="238936"/>
                  </a:lnTo>
                  <a:lnTo>
                    <a:pt x="575173" y="248310"/>
                  </a:lnTo>
                  <a:lnTo>
                    <a:pt x="0" y="30779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312198" y="3198809"/>
              <a:ext cx="1088682" cy="55182"/>
            </a:xfrm>
            <a:custGeom>
              <a:avLst/>
              <a:pathLst>
                <a:path w="1088682" h="55182">
                  <a:moveTo>
                    <a:pt x="0" y="55182"/>
                  </a:moveTo>
                  <a:lnTo>
                    <a:pt x="575173" y="43110"/>
                  </a:lnTo>
                  <a:lnTo>
                    <a:pt x="725788" y="33747"/>
                  </a:lnTo>
                  <a:lnTo>
                    <a:pt x="938068" y="15784"/>
                  </a:lnTo>
                  <a:lnTo>
                    <a:pt x="10886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312198" y="3426346"/>
              <a:ext cx="1088682" cy="80255"/>
            </a:xfrm>
            <a:custGeom>
              <a:avLst/>
              <a:pathLst>
                <a:path w="1088682" h="80255">
                  <a:moveTo>
                    <a:pt x="1088682" y="0"/>
                  </a:moveTo>
                  <a:lnTo>
                    <a:pt x="938068" y="2952"/>
                  </a:lnTo>
                  <a:lnTo>
                    <a:pt x="725788" y="11398"/>
                  </a:lnTo>
                  <a:lnTo>
                    <a:pt x="575173" y="20772"/>
                  </a:lnTo>
                  <a:lnTo>
                    <a:pt x="0" y="80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312198" y="3312578"/>
              <a:ext cx="1088682" cy="67718"/>
            </a:xfrm>
            <a:custGeom>
              <a:avLst/>
              <a:pathLst>
                <a:path w="1088682" h="67718">
                  <a:moveTo>
                    <a:pt x="0" y="67718"/>
                  </a:moveTo>
                  <a:lnTo>
                    <a:pt x="575173" y="31941"/>
                  </a:lnTo>
                  <a:lnTo>
                    <a:pt x="725788" y="22572"/>
                  </a:lnTo>
                  <a:lnTo>
                    <a:pt x="938068" y="9368"/>
                  </a:lnTo>
                  <a:lnTo>
                    <a:pt x="108868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857673" y="270105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38469" y="270095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0.281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72716" y="35427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72716" y="32125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72716" y="28823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31219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7509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3798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40088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00282" y="475384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24625" y="49503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49308" y="493449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80733" y="45227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63695" y="500210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379811" y="48716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372541" y="511132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420413" y="506457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76694" y="46939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429994" y="48363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88023" y="49714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61167" y="471489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800534" y="478170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87152" y="51690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91995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60330" y="43202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63324" y="49746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43937" y="51765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807497" y="51346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49126" y="49646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51199" y="49167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61121" y="50791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0956" y="50287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49162" y="49812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34435" y="50971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63666" y="48865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772308" y="50681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54261" y="493867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51774" y="476950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86174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88099" y="490884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54919" y="50640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55507" y="46228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62042" y="49359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087861" y="470626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66899" y="501135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44716" y="484779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62286" y="49633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4886" y="50333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52584" y="44423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16676" y="49637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52301" y="50931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22649" y="45167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103481" y="465269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125253" y="48726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58579" y="51394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26793" y="49595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85781" y="484507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80035" y="49251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518476" y="49177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55333" y="494438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53467" y="50365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43878" y="48968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94765" y="48581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61569" y="48335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51525" y="491488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56286" y="50417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527965" y="47331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512274" y="505574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500494" y="49406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533072" y="50015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532843" y="51586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533466" y="50344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543686" y="508454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82799" y="501736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539524" y="48768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524682" y="50576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98784" y="48306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509211" y="497862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97043" y="48464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76350" y="49317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47491" y="50928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438773" y="4787840"/>
              <a:ext cx="1092865" cy="277653"/>
            </a:xfrm>
            <a:custGeom>
              <a:avLst/>
              <a:pathLst>
                <a:path w="1092865" h="277653">
                  <a:moveTo>
                    <a:pt x="0" y="0"/>
                  </a:moveTo>
                  <a:lnTo>
                    <a:pt x="577383" y="78073"/>
                  </a:lnTo>
                  <a:lnTo>
                    <a:pt x="728577" y="91112"/>
                  </a:lnTo>
                  <a:lnTo>
                    <a:pt x="941672" y="103462"/>
                  </a:lnTo>
                  <a:lnTo>
                    <a:pt x="1092865" y="108676"/>
                  </a:lnTo>
                  <a:lnTo>
                    <a:pt x="1092865" y="277653"/>
                  </a:lnTo>
                  <a:lnTo>
                    <a:pt x="941672" y="256882"/>
                  </a:lnTo>
                  <a:lnTo>
                    <a:pt x="728577" y="232608"/>
                  </a:lnTo>
                  <a:lnTo>
                    <a:pt x="577383" y="219662"/>
                  </a:lnTo>
                  <a:lnTo>
                    <a:pt x="0" y="19850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438773" y="4787840"/>
              <a:ext cx="1092865" cy="108676"/>
            </a:xfrm>
            <a:custGeom>
              <a:avLst/>
              <a:pathLst>
                <a:path w="1092865" h="108676">
                  <a:moveTo>
                    <a:pt x="0" y="0"/>
                  </a:moveTo>
                  <a:lnTo>
                    <a:pt x="577383" y="78073"/>
                  </a:lnTo>
                  <a:lnTo>
                    <a:pt x="728577" y="91112"/>
                  </a:lnTo>
                  <a:lnTo>
                    <a:pt x="941672" y="103462"/>
                  </a:lnTo>
                  <a:lnTo>
                    <a:pt x="1092865" y="108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38773" y="4986343"/>
              <a:ext cx="1092865" cy="79150"/>
            </a:xfrm>
            <a:custGeom>
              <a:avLst/>
              <a:pathLst>
                <a:path w="1092865" h="79150">
                  <a:moveTo>
                    <a:pt x="1092865" y="79150"/>
                  </a:moveTo>
                  <a:lnTo>
                    <a:pt x="941672" y="58379"/>
                  </a:lnTo>
                  <a:lnTo>
                    <a:pt x="728577" y="34105"/>
                  </a:lnTo>
                  <a:lnTo>
                    <a:pt x="577383" y="211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38773" y="4887091"/>
              <a:ext cx="1092865" cy="93913"/>
            </a:xfrm>
            <a:custGeom>
              <a:avLst/>
              <a:pathLst>
                <a:path w="1092865" h="93913">
                  <a:moveTo>
                    <a:pt x="0" y="0"/>
                  </a:moveTo>
                  <a:lnTo>
                    <a:pt x="577383" y="49616"/>
                  </a:lnTo>
                  <a:lnTo>
                    <a:pt x="728577" y="62609"/>
                  </a:lnTo>
                  <a:lnTo>
                    <a:pt x="941672" y="80921"/>
                  </a:lnTo>
                  <a:lnTo>
                    <a:pt x="1092865" y="939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1988431" y="417496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069227" y="417487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0.114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52636" y="516113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52636" y="47878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52636" y="441458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311032" y="52021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311032" y="48288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311032" y="44555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43877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80306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6735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316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40699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7128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3557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49986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23102" y="466138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18237" y="43954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794537" y="471517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26827" y="46661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813806" y="426121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825148" y="465064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48200" y="500347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809457" y="48809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809735" y="46783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29400" y="42026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08701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67915" y="46142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86086" y="47101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29953" y="51042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48337" y="47195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27914" y="486866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83777" y="49503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28731" y="50261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189791" y="48081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81503" y="45131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99972" y="44615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93689" y="49460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154561" y="47846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61100" y="48297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81202" y="47233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206127" y="440895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150954" y="48927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184034" y="426209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22218" y="436817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00408" y="47661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17114" y="469119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54133" y="48792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56529" y="48539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44301" y="49572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26995" y="46163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46518" y="45092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61502" y="45207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40282" y="45704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63303" y="47318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602472" y="430044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46767" y="497865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02108" y="50877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601940" y="46608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65633" y="44546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62848" y="473506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31091" y="50867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18960" y="4148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57378" y="459551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961147" y="489027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917356" y="472446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911339" y="48802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950521" y="48602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921564" y="49481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942071" y="466449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67269" y="482561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20540" y="517365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916464" y="47323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916948" y="49434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05210" y="49553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44469" y="47957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972989" y="46981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82434" y="50372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90880" y="49643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74528" y="498709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927742" y="44687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941888" y="46067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948558" y="499039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952264" y="47829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961833" y="46422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34596" y="46688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887699" y="46233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947989" y="48726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47793" y="4543555"/>
              <a:ext cx="1112173" cy="378906"/>
            </a:xfrm>
            <a:custGeom>
              <a:avLst/>
              <a:pathLst>
                <a:path w="1112173" h="378906">
                  <a:moveTo>
                    <a:pt x="0" y="0"/>
                  </a:moveTo>
                  <a:lnTo>
                    <a:pt x="587584" y="114084"/>
                  </a:lnTo>
                  <a:lnTo>
                    <a:pt x="741448" y="135627"/>
                  </a:lnTo>
                  <a:lnTo>
                    <a:pt x="958308" y="159297"/>
                  </a:lnTo>
                  <a:lnTo>
                    <a:pt x="1112173" y="172076"/>
                  </a:lnTo>
                  <a:lnTo>
                    <a:pt x="1112173" y="378906"/>
                  </a:lnTo>
                  <a:lnTo>
                    <a:pt x="958308" y="348681"/>
                  </a:lnTo>
                  <a:lnTo>
                    <a:pt x="741448" y="311741"/>
                  </a:lnTo>
                  <a:lnTo>
                    <a:pt x="587584" y="290281"/>
                  </a:lnTo>
                  <a:lnTo>
                    <a:pt x="0" y="24014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47793" y="4543555"/>
              <a:ext cx="1112173" cy="172076"/>
            </a:xfrm>
            <a:custGeom>
              <a:avLst/>
              <a:pathLst>
                <a:path w="1112173" h="172076">
                  <a:moveTo>
                    <a:pt x="0" y="0"/>
                  </a:moveTo>
                  <a:lnTo>
                    <a:pt x="587584" y="114084"/>
                  </a:lnTo>
                  <a:lnTo>
                    <a:pt x="741448" y="135627"/>
                  </a:lnTo>
                  <a:lnTo>
                    <a:pt x="958308" y="159297"/>
                  </a:lnTo>
                  <a:lnTo>
                    <a:pt x="1112173" y="172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47793" y="4783697"/>
              <a:ext cx="1112173" cy="138764"/>
            </a:xfrm>
            <a:custGeom>
              <a:avLst/>
              <a:pathLst>
                <a:path w="1112173" h="138764">
                  <a:moveTo>
                    <a:pt x="1112173" y="138764"/>
                  </a:moveTo>
                  <a:lnTo>
                    <a:pt x="958308" y="108539"/>
                  </a:lnTo>
                  <a:lnTo>
                    <a:pt x="741448" y="71599"/>
                  </a:lnTo>
                  <a:lnTo>
                    <a:pt x="587584" y="501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47793" y="4663626"/>
              <a:ext cx="1112173" cy="155420"/>
            </a:xfrm>
            <a:custGeom>
              <a:avLst/>
              <a:pathLst>
                <a:path w="1112173" h="155420">
                  <a:moveTo>
                    <a:pt x="0" y="0"/>
                  </a:moveTo>
                  <a:lnTo>
                    <a:pt x="587584" y="82111"/>
                  </a:lnTo>
                  <a:lnTo>
                    <a:pt x="741448" y="103613"/>
                  </a:lnTo>
                  <a:lnTo>
                    <a:pt x="958308" y="133918"/>
                  </a:lnTo>
                  <a:lnTo>
                    <a:pt x="1112173" y="15542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16757" y="417489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497554" y="417480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0.027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41874" y="52104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41874" y="48447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41874" y="44790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4779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1851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58924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5996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1601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18674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5746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2819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94211" y="50526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30121" y="49267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47182" y="506799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88864" y="4302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262320" y="48226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280269" y="46306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92349" y="52130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29249" y="492271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25379" y="47957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63914" y="44876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08145" y="47917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49763" y="454765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13645" y="50549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19689" y="51166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580284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589474" y="43234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51542" y="51708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97965" y="50865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564683" y="51298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12503" y="50390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41203" y="500293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594091" y="51451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659153" y="490098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583473" y="49365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625667" y="47105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593406" y="481473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63001" y="514917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53312" y="502491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78312" y="505526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5004378" y="50068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41660" y="500589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5037919" y="49734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36378" y="49875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93183" y="50585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5010566" y="503516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78547" y="474996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63867" y="51022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43485" y="485495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5032080" y="50826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5011347" y="48979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5019426" y="50714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54959" y="51093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76212" y="46557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971103" y="50274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959735" y="47943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988153" y="49447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946756" y="48404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58427" y="48510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92414" y="51446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53465" y="496377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95416" y="479758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59639" y="49489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58966" y="48317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81237" y="50273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402671" y="49216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04454" y="503860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46935" y="47630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80832" y="478166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27761" y="496882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405370" y="50713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99310" y="491396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67938" y="50823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402948" y="49023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37917" y="51297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91710" y="46793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48427" y="50683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403995" y="502834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22366" y="49277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13542" y="48483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99024" y="49395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89192" y="49837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52957" y="50518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281648" y="4691813"/>
              <a:ext cx="1112553" cy="500786"/>
            </a:xfrm>
            <a:custGeom>
              <a:avLst/>
              <a:pathLst>
                <a:path w="1112553" h="500786">
                  <a:moveTo>
                    <a:pt x="0" y="0"/>
                  </a:moveTo>
                  <a:lnTo>
                    <a:pt x="587785" y="163504"/>
                  </a:lnTo>
                  <a:lnTo>
                    <a:pt x="741702" y="172219"/>
                  </a:lnTo>
                  <a:lnTo>
                    <a:pt x="958636" y="160272"/>
                  </a:lnTo>
                  <a:lnTo>
                    <a:pt x="1112553" y="142774"/>
                  </a:lnTo>
                  <a:lnTo>
                    <a:pt x="1112553" y="500786"/>
                  </a:lnTo>
                  <a:lnTo>
                    <a:pt x="958636" y="449195"/>
                  </a:lnTo>
                  <a:lnTo>
                    <a:pt x="741702" y="389196"/>
                  </a:lnTo>
                  <a:lnTo>
                    <a:pt x="587785" y="363818"/>
                  </a:lnTo>
                  <a:lnTo>
                    <a:pt x="0" y="39712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81648" y="4691813"/>
              <a:ext cx="1112553" cy="172219"/>
            </a:xfrm>
            <a:custGeom>
              <a:avLst/>
              <a:pathLst>
                <a:path w="1112553" h="172219">
                  <a:moveTo>
                    <a:pt x="0" y="0"/>
                  </a:moveTo>
                  <a:lnTo>
                    <a:pt x="587785" y="163504"/>
                  </a:lnTo>
                  <a:lnTo>
                    <a:pt x="741702" y="172219"/>
                  </a:lnTo>
                  <a:lnTo>
                    <a:pt x="958636" y="160272"/>
                  </a:lnTo>
                  <a:lnTo>
                    <a:pt x="1112553" y="142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81648" y="5055631"/>
              <a:ext cx="1112553" cy="136968"/>
            </a:xfrm>
            <a:custGeom>
              <a:avLst/>
              <a:pathLst>
                <a:path w="1112553" h="136968">
                  <a:moveTo>
                    <a:pt x="1112553" y="136968"/>
                  </a:moveTo>
                  <a:lnTo>
                    <a:pt x="958636" y="85377"/>
                  </a:lnTo>
                  <a:lnTo>
                    <a:pt x="741702" y="25377"/>
                  </a:lnTo>
                  <a:lnTo>
                    <a:pt x="587785" y="0"/>
                  </a:lnTo>
                  <a:lnTo>
                    <a:pt x="0" y="33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81648" y="4890376"/>
              <a:ext cx="1112553" cy="123217"/>
            </a:xfrm>
            <a:custGeom>
              <a:avLst/>
              <a:pathLst>
                <a:path w="1112553" h="123217">
                  <a:moveTo>
                    <a:pt x="0" y="0"/>
                  </a:moveTo>
                  <a:lnTo>
                    <a:pt x="587785" y="65098"/>
                  </a:lnTo>
                  <a:lnTo>
                    <a:pt x="741702" y="82144"/>
                  </a:lnTo>
                  <a:lnTo>
                    <a:pt x="958636" y="106170"/>
                  </a:lnTo>
                  <a:lnTo>
                    <a:pt x="1112553" y="12321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50993" y="417488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31789" y="417479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0.459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72716" y="51915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72716" y="49368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72716" y="46821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72716" y="44274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72716" y="41726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28164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5249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2335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9420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4987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2072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157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6242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35703" y="49089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47113" y="49667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754969" y="503080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656221" y="46410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682628" y="49408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710729" y="466090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666046" y="517005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665808" y="50288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68101" y="47011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709555" y="45852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43993" y="48568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41894" y="46427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103013" y="49979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62572" y="51602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113248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85152" y="42345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42861" y="51001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65587" y="51862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47852" y="51753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19707" y="50625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103278" y="51106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87711" y="51488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110913" y="51180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55417" y="51111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111768" y="50617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075026" y="49750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81863" y="517459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19347" y="500979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76883" y="499734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43273" y="51884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386304" y="51056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17315" y="513848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86568" y="49052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17413" y="50480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64496" y="48599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36987" y="49973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35083" y="505475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15355" y="494836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64779" y="51460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55587" y="46914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32833" y="50982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429615" y="51525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443995" y="462074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35602" y="49317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474645" y="484334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470089" y="50895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478141" y="50008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461190" y="486094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89561" y="50677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808498" y="50281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816568" y="49417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818986" y="50585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836212" y="49017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50130" y="50077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826544" y="49473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78424" y="497863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812747" y="50243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823566" y="47624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809788" y="51274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80944" y="50392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61747" y="50411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804101" y="516082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808272" y="49883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44131" y="516037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65987" y="489252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55994" y="50304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749522" y="50389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757103" y="495190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815616" y="50085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785787" y="49852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784195" y="50166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741501" y="51391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44198" y="4730718"/>
              <a:ext cx="1087091" cy="520292"/>
            </a:xfrm>
            <a:custGeom>
              <a:avLst/>
              <a:pathLst>
                <a:path w="1087091" h="520292">
                  <a:moveTo>
                    <a:pt x="0" y="0"/>
                  </a:moveTo>
                  <a:lnTo>
                    <a:pt x="574333" y="169641"/>
                  </a:lnTo>
                  <a:lnTo>
                    <a:pt x="724727" y="176005"/>
                  </a:lnTo>
                  <a:lnTo>
                    <a:pt x="936697" y="158950"/>
                  </a:lnTo>
                  <a:lnTo>
                    <a:pt x="1087091" y="137609"/>
                  </a:lnTo>
                  <a:lnTo>
                    <a:pt x="1087091" y="520292"/>
                  </a:lnTo>
                  <a:lnTo>
                    <a:pt x="936697" y="465730"/>
                  </a:lnTo>
                  <a:lnTo>
                    <a:pt x="724727" y="401852"/>
                  </a:lnTo>
                  <a:lnTo>
                    <a:pt x="574333" y="374994"/>
                  </a:lnTo>
                  <a:lnTo>
                    <a:pt x="0" y="41776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44198" y="4730718"/>
              <a:ext cx="1087091" cy="176005"/>
            </a:xfrm>
            <a:custGeom>
              <a:avLst/>
              <a:pathLst>
                <a:path w="1087091" h="176005">
                  <a:moveTo>
                    <a:pt x="0" y="0"/>
                  </a:moveTo>
                  <a:lnTo>
                    <a:pt x="574333" y="169641"/>
                  </a:lnTo>
                  <a:lnTo>
                    <a:pt x="724727" y="176005"/>
                  </a:lnTo>
                  <a:lnTo>
                    <a:pt x="936697" y="158950"/>
                  </a:lnTo>
                  <a:lnTo>
                    <a:pt x="1087091" y="137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44198" y="5105713"/>
              <a:ext cx="1087091" cy="145298"/>
            </a:xfrm>
            <a:custGeom>
              <a:avLst/>
              <a:pathLst>
                <a:path w="1087091" h="145298">
                  <a:moveTo>
                    <a:pt x="1087091" y="145298"/>
                  </a:moveTo>
                  <a:lnTo>
                    <a:pt x="936697" y="90735"/>
                  </a:lnTo>
                  <a:lnTo>
                    <a:pt x="724727" y="26857"/>
                  </a:lnTo>
                  <a:lnTo>
                    <a:pt x="574333" y="0"/>
                  </a:lnTo>
                  <a:lnTo>
                    <a:pt x="0" y="42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44198" y="4939602"/>
              <a:ext cx="1087091" cy="120067"/>
            </a:xfrm>
            <a:custGeom>
              <a:avLst/>
              <a:pathLst>
                <a:path w="1087091" h="120067">
                  <a:moveTo>
                    <a:pt x="0" y="0"/>
                  </a:moveTo>
                  <a:lnTo>
                    <a:pt x="574333" y="63434"/>
                  </a:lnTo>
                  <a:lnTo>
                    <a:pt x="724727" y="80045"/>
                  </a:lnTo>
                  <a:lnTo>
                    <a:pt x="936697" y="103456"/>
                  </a:lnTo>
                  <a:lnTo>
                    <a:pt x="1087091" y="12006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288082" y="417489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368878" y="417480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0.498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603558" y="50478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603558" y="46584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603558" y="42690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4419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10656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689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3129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71242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7478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3715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79951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44517" y="5822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622492" y="5822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106777" y="5822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72134" y="5822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4050110" y="5822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4515466" y="5822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980823" y="5822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5433470" y="5822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5911445" y="582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383112" y="5822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2026-07-20T15:00:56Z</dcterms:modified>
  <cp:category/>
</cp:coreProperties>
</file>