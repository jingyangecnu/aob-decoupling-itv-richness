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5112000"/>
            <a:chOff x="914400" y="914400"/>
            <a:chExt cx="6120000" cy="5112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034400" y="914400"/>
              <a:ext cx="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39705"/>
              <a:ext cx="1704152" cy="135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669163" y="939705"/>
              <a:ext cx="1438208" cy="135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4107371" y="939705"/>
              <a:ext cx="1438208" cy="135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5545580" y="939705"/>
              <a:ext cx="1438208" cy="135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65010" y="2297961"/>
              <a:ext cx="1704152" cy="135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669163" y="2297961"/>
              <a:ext cx="1438208" cy="135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4107371" y="2297961"/>
              <a:ext cx="1438208" cy="135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965010" y="3656218"/>
              <a:ext cx="1704152" cy="23448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2669163" y="3656218"/>
              <a:ext cx="1438208" cy="23448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4107371" y="3656218"/>
              <a:ext cx="1438208" cy="23448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5545580" y="3656218"/>
              <a:ext cx="1438208" cy="23448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1310032" y="1141550"/>
              <a:ext cx="1308520" cy="1102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356313" y="187188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374509" y="170572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384330" y="1790335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415953" y="153621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331952" y="215651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392687" y="178043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361929" y="197914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413297" y="185972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409675" y="165696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346020" y="179643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772033" y="169485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747683" y="158448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720977" y="156896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783072" y="182346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785552" y="177109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695791" y="164544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693956" y="174169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763381" y="192906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715929" y="186307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766732" y="154192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782215" y="156855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750496" y="180181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747907" y="185879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711197" y="198536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785519" y="185701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735124" y="170902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724442" y="184542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742832" y="171920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090997" y="169550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136796" y="172308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087643" y="1875749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137666" y="160122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109778" y="171914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080887" y="173566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086833" y="178135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126555" y="172033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153643" y="182902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140918" y="142931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081566" y="151388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085800" y="148343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075754" y="144490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111627" y="170217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143761" y="165936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129707" y="156873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092311" y="186538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086697" y="174713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122797" y="169356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125466" y="162404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500660" y="156779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457271" y="161359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2520742" y="181617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521516" y="163812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2452936" y="178656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452645" y="187643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2510002" y="170090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457260" y="168876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2429028" y="163364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438227" y="177849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432283" y="165595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432147" y="122296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493139" y="179259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423019" y="131137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487974" y="171724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430669" y="146994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489433" y="143915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483036" y="145649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2501612" y="177320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477268" y="161037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479500" y="174804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450520" y="167354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518892" y="134930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444573" y="115411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1414774" y="1582654"/>
              <a:ext cx="1093679" cy="349715"/>
            </a:xfrm>
            <a:custGeom>
              <a:avLst/>
              <a:pathLst>
                <a:path w="1093679" h="349715">
                  <a:moveTo>
                    <a:pt x="0" y="198064"/>
                  </a:moveTo>
                  <a:lnTo>
                    <a:pt x="577813" y="117625"/>
                  </a:lnTo>
                  <a:lnTo>
                    <a:pt x="729119" y="88088"/>
                  </a:lnTo>
                  <a:lnTo>
                    <a:pt x="942373" y="38787"/>
                  </a:lnTo>
                  <a:lnTo>
                    <a:pt x="1093679" y="0"/>
                  </a:lnTo>
                  <a:lnTo>
                    <a:pt x="1093679" y="118748"/>
                  </a:lnTo>
                  <a:lnTo>
                    <a:pt x="942373" y="139315"/>
                  </a:lnTo>
                  <a:lnTo>
                    <a:pt x="729119" y="173670"/>
                  </a:lnTo>
                  <a:lnTo>
                    <a:pt x="577813" y="203488"/>
                  </a:lnTo>
                  <a:lnTo>
                    <a:pt x="0" y="349715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414774" y="1582654"/>
              <a:ext cx="1093679" cy="198064"/>
            </a:xfrm>
            <a:custGeom>
              <a:avLst/>
              <a:pathLst>
                <a:path w="1093679" h="198064">
                  <a:moveTo>
                    <a:pt x="0" y="198064"/>
                  </a:moveTo>
                  <a:lnTo>
                    <a:pt x="577813" y="117625"/>
                  </a:lnTo>
                  <a:lnTo>
                    <a:pt x="729119" y="88088"/>
                  </a:lnTo>
                  <a:lnTo>
                    <a:pt x="942373" y="38787"/>
                  </a:lnTo>
                  <a:lnTo>
                    <a:pt x="109367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414774" y="1701402"/>
              <a:ext cx="1093679" cy="230967"/>
            </a:xfrm>
            <a:custGeom>
              <a:avLst/>
              <a:pathLst>
                <a:path w="1093679" h="230967">
                  <a:moveTo>
                    <a:pt x="1093679" y="0"/>
                  </a:moveTo>
                  <a:lnTo>
                    <a:pt x="942373" y="20567"/>
                  </a:lnTo>
                  <a:lnTo>
                    <a:pt x="729119" y="54922"/>
                  </a:lnTo>
                  <a:lnTo>
                    <a:pt x="577813" y="84740"/>
                  </a:lnTo>
                  <a:lnTo>
                    <a:pt x="0" y="2309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414774" y="1642028"/>
              <a:ext cx="1093679" cy="214515"/>
            </a:xfrm>
            <a:custGeom>
              <a:avLst/>
              <a:pathLst>
                <a:path w="1093679" h="214515">
                  <a:moveTo>
                    <a:pt x="0" y="214515"/>
                  </a:moveTo>
                  <a:lnTo>
                    <a:pt x="577813" y="101182"/>
                  </a:lnTo>
                  <a:lnTo>
                    <a:pt x="729119" y="71505"/>
                  </a:lnTo>
                  <a:lnTo>
                    <a:pt x="942373" y="29677"/>
                  </a:lnTo>
                  <a:lnTo>
                    <a:pt x="1093679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tx93"/>
            <p:cNvSpPr/>
            <p:nvPr/>
          </p:nvSpPr>
          <p:spPr>
            <a:xfrm>
              <a:off x="2019570" y="1186021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5" name="tx94"/>
            <p:cNvSpPr/>
            <p:nvPr/>
          </p:nvSpPr>
          <p:spPr>
            <a:xfrm>
              <a:off x="2092311" y="1186021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&lt; 0.001</a:t>
              </a:r>
            </a:p>
          </p:txBody>
        </p:sp>
        <p:sp>
          <p:nvSpPr>
            <p:cNvPr id="96" name="rc95"/>
            <p:cNvSpPr/>
            <p:nvPr/>
          </p:nvSpPr>
          <p:spPr>
            <a:xfrm>
              <a:off x="1310032" y="1141550"/>
              <a:ext cx="1308520" cy="1102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310032" y="1141550"/>
              <a:ext cx="0" cy="1102638"/>
            </a:xfrm>
            <a:custGeom>
              <a:avLst/>
              <a:pathLst>
                <a:path w="0" h="1102638">
                  <a:moveTo>
                    <a:pt x="0" y="1102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tx97"/>
            <p:cNvSpPr/>
            <p:nvPr/>
          </p:nvSpPr>
          <p:spPr>
            <a:xfrm rot="-5400000">
              <a:off x="1140466" y="216759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99" name="tx98"/>
            <p:cNvSpPr/>
            <p:nvPr/>
          </p:nvSpPr>
          <p:spPr>
            <a:xfrm rot="-5400000">
              <a:off x="1140466" y="1904058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100" name="tx99"/>
            <p:cNvSpPr/>
            <p:nvPr/>
          </p:nvSpPr>
          <p:spPr>
            <a:xfrm rot="-5400000">
              <a:off x="1140466" y="164052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101" name="tx100"/>
            <p:cNvSpPr/>
            <p:nvPr/>
          </p:nvSpPr>
          <p:spPr>
            <a:xfrm rot="-5400000">
              <a:off x="1140466" y="137698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102" name="tx101"/>
            <p:cNvSpPr/>
            <p:nvPr/>
          </p:nvSpPr>
          <p:spPr>
            <a:xfrm rot="-5400000">
              <a:off x="1140466" y="111344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103" name="pl102"/>
            <p:cNvSpPr/>
            <p:nvPr/>
          </p:nvSpPr>
          <p:spPr>
            <a:xfrm>
              <a:off x="1281564" y="220403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281564" y="194049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281564" y="167695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281564" y="141342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1281564" y="114988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310032" y="2244188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1414774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1779334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2143894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1"/>
            <p:cNvSpPr/>
            <p:nvPr/>
          </p:nvSpPr>
          <p:spPr>
            <a:xfrm>
              <a:off x="2508454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tx112"/>
            <p:cNvSpPr/>
            <p:nvPr/>
          </p:nvSpPr>
          <p:spPr>
            <a:xfrm>
              <a:off x="1310032" y="965010"/>
              <a:ext cx="4657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MLA</a:t>
              </a:r>
            </a:p>
          </p:txBody>
        </p:sp>
        <p:sp>
          <p:nvSpPr>
            <p:cNvPr id="114" name="rc113"/>
            <p:cNvSpPr/>
            <p:nvPr/>
          </p:nvSpPr>
          <p:spPr>
            <a:xfrm>
              <a:off x="2748241" y="1141550"/>
              <a:ext cx="1308520" cy="1102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832715" y="184169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815096" y="183031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770161" y="1743055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2819460" y="167262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2791681" y="208111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2817849" y="214269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775161" y="174217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2862173" y="209768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869451" y="173571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779863" y="159049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3200269" y="175774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3151881" y="179266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3180518" y="127489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3202146" y="172843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3195988" y="134937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3213896" y="165139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3148154" y="159622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3201726" y="183064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3153032" y="175053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3198240" y="198602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3192539" y="199897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3134291" y="192781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3234687" y="215162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3140517" y="203377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3196925" y="207490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3229532" y="191623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3234111" y="200469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3224260" y="177189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3594235" y="140299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3521402" y="184090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3585979" y="158232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3542626" y="181894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3543522" y="165690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3556964" y="182193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3532430" y="135423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3550735" y="164976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3559444" y="172716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3501565" y="194736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3589664" y="173246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3555282" y="124982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3585529" y="159339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3530771" y="181871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3495847" y="182874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3544066" y="194044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3575807" y="212784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3598003" y="200458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3575065" y="196797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3534357" y="163164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3959725" y="158348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3949107" y="149306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3930764" y="171198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3927485" y="179261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3955384" y="215651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3869373" y="179522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3919938" y="215557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3876869" y="172553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3873436" y="180171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3951361" y="205466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3956339" y="167245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3935323" y="115411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3881426" y="185494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3890947" y="158600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3880676" y="162449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3877962" y="149434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3857667" y="1681455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3956655" y="151676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3877397" y="186907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914013" y="164733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3887361" y="182638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953604" y="204594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3899922" y="131977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856633" y="157238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858565" y="1609583"/>
              <a:ext cx="1087352" cy="397845"/>
            </a:xfrm>
            <a:custGeom>
              <a:avLst/>
              <a:pathLst>
                <a:path w="1087352" h="397845">
                  <a:moveTo>
                    <a:pt x="0" y="132293"/>
                  </a:moveTo>
                  <a:lnTo>
                    <a:pt x="574470" y="71502"/>
                  </a:lnTo>
                  <a:lnTo>
                    <a:pt x="724901" y="52245"/>
                  </a:lnTo>
                  <a:lnTo>
                    <a:pt x="936921" y="22652"/>
                  </a:lnTo>
                  <a:lnTo>
                    <a:pt x="1087352" y="0"/>
                  </a:lnTo>
                  <a:lnTo>
                    <a:pt x="1087352" y="251887"/>
                  </a:lnTo>
                  <a:lnTo>
                    <a:pt x="936921" y="267729"/>
                  </a:lnTo>
                  <a:lnTo>
                    <a:pt x="724901" y="292392"/>
                  </a:lnTo>
                  <a:lnTo>
                    <a:pt x="574470" y="311630"/>
                  </a:lnTo>
                  <a:lnTo>
                    <a:pt x="0" y="397845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88" name="pl187"/>
            <p:cNvSpPr/>
            <p:nvPr/>
          </p:nvSpPr>
          <p:spPr>
            <a:xfrm>
              <a:off x="2858565" y="1609583"/>
              <a:ext cx="1087352" cy="132293"/>
            </a:xfrm>
            <a:custGeom>
              <a:avLst/>
              <a:pathLst>
                <a:path w="1087352" h="132293">
                  <a:moveTo>
                    <a:pt x="0" y="132293"/>
                  </a:moveTo>
                  <a:lnTo>
                    <a:pt x="574470" y="71502"/>
                  </a:lnTo>
                  <a:lnTo>
                    <a:pt x="724901" y="52245"/>
                  </a:lnTo>
                  <a:lnTo>
                    <a:pt x="936921" y="22652"/>
                  </a:lnTo>
                  <a:lnTo>
                    <a:pt x="108735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9" name="pl188"/>
            <p:cNvSpPr/>
            <p:nvPr/>
          </p:nvSpPr>
          <p:spPr>
            <a:xfrm>
              <a:off x="2858565" y="1861470"/>
              <a:ext cx="1087352" cy="145957"/>
            </a:xfrm>
            <a:custGeom>
              <a:avLst/>
              <a:pathLst>
                <a:path w="1087352" h="145957">
                  <a:moveTo>
                    <a:pt x="1087352" y="0"/>
                  </a:moveTo>
                  <a:lnTo>
                    <a:pt x="936921" y="15841"/>
                  </a:lnTo>
                  <a:lnTo>
                    <a:pt x="724901" y="40504"/>
                  </a:lnTo>
                  <a:lnTo>
                    <a:pt x="574470" y="59742"/>
                  </a:lnTo>
                  <a:lnTo>
                    <a:pt x="0" y="1459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2858565" y="1735526"/>
              <a:ext cx="1087352" cy="139125"/>
            </a:xfrm>
            <a:custGeom>
              <a:avLst/>
              <a:pathLst>
                <a:path w="1087352" h="139125">
                  <a:moveTo>
                    <a:pt x="0" y="139125"/>
                  </a:moveTo>
                  <a:lnTo>
                    <a:pt x="574470" y="65622"/>
                  </a:lnTo>
                  <a:lnTo>
                    <a:pt x="724901" y="46375"/>
                  </a:lnTo>
                  <a:lnTo>
                    <a:pt x="936921" y="19247"/>
                  </a:lnTo>
                  <a:lnTo>
                    <a:pt x="1087352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tx190"/>
            <p:cNvSpPr/>
            <p:nvPr/>
          </p:nvSpPr>
          <p:spPr>
            <a:xfrm>
              <a:off x="3457033" y="118600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92" name="tx191"/>
            <p:cNvSpPr/>
            <p:nvPr/>
          </p:nvSpPr>
          <p:spPr>
            <a:xfrm>
              <a:off x="3529773" y="1186005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0.005</a:t>
              </a:r>
            </a:p>
          </p:txBody>
        </p:sp>
        <p:sp>
          <p:nvSpPr>
            <p:cNvPr id="193" name="rc192"/>
            <p:cNvSpPr/>
            <p:nvPr/>
          </p:nvSpPr>
          <p:spPr>
            <a:xfrm>
              <a:off x="2748241" y="1141550"/>
              <a:ext cx="1308520" cy="1102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2748241" y="1141550"/>
              <a:ext cx="0" cy="1102638"/>
            </a:xfrm>
            <a:custGeom>
              <a:avLst/>
              <a:pathLst>
                <a:path w="0" h="1102638">
                  <a:moveTo>
                    <a:pt x="0" y="1102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2719773" y="198197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2719773" y="163534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2719773" y="128872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2748241" y="2244188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2858565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3221015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3583466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1"/>
            <p:cNvSpPr/>
            <p:nvPr/>
          </p:nvSpPr>
          <p:spPr>
            <a:xfrm>
              <a:off x="3945917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tx202"/>
            <p:cNvSpPr/>
            <p:nvPr/>
          </p:nvSpPr>
          <p:spPr>
            <a:xfrm>
              <a:off x="2748241" y="965010"/>
              <a:ext cx="45143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SLA</a:t>
              </a:r>
            </a:p>
          </p:txBody>
        </p:sp>
        <p:sp>
          <p:nvSpPr>
            <p:cNvPr id="204" name="rc203"/>
            <p:cNvSpPr/>
            <p:nvPr/>
          </p:nvSpPr>
          <p:spPr>
            <a:xfrm>
              <a:off x="4186450" y="1141550"/>
              <a:ext cx="1308520" cy="1102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4248394" y="196490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4211976" y="198688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4215094" y="208272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4238759" y="179982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4214773" y="183023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4235566" y="178411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4237435" y="205522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4208370" y="193087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4215187" y="201513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4228926" y="163356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4587395" y="211674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4601917" y="194019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4582685" y="158344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4570872" y="194867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4591991" y="215651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4569320" y="215253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4633317" y="199911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4625654" y="212741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4590398" y="155278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4663943" y="115411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4595816" y="190521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4610577" y="201288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4654712" y="199308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4615615" y="204142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4628428" y="192564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4606595" y="180285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4624864" y="186864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4647897" y="1945605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5015330" y="209855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5014329" y="210979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4993283" y="201269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5032303" y="198407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4965648" y="121950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4966362" y="201242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5006949" y="159066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4934546" y="166787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4977042" y="210986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4994154" y="117289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4996242" y="211272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4950360" y="206854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4981053" y="164269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4938076" y="193483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4933882" y="196977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5003925" y="128035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5032450" y="200510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4955026" y="201848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5028665" y="177666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4953164" y="181066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5369084" y="204846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5378046" y="207448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5311919" y="210831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5386641" y="204906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5393923" y="154998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5363917" y="206525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5395134" y="168040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5366861" y="2112039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5322529" y="125435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5370265" y="128132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5363719" y="197200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5379386" y="197314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5301339" y="184846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5391000" y="196855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5353641" y="189185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5346738" y="209175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5321291" y="207760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5384354" y="191493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5326414" y="194828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5367883" y="178178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5369621" y="117507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5397934" y="173787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5378346" y="201847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5358807" y="169208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4294268" y="1768437"/>
              <a:ext cx="1093497" cy="317367"/>
            </a:xfrm>
            <a:custGeom>
              <a:avLst/>
              <a:pathLst>
                <a:path w="1093497" h="317367">
                  <a:moveTo>
                    <a:pt x="0" y="37618"/>
                  </a:moveTo>
                  <a:lnTo>
                    <a:pt x="577717" y="41736"/>
                  </a:lnTo>
                  <a:lnTo>
                    <a:pt x="728998" y="34156"/>
                  </a:lnTo>
                  <a:lnTo>
                    <a:pt x="942216" y="16634"/>
                  </a:lnTo>
                  <a:lnTo>
                    <a:pt x="1093497" y="0"/>
                  </a:lnTo>
                  <a:lnTo>
                    <a:pt x="1093497" y="244983"/>
                  </a:lnTo>
                  <a:lnTo>
                    <a:pt x="942216" y="243567"/>
                  </a:lnTo>
                  <a:lnTo>
                    <a:pt x="728998" y="247494"/>
                  </a:lnTo>
                  <a:lnTo>
                    <a:pt x="577717" y="255132"/>
                  </a:lnTo>
                  <a:lnTo>
                    <a:pt x="0" y="317367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78" name="pl277"/>
            <p:cNvSpPr/>
            <p:nvPr/>
          </p:nvSpPr>
          <p:spPr>
            <a:xfrm>
              <a:off x="4294268" y="1768437"/>
              <a:ext cx="1093497" cy="41736"/>
            </a:xfrm>
            <a:custGeom>
              <a:avLst/>
              <a:pathLst>
                <a:path w="1093497" h="41736">
                  <a:moveTo>
                    <a:pt x="0" y="37618"/>
                  </a:moveTo>
                  <a:lnTo>
                    <a:pt x="577717" y="41736"/>
                  </a:lnTo>
                  <a:lnTo>
                    <a:pt x="728998" y="34156"/>
                  </a:lnTo>
                  <a:lnTo>
                    <a:pt x="942216" y="16634"/>
                  </a:lnTo>
                  <a:lnTo>
                    <a:pt x="10934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9" name="pl278"/>
            <p:cNvSpPr/>
            <p:nvPr/>
          </p:nvSpPr>
          <p:spPr>
            <a:xfrm>
              <a:off x="4294268" y="2012005"/>
              <a:ext cx="1093497" cy="73800"/>
            </a:xfrm>
            <a:custGeom>
              <a:avLst/>
              <a:pathLst>
                <a:path w="1093497" h="73800">
                  <a:moveTo>
                    <a:pt x="1093497" y="1416"/>
                  </a:moveTo>
                  <a:lnTo>
                    <a:pt x="942216" y="0"/>
                  </a:lnTo>
                  <a:lnTo>
                    <a:pt x="728998" y="3927"/>
                  </a:lnTo>
                  <a:lnTo>
                    <a:pt x="577717" y="11565"/>
                  </a:lnTo>
                  <a:lnTo>
                    <a:pt x="0" y="738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0" name="pl279"/>
            <p:cNvSpPr/>
            <p:nvPr/>
          </p:nvSpPr>
          <p:spPr>
            <a:xfrm>
              <a:off x="4294268" y="1890929"/>
              <a:ext cx="1093497" cy="55001"/>
            </a:xfrm>
            <a:custGeom>
              <a:avLst/>
              <a:pathLst>
                <a:path w="1093497" h="55001">
                  <a:moveTo>
                    <a:pt x="0" y="55001"/>
                  </a:moveTo>
                  <a:lnTo>
                    <a:pt x="577717" y="25943"/>
                  </a:lnTo>
                  <a:lnTo>
                    <a:pt x="728998" y="18333"/>
                  </a:lnTo>
                  <a:lnTo>
                    <a:pt x="942216" y="7609"/>
                  </a:lnTo>
                  <a:lnTo>
                    <a:pt x="1093497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1" name="tx280"/>
            <p:cNvSpPr/>
            <p:nvPr/>
          </p:nvSpPr>
          <p:spPr>
            <a:xfrm>
              <a:off x="4898882" y="118602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282" name="tx281"/>
            <p:cNvSpPr/>
            <p:nvPr/>
          </p:nvSpPr>
          <p:spPr>
            <a:xfrm>
              <a:off x="4971623" y="1186023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0.474</a:t>
              </a:r>
            </a:p>
          </p:txBody>
        </p:sp>
        <p:sp>
          <p:nvSpPr>
            <p:cNvPr id="283" name="rc282"/>
            <p:cNvSpPr/>
            <p:nvPr/>
          </p:nvSpPr>
          <p:spPr>
            <a:xfrm>
              <a:off x="4186450" y="1141550"/>
              <a:ext cx="1308520" cy="1102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84" name="pl283"/>
            <p:cNvSpPr/>
            <p:nvPr/>
          </p:nvSpPr>
          <p:spPr>
            <a:xfrm>
              <a:off x="4186450" y="1141550"/>
              <a:ext cx="0" cy="1102638"/>
            </a:xfrm>
            <a:custGeom>
              <a:avLst/>
              <a:pathLst>
                <a:path w="0" h="1102638">
                  <a:moveTo>
                    <a:pt x="0" y="1102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4157982" y="201528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4157982" y="168778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4157982" y="136029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l287"/>
            <p:cNvSpPr/>
            <p:nvPr/>
          </p:nvSpPr>
          <p:spPr>
            <a:xfrm>
              <a:off x="4186450" y="2244188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4294268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4658768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0"/>
            <p:cNvSpPr/>
            <p:nvPr/>
          </p:nvSpPr>
          <p:spPr>
            <a:xfrm>
              <a:off x="5023267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1"/>
            <p:cNvSpPr/>
            <p:nvPr/>
          </p:nvSpPr>
          <p:spPr>
            <a:xfrm>
              <a:off x="5387766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tx292"/>
            <p:cNvSpPr/>
            <p:nvPr/>
          </p:nvSpPr>
          <p:spPr>
            <a:xfrm>
              <a:off x="4186450" y="965010"/>
              <a:ext cx="557418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LDMC</a:t>
              </a:r>
            </a:p>
          </p:txBody>
        </p:sp>
        <p:sp>
          <p:nvSpPr>
            <p:cNvPr id="294" name="rc293"/>
            <p:cNvSpPr/>
            <p:nvPr/>
          </p:nvSpPr>
          <p:spPr>
            <a:xfrm>
              <a:off x="5624659" y="1141550"/>
              <a:ext cx="1308520" cy="1102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5708673" y="193602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5658243" y="184994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5720526" y="178942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5678943" y="201437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5646579" y="2048225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5651542" y="140426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5737430" y="194840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5731928" y="171359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5691359" y="194599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5733007" y="201170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6068472" y="184443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6041180" y="195440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6052245" y="162666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6102648" y="199296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6097354" y="193349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6088295" y="170901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6088044" y="205148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6031037" y="195072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6111206" y="186719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6018981" y="117730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6022099" y="146189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6069120" y="187498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6078077" y="183279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6013061" y="204184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6040548" y="189341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6087199" y="183703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6059161" y="198267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6103841" y="192914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6392685" y="215651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6465146" y="194938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6385294" y="1934439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6376859" y="182333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6387795" y="138566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6448437" y="130913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6409632" y="160869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6451756" y="171849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6418956" y="173070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6381672" y="165063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6451444" y="170283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6472825" y="164549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6401174" y="196035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6455759" y="185985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6453043" y="192879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6399736" y="156430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6402812" y="164635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6400567" y="184081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6437998" y="169742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6439623" y="115411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6748050" y="171190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6829630" y="181904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6836143" y="171305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6832405" y="170766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6793901" y="176892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6733502" y="172197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6739900" y="162088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6779103" y="171231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6815808" y="192109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6835842" y="145684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6773635" y="192236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6789810" y="190612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6808149" y="182088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6809668" y="173256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806560" y="174676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808900" y="191936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775403" y="163430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820798" y="176021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785370" y="182340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805168" y="175885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755114" y="183006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798154" y="151788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756975" y="177854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780836" y="171622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5735375" y="1631444"/>
              <a:ext cx="1086861" cy="398965"/>
            </a:xfrm>
            <a:custGeom>
              <a:avLst/>
              <a:pathLst>
                <a:path w="1086861" h="398965">
                  <a:moveTo>
                    <a:pt x="0" y="112552"/>
                  </a:moveTo>
                  <a:lnTo>
                    <a:pt x="574211" y="99877"/>
                  </a:lnTo>
                  <a:lnTo>
                    <a:pt x="724574" y="79175"/>
                  </a:lnTo>
                  <a:lnTo>
                    <a:pt x="936498" y="36600"/>
                  </a:lnTo>
                  <a:lnTo>
                    <a:pt x="1086861" y="0"/>
                  </a:lnTo>
                  <a:lnTo>
                    <a:pt x="1086861" y="251848"/>
                  </a:lnTo>
                  <a:lnTo>
                    <a:pt x="936498" y="251172"/>
                  </a:lnTo>
                  <a:lnTo>
                    <a:pt x="724574" y="259229"/>
                  </a:lnTo>
                  <a:lnTo>
                    <a:pt x="574211" y="274451"/>
                  </a:lnTo>
                  <a:lnTo>
                    <a:pt x="0" y="398965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68" name="pl367"/>
            <p:cNvSpPr/>
            <p:nvPr/>
          </p:nvSpPr>
          <p:spPr>
            <a:xfrm>
              <a:off x="5735375" y="1631444"/>
              <a:ext cx="1086861" cy="112552"/>
            </a:xfrm>
            <a:custGeom>
              <a:avLst/>
              <a:pathLst>
                <a:path w="1086861" h="112552">
                  <a:moveTo>
                    <a:pt x="0" y="112552"/>
                  </a:moveTo>
                  <a:lnTo>
                    <a:pt x="574211" y="99877"/>
                  </a:lnTo>
                  <a:lnTo>
                    <a:pt x="724574" y="79175"/>
                  </a:lnTo>
                  <a:lnTo>
                    <a:pt x="936498" y="36600"/>
                  </a:lnTo>
                  <a:lnTo>
                    <a:pt x="108686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9" name="pl368"/>
            <p:cNvSpPr/>
            <p:nvPr/>
          </p:nvSpPr>
          <p:spPr>
            <a:xfrm>
              <a:off x="5735375" y="1882616"/>
              <a:ext cx="1086861" cy="147793"/>
            </a:xfrm>
            <a:custGeom>
              <a:avLst/>
              <a:pathLst>
                <a:path w="1086861" h="147793">
                  <a:moveTo>
                    <a:pt x="1086861" y="676"/>
                  </a:moveTo>
                  <a:lnTo>
                    <a:pt x="936498" y="0"/>
                  </a:lnTo>
                  <a:lnTo>
                    <a:pt x="724574" y="8057"/>
                  </a:lnTo>
                  <a:lnTo>
                    <a:pt x="574211" y="23279"/>
                  </a:lnTo>
                  <a:lnTo>
                    <a:pt x="0" y="1477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0" name="pl369"/>
            <p:cNvSpPr/>
            <p:nvPr/>
          </p:nvSpPr>
          <p:spPr>
            <a:xfrm>
              <a:off x="5735375" y="1757368"/>
              <a:ext cx="1086861" cy="129834"/>
            </a:xfrm>
            <a:custGeom>
              <a:avLst/>
              <a:pathLst>
                <a:path w="1086861" h="129834">
                  <a:moveTo>
                    <a:pt x="0" y="129834"/>
                  </a:moveTo>
                  <a:lnTo>
                    <a:pt x="574211" y="61240"/>
                  </a:lnTo>
                  <a:lnTo>
                    <a:pt x="724574" y="43278"/>
                  </a:lnTo>
                  <a:lnTo>
                    <a:pt x="936498" y="17962"/>
                  </a:lnTo>
                  <a:lnTo>
                    <a:pt x="1086861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1" name="tx370"/>
            <p:cNvSpPr/>
            <p:nvPr/>
          </p:nvSpPr>
          <p:spPr>
            <a:xfrm>
              <a:off x="6333353" y="1185990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372" name="tx371"/>
            <p:cNvSpPr/>
            <p:nvPr/>
          </p:nvSpPr>
          <p:spPr>
            <a:xfrm>
              <a:off x="6406093" y="1185990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0.234</a:t>
              </a:r>
            </a:p>
          </p:txBody>
        </p:sp>
        <p:sp>
          <p:nvSpPr>
            <p:cNvPr id="373" name="rc372"/>
            <p:cNvSpPr/>
            <p:nvPr/>
          </p:nvSpPr>
          <p:spPr>
            <a:xfrm>
              <a:off x="5624659" y="1141550"/>
              <a:ext cx="1308520" cy="1102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74" name="pl373"/>
            <p:cNvSpPr/>
            <p:nvPr/>
          </p:nvSpPr>
          <p:spPr>
            <a:xfrm>
              <a:off x="5624659" y="1141550"/>
              <a:ext cx="0" cy="1102638"/>
            </a:xfrm>
            <a:custGeom>
              <a:avLst/>
              <a:pathLst>
                <a:path w="0" h="1102638">
                  <a:moveTo>
                    <a:pt x="0" y="1102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l374"/>
            <p:cNvSpPr/>
            <p:nvPr/>
          </p:nvSpPr>
          <p:spPr>
            <a:xfrm>
              <a:off x="5596191" y="219346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l375"/>
            <p:cNvSpPr/>
            <p:nvPr/>
          </p:nvSpPr>
          <p:spPr>
            <a:xfrm>
              <a:off x="5596191" y="192411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l376"/>
            <p:cNvSpPr/>
            <p:nvPr/>
          </p:nvSpPr>
          <p:spPr>
            <a:xfrm>
              <a:off x="5596191" y="165477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l377"/>
            <p:cNvSpPr/>
            <p:nvPr/>
          </p:nvSpPr>
          <p:spPr>
            <a:xfrm>
              <a:off x="5596191" y="138542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8"/>
            <p:cNvSpPr/>
            <p:nvPr/>
          </p:nvSpPr>
          <p:spPr>
            <a:xfrm>
              <a:off x="5624659" y="2244188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79"/>
            <p:cNvSpPr/>
            <p:nvPr/>
          </p:nvSpPr>
          <p:spPr>
            <a:xfrm>
              <a:off x="5735375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l380"/>
            <p:cNvSpPr/>
            <p:nvPr/>
          </p:nvSpPr>
          <p:spPr>
            <a:xfrm>
              <a:off x="6097662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l381"/>
            <p:cNvSpPr/>
            <p:nvPr/>
          </p:nvSpPr>
          <p:spPr>
            <a:xfrm>
              <a:off x="6459949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6822237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tx383"/>
            <p:cNvSpPr/>
            <p:nvPr/>
          </p:nvSpPr>
          <p:spPr>
            <a:xfrm>
              <a:off x="5624659" y="965010"/>
              <a:ext cx="451347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LTO</a:t>
              </a:r>
            </a:p>
          </p:txBody>
        </p:sp>
        <p:sp>
          <p:nvSpPr>
            <p:cNvPr id="385" name="rc384"/>
            <p:cNvSpPr/>
            <p:nvPr/>
          </p:nvSpPr>
          <p:spPr>
            <a:xfrm>
              <a:off x="1310032" y="2499806"/>
              <a:ext cx="1308520" cy="1102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1383986" y="327380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1403130" y="338424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1419074" y="310751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1379965" y="312216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1332642" y="350970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1376331" y="313436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1331952" y="349481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1421172" y="351476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1337110" y="340424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1347922" y="317629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1781941" y="320941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1720669" y="251236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1708761" y="306568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1742511" y="331555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1759960" y="342081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1736756" y="332447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1777708" y="297739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1695271" y="311958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1703530" y="327367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770635" y="267625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689017" y="298395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770332" y="321418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760636" y="288597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747186" y="287503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756435" y="343324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772038" y="267607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771647" y="303593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704246" y="312007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097763" y="316382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2154711" y="309482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2087110" y="319426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060367" y="320076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066364" y="293922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128410" y="325972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098105" y="311959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083174" y="333121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082289" y="332884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083265" y="290060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145820" y="302681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052333" y="290357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077178" y="285699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122699" y="343039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131551" y="324546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105958" y="293694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133369" y="275240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083170" y="333557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140008" y="295142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129225" y="310228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471284" y="320087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521516" y="328856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489754" y="324224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456006" y="351106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493658" y="331431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505424" y="338060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487313" y="257693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460764" y="339208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450987" y="322826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435716" y="312876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2444772" y="331537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454437" y="313926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503712" y="333722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2431629" y="334586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489252" y="335641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511151" y="344133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496705" y="306261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420099" y="337529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502295" y="328075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513130" y="319859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469996" y="327169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2446404" y="264097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2432397" y="325902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2474007" y="330468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1409728" y="2931946"/>
              <a:ext cx="1098811" cy="422881"/>
            </a:xfrm>
            <a:custGeom>
              <a:avLst/>
              <a:pathLst>
                <a:path w="1098811" h="422881">
                  <a:moveTo>
                    <a:pt x="0" y="0"/>
                  </a:moveTo>
                  <a:lnTo>
                    <a:pt x="580525" y="119106"/>
                  </a:lnTo>
                  <a:lnTo>
                    <a:pt x="732541" y="132417"/>
                  </a:lnTo>
                  <a:lnTo>
                    <a:pt x="946795" y="137344"/>
                  </a:lnTo>
                  <a:lnTo>
                    <a:pt x="1098811" y="133852"/>
                  </a:lnTo>
                  <a:lnTo>
                    <a:pt x="1098811" y="422881"/>
                  </a:lnTo>
                  <a:lnTo>
                    <a:pt x="946795" y="387744"/>
                  </a:lnTo>
                  <a:lnTo>
                    <a:pt x="732541" y="348072"/>
                  </a:lnTo>
                  <a:lnTo>
                    <a:pt x="580525" y="329738"/>
                  </a:lnTo>
                  <a:lnTo>
                    <a:pt x="0" y="328001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459" name="pl458"/>
            <p:cNvSpPr/>
            <p:nvPr/>
          </p:nvSpPr>
          <p:spPr>
            <a:xfrm>
              <a:off x="1409728" y="2931946"/>
              <a:ext cx="1098811" cy="137344"/>
            </a:xfrm>
            <a:custGeom>
              <a:avLst/>
              <a:pathLst>
                <a:path w="1098811" h="137344">
                  <a:moveTo>
                    <a:pt x="0" y="0"/>
                  </a:moveTo>
                  <a:lnTo>
                    <a:pt x="580525" y="119106"/>
                  </a:lnTo>
                  <a:lnTo>
                    <a:pt x="732541" y="132417"/>
                  </a:lnTo>
                  <a:lnTo>
                    <a:pt x="946795" y="137344"/>
                  </a:lnTo>
                  <a:lnTo>
                    <a:pt x="1098811" y="1338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60" name="pl459"/>
            <p:cNvSpPr/>
            <p:nvPr/>
          </p:nvSpPr>
          <p:spPr>
            <a:xfrm>
              <a:off x="1409728" y="3259947"/>
              <a:ext cx="1098811" cy="94879"/>
            </a:xfrm>
            <a:custGeom>
              <a:avLst/>
              <a:pathLst>
                <a:path w="1098811" h="94879">
                  <a:moveTo>
                    <a:pt x="1098811" y="94879"/>
                  </a:moveTo>
                  <a:lnTo>
                    <a:pt x="946795" y="59743"/>
                  </a:lnTo>
                  <a:lnTo>
                    <a:pt x="732541" y="20071"/>
                  </a:lnTo>
                  <a:lnTo>
                    <a:pt x="580525" y="173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61" name="pl460"/>
            <p:cNvSpPr/>
            <p:nvPr/>
          </p:nvSpPr>
          <p:spPr>
            <a:xfrm>
              <a:off x="1409728" y="3095947"/>
              <a:ext cx="1098811" cy="114366"/>
            </a:xfrm>
            <a:custGeom>
              <a:avLst/>
              <a:pathLst>
                <a:path w="1098811" h="114366">
                  <a:moveTo>
                    <a:pt x="0" y="0"/>
                  </a:moveTo>
                  <a:lnTo>
                    <a:pt x="580525" y="60422"/>
                  </a:lnTo>
                  <a:lnTo>
                    <a:pt x="732541" y="76244"/>
                  </a:lnTo>
                  <a:lnTo>
                    <a:pt x="946795" y="98544"/>
                  </a:lnTo>
                  <a:lnTo>
                    <a:pt x="1098811" y="114366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62" name="tx461"/>
            <p:cNvSpPr/>
            <p:nvPr/>
          </p:nvSpPr>
          <p:spPr>
            <a:xfrm>
              <a:off x="2019656" y="254427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463" name="tx462"/>
            <p:cNvSpPr/>
            <p:nvPr/>
          </p:nvSpPr>
          <p:spPr>
            <a:xfrm>
              <a:off x="2092396" y="2544279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0.332</a:t>
              </a:r>
            </a:p>
          </p:txBody>
        </p:sp>
        <p:sp>
          <p:nvSpPr>
            <p:cNvPr id="464" name="rc463"/>
            <p:cNvSpPr/>
            <p:nvPr/>
          </p:nvSpPr>
          <p:spPr>
            <a:xfrm>
              <a:off x="1310032" y="2499806"/>
              <a:ext cx="1308520" cy="1102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65" name="pl464"/>
            <p:cNvSpPr/>
            <p:nvPr/>
          </p:nvSpPr>
          <p:spPr>
            <a:xfrm>
              <a:off x="1310032" y="2499806"/>
              <a:ext cx="0" cy="1102638"/>
            </a:xfrm>
            <a:custGeom>
              <a:avLst/>
              <a:pathLst>
                <a:path w="0" h="1102638">
                  <a:moveTo>
                    <a:pt x="0" y="1102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tx465"/>
            <p:cNvSpPr/>
            <p:nvPr/>
          </p:nvSpPr>
          <p:spPr>
            <a:xfrm rot="-5400000">
              <a:off x="1140466" y="346793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467" name="tx466"/>
            <p:cNvSpPr/>
            <p:nvPr/>
          </p:nvSpPr>
          <p:spPr>
            <a:xfrm rot="-5400000">
              <a:off x="1140466" y="321010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468" name="tx467"/>
            <p:cNvSpPr/>
            <p:nvPr/>
          </p:nvSpPr>
          <p:spPr>
            <a:xfrm rot="-5400000">
              <a:off x="1140466" y="295227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69" name="tx468"/>
            <p:cNvSpPr/>
            <p:nvPr/>
          </p:nvSpPr>
          <p:spPr>
            <a:xfrm rot="-5400000">
              <a:off x="1140466" y="269445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470" name="pl469"/>
            <p:cNvSpPr/>
            <p:nvPr/>
          </p:nvSpPr>
          <p:spPr>
            <a:xfrm>
              <a:off x="1281564" y="350437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l470"/>
            <p:cNvSpPr/>
            <p:nvPr/>
          </p:nvSpPr>
          <p:spPr>
            <a:xfrm>
              <a:off x="1281564" y="324654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l471"/>
            <p:cNvSpPr/>
            <p:nvPr/>
          </p:nvSpPr>
          <p:spPr>
            <a:xfrm>
              <a:off x="1281564" y="298871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l472"/>
            <p:cNvSpPr/>
            <p:nvPr/>
          </p:nvSpPr>
          <p:spPr>
            <a:xfrm>
              <a:off x="1281564" y="273088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l473"/>
            <p:cNvSpPr/>
            <p:nvPr/>
          </p:nvSpPr>
          <p:spPr>
            <a:xfrm>
              <a:off x="1310032" y="3602445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l474"/>
            <p:cNvSpPr/>
            <p:nvPr/>
          </p:nvSpPr>
          <p:spPr>
            <a:xfrm>
              <a:off x="1409728" y="3602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l475"/>
            <p:cNvSpPr/>
            <p:nvPr/>
          </p:nvSpPr>
          <p:spPr>
            <a:xfrm>
              <a:off x="1775998" y="3602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l476"/>
            <p:cNvSpPr/>
            <p:nvPr/>
          </p:nvSpPr>
          <p:spPr>
            <a:xfrm>
              <a:off x="2142269" y="3602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l477"/>
            <p:cNvSpPr/>
            <p:nvPr/>
          </p:nvSpPr>
          <p:spPr>
            <a:xfrm>
              <a:off x="2508540" y="3602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tx478"/>
            <p:cNvSpPr/>
            <p:nvPr/>
          </p:nvSpPr>
          <p:spPr>
            <a:xfrm rot="-5400000">
              <a:off x="129703" y="3005543"/>
              <a:ext cx="180667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Intraspecific trait variability (ITV)</a:t>
              </a:r>
            </a:p>
          </p:txBody>
        </p:sp>
        <p:sp>
          <p:nvSpPr>
            <p:cNvPr id="480" name="tx479"/>
            <p:cNvSpPr/>
            <p:nvPr/>
          </p:nvSpPr>
          <p:spPr>
            <a:xfrm>
              <a:off x="1310032" y="2323266"/>
              <a:ext cx="3952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Chl</a:t>
              </a:r>
            </a:p>
          </p:txBody>
        </p:sp>
        <p:sp>
          <p:nvSpPr>
            <p:cNvPr id="481" name="rc480"/>
            <p:cNvSpPr/>
            <p:nvPr/>
          </p:nvSpPr>
          <p:spPr>
            <a:xfrm>
              <a:off x="2748241" y="2499806"/>
              <a:ext cx="1308520" cy="1102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2865160" y="320588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2807674" y="300886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2800025" y="316401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2828483" y="316562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2770161" y="331868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2864706" y="313901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2820932" y="325756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2824745" y="320131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2779048" y="335456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2798542" y="336857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3197611" y="344061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3192103" y="341103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3227508" y="328029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3143131" y="339292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3182053" y="328482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3193784" y="309481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3234044" y="341616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3233051" y="340774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3138494" y="327054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3231274" y="312924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3143348" y="321324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3137600" y="340874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3205167" y="305627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3181326" y="329401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3132944" y="317233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3182156" y="315610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3216809" y="295509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3182639" y="307640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3571935" y="309849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3581243" y="348339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3531665" y="314157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3500568" y="335251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3536693" y="338126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3561683" y="351476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3545453" y="290785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3494625" y="308388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3574935" y="325812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3593506" y="318649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3546575" y="345789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3547675" y="334462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3500169" y="333337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3518744" y="335492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3519816" y="320310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3576279" y="339666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3568912" y="331853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3589710" y="304604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3508264" y="326307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3505418" y="251236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3932129" y="324099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3934105" y="329521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3918874" y="291556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3896297" y="340186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3886991" y="301987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3878312" y="333709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3932579" y="330563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3867447" y="310040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3891304" y="296084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3959725" y="335669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3944631" y="317257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3927982" y="327278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3857914" y="311903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3947020" y="339137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3941030" y="306260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3888312" y="301041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3864227" y="327885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3892268" y="308430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3873709" y="303394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3954012" y="325831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3945464" y="304113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3950741" y="342041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3902335" y="334086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3867816" y="347870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g553"/>
            <p:cNvSpPr/>
            <p:nvPr/>
          </p:nvSpPr>
          <p:spPr>
            <a:xfrm>
              <a:off x="2856895" y="3142386"/>
              <a:ext cx="1089464" cy="207862"/>
            </a:xfrm>
            <a:custGeom>
              <a:avLst/>
              <a:pathLst>
                <a:path w="1089464" h="207862">
                  <a:moveTo>
                    <a:pt x="0" y="22992"/>
                  </a:moveTo>
                  <a:lnTo>
                    <a:pt x="575587" y="24009"/>
                  </a:lnTo>
                  <a:lnTo>
                    <a:pt x="726309" y="19501"/>
                  </a:lnTo>
                  <a:lnTo>
                    <a:pt x="938741" y="9460"/>
                  </a:lnTo>
                  <a:lnTo>
                    <a:pt x="1089464" y="0"/>
                  </a:lnTo>
                  <a:lnTo>
                    <a:pt x="1089464" y="165595"/>
                  </a:lnTo>
                  <a:lnTo>
                    <a:pt x="938741" y="165163"/>
                  </a:lnTo>
                  <a:lnTo>
                    <a:pt x="726309" y="167846"/>
                  </a:lnTo>
                  <a:lnTo>
                    <a:pt x="575587" y="172367"/>
                  </a:lnTo>
                  <a:lnTo>
                    <a:pt x="0" y="207862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555" name="pl554"/>
            <p:cNvSpPr/>
            <p:nvPr/>
          </p:nvSpPr>
          <p:spPr>
            <a:xfrm>
              <a:off x="2856895" y="3142386"/>
              <a:ext cx="1089464" cy="24009"/>
            </a:xfrm>
            <a:custGeom>
              <a:avLst/>
              <a:pathLst>
                <a:path w="1089464" h="24009">
                  <a:moveTo>
                    <a:pt x="0" y="22992"/>
                  </a:moveTo>
                  <a:lnTo>
                    <a:pt x="575587" y="24009"/>
                  </a:lnTo>
                  <a:lnTo>
                    <a:pt x="726309" y="19501"/>
                  </a:lnTo>
                  <a:lnTo>
                    <a:pt x="938741" y="9460"/>
                  </a:lnTo>
                  <a:lnTo>
                    <a:pt x="108946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56" name="pl555"/>
            <p:cNvSpPr/>
            <p:nvPr/>
          </p:nvSpPr>
          <p:spPr>
            <a:xfrm>
              <a:off x="2856895" y="3307549"/>
              <a:ext cx="1089464" cy="42699"/>
            </a:xfrm>
            <a:custGeom>
              <a:avLst/>
              <a:pathLst>
                <a:path w="1089464" h="42699">
                  <a:moveTo>
                    <a:pt x="1089464" y="432"/>
                  </a:moveTo>
                  <a:lnTo>
                    <a:pt x="938741" y="0"/>
                  </a:lnTo>
                  <a:lnTo>
                    <a:pt x="726309" y="2683"/>
                  </a:lnTo>
                  <a:lnTo>
                    <a:pt x="575587" y="7203"/>
                  </a:lnTo>
                  <a:lnTo>
                    <a:pt x="0" y="426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57" name="pl556"/>
            <p:cNvSpPr/>
            <p:nvPr/>
          </p:nvSpPr>
          <p:spPr>
            <a:xfrm>
              <a:off x="2856895" y="3225184"/>
              <a:ext cx="1089464" cy="32629"/>
            </a:xfrm>
            <a:custGeom>
              <a:avLst/>
              <a:pathLst>
                <a:path w="1089464" h="32629">
                  <a:moveTo>
                    <a:pt x="0" y="32629"/>
                  </a:moveTo>
                  <a:lnTo>
                    <a:pt x="575587" y="15390"/>
                  </a:lnTo>
                  <a:lnTo>
                    <a:pt x="726309" y="10876"/>
                  </a:lnTo>
                  <a:lnTo>
                    <a:pt x="938741" y="4514"/>
                  </a:lnTo>
                  <a:lnTo>
                    <a:pt x="1089464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58" name="tx557"/>
            <p:cNvSpPr/>
            <p:nvPr/>
          </p:nvSpPr>
          <p:spPr>
            <a:xfrm>
              <a:off x="3457476" y="2544264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559" name="tx558"/>
            <p:cNvSpPr/>
            <p:nvPr/>
          </p:nvSpPr>
          <p:spPr>
            <a:xfrm>
              <a:off x="3530216" y="2544264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0.486</a:t>
              </a:r>
            </a:p>
          </p:txBody>
        </p:sp>
        <p:sp>
          <p:nvSpPr>
            <p:cNvPr id="560" name="rc559"/>
            <p:cNvSpPr/>
            <p:nvPr/>
          </p:nvSpPr>
          <p:spPr>
            <a:xfrm>
              <a:off x="2748241" y="2499806"/>
              <a:ext cx="1308520" cy="1102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61" name="pl560"/>
            <p:cNvSpPr/>
            <p:nvPr/>
          </p:nvSpPr>
          <p:spPr>
            <a:xfrm>
              <a:off x="2748241" y="2499806"/>
              <a:ext cx="0" cy="1102638"/>
            </a:xfrm>
            <a:custGeom>
              <a:avLst/>
              <a:pathLst>
                <a:path w="0" h="1102638">
                  <a:moveTo>
                    <a:pt x="0" y="1102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l561"/>
            <p:cNvSpPr/>
            <p:nvPr/>
          </p:nvSpPr>
          <p:spPr>
            <a:xfrm>
              <a:off x="2719773" y="356486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l562"/>
            <p:cNvSpPr/>
            <p:nvPr/>
          </p:nvSpPr>
          <p:spPr>
            <a:xfrm>
              <a:off x="2719773" y="325263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l563"/>
            <p:cNvSpPr/>
            <p:nvPr/>
          </p:nvSpPr>
          <p:spPr>
            <a:xfrm>
              <a:off x="2719773" y="294040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l564"/>
            <p:cNvSpPr/>
            <p:nvPr/>
          </p:nvSpPr>
          <p:spPr>
            <a:xfrm>
              <a:off x="2719773" y="262817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l565"/>
            <p:cNvSpPr/>
            <p:nvPr/>
          </p:nvSpPr>
          <p:spPr>
            <a:xfrm>
              <a:off x="2748241" y="3602445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l566"/>
            <p:cNvSpPr/>
            <p:nvPr/>
          </p:nvSpPr>
          <p:spPr>
            <a:xfrm>
              <a:off x="2856895" y="3602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l567"/>
            <p:cNvSpPr/>
            <p:nvPr/>
          </p:nvSpPr>
          <p:spPr>
            <a:xfrm>
              <a:off x="3220050" y="3602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l568"/>
            <p:cNvSpPr/>
            <p:nvPr/>
          </p:nvSpPr>
          <p:spPr>
            <a:xfrm>
              <a:off x="3583205" y="3602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l569"/>
            <p:cNvSpPr/>
            <p:nvPr/>
          </p:nvSpPr>
          <p:spPr>
            <a:xfrm>
              <a:off x="3946360" y="3602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tx570"/>
            <p:cNvSpPr/>
            <p:nvPr/>
          </p:nvSpPr>
          <p:spPr>
            <a:xfrm>
              <a:off x="2748241" y="2323266"/>
              <a:ext cx="557418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Height</a:t>
              </a:r>
            </a:p>
          </p:txBody>
        </p:sp>
        <p:sp>
          <p:nvSpPr>
            <p:cNvPr id="572" name="rc571"/>
            <p:cNvSpPr/>
            <p:nvPr/>
          </p:nvSpPr>
          <p:spPr>
            <a:xfrm>
              <a:off x="4186450" y="2499806"/>
              <a:ext cx="1308520" cy="1102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4222381" y="328637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4285175" y="274010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4312038" y="3064432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4288143" y="331214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4208370" y="317705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4212759" y="318121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4294097" y="287782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4303731" y="329809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4262535" y="351476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4246575" y="328152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4614870" y="341864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4610840" y="251236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4644673" y="314650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4617824" y="337542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4590643" y="328919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4622548" y="323151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4664078" y="331202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4599136" y="344792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4639013" y="307199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4639018" y="319928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4574403" y="293564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4676929" y="327602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4590072" y="298919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4637479" y="314569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4676949" y="331105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4674190" y="305819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4604839" y="287590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4577881" y="262886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4948017" y="334416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5023770" y="325982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5013224" y="304046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5004717" y="323409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4942330" y="315949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4986160" y="341758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4957277" y="336944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4960631" y="318093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4998637" y="315681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4977262" y="286156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5018831" y="326863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4998508" y="286077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4967865" y="331351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5012132" y="344616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4951786" y="311289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5009301" y="300552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5038238" y="336305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4950987" y="311556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5010685" y="283844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4952610" y="310160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5326763" y="306070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5386049" y="312028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5313791" y="324967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5318072" y="331553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5361417" y="329500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5376063" y="326687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5382978" y="300299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5329210" y="309266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5364988" y="301371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5315845" y="277687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5397934" y="330832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5393976" y="289413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5341262" y="268977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5382900" y="339715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5361994" y="303988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5377154" y="331814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5375786" y="262182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5392852" y="306469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5389126" y="295452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5374713" y="316742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5392973" y="307354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5315976" y="328493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5387486" y="300529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5316299" y="331796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g644"/>
            <p:cNvSpPr/>
            <p:nvPr/>
          </p:nvSpPr>
          <p:spPr>
            <a:xfrm>
              <a:off x="4297952" y="3006588"/>
              <a:ext cx="1093686" cy="289288"/>
            </a:xfrm>
            <a:custGeom>
              <a:avLst/>
              <a:pathLst>
                <a:path w="1093686" h="289288">
                  <a:moveTo>
                    <a:pt x="0" y="52602"/>
                  </a:moveTo>
                  <a:lnTo>
                    <a:pt x="577817" y="40630"/>
                  </a:lnTo>
                  <a:lnTo>
                    <a:pt x="729124" y="31750"/>
                  </a:lnTo>
                  <a:lnTo>
                    <a:pt x="942379" y="14825"/>
                  </a:lnTo>
                  <a:lnTo>
                    <a:pt x="1093686" y="0"/>
                  </a:lnTo>
                  <a:lnTo>
                    <a:pt x="1093686" y="213454"/>
                  </a:lnTo>
                  <a:lnTo>
                    <a:pt x="942379" y="216397"/>
                  </a:lnTo>
                  <a:lnTo>
                    <a:pt x="729124" y="224516"/>
                  </a:lnTo>
                  <a:lnTo>
                    <a:pt x="577817" y="233405"/>
                  </a:lnTo>
                  <a:lnTo>
                    <a:pt x="0" y="289288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646" name="pl645"/>
            <p:cNvSpPr/>
            <p:nvPr/>
          </p:nvSpPr>
          <p:spPr>
            <a:xfrm>
              <a:off x="4297952" y="3006588"/>
              <a:ext cx="1093686" cy="52602"/>
            </a:xfrm>
            <a:custGeom>
              <a:avLst/>
              <a:pathLst>
                <a:path w="1093686" h="52602">
                  <a:moveTo>
                    <a:pt x="0" y="52602"/>
                  </a:moveTo>
                  <a:lnTo>
                    <a:pt x="577817" y="40630"/>
                  </a:lnTo>
                  <a:lnTo>
                    <a:pt x="729124" y="31750"/>
                  </a:lnTo>
                  <a:lnTo>
                    <a:pt x="942379" y="14825"/>
                  </a:lnTo>
                  <a:lnTo>
                    <a:pt x="109368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47" name="pl646"/>
            <p:cNvSpPr/>
            <p:nvPr/>
          </p:nvSpPr>
          <p:spPr>
            <a:xfrm>
              <a:off x="4297952" y="3220043"/>
              <a:ext cx="1093686" cy="75834"/>
            </a:xfrm>
            <a:custGeom>
              <a:avLst/>
              <a:pathLst>
                <a:path w="1093686" h="75834">
                  <a:moveTo>
                    <a:pt x="1093686" y="0"/>
                  </a:moveTo>
                  <a:lnTo>
                    <a:pt x="942379" y="2943"/>
                  </a:lnTo>
                  <a:lnTo>
                    <a:pt x="729124" y="11062"/>
                  </a:lnTo>
                  <a:lnTo>
                    <a:pt x="577817" y="19950"/>
                  </a:lnTo>
                  <a:lnTo>
                    <a:pt x="0" y="758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48" name="pl647"/>
            <p:cNvSpPr/>
            <p:nvPr/>
          </p:nvSpPr>
          <p:spPr>
            <a:xfrm>
              <a:off x="4297952" y="3113316"/>
              <a:ext cx="1093686" cy="64218"/>
            </a:xfrm>
            <a:custGeom>
              <a:avLst/>
              <a:pathLst>
                <a:path w="1093686" h="64218">
                  <a:moveTo>
                    <a:pt x="0" y="64218"/>
                  </a:moveTo>
                  <a:lnTo>
                    <a:pt x="577817" y="30290"/>
                  </a:lnTo>
                  <a:lnTo>
                    <a:pt x="729124" y="21406"/>
                  </a:lnTo>
                  <a:lnTo>
                    <a:pt x="942379" y="8884"/>
                  </a:lnTo>
                  <a:lnTo>
                    <a:pt x="1093686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49" name="tx648"/>
            <p:cNvSpPr/>
            <p:nvPr/>
          </p:nvSpPr>
          <p:spPr>
            <a:xfrm>
              <a:off x="4902755" y="2544252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650" name="tx649"/>
            <p:cNvSpPr/>
            <p:nvPr/>
          </p:nvSpPr>
          <p:spPr>
            <a:xfrm>
              <a:off x="4975496" y="2544252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0.272</a:t>
              </a:r>
            </a:p>
          </p:txBody>
        </p:sp>
        <p:sp>
          <p:nvSpPr>
            <p:cNvPr id="651" name="rc650"/>
            <p:cNvSpPr/>
            <p:nvPr/>
          </p:nvSpPr>
          <p:spPr>
            <a:xfrm>
              <a:off x="4186450" y="2499806"/>
              <a:ext cx="1308520" cy="1102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52" name="pl651"/>
            <p:cNvSpPr/>
            <p:nvPr/>
          </p:nvSpPr>
          <p:spPr>
            <a:xfrm>
              <a:off x="4186450" y="2499806"/>
              <a:ext cx="0" cy="1102638"/>
            </a:xfrm>
            <a:custGeom>
              <a:avLst/>
              <a:pathLst>
                <a:path w="0" h="1102638">
                  <a:moveTo>
                    <a:pt x="0" y="1102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l652"/>
            <p:cNvSpPr/>
            <p:nvPr/>
          </p:nvSpPr>
          <p:spPr>
            <a:xfrm>
              <a:off x="4157982" y="332819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l653"/>
            <p:cNvSpPr/>
            <p:nvPr/>
          </p:nvSpPr>
          <p:spPr>
            <a:xfrm>
              <a:off x="4157982" y="301879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l654"/>
            <p:cNvSpPr/>
            <p:nvPr/>
          </p:nvSpPr>
          <p:spPr>
            <a:xfrm>
              <a:off x="4157982" y="270939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l655"/>
            <p:cNvSpPr/>
            <p:nvPr/>
          </p:nvSpPr>
          <p:spPr>
            <a:xfrm>
              <a:off x="4186450" y="3602445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l656"/>
            <p:cNvSpPr/>
            <p:nvPr/>
          </p:nvSpPr>
          <p:spPr>
            <a:xfrm>
              <a:off x="4297952" y="3602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l657"/>
            <p:cNvSpPr/>
            <p:nvPr/>
          </p:nvSpPr>
          <p:spPr>
            <a:xfrm>
              <a:off x="4662515" y="3602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l658"/>
            <p:cNvSpPr/>
            <p:nvPr/>
          </p:nvSpPr>
          <p:spPr>
            <a:xfrm>
              <a:off x="5027077" y="3602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l659"/>
            <p:cNvSpPr/>
            <p:nvPr/>
          </p:nvSpPr>
          <p:spPr>
            <a:xfrm>
              <a:off x="5391639" y="3602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tx660"/>
            <p:cNvSpPr/>
            <p:nvPr/>
          </p:nvSpPr>
          <p:spPr>
            <a:xfrm>
              <a:off x="4186450" y="2323266"/>
              <a:ext cx="458571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(g) SSD</a:t>
              </a:r>
            </a:p>
          </p:txBody>
        </p:sp>
        <p:sp>
          <p:nvSpPr>
            <p:cNvPr id="662" name="rc661"/>
            <p:cNvSpPr/>
            <p:nvPr/>
          </p:nvSpPr>
          <p:spPr>
            <a:xfrm>
              <a:off x="1310032" y="3858063"/>
              <a:ext cx="1308520" cy="1102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1401001" y="444695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1347477" y="462912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1338219" y="460781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1372786" y="422048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1377343" y="467454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1331952" y="455184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1351205" y="477871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1371978" y="473631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1332303" y="438624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1345946" y="452049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1766640" y="464337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1780065" y="440433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1767269" y="446735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1774671" y="483378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1790681" y="387062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1709539" y="403273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1720095" y="464883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1785535" y="483911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1767766" y="479810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1721479" y="464055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1759866" y="459432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1786596" y="474833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1699649" y="469846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1765839" y="465063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1735858" y="476313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1712508" y="456186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1790608" y="473692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1719366" y="461486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2116690" y="445567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2138265" y="487302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2111597" y="458740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2119153" y="473204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2081587" y="431763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2127358" y="461527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2110809" y="440027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2092592" y="468350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2098063" y="453636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2141541" y="464321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2055244" y="470545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2097074" y="414753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2086757" y="463755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2140829" y="475640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2145560" y="422231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2070869" y="434578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2086415" y="455341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2153863" y="480498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2099320" y="463457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2156447" y="452669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2462243" y="460040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2460347" y="459450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2508157" y="461874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2431524" y="470712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2454274" y="457445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2494857" y="453543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2462665" y="450983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2509126" y="459300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2506961" y="471209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2431381" y="442571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2463869" y="472503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510164" y="461575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505605" y="467321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456961" y="482293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2450121" y="470838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472555" y="475162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2510213" y="468903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508722" y="455778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2464355" y="472418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2467290" y="450695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2520151" y="465077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2431663" y="452582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2521516" y="461042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2454272" y="476222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5" name="pg734"/>
            <p:cNvSpPr/>
            <p:nvPr/>
          </p:nvSpPr>
          <p:spPr>
            <a:xfrm>
              <a:off x="1409199" y="4475629"/>
              <a:ext cx="1103848" cy="260010"/>
            </a:xfrm>
            <a:custGeom>
              <a:avLst/>
              <a:pathLst>
                <a:path w="1103848" h="260010">
                  <a:moveTo>
                    <a:pt x="0" y="0"/>
                  </a:moveTo>
                  <a:lnTo>
                    <a:pt x="583186" y="72944"/>
                  </a:lnTo>
                  <a:lnTo>
                    <a:pt x="735898" y="85062"/>
                  </a:lnTo>
                  <a:lnTo>
                    <a:pt x="951135" y="96455"/>
                  </a:lnTo>
                  <a:lnTo>
                    <a:pt x="1103848" y="101192"/>
                  </a:lnTo>
                  <a:lnTo>
                    <a:pt x="1103848" y="260010"/>
                  </a:lnTo>
                  <a:lnTo>
                    <a:pt x="951135" y="240600"/>
                  </a:lnTo>
                  <a:lnTo>
                    <a:pt x="735898" y="217959"/>
                  </a:lnTo>
                  <a:lnTo>
                    <a:pt x="583186" y="205929"/>
                  </a:lnTo>
                  <a:lnTo>
                    <a:pt x="0" y="186658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736" name="pl735"/>
            <p:cNvSpPr/>
            <p:nvPr/>
          </p:nvSpPr>
          <p:spPr>
            <a:xfrm>
              <a:off x="1409199" y="4475629"/>
              <a:ext cx="1103848" cy="101192"/>
            </a:xfrm>
            <a:custGeom>
              <a:avLst/>
              <a:pathLst>
                <a:path w="1103848" h="101192">
                  <a:moveTo>
                    <a:pt x="0" y="0"/>
                  </a:moveTo>
                  <a:lnTo>
                    <a:pt x="583186" y="72944"/>
                  </a:lnTo>
                  <a:lnTo>
                    <a:pt x="735898" y="85062"/>
                  </a:lnTo>
                  <a:lnTo>
                    <a:pt x="951135" y="96455"/>
                  </a:lnTo>
                  <a:lnTo>
                    <a:pt x="1103848" y="1011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7" name="pl736"/>
            <p:cNvSpPr/>
            <p:nvPr/>
          </p:nvSpPr>
          <p:spPr>
            <a:xfrm>
              <a:off x="1409199" y="4662288"/>
              <a:ext cx="1103848" cy="73351"/>
            </a:xfrm>
            <a:custGeom>
              <a:avLst/>
              <a:pathLst>
                <a:path w="1103848" h="73351">
                  <a:moveTo>
                    <a:pt x="1103848" y="73351"/>
                  </a:moveTo>
                  <a:lnTo>
                    <a:pt x="951135" y="53941"/>
                  </a:lnTo>
                  <a:lnTo>
                    <a:pt x="735898" y="31300"/>
                  </a:lnTo>
                  <a:lnTo>
                    <a:pt x="583186" y="1927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8" name="pl737"/>
            <p:cNvSpPr/>
            <p:nvPr/>
          </p:nvSpPr>
          <p:spPr>
            <a:xfrm>
              <a:off x="1409199" y="4568958"/>
              <a:ext cx="1103848" cy="87271"/>
            </a:xfrm>
            <a:custGeom>
              <a:avLst/>
              <a:pathLst>
                <a:path w="1103848" h="87271">
                  <a:moveTo>
                    <a:pt x="0" y="0"/>
                  </a:moveTo>
                  <a:lnTo>
                    <a:pt x="583186" y="46107"/>
                  </a:lnTo>
                  <a:lnTo>
                    <a:pt x="735898" y="58181"/>
                  </a:lnTo>
                  <a:lnTo>
                    <a:pt x="951135" y="75198"/>
                  </a:lnTo>
                  <a:lnTo>
                    <a:pt x="1103848" y="87271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39" name="tx738"/>
            <p:cNvSpPr/>
            <p:nvPr/>
          </p:nvSpPr>
          <p:spPr>
            <a:xfrm>
              <a:off x="2024164" y="3902538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740" name="tx739"/>
            <p:cNvSpPr/>
            <p:nvPr/>
          </p:nvSpPr>
          <p:spPr>
            <a:xfrm>
              <a:off x="2096904" y="3902538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0.119</a:t>
              </a:r>
            </a:p>
          </p:txBody>
        </p:sp>
        <p:sp>
          <p:nvSpPr>
            <p:cNvPr id="741" name="rc740"/>
            <p:cNvSpPr/>
            <p:nvPr/>
          </p:nvSpPr>
          <p:spPr>
            <a:xfrm>
              <a:off x="1310032" y="3858063"/>
              <a:ext cx="1308520" cy="1102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42" name="pl741"/>
            <p:cNvSpPr/>
            <p:nvPr/>
          </p:nvSpPr>
          <p:spPr>
            <a:xfrm>
              <a:off x="1310032" y="3858063"/>
              <a:ext cx="0" cy="1102638"/>
            </a:xfrm>
            <a:custGeom>
              <a:avLst/>
              <a:pathLst>
                <a:path w="0" h="1102638">
                  <a:moveTo>
                    <a:pt x="0" y="1102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tx742"/>
            <p:cNvSpPr/>
            <p:nvPr/>
          </p:nvSpPr>
          <p:spPr>
            <a:xfrm rot="-5400000">
              <a:off x="1140466" y="482839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744" name="tx743"/>
            <p:cNvSpPr/>
            <p:nvPr/>
          </p:nvSpPr>
          <p:spPr>
            <a:xfrm rot="-5400000">
              <a:off x="1140466" y="447695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745" name="tx744"/>
            <p:cNvSpPr/>
            <p:nvPr/>
          </p:nvSpPr>
          <p:spPr>
            <a:xfrm rot="-5400000">
              <a:off x="1140466" y="412552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746" name="pl745"/>
            <p:cNvSpPr/>
            <p:nvPr/>
          </p:nvSpPr>
          <p:spPr>
            <a:xfrm>
              <a:off x="1281564" y="486483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l746"/>
            <p:cNvSpPr/>
            <p:nvPr/>
          </p:nvSpPr>
          <p:spPr>
            <a:xfrm>
              <a:off x="1281564" y="451339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l747"/>
            <p:cNvSpPr/>
            <p:nvPr/>
          </p:nvSpPr>
          <p:spPr>
            <a:xfrm>
              <a:off x="1281564" y="416196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l748"/>
            <p:cNvSpPr/>
            <p:nvPr/>
          </p:nvSpPr>
          <p:spPr>
            <a:xfrm>
              <a:off x="1310032" y="4960701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l749"/>
            <p:cNvSpPr/>
            <p:nvPr/>
          </p:nvSpPr>
          <p:spPr>
            <a:xfrm>
              <a:off x="1409199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l750"/>
            <p:cNvSpPr/>
            <p:nvPr/>
          </p:nvSpPr>
          <p:spPr>
            <a:xfrm>
              <a:off x="1777149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l751"/>
            <p:cNvSpPr/>
            <p:nvPr/>
          </p:nvSpPr>
          <p:spPr>
            <a:xfrm>
              <a:off x="2145098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l752"/>
            <p:cNvSpPr/>
            <p:nvPr/>
          </p:nvSpPr>
          <p:spPr>
            <a:xfrm>
              <a:off x="2513048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tx753"/>
            <p:cNvSpPr/>
            <p:nvPr/>
          </p:nvSpPr>
          <p:spPr>
            <a:xfrm>
              <a:off x="1380944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5" name="tx754"/>
            <p:cNvSpPr/>
            <p:nvPr/>
          </p:nvSpPr>
          <p:spPr>
            <a:xfrm>
              <a:off x="1748894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6" name="tx755"/>
            <p:cNvSpPr/>
            <p:nvPr/>
          </p:nvSpPr>
          <p:spPr>
            <a:xfrm>
              <a:off x="2116843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57" name="tx756"/>
            <p:cNvSpPr/>
            <p:nvPr/>
          </p:nvSpPr>
          <p:spPr>
            <a:xfrm>
              <a:off x="2484793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758" name="tx757"/>
            <p:cNvSpPr/>
            <p:nvPr/>
          </p:nvSpPr>
          <p:spPr>
            <a:xfrm>
              <a:off x="1703231" y="5169580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759" name="tx758"/>
            <p:cNvSpPr/>
            <p:nvPr/>
          </p:nvSpPr>
          <p:spPr>
            <a:xfrm>
              <a:off x="1310032" y="3681523"/>
              <a:ext cx="45143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(h) SRL</a:t>
              </a:r>
            </a:p>
          </p:txBody>
        </p:sp>
        <p:sp>
          <p:nvSpPr>
            <p:cNvPr id="760" name="rc759"/>
            <p:cNvSpPr/>
            <p:nvPr/>
          </p:nvSpPr>
          <p:spPr>
            <a:xfrm>
              <a:off x="2748241" y="3858063"/>
              <a:ext cx="1308520" cy="1102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2782167" y="435967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2828860" y="410827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2775543" y="4400217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2851910" y="435829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2770161" y="397718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2799043" y="432547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2834738" y="467228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2786425" y="456408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2796345" y="436198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2857114" y="390979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3144101" y="487302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3197021" y="430878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3210134" y="440290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3137233" y="476843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3177764" y="440737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3176515" y="454712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3153880" y="462399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3218046" y="469287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3210380" y="449120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3227703" y="420851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3154799" y="416525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3190045" y="461438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3164160" y="447221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3175752" y="450941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3197889" y="440388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3164323" y="411594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3215497" y="456971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3135245" y="397840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3519799" y="407783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3508512" y="444612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3563419" y="438042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3516571" y="455890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3597190" y="453346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3505773" y="462810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3527364" y="431337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3502779" y="421029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3516476" y="422316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3528633" y="426921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3587720" y="441121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3581407" y="401408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3547780" y="465019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3527253" y="475437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3548964" y="435242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3560647" y="415882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3581294" y="441805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3522539" y="475178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3535014" y="387062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3561958" y="429096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3935258" y="456783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3863508" y="441364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3874047" y="455758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3863121" y="453882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3941565" y="462166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3861839" y="435792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3947286" y="451086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3936638" y="483496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3861724" y="441947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3897461" y="461597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3931701" y="462355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3861817" y="448082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3877616" y="437947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3916139" y="470187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3910961" y="462676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3889246" y="465811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3930677" y="417187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3872425" y="429472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3880720" y="466128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3949065" y="446706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3929931" y="433448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3946585" y="437243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3959725" y="431220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3931391" y="455352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3" name="pg832"/>
            <p:cNvSpPr/>
            <p:nvPr/>
          </p:nvSpPr>
          <p:spPr>
            <a:xfrm>
              <a:off x="2855459" y="4242906"/>
              <a:ext cx="1093173" cy="356489"/>
            </a:xfrm>
            <a:custGeom>
              <a:avLst/>
              <a:pathLst>
                <a:path w="1093173" h="356489">
                  <a:moveTo>
                    <a:pt x="0" y="0"/>
                  </a:moveTo>
                  <a:lnTo>
                    <a:pt x="577546" y="107938"/>
                  </a:lnTo>
                  <a:lnTo>
                    <a:pt x="728782" y="128322"/>
                  </a:lnTo>
                  <a:lnTo>
                    <a:pt x="941937" y="150710"/>
                  </a:lnTo>
                  <a:lnTo>
                    <a:pt x="1093173" y="162797"/>
                  </a:lnTo>
                  <a:lnTo>
                    <a:pt x="1093173" y="356489"/>
                  </a:lnTo>
                  <a:lnTo>
                    <a:pt x="941937" y="327891"/>
                  </a:lnTo>
                  <a:lnTo>
                    <a:pt x="728782" y="292934"/>
                  </a:lnTo>
                  <a:lnTo>
                    <a:pt x="577546" y="272631"/>
                  </a:lnTo>
                  <a:lnTo>
                    <a:pt x="0" y="225196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834" name="pl833"/>
            <p:cNvSpPr/>
            <p:nvPr/>
          </p:nvSpPr>
          <p:spPr>
            <a:xfrm>
              <a:off x="2855459" y="4242906"/>
              <a:ext cx="1093173" cy="162797"/>
            </a:xfrm>
            <a:custGeom>
              <a:avLst/>
              <a:pathLst>
                <a:path w="1093173" h="162797">
                  <a:moveTo>
                    <a:pt x="0" y="0"/>
                  </a:moveTo>
                  <a:lnTo>
                    <a:pt x="577546" y="107938"/>
                  </a:lnTo>
                  <a:lnTo>
                    <a:pt x="728782" y="128322"/>
                  </a:lnTo>
                  <a:lnTo>
                    <a:pt x="941937" y="150710"/>
                  </a:lnTo>
                  <a:lnTo>
                    <a:pt x="1093173" y="162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35" name="pl834"/>
            <p:cNvSpPr/>
            <p:nvPr/>
          </p:nvSpPr>
          <p:spPr>
            <a:xfrm>
              <a:off x="2855459" y="4468102"/>
              <a:ext cx="1093173" cy="131293"/>
            </a:xfrm>
            <a:custGeom>
              <a:avLst/>
              <a:pathLst>
                <a:path w="1093173" h="131293">
                  <a:moveTo>
                    <a:pt x="1093173" y="131293"/>
                  </a:moveTo>
                  <a:lnTo>
                    <a:pt x="941937" y="102695"/>
                  </a:lnTo>
                  <a:lnTo>
                    <a:pt x="728782" y="67738"/>
                  </a:lnTo>
                  <a:lnTo>
                    <a:pt x="577546" y="474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36" name="pl835"/>
            <p:cNvSpPr/>
            <p:nvPr/>
          </p:nvSpPr>
          <p:spPr>
            <a:xfrm>
              <a:off x="2855459" y="4355504"/>
              <a:ext cx="1093173" cy="147045"/>
            </a:xfrm>
            <a:custGeom>
              <a:avLst/>
              <a:pathLst>
                <a:path w="1093173" h="147045">
                  <a:moveTo>
                    <a:pt x="0" y="0"/>
                  </a:moveTo>
                  <a:lnTo>
                    <a:pt x="577546" y="77687"/>
                  </a:lnTo>
                  <a:lnTo>
                    <a:pt x="728782" y="98030"/>
                  </a:lnTo>
                  <a:lnTo>
                    <a:pt x="941937" y="126702"/>
                  </a:lnTo>
                  <a:lnTo>
                    <a:pt x="1093173" y="147045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tx836"/>
            <p:cNvSpPr/>
            <p:nvPr/>
          </p:nvSpPr>
          <p:spPr>
            <a:xfrm>
              <a:off x="3459748" y="39025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838" name="tx837"/>
            <p:cNvSpPr/>
            <p:nvPr/>
          </p:nvSpPr>
          <p:spPr>
            <a:xfrm>
              <a:off x="3532489" y="3902599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0.027</a:t>
              </a:r>
            </a:p>
          </p:txBody>
        </p:sp>
        <p:sp>
          <p:nvSpPr>
            <p:cNvPr id="839" name="rc838"/>
            <p:cNvSpPr/>
            <p:nvPr/>
          </p:nvSpPr>
          <p:spPr>
            <a:xfrm>
              <a:off x="2748241" y="3858063"/>
              <a:ext cx="1308520" cy="1102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40" name="pl839"/>
            <p:cNvSpPr/>
            <p:nvPr/>
          </p:nvSpPr>
          <p:spPr>
            <a:xfrm>
              <a:off x="2748241" y="3858063"/>
              <a:ext cx="0" cy="1102638"/>
            </a:xfrm>
            <a:custGeom>
              <a:avLst/>
              <a:pathLst>
                <a:path w="0" h="1102638">
                  <a:moveTo>
                    <a:pt x="0" y="1102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l840"/>
            <p:cNvSpPr/>
            <p:nvPr/>
          </p:nvSpPr>
          <p:spPr>
            <a:xfrm>
              <a:off x="2719773" y="486986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l841"/>
            <p:cNvSpPr/>
            <p:nvPr/>
          </p:nvSpPr>
          <p:spPr>
            <a:xfrm>
              <a:off x="2719773" y="452675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l842"/>
            <p:cNvSpPr/>
            <p:nvPr/>
          </p:nvSpPr>
          <p:spPr>
            <a:xfrm>
              <a:off x="2719773" y="418363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l843"/>
            <p:cNvSpPr/>
            <p:nvPr/>
          </p:nvSpPr>
          <p:spPr>
            <a:xfrm>
              <a:off x="2748241" y="4960701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l844"/>
            <p:cNvSpPr/>
            <p:nvPr/>
          </p:nvSpPr>
          <p:spPr>
            <a:xfrm>
              <a:off x="2855459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l845"/>
            <p:cNvSpPr/>
            <p:nvPr/>
          </p:nvSpPr>
          <p:spPr>
            <a:xfrm>
              <a:off x="3219850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l846"/>
            <p:cNvSpPr/>
            <p:nvPr/>
          </p:nvSpPr>
          <p:spPr>
            <a:xfrm>
              <a:off x="3584241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l847"/>
            <p:cNvSpPr/>
            <p:nvPr/>
          </p:nvSpPr>
          <p:spPr>
            <a:xfrm>
              <a:off x="3948632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tx848"/>
            <p:cNvSpPr/>
            <p:nvPr/>
          </p:nvSpPr>
          <p:spPr>
            <a:xfrm>
              <a:off x="2827204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50" name="tx849"/>
            <p:cNvSpPr/>
            <p:nvPr/>
          </p:nvSpPr>
          <p:spPr>
            <a:xfrm>
              <a:off x="3191595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51" name="tx850"/>
            <p:cNvSpPr/>
            <p:nvPr/>
          </p:nvSpPr>
          <p:spPr>
            <a:xfrm>
              <a:off x="3555986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52" name="tx851"/>
            <p:cNvSpPr/>
            <p:nvPr/>
          </p:nvSpPr>
          <p:spPr>
            <a:xfrm>
              <a:off x="3920377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853" name="tx852"/>
            <p:cNvSpPr/>
            <p:nvPr/>
          </p:nvSpPr>
          <p:spPr>
            <a:xfrm>
              <a:off x="3141440" y="5169580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854" name="tx853"/>
            <p:cNvSpPr/>
            <p:nvPr/>
          </p:nvSpPr>
          <p:spPr>
            <a:xfrm>
              <a:off x="2748241" y="3681523"/>
              <a:ext cx="33869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(i) RD</a:t>
              </a:r>
            </a:p>
          </p:txBody>
        </p:sp>
        <p:sp>
          <p:nvSpPr>
            <p:cNvPr id="855" name="rc854"/>
            <p:cNvSpPr/>
            <p:nvPr/>
          </p:nvSpPr>
          <p:spPr>
            <a:xfrm>
              <a:off x="4186450" y="3858063"/>
              <a:ext cx="1308520" cy="1102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4253196" y="471999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4228557" y="459946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4225523" y="473847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4278388" y="401729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4278646" y="450526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4305864" y="432958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4208370" y="487302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4208698" y="459944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4274862" y="449106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4221899" y="419125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4665742" y="447360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4664740" y="424660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4660871" y="472382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4606343" y="478153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4575169" y="387062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4578780" y="403572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4607818" y="483289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4612683" y="475207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4602833" y="479157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4602972" y="470885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4631387" y="467492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4648917" y="480883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4650374" y="458232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4606582" y="460873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4580990" y="440057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4638294" y="450282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4660449" y="481249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4658093" y="469557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4971309" y="472411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5032679" y="467785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5023022" y="4681187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5026443" y="464874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4945106" y="466037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4962671" y="472834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0" name="pt889"/>
            <p:cNvSpPr/>
            <p:nvPr/>
          </p:nvSpPr>
          <p:spPr>
            <a:xfrm>
              <a:off x="5016549" y="470546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1" name="pt890"/>
            <p:cNvSpPr/>
            <p:nvPr/>
          </p:nvSpPr>
          <p:spPr>
            <a:xfrm>
              <a:off x="4986541" y="443692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4947095" y="476813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5007084" y="453160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4977428" y="474488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4946231" y="457611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4990519" y="473924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4999563" y="477568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4933085" y="434663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5015546" y="469791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4980549" y="447661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5036652" y="462177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4961775" y="452244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4979591" y="453194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5397934" y="480744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5344761" y="463839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5396646" y="448320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5318445" y="462782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5378304" y="451392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5318404" y="469484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5381443" y="460041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5315863" y="4709201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5338794" y="444925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5383483" y="446789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5323332" y="464479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5308787" y="473934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5329093" y="459251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5327078" y="475109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5312367" y="458040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5379505" y="479390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5339606" y="437047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5310953" y="473959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5308709" y="469668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5356760" y="459748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5394666" y="453034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5393428" y="461337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5360306" y="465677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5353792" y="472284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8" name="pg927"/>
            <p:cNvSpPr/>
            <p:nvPr/>
          </p:nvSpPr>
          <p:spPr>
            <a:xfrm>
              <a:off x="4298145" y="4384264"/>
              <a:ext cx="1086453" cy="470823"/>
            </a:xfrm>
            <a:custGeom>
              <a:avLst/>
              <a:pathLst>
                <a:path w="1086453" h="470823">
                  <a:moveTo>
                    <a:pt x="0" y="0"/>
                  </a:moveTo>
                  <a:lnTo>
                    <a:pt x="573995" y="153558"/>
                  </a:lnTo>
                  <a:lnTo>
                    <a:pt x="724302" y="161707"/>
                  </a:lnTo>
                  <a:lnTo>
                    <a:pt x="936147" y="150417"/>
                  </a:lnTo>
                  <a:lnTo>
                    <a:pt x="1086453" y="133922"/>
                  </a:lnTo>
                  <a:lnTo>
                    <a:pt x="1086453" y="470823"/>
                  </a:lnTo>
                  <a:lnTo>
                    <a:pt x="936147" y="422349"/>
                  </a:lnTo>
                  <a:lnTo>
                    <a:pt x="724302" y="365988"/>
                  </a:lnTo>
                  <a:lnTo>
                    <a:pt x="573995" y="342159"/>
                  </a:lnTo>
                  <a:lnTo>
                    <a:pt x="0" y="373597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9" name="pl928"/>
            <p:cNvSpPr/>
            <p:nvPr/>
          </p:nvSpPr>
          <p:spPr>
            <a:xfrm>
              <a:off x="4298145" y="4384264"/>
              <a:ext cx="1086453" cy="161707"/>
            </a:xfrm>
            <a:custGeom>
              <a:avLst/>
              <a:pathLst>
                <a:path w="1086453" h="161707">
                  <a:moveTo>
                    <a:pt x="0" y="0"/>
                  </a:moveTo>
                  <a:lnTo>
                    <a:pt x="573995" y="153558"/>
                  </a:lnTo>
                  <a:lnTo>
                    <a:pt x="724302" y="161707"/>
                  </a:lnTo>
                  <a:lnTo>
                    <a:pt x="936147" y="150417"/>
                  </a:lnTo>
                  <a:lnTo>
                    <a:pt x="1086453" y="1339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30" name="pl929"/>
            <p:cNvSpPr/>
            <p:nvPr/>
          </p:nvSpPr>
          <p:spPr>
            <a:xfrm>
              <a:off x="4298145" y="4726424"/>
              <a:ext cx="1086453" cy="128663"/>
            </a:xfrm>
            <a:custGeom>
              <a:avLst/>
              <a:pathLst>
                <a:path w="1086453" h="128663">
                  <a:moveTo>
                    <a:pt x="1086453" y="128663"/>
                  </a:moveTo>
                  <a:lnTo>
                    <a:pt x="936147" y="80190"/>
                  </a:lnTo>
                  <a:lnTo>
                    <a:pt x="724302" y="23829"/>
                  </a:lnTo>
                  <a:lnTo>
                    <a:pt x="573995" y="0"/>
                  </a:lnTo>
                  <a:lnTo>
                    <a:pt x="0" y="314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31" name="pl930"/>
            <p:cNvSpPr/>
            <p:nvPr/>
          </p:nvSpPr>
          <p:spPr>
            <a:xfrm>
              <a:off x="4298145" y="4571063"/>
              <a:ext cx="1086453" cy="115574"/>
            </a:xfrm>
            <a:custGeom>
              <a:avLst/>
              <a:pathLst>
                <a:path w="1086453" h="115574">
                  <a:moveTo>
                    <a:pt x="0" y="0"/>
                  </a:moveTo>
                  <a:lnTo>
                    <a:pt x="573995" y="61060"/>
                  </a:lnTo>
                  <a:lnTo>
                    <a:pt x="724302" y="77049"/>
                  </a:lnTo>
                  <a:lnTo>
                    <a:pt x="936147" y="99584"/>
                  </a:lnTo>
                  <a:lnTo>
                    <a:pt x="1086453" y="115574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32" name="tx931"/>
            <p:cNvSpPr/>
            <p:nvPr/>
          </p:nvSpPr>
          <p:spPr>
            <a:xfrm>
              <a:off x="4895714" y="3902526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33" name="tx932"/>
            <p:cNvSpPr/>
            <p:nvPr/>
          </p:nvSpPr>
          <p:spPr>
            <a:xfrm>
              <a:off x="4968455" y="3902526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0.461</a:t>
              </a:r>
            </a:p>
          </p:txBody>
        </p:sp>
        <p:sp>
          <p:nvSpPr>
            <p:cNvPr id="934" name="rc933"/>
            <p:cNvSpPr/>
            <p:nvPr/>
          </p:nvSpPr>
          <p:spPr>
            <a:xfrm>
              <a:off x="4186450" y="3858063"/>
              <a:ext cx="1308520" cy="1102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35" name="pl934"/>
            <p:cNvSpPr/>
            <p:nvPr/>
          </p:nvSpPr>
          <p:spPr>
            <a:xfrm>
              <a:off x="4186450" y="3858063"/>
              <a:ext cx="0" cy="1102638"/>
            </a:xfrm>
            <a:custGeom>
              <a:avLst/>
              <a:pathLst>
                <a:path w="0" h="1102638">
                  <a:moveTo>
                    <a:pt x="0" y="1102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l935"/>
            <p:cNvSpPr/>
            <p:nvPr/>
          </p:nvSpPr>
          <p:spPr>
            <a:xfrm>
              <a:off x="4157982" y="485417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l936"/>
            <p:cNvSpPr/>
            <p:nvPr/>
          </p:nvSpPr>
          <p:spPr>
            <a:xfrm>
              <a:off x="4157982" y="461454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l937"/>
            <p:cNvSpPr/>
            <p:nvPr/>
          </p:nvSpPr>
          <p:spPr>
            <a:xfrm>
              <a:off x="4157982" y="437492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l938"/>
            <p:cNvSpPr/>
            <p:nvPr/>
          </p:nvSpPr>
          <p:spPr>
            <a:xfrm>
              <a:off x="4157982" y="413529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l939"/>
            <p:cNvSpPr/>
            <p:nvPr/>
          </p:nvSpPr>
          <p:spPr>
            <a:xfrm>
              <a:off x="4157982" y="389567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l940"/>
            <p:cNvSpPr/>
            <p:nvPr/>
          </p:nvSpPr>
          <p:spPr>
            <a:xfrm>
              <a:off x="4186450" y="4960701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l941"/>
            <p:cNvSpPr/>
            <p:nvPr/>
          </p:nvSpPr>
          <p:spPr>
            <a:xfrm>
              <a:off x="4298145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l942"/>
            <p:cNvSpPr/>
            <p:nvPr/>
          </p:nvSpPr>
          <p:spPr>
            <a:xfrm>
              <a:off x="4660296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l943"/>
            <p:cNvSpPr/>
            <p:nvPr/>
          </p:nvSpPr>
          <p:spPr>
            <a:xfrm>
              <a:off x="5022447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l944"/>
            <p:cNvSpPr/>
            <p:nvPr/>
          </p:nvSpPr>
          <p:spPr>
            <a:xfrm>
              <a:off x="5384598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tx945"/>
            <p:cNvSpPr/>
            <p:nvPr/>
          </p:nvSpPr>
          <p:spPr>
            <a:xfrm>
              <a:off x="4269890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47" name="tx946"/>
            <p:cNvSpPr/>
            <p:nvPr/>
          </p:nvSpPr>
          <p:spPr>
            <a:xfrm>
              <a:off x="4632041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48" name="tx947"/>
            <p:cNvSpPr/>
            <p:nvPr/>
          </p:nvSpPr>
          <p:spPr>
            <a:xfrm>
              <a:off x="4994192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49" name="tx948"/>
            <p:cNvSpPr/>
            <p:nvPr/>
          </p:nvSpPr>
          <p:spPr>
            <a:xfrm>
              <a:off x="5356343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50" name="tx949"/>
            <p:cNvSpPr/>
            <p:nvPr/>
          </p:nvSpPr>
          <p:spPr>
            <a:xfrm>
              <a:off x="4579649" y="5169580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951" name="tx950"/>
            <p:cNvSpPr/>
            <p:nvPr/>
          </p:nvSpPr>
          <p:spPr>
            <a:xfrm>
              <a:off x="4186450" y="3681523"/>
              <a:ext cx="41623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(j) RTD</a:t>
              </a:r>
            </a:p>
          </p:txBody>
        </p:sp>
        <p:sp>
          <p:nvSpPr>
            <p:cNvPr id="952" name="rc951"/>
            <p:cNvSpPr/>
            <p:nvPr/>
          </p:nvSpPr>
          <p:spPr>
            <a:xfrm>
              <a:off x="5624659" y="3858063"/>
              <a:ext cx="1308520" cy="1102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5655984" y="458782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5743308" y="463934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5709734" y="4697567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5712637" y="433553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5730240" y="461681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5732771" y="434797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5646579" y="483208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5739222" y="469826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5656737" y="436169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5715036" y="429476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6066040" y="454254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6031918" y="433629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6056029" y="467090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6014700" y="482135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6014259" y="387062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6076573" y="395212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6051550" y="476678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6065010" y="485081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6009277" y="483924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6044577" y="473194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6061600" y="477667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6048003" y="481173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6090860" y="478299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6039209" y="477720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6105117" y="473287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6045601" y="464588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6039033" y="483684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6024581" y="468173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6452067" y="467001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6406334" y="485128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6466515" y="477240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6457086" y="479978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6447124" y="458330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6465575" y="471601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6438240" y="454516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6371002" y="467000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6441893" y="472231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6449772" y="462687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6452819" y="481198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6464071" y="438215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6405236" y="476505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6413962" y="482088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6381399" y="431359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6435968" y="460830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6395210" y="452872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6430877" y="475597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6383607" y="467364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6382218" y="454164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6745236" y="473579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6754435" y="470097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6829681" y="461869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6793399" y="472887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6797943" y="457747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6791360" y="467872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6801641" y="461957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6829487" y="4651602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6833393" y="469546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6790374" y="444845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6772342" y="479158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6833201" y="470778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6809730" y="470802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6822018" y="482315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6783611" y="465777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6822592" y="482254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6799958" y="457136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6771272" y="470173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6741799" y="471135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6769131" y="463179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6759824" y="467922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6764605" y="466301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6836143" y="468791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6818307" y="480138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g1024"/>
            <p:cNvSpPr/>
            <p:nvPr/>
          </p:nvSpPr>
          <p:spPr>
            <a:xfrm>
              <a:off x="5732040" y="4421306"/>
              <a:ext cx="1092389" cy="489275"/>
            </a:xfrm>
            <a:custGeom>
              <a:avLst/>
              <a:pathLst>
                <a:path w="1092389" h="489275">
                  <a:moveTo>
                    <a:pt x="0" y="0"/>
                  </a:moveTo>
                  <a:lnTo>
                    <a:pt x="577132" y="159753"/>
                  </a:lnTo>
                  <a:lnTo>
                    <a:pt x="728259" y="165790"/>
                  </a:lnTo>
                  <a:lnTo>
                    <a:pt x="941262" y="149803"/>
                  </a:lnTo>
                  <a:lnTo>
                    <a:pt x="1092389" y="129771"/>
                  </a:lnTo>
                  <a:lnTo>
                    <a:pt x="1092389" y="489275"/>
                  </a:lnTo>
                  <a:lnTo>
                    <a:pt x="941262" y="437928"/>
                  </a:lnTo>
                  <a:lnTo>
                    <a:pt x="728259" y="377806"/>
                  </a:lnTo>
                  <a:lnTo>
                    <a:pt x="577132" y="352529"/>
                  </a:lnTo>
                  <a:lnTo>
                    <a:pt x="0" y="392696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l1025"/>
            <p:cNvSpPr/>
            <p:nvPr/>
          </p:nvSpPr>
          <p:spPr>
            <a:xfrm>
              <a:off x="5732040" y="4421306"/>
              <a:ext cx="1092389" cy="165790"/>
            </a:xfrm>
            <a:custGeom>
              <a:avLst/>
              <a:pathLst>
                <a:path w="1092389" h="165790">
                  <a:moveTo>
                    <a:pt x="0" y="0"/>
                  </a:moveTo>
                  <a:lnTo>
                    <a:pt x="577132" y="159753"/>
                  </a:lnTo>
                  <a:lnTo>
                    <a:pt x="728259" y="165790"/>
                  </a:lnTo>
                  <a:lnTo>
                    <a:pt x="941262" y="149803"/>
                  </a:lnTo>
                  <a:lnTo>
                    <a:pt x="1092389" y="1297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27" name="pl1026"/>
            <p:cNvSpPr/>
            <p:nvPr/>
          </p:nvSpPr>
          <p:spPr>
            <a:xfrm>
              <a:off x="5732040" y="4773835"/>
              <a:ext cx="1092389" cy="136746"/>
            </a:xfrm>
            <a:custGeom>
              <a:avLst/>
              <a:pathLst>
                <a:path w="1092389" h="136746">
                  <a:moveTo>
                    <a:pt x="1092389" y="136746"/>
                  </a:moveTo>
                  <a:lnTo>
                    <a:pt x="941262" y="85399"/>
                  </a:lnTo>
                  <a:lnTo>
                    <a:pt x="728259" y="25277"/>
                  </a:lnTo>
                  <a:lnTo>
                    <a:pt x="577132" y="0"/>
                  </a:lnTo>
                  <a:lnTo>
                    <a:pt x="0" y="401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28" name="pl1027"/>
            <p:cNvSpPr/>
            <p:nvPr/>
          </p:nvSpPr>
          <p:spPr>
            <a:xfrm>
              <a:off x="5732040" y="4617654"/>
              <a:ext cx="1092389" cy="113175"/>
            </a:xfrm>
            <a:custGeom>
              <a:avLst/>
              <a:pathLst>
                <a:path w="1092389" h="113175">
                  <a:moveTo>
                    <a:pt x="0" y="0"/>
                  </a:moveTo>
                  <a:lnTo>
                    <a:pt x="577132" y="59792"/>
                  </a:lnTo>
                  <a:lnTo>
                    <a:pt x="728259" y="75450"/>
                  </a:lnTo>
                  <a:lnTo>
                    <a:pt x="941262" y="97518"/>
                  </a:lnTo>
                  <a:lnTo>
                    <a:pt x="1092389" y="113175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29" name="tx1028"/>
            <p:cNvSpPr/>
            <p:nvPr/>
          </p:nvSpPr>
          <p:spPr>
            <a:xfrm>
              <a:off x="6335546" y="3902538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030" name="tx1029"/>
            <p:cNvSpPr/>
            <p:nvPr/>
          </p:nvSpPr>
          <p:spPr>
            <a:xfrm>
              <a:off x="6408286" y="3902538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0.497</a:t>
              </a:r>
            </a:p>
          </p:txBody>
        </p:sp>
        <p:sp>
          <p:nvSpPr>
            <p:cNvPr id="1031" name="rc1030"/>
            <p:cNvSpPr/>
            <p:nvPr/>
          </p:nvSpPr>
          <p:spPr>
            <a:xfrm>
              <a:off x="5624659" y="3858063"/>
              <a:ext cx="1308520" cy="1102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32" name="pl1031"/>
            <p:cNvSpPr/>
            <p:nvPr/>
          </p:nvSpPr>
          <p:spPr>
            <a:xfrm>
              <a:off x="5624659" y="3858063"/>
              <a:ext cx="0" cy="1102638"/>
            </a:xfrm>
            <a:custGeom>
              <a:avLst/>
              <a:pathLst>
                <a:path w="0" h="1102638">
                  <a:moveTo>
                    <a:pt x="0" y="1102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l1032"/>
            <p:cNvSpPr/>
            <p:nvPr/>
          </p:nvSpPr>
          <p:spPr>
            <a:xfrm>
              <a:off x="5596191" y="471942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l1033"/>
            <p:cNvSpPr/>
            <p:nvPr/>
          </p:nvSpPr>
          <p:spPr>
            <a:xfrm>
              <a:off x="5596191" y="435288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l1034"/>
            <p:cNvSpPr/>
            <p:nvPr/>
          </p:nvSpPr>
          <p:spPr>
            <a:xfrm>
              <a:off x="5596191" y="398634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l1035"/>
            <p:cNvSpPr/>
            <p:nvPr/>
          </p:nvSpPr>
          <p:spPr>
            <a:xfrm>
              <a:off x="5624659" y="4960701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l1036"/>
            <p:cNvSpPr/>
            <p:nvPr/>
          </p:nvSpPr>
          <p:spPr>
            <a:xfrm>
              <a:off x="5732040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l1037"/>
            <p:cNvSpPr/>
            <p:nvPr/>
          </p:nvSpPr>
          <p:spPr>
            <a:xfrm>
              <a:off x="6096170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l1038"/>
            <p:cNvSpPr/>
            <p:nvPr/>
          </p:nvSpPr>
          <p:spPr>
            <a:xfrm>
              <a:off x="6460300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l1039"/>
            <p:cNvSpPr/>
            <p:nvPr/>
          </p:nvSpPr>
          <p:spPr>
            <a:xfrm>
              <a:off x="6824430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tx1040"/>
            <p:cNvSpPr/>
            <p:nvPr/>
          </p:nvSpPr>
          <p:spPr>
            <a:xfrm>
              <a:off x="5703785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42" name="tx1041"/>
            <p:cNvSpPr/>
            <p:nvPr/>
          </p:nvSpPr>
          <p:spPr>
            <a:xfrm>
              <a:off x="6067915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43" name="tx1042"/>
            <p:cNvSpPr/>
            <p:nvPr/>
          </p:nvSpPr>
          <p:spPr>
            <a:xfrm>
              <a:off x="6432045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44" name="tx1043"/>
            <p:cNvSpPr/>
            <p:nvPr/>
          </p:nvSpPr>
          <p:spPr>
            <a:xfrm>
              <a:off x="6796175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045" name="tx1044"/>
            <p:cNvSpPr/>
            <p:nvPr/>
          </p:nvSpPr>
          <p:spPr>
            <a:xfrm>
              <a:off x="6017858" y="5169580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046" name="tx1045"/>
            <p:cNvSpPr/>
            <p:nvPr/>
          </p:nvSpPr>
          <p:spPr>
            <a:xfrm>
              <a:off x="5624659" y="3681523"/>
              <a:ext cx="45875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(k) SRA</a:t>
              </a:r>
            </a:p>
          </p:txBody>
        </p:sp>
        <p:sp>
          <p:nvSpPr>
            <p:cNvPr id="1047" name="rc1046"/>
            <p:cNvSpPr/>
            <p:nvPr/>
          </p:nvSpPr>
          <p:spPr>
            <a:xfrm>
              <a:off x="3040122" y="5394291"/>
              <a:ext cx="2162967" cy="58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8" name="tx1047"/>
            <p:cNvSpPr/>
            <p:nvPr/>
          </p:nvSpPr>
          <p:spPr>
            <a:xfrm>
              <a:off x="3905579" y="5406956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1049" name="rc1048"/>
            <p:cNvSpPr/>
            <p:nvPr/>
          </p:nvSpPr>
          <p:spPr>
            <a:xfrm>
              <a:off x="3040122" y="5558853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3092563" y="561129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1" name="rc1050"/>
            <p:cNvSpPr/>
            <p:nvPr/>
          </p:nvSpPr>
          <p:spPr>
            <a:xfrm>
              <a:off x="3040122" y="5795789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3092563" y="584823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3" name="rc1052"/>
            <p:cNvSpPr/>
            <p:nvPr/>
          </p:nvSpPr>
          <p:spPr>
            <a:xfrm>
              <a:off x="3492003" y="5558853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3544445" y="561129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5" name="rc1054"/>
            <p:cNvSpPr/>
            <p:nvPr/>
          </p:nvSpPr>
          <p:spPr>
            <a:xfrm>
              <a:off x="3492003" y="5795789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3544445" y="584823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7" name="rc1056"/>
            <p:cNvSpPr/>
            <p:nvPr/>
          </p:nvSpPr>
          <p:spPr>
            <a:xfrm>
              <a:off x="3938215" y="5558853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3990657" y="561129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9" name="rc1058"/>
            <p:cNvSpPr/>
            <p:nvPr/>
          </p:nvSpPr>
          <p:spPr>
            <a:xfrm>
              <a:off x="3938215" y="5795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3990657" y="584823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61" name="rc1060"/>
            <p:cNvSpPr/>
            <p:nvPr/>
          </p:nvSpPr>
          <p:spPr>
            <a:xfrm>
              <a:off x="4373180" y="5558853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4425621" y="561129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63" name="rc1062"/>
            <p:cNvSpPr/>
            <p:nvPr/>
          </p:nvSpPr>
          <p:spPr>
            <a:xfrm>
              <a:off x="4373180" y="5795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4425621" y="584823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65" name="rc1064"/>
            <p:cNvSpPr/>
            <p:nvPr/>
          </p:nvSpPr>
          <p:spPr>
            <a:xfrm>
              <a:off x="4819392" y="5558853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4871833" y="561129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67" name="rc1066"/>
            <p:cNvSpPr/>
            <p:nvPr/>
          </p:nvSpPr>
          <p:spPr>
            <a:xfrm>
              <a:off x="4819392" y="5795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8" name="pt1067"/>
            <p:cNvSpPr/>
            <p:nvPr/>
          </p:nvSpPr>
          <p:spPr>
            <a:xfrm>
              <a:off x="4871833" y="584823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69" name="tx1068"/>
            <p:cNvSpPr/>
            <p:nvPr/>
          </p:nvSpPr>
          <p:spPr>
            <a:xfrm>
              <a:off x="3277058" y="5612414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1070" name="tx1069"/>
            <p:cNvSpPr/>
            <p:nvPr/>
          </p:nvSpPr>
          <p:spPr>
            <a:xfrm>
              <a:off x="3277058" y="5849350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1071" name="tx1070"/>
            <p:cNvSpPr/>
            <p:nvPr/>
          </p:nvSpPr>
          <p:spPr>
            <a:xfrm>
              <a:off x="3728939" y="5612414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1072" name="tx1071"/>
            <p:cNvSpPr/>
            <p:nvPr/>
          </p:nvSpPr>
          <p:spPr>
            <a:xfrm>
              <a:off x="3728939" y="584935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1073" name="tx1072"/>
            <p:cNvSpPr/>
            <p:nvPr/>
          </p:nvSpPr>
          <p:spPr>
            <a:xfrm>
              <a:off x="4175151" y="5612414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1074" name="tx1073"/>
            <p:cNvSpPr/>
            <p:nvPr/>
          </p:nvSpPr>
          <p:spPr>
            <a:xfrm>
              <a:off x="4175151" y="584935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1075" name="tx1074"/>
            <p:cNvSpPr/>
            <p:nvPr/>
          </p:nvSpPr>
          <p:spPr>
            <a:xfrm>
              <a:off x="4610116" y="5612414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1076" name="tx1075"/>
            <p:cNvSpPr/>
            <p:nvPr/>
          </p:nvSpPr>
          <p:spPr>
            <a:xfrm>
              <a:off x="4610116" y="584935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1077" name="tx1076"/>
            <p:cNvSpPr/>
            <p:nvPr/>
          </p:nvSpPr>
          <p:spPr>
            <a:xfrm>
              <a:off x="5056328" y="5612414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1078" name="tx1077"/>
            <p:cNvSpPr/>
            <p:nvPr/>
          </p:nvSpPr>
          <p:spPr>
            <a:xfrm>
              <a:off x="5056328" y="5849350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2026-07-20T13:31:22Z</dcterms:modified>
  <cp:category/>
</cp:coreProperties>
</file>