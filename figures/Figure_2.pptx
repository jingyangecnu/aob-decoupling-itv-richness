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034400" y="914400"/>
              <a:ext cx="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1694869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78858" y="983989"/>
              <a:ext cx="1428650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07509" y="983989"/>
              <a:ext cx="1428650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36160" y="983989"/>
              <a:ext cx="1428650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2312631"/>
              <a:ext cx="1694869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78858" y="2312631"/>
              <a:ext cx="1428650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07509" y="2312631"/>
              <a:ext cx="1428650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83989" y="3641274"/>
              <a:ext cx="1694869" cy="23155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78858" y="3641274"/>
              <a:ext cx="1428650" cy="23155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07509" y="3641274"/>
              <a:ext cx="1428650" cy="23155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36160" y="3641274"/>
              <a:ext cx="1428650" cy="23155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405201" y="1287054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40424" y="186405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34849" y="172441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19785" y="179593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505525" y="159062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42428" y="208050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452998" y="178610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424062" y="194243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499924" y="184112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473131" y="168619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470730" y="179834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50469" y="171543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78974" y="163102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60153" y="161984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801877" y="181929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57966" y="177765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64680" y="167893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91905" y="175454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40931" y="190351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45168" y="184826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93012" y="159436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809287" y="161852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810110" y="180470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808065" y="184948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61792" y="194531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824445" y="184030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819155" y="172645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62936" y="183609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827908" y="173689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28155" y="171823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39093" y="173959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114999" y="186170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02710" y="164150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091971" y="173682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092238" y="175231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088583" y="178629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32437" y="173779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075990" y="182141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03654" y="151568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04970" y="15739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42305" y="155161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11563" y="152207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25800" y="172229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084813" y="168985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32493" y="161867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077466" y="185519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26808" y="175791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067625" y="171715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077325" y="166212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412418" y="161903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52972" y="165391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447031" y="181324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418332" y="16691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404502" y="178903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59172" y="186256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61513" y="172748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406336" y="171404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462631" y="166967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47745" y="178628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439042" y="168070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57949" y="134455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409210" y="179755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381366" y="14135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402085" y="173764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402090" y="153944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33774" y="151682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386894" y="153192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393228" y="177668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394431" y="165544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415822" y="175772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427696" y="170288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33271" y="144403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50222" y="128906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1503044" y="1637375"/>
              <a:ext cx="954310" cy="275483"/>
            </a:xfrm>
            <a:custGeom>
              <a:avLst/>
              <a:pathLst>
                <a:path w="954310" h="275483">
                  <a:moveTo>
                    <a:pt x="0" y="155660"/>
                  </a:moveTo>
                  <a:lnTo>
                    <a:pt x="504182" y="92506"/>
                  </a:lnTo>
                  <a:lnTo>
                    <a:pt x="636207" y="69286"/>
                  </a:lnTo>
                  <a:lnTo>
                    <a:pt x="822285" y="30514"/>
                  </a:lnTo>
                  <a:lnTo>
                    <a:pt x="954310" y="0"/>
                  </a:lnTo>
                  <a:lnTo>
                    <a:pt x="954310" y="93869"/>
                  </a:lnTo>
                  <a:lnTo>
                    <a:pt x="822285" y="110015"/>
                  </a:lnTo>
                  <a:lnTo>
                    <a:pt x="636207" y="137007"/>
                  </a:lnTo>
                  <a:lnTo>
                    <a:pt x="504182" y="160448"/>
                  </a:lnTo>
                  <a:lnTo>
                    <a:pt x="0" y="27548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503044" y="1637375"/>
              <a:ext cx="954310" cy="155660"/>
            </a:xfrm>
            <a:custGeom>
              <a:avLst/>
              <a:pathLst>
                <a:path w="954310" h="155660">
                  <a:moveTo>
                    <a:pt x="0" y="155660"/>
                  </a:moveTo>
                  <a:lnTo>
                    <a:pt x="504182" y="92506"/>
                  </a:lnTo>
                  <a:lnTo>
                    <a:pt x="636207" y="69286"/>
                  </a:lnTo>
                  <a:lnTo>
                    <a:pt x="822285" y="30514"/>
                  </a:lnTo>
                  <a:lnTo>
                    <a:pt x="95431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503044" y="1731244"/>
              <a:ext cx="954310" cy="181614"/>
            </a:xfrm>
            <a:custGeom>
              <a:avLst/>
              <a:pathLst>
                <a:path w="954310" h="181614">
                  <a:moveTo>
                    <a:pt x="954310" y="0"/>
                  </a:moveTo>
                  <a:lnTo>
                    <a:pt x="822285" y="16146"/>
                  </a:lnTo>
                  <a:lnTo>
                    <a:pt x="636207" y="43138"/>
                  </a:lnTo>
                  <a:lnTo>
                    <a:pt x="504182" y="66579"/>
                  </a:lnTo>
                  <a:lnTo>
                    <a:pt x="0" y="181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503044" y="1684310"/>
              <a:ext cx="954310" cy="168637"/>
            </a:xfrm>
            <a:custGeom>
              <a:avLst/>
              <a:pathLst>
                <a:path w="954310" h="168637">
                  <a:moveTo>
                    <a:pt x="0" y="168637"/>
                  </a:moveTo>
                  <a:lnTo>
                    <a:pt x="504182" y="79542"/>
                  </a:lnTo>
                  <a:lnTo>
                    <a:pt x="636207" y="56212"/>
                  </a:lnTo>
                  <a:lnTo>
                    <a:pt x="822285" y="23330"/>
                  </a:lnTo>
                  <a:lnTo>
                    <a:pt x="954310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1977660" y="1323752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&lt; 0.001</a:t>
              </a:r>
            </a:p>
          </p:txBody>
        </p:sp>
        <p:sp>
          <p:nvSpPr>
            <p:cNvPr id="95" name="rc94"/>
            <p:cNvSpPr/>
            <p:nvPr/>
          </p:nvSpPr>
          <p:spPr>
            <a:xfrm>
              <a:off x="1405201" y="1287054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405201" y="1287054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235634" y="208948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235634" y="188238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235634" y="167529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235634" y="146820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1" name="tx100"/>
            <p:cNvSpPr/>
            <p:nvPr/>
          </p:nvSpPr>
          <p:spPr>
            <a:xfrm rot="-5400000">
              <a:off x="1235634" y="126110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2" name="pl101"/>
            <p:cNvSpPr/>
            <p:nvPr/>
          </p:nvSpPr>
          <p:spPr>
            <a:xfrm>
              <a:off x="1376732" y="212592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376732" y="19188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376732" y="171173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376732" y="150463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376732" y="129754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405201" y="2157637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503044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821147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2139251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2457355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tx111"/>
            <p:cNvSpPr/>
            <p:nvPr/>
          </p:nvSpPr>
          <p:spPr>
            <a:xfrm rot="-5400000">
              <a:off x="1029315" y="1676626"/>
              <a:ext cx="19751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1405201" y="1110514"/>
              <a:ext cx="46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4" name="rc113"/>
            <p:cNvSpPr/>
            <p:nvPr/>
          </p:nvSpPr>
          <p:spPr>
            <a:xfrm>
              <a:off x="2833852" y="1287054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867691" y="183196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867569" y="182173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864146" y="175386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863618" y="169812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912426" y="202082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48435" y="207137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61607" y="174987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905835" y="202859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52215" y="174847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878874" y="162743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3226801" y="176025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3185725" y="179120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3238347" y="137083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3208472" y="17454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3230543" y="143858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210168" y="167869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190537" y="163483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237099" y="182132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232860" y="17606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195350" y="194535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209734" y="195549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191210" y="189756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240102" y="207701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220235" y="198309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248845" y="201577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211897" y="188882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182964" y="195998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203979" y="177469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535260" y="148101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482523" y="182901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507991" y="162121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495330" y="181089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485483" y="168326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67457" y="18153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66531" y="144282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09912" y="167746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489249" y="173854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01694" y="191523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46536" y="174220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69608" y="135931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493037" y="163291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38863" y="181219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499713" y="181903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495089" y="190866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22615" y="205891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60189" y="195954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37828" y="193156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491573" y="166322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870232" y="162493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819139" y="155482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886774" y="172749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842208" y="179051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888726" y="208050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845252" y="178900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806305" y="207984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834333" y="173760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866613" y="179846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815565" y="199989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828317" y="169859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811919" y="128906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856271" y="184246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812937" y="162316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873969" y="165703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808144" y="155359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891282" y="170280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847477" y="156727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840364" y="185365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841222" y="167595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853832" y="182026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853141" y="199304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869793" y="141682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865384" y="161443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918004" y="1653312"/>
              <a:ext cx="966382" cy="316348"/>
            </a:xfrm>
            <a:custGeom>
              <a:avLst/>
              <a:pathLst>
                <a:path w="966382" h="316348">
                  <a:moveTo>
                    <a:pt x="0" y="105007"/>
                  </a:moveTo>
                  <a:lnTo>
                    <a:pt x="510559" y="56807"/>
                  </a:lnTo>
                  <a:lnTo>
                    <a:pt x="644254" y="41516"/>
                  </a:lnTo>
                  <a:lnTo>
                    <a:pt x="832687" y="18005"/>
                  </a:lnTo>
                  <a:lnTo>
                    <a:pt x="966382" y="0"/>
                  </a:lnTo>
                  <a:lnTo>
                    <a:pt x="966382" y="200418"/>
                  </a:lnTo>
                  <a:lnTo>
                    <a:pt x="832687" y="212978"/>
                  </a:lnTo>
                  <a:lnTo>
                    <a:pt x="644254" y="232547"/>
                  </a:lnTo>
                  <a:lnTo>
                    <a:pt x="510559" y="247823"/>
                  </a:lnTo>
                  <a:lnTo>
                    <a:pt x="0" y="31634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2918004" y="1653312"/>
              <a:ext cx="966382" cy="105007"/>
            </a:xfrm>
            <a:custGeom>
              <a:avLst/>
              <a:pathLst>
                <a:path w="966382" h="105007">
                  <a:moveTo>
                    <a:pt x="0" y="105007"/>
                  </a:moveTo>
                  <a:lnTo>
                    <a:pt x="510559" y="56807"/>
                  </a:lnTo>
                  <a:lnTo>
                    <a:pt x="644254" y="41516"/>
                  </a:lnTo>
                  <a:lnTo>
                    <a:pt x="832687" y="18005"/>
                  </a:lnTo>
                  <a:lnTo>
                    <a:pt x="9663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2918004" y="1853730"/>
              <a:ext cx="966382" cy="115930"/>
            </a:xfrm>
            <a:custGeom>
              <a:avLst/>
              <a:pathLst>
                <a:path w="966382" h="115930">
                  <a:moveTo>
                    <a:pt x="966382" y="0"/>
                  </a:moveTo>
                  <a:lnTo>
                    <a:pt x="832687" y="12560"/>
                  </a:lnTo>
                  <a:lnTo>
                    <a:pt x="644254" y="32129"/>
                  </a:lnTo>
                  <a:lnTo>
                    <a:pt x="510559" y="47404"/>
                  </a:lnTo>
                  <a:lnTo>
                    <a:pt x="0" y="1159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2918004" y="1753521"/>
              <a:ext cx="966382" cy="110468"/>
            </a:xfrm>
            <a:custGeom>
              <a:avLst/>
              <a:pathLst>
                <a:path w="966382" h="110468">
                  <a:moveTo>
                    <a:pt x="0" y="110468"/>
                  </a:moveTo>
                  <a:lnTo>
                    <a:pt x="510559" y="52105"/>
                  </a:lnTo>
                  <a:lnTo>
                    <a:pt x="644254" y="36822"/>
                  </a:lnTo>
                  <a:lnTo>
                    <a:pt x="832687" y="15282"/>
                  </a:lnTo>
                  <a:lnTo>
                    <a:pt x="966382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tx190"/>
            <p:cNvSpPr/>
            <p:nvPr/>
          </p:nvSpPr>
          <p:spPr>
            <a:xfrm>
              <a:off x="3404692" y="1323667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0.005</a:t>
              </a:r>
            </a:p>
          </p:txBody>
        </p:sp>
        <p:sp>
          <p:nvSpPr>
            <p:cNvPr id="192" name="rc191"/>
            <p:cNvSpPr/>
            <p:nvPr/>
          </p:nvSpPr>
          <p:spPr>
            <a:xfrm>
              <a:off x="2833852" y="1287054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2833852" y="1287054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805383" y="194953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805383" y="167370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805383" y="13978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833852" y="2157637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918004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3240131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3562259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3884386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tx201"/>
            <p:cNvSpPr/>
            <p:nvPr/>
          </p:nvSpPr>
          <p:spPr>
            <a:xfrm>
              <a:off x="2833852" y="1110514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03" name="rc202"/>
            <p:cNvSpPr/>
            <p:nvPr/>
          </p:nvSpPr>
          <p:spPr>
            <a:xfrm>
              <a:off x="4262502" y="1287054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4277086" y="192802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4332801" y="194534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4284209" y="202168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4321280" y="179952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4316587" y="182345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321074" y="178653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4296645" y="200029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348432" y="190777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4356413" y="196831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351174" y="167320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663177" y="204853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656810" y="191008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620032" y="162707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629202" y="19152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622104" y="208050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588491" y="207736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604594" y="195649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665351" y="205718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639346" y="161088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666761" y="128906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39917" y="188253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631040" y="197057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67598" y="195055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27140" y="198901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38234" y="189677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57926" y="180188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35089" y="185371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77623" y="191434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944059" y="203484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917755" y="204530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986269" y="196767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918180" y="194690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956597" y="134232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968867" y="196727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926933" y="162634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977754" y="169555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920666" y="204396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965712" y="131543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4977597" y="204558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936657" y="201120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4962085" y="167781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4966281" y="190760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4921288" y="193259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4983703" y="139024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4992688" y="196120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960770" y="197114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4929515" y="178130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975171" y="180804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5307991" y="199657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5310940" y="201719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5282518" y="204192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5266823" y="199659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5263587" y="160244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5316345" y="201035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5283255" y="170881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5301084" y="204732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5290480" y="136977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5258067" y="140110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304861" y="193123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251890" y="193856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274930" y="183548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233114" y="19301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254987" y="187236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297907" y="202919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248986" y="201834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266032" y="188310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273648" y="191621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297538" y="178186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277140" y="131699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262164" y="174970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237428" y="197164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19933" y="171811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4347781" y="1783698"/>
              <a:ext cx="968345" cy="248517"/>
            </a:xfrm>
            <a:custGeom>
              <a:avLst/>
              <a:pathLst>
                <a:path w="968345" h="248517">
                  <a:moveTo>
                    <a:pt x="0" y="29213"/>
                  </a:moveTo>
                  <a:lnTo>
                    <a:pt x="511597" y="32608"/>
                  </a:lnTo>
                  <a:lnTo>
                    <a:pt x="645563" y="26702"/>
                  </a:lnTo>
                  <a:lnTo>
                    <a:pt x="834378" y="13011"/>
                  </a:lnTo>
                  <a:lnTo>
                    <a:pt x="968345" y="0"/>
                  </a:lnTo>
                  <a:lnTo>
                    <a:pt x="968345" y="192023"/>
                  </a:lnTo>
                  <a:lnTo>
                    <a:pt x="834378" y="190869"/>
                  </a:lnTo>
                  <a:lnTo>
                    <a:pt x="645563" y="193890"/>
                  </a:lnTo>
                  <a:lnTo>
                    <a:pt x="511597" y="199842"/>
                  </a:lnTo>
                  <a:lnTo>
                    <a:pt x="0" y="24851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7" name="pl276"/>
            <p:cNvSpPr/>
            <p:nvPr/>
          </p:nvSpPr>
          <p:spPr>
            <a:xfrm>
              <a:off x="4347781" y="1783698"/>
              <a:ext cx="968345" cy="32608"/>
            </a:xfrm>
            <a:custGeom>
              <a:avLst/>
              <a:pathLst>
                <a:path w="968345" h="32608">
                  <a:moveTo>
                    <a:pt x="0" y="29213"/>
                  </a:moveTo>
                  <a:lnTo>
                    <a:pt x="511597" y="32608"/>
                  </a:lnTo>
                  <a:lnTo>
                    <a:pt x="645563" y="26702"/>
                  </a:lnTo>
                  <a:lnTo>
                    <a:pt x="834378" y="13011"/>
                  </a:lnTo>
                  <a:lnTo>
                    <a:pt x="96834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4347781" y="1974567"/>
              <a:ext cx="968345" cy="57648"/>
            </a:xfrm>
            <a:custGeom>
              <a:avLst/>
              <a:pathLst>
                <a:path w="968345" h="57648">
                  <a:moveTo>
                    <a:pt x="968345" y="1154"/>
                  </a:moveTo>
                  <a:lnTo>
                    <a:pt x="834378" y="0"/>
                  </a:lnTo>
                  <a:lnTo>
                    <a:pt x="645563" y="3021"/>
                  </a:lnTo>
                  <a:lnTo>
                    <a:pt x="511597" y="8972"/>
                  </a:lnTo>
                  <a:lnTo>
                    <a:pt x="0" y="576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4347781" y="1879709"/>
              <a:ext cx="968345" cy="42854"/>
            </a:xfrm>
            <a:custGeom>
              <a:avLst/>
              <a:pathLst>
                <a:path w="968345" h="42854">
                  <a:moveTo>
                    <a:pt x="0" y="42854"/>
                  </a:moveTo>
                  <a:lnTo>
                    <a:pt x="511597" y="20213"/>
                  </a:lnTo>
                  <a:lnTo>
                    <a:pt x="645563" y="14284"/>
                  </a:lnTo>
                  <a:lnTo>
                    <a:pt x="834378" y="5928"/>
                  </a:lnTo>
                  <a:lnTo>
                    <a:pt x="968345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0" name="tx279"/>
            <p:cNvSpPr/>
            <p:nvPr/>
          </p:nvSpPr>
          <p:spPr>
            <a:xfrm>
              <a:off x="4836432" y="1323743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0.477</a:t>
              </a:r>
            </a:p>
          </p:txBody>
        </p:sp>
        <p:sp>
          <p:nvSpPr>
            <p:cNvPr id="281" name="rc280"/>
            <p:cNvSpPr/>
            <p:nvPr/>
          </p:nvSpPr>
          <p:spPr>
            <a:xfrm>
              <a:off x="4262502" y="1287054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4262502" y="1287054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4234034" y="197720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4234034" y="17192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4234034" y="14611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262502" y="2157637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347781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670563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993344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5316126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tx290"/>
            <p:cNvSpPr/>
            <p:nvPr/>
          </p:nvSpPr>
          <p:spPr>
            <a:xfrm>
              <a:off x="4262502" y="1110514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292" name="rc291"/>
            <p:cNvSpPr/>
            <p:nvPr/>
          </p:nvSpPr>
          <p:spPr>
            <a:xfrm>
              <a:off x="5691153" y="1287054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5776370" y="190813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5745180" y="183875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5753975" y="179092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5782499" y="196739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5781647" y="199497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5766135" y="149267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5764279" y="191689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5705737" y="172721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5760626" y="19142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5755813" y="196366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6063327" y="183343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6050209" y="192089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6051835" y="166494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6063006" y="195226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6093300" y="190437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6042818" y="172719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6083668" y="199754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6074107" y="19170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6066560" y="185462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6044436" y="130973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6093790" y="153208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6040835" y="185831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6089463" y="182507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6107334" y="199138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6055946" y="187060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80820" y="182569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82117" y="194324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70052" y="190100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369285" y="208050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387575" y="191700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379985" y="190317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431967" y="181630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415586" y="147193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404531" y="14181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425407" y="164638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382522" y="173462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425472" y="174430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417459" y="168503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372107" y="17202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432885" y="167705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433407" y="192533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429483" y="184335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399005" y="190087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418318" y="161295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386187" y="168331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424114" y="182752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403903" y="171797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389251" y="128906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723745" y="172902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728455" y="181422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692895" y="173082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690587" y="172386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731687" y="177547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716115" y="173677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677406" y="165606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678901" y="172817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738932" y="189464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671833" y="152749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682167" y="189332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669330" y="188253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667889" y="181421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715438" y="174353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717582" y="176275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691880" y="189629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699411" y="166822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48584" y="176822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23985" y="181792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685799" y="176442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43713" y="182124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734410" y="157844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23200" y="178340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739280" y="173548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5780016" y="1674375"/>
              <a:ext cx="969597" cy="314336"/>
            </a:xfrm>
            <a:custGeom>
              <a:avLst/>
              <a:pathLst>
                <a:path w="969597" h="314336">
                  <a:moveTo>
                    <a:pt x="0" y="89350"/>
                  </a:moveTo>
                  <a:lnTo>
                    <a:pt x="512258" y="78929"/>
                  </a:lnTo>
                  <a:lnTo>
                    <a:pt x="646398" y="62536"/>
                  </a:lnTo>
                  <a:lnTo>
                    <a:pt x="835457" y="28895"/>
                  </a:lnTo>
                  <a:lnTo>
                    <a:pt x="969597" y="0"/>
                  </a:lnTo>
                  <a:lnTo>
                    <a:pt x="969597" y="197736"/>
                  </a:lnTo>
                  <a:lnTo>
                    <a:pt x="835457" y="197333"/>
                  </a:lnTo>
                  <a:lnTo>
                    <a:pt x="646398" y="203849"/>
                  </a:lnTo>
                  <a:lnTo>
                    <a:pt x="512258" y="215949"/>
                  </a:lnTo>
                  <a:lnTo>
                    <a:pt x="0" y="31433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6" name="pl365"/>
            <p:cNvSpPr/>
            <p:nvPr/>
          </p:nvSpPr>
          <p:spPr>
            <a:xfrm>
              <a:off x="5780016" y="1674375"/>
              <a:ext cx="969597" cy="89350"/>
            </a:xfrm>
            <a:custGeom>
              <a:avLst/>
              <a:pathLst>
                <a:path w="969597" h="89350">
                  <a:moveTo>
                    <a:pt x="0" y="89350"/>
                  </a:moveTo>
                  <a:lnTo>
                    <a:pt x="512258" y="78929"/>
                  </a:lnTo>
                  <a:lnTo>
                    <a:pt x="646398" y="62536"/>
                  </a:lnTo>
                  <a:lnTo>
                    <a:pt x="835457" y="28895"/>
                  </a:lnTo>
                  <a:lnTo>
                    <a:pt x="9695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7" name="pl366"/>
            <p:cNvSpPr/>
            <p:nvPr/>
          </p:nvSpPr>
          <p:spPr>
            <a:xfrm>
              <a:off x="5780016" y="1871709"/>
              <a:ext cx="969597" cy="117002"/>
            </a:xfrm>
            <a:custGeom>
              <a:avLst/>
              <a:pathLst>
                <a:path w="969597" h="117002">
                  <a:moveTo>
                    <a:pt x="969597" y="402"/>
                  </a:moveTo>
                  <a:lnTo>
                    <a:pt x="835457" y="0"/>
                  </a:lnTo>
                  <a:lnTo>
                    <a:pt x="646398" y="6516"/>
                  </a:lnTo>
                  <a:lnTo>
                    <a:pt x="512258" y="18615"/>
                  </a:lnTo>
                  <a:lnTo>
                    <a:pt x="0" y="117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8" name="pl367"/>
            <p:cNvSpPr/>
            <p:nvPr/>
          </p:nvSpPr>
          <p:spPr>
            <a:xfrm>
              <a:off x="5780016" y="1773244"/>
              <a:ext cx="969597" cy="102974"/>
            </a:xfrm>
            <a:custGeom>
              <a:avLst/>
              <a:pathLst>
                <a:path w="969597" h="102974">
                  <a:moveTo>
                    <a:pt x="0" y="102974"/>
                  </a:moveTo>
                  <a:lnTo>
                    <a:pt x="512258" y="48571"/>
                  </a:lnTo>
                  <a:lnTo>
                    <a:pt x="646398" y="34324"/>
                  </a:lnTo>
                  <a:lnTo>
                    <a:pt x="835457" y="14246"/>
                  </a:lnTo>
                  <a:lnTo>
                    <a:pt x="969597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9" name="tx368"/>
            <p:cNvSpPr/>
            <p:nvPr/>
          </p:nvSpPr>
          <p:spPr>
            <a:xfrm>
              <a:off x="6333470" y="1323744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0.23</a:t>
              </a:r>
            </a:p>
          </p:txBody>
        </p:sp>
        <p:sp>
          <p:nvSpPr>
            <p:cNvPr id="370" name="rc369"/>
            <p:cNvSpPr/>
            <p:nvPr/>
          </p:nvSpPr>
          <p:spPr>
            <a:xfrm>
              <a:off x="5691153" y="1287054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71" name="pl370"/>
            <p:cNvSpPr/>
            <p:nvPr/>
          </p:nvSpPr>
          <p:spPr>
            <a:xfrm>
              <a:off x="5691153" y="1287054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1"/>
            <p:cNvSpPr/>
            <p:nvPr/>
          </p:nvSpPr>
          <p:spPr>
            <a:xfrm>
              <a:off x="5662685" y="211755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2"/>
            <p:cNvSpPr/>
            <p:nvPr/>
          </p:nvSpPr>
          <p:spPr>
            <a:xfrm>
              <a:off x="5662685" y="19049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3"/>
            <p:cNvSpPr/>
            <p:nvPr/>
          </p:nvSpPr>
          <p:spPr>
            <a:xfrm>
              <a:off x="5662685" y="16922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4"/>
            <p:cNvSpPr/>
            <p:nvPr/>
          </p:nvSpPr>
          <p:spPr>
            <a:xfrm>
              <a:off x="5662685" y="14796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5"/>
            <p:cNvSpPr/>
            <p:nvPr/>
          </p:nvSpPr>
          <p:spPr>
            <a:xfrm>
              <a:off x="5691153" y="2157637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6"/>
            <p:cNvSpPr/>
            <p:nvPr/>
          </p:nvSpPr>
          <p:spPr>
            <a:xfrm>
              <a:off x="5780016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7"/>
            <p:cNvSpPr/>
            <p:nvPr/>
          </p:nvSpPr>
          <p:spPr>
            <a:xfrm>
              <a:off x="6103215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6426414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6749613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tx380"/>
            <p:cNvSpPr/>
            <p:nvPr/>
          </p:nvSpPr>
          <p:spPr>
            <a:xfrm>
              <a:off x="5691153" y="1110514"/>
              <a:ext cx="4513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382" name="rc381"/>
            <p:cNvSpPr/>
            <p:nvPr/>
          </p:nvSpPr>
          <p:spPr>
            <a:xfrm>
              <a:off x="1405201" y="2615697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1455667" y="322084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1455481" y="330643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1470041" y="307509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1434448" y="309640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1441039" y="340254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471577" y="309680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1419785" y="339018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1464113" y="340348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476311" y="331707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433216" y="314390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1751312" y="316810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744976" y="261771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756052" y="305172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1739749" y="32537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809665" y="333257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760444" y="325680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760916" y="298364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1791323" y="309474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1745810" y="321608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1758883" y="273982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793938" y="298885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764882" y="31733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749739" y="291021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816308" y="291084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755399" y="334340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803327" y="275121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751096" y="302967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803118" y="309595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091721" y="313040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140354" y="308254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2129447" y="315501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106640" y="315591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110294" y="295360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074052" y="320565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071505" y="309694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063558" y="326214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120950" y="325828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056583" y="292679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116666" y="301893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089799" y="292550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109024" y="289249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130258" y="334054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103658" y="319361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130117" y="295176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097930" y="280734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084741" y="326672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065807" y="296775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054738" y="308190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389700" y="316048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375769" y="322579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391594" y="319301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451184" y="34091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426104" y="324821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459083" y="330246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394893" y="266823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462631" y="331070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388146" y="318111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404372" y="310156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452425" y="325060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443388" y="311829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417718" y="326902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431699" y="327676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376443" y="328338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433472" y="334731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376971" y="305069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454498" y="329822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392692" y="322369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435397" y="315374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459513" y="321712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391209" y="271094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452540" y="321028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412805" y="324549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485943" y="2955530"/>
              <a:ext cx="972784" cy="334081"/>
            </a:xfrm>
            <a:custGeom>
              <a:avLst/>
              <a:pathLst>
                <a:path w="972784" h="334081">
                  <a:moveTo>
                    <a:pt x="0" y="0"/>
                  </a:moveTo>
                  <a:lnTo>
                    <a:pt x="513942" y="94095"/>
                  </a:lnTo>
                  <a:lnTo>
                    <a:pt x="648522" y="104825"/>
                  </a:lnTo>
                  <a:lnTo>
                    <a:pt x="838203" y="109184"/>
                  </a:lnTo>
                  <a:lnTo>
                    <a:pt x="972784" y="106811"/>
                  </a:lnTo>
                  <a:lnTo>
                    <a:pt x="972784" y="334081"/>
                  </a:lnTo>
                  <a:lnTo>
                    <a:pt x="838203" y="306385"/>
                  </a:lnTo>
                  <a:lnTo>
                    <a:pt x="648522" y="275051"/>
                  </a:lnTo>
                  <a:lnTo>
                    <a:pt x="513942" y="260457"/>
                  </a:lnTo>
                  <a:lnTo>
                    <a:pt x="0" y="257844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56" name="pl455"/>
            <p:cNvSpPr/>
            <p:nvPr/>
          </p:nvSpPr>
          <p:spPr>
            <a:xfrm>
              <a:off x="1485943" y="2955530"/>
              <a:ext cx="972784" cy="109184"/>
            </a:xfrm>
            <a:custGeom>
              <a:avLst/>
              <a:pathLst>
                <a:path w="972784" h="109184">
                  <a:moveTo>
                    <a:pt x="0" y="0"/>
                  </a:moveTo>
                  <a:lnTo>
                    <a:pt x="513942" y="94095"/>
                  </a:lnTo>
                  <a:lnTo>
                    <a:pt x="648522" y="104825"/>
                  </a:lnTo>
                  <a:lnTo>
                    <a:pt x="838203" y="109184"/>
                  </a:lnTo>
                  <a:lnTo>
                    <a:pt x="972784" y="106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7" name="pl456"/>
            <p:cNvSpPr/>
            <p:nvPr/>
          </p:nvSpPr>
          <p:spPr>
            <a:xfrm>
              <a:off x="1485943" y="3213374"/>
              <a:ext cx="972784" cy="76237"/>
            </a:xfrm>
            <a:custGeom>
              <a:avLst/>
              <a:pathLst>
                <a:path w="972784" h="76237">
                  <a:moveTo>
                    <a:pt x="972784" y="76237"/>
                  </a:moveTo>
                  <a:lnTo>
                    <a:pt x="838203" y="48540"/>
                  </a:lnTo>
                  <a:lnTo>
                    <a:pt x="648522" y="17207"/>
                  </a:lnTo>
                  <a:lnTo>
                    <a:pt x="513942" y="26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8" name="pl457"/>
            <p:cNvSpPr/>
            <p:nvPr/>
          </p:nvSpPr>
          <p:spPr>
            <a:xfrm>
              <a:off x="1485943" y="3084452"/>
              <a:ext cx="972784" cy="91524"/>
            </a:xfrm>
            <a:custGeom>
              <a:avLst/>
              <a:pathLst>
                <a:path w="972784" h="91524">
                  <a:moveTo>
                    <a:pt x="0" y="0"/>
                  </a:moveTo>
                  <a:lnTo>
                    <a:pt x="513942" y="48354"/>
                  </a:lnTo>
                  <a:lnTo>
                    <a:pt x="648522" y="61016"/>
                  </a:lnTo>
                  <a:lnTo>
                    <a:pt x="838203" y="78862"/>
                  </a:lnTo>
                  <a:lnTo>
                    <a:pt x="972784" y="91524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59" name="tx458"/>
            <p:cNvSpPr/>
            <p:nvPr/>
          </p:nvSpPr>
          <p:spPr>
            <a:xfrm>
              <a:off x="1979033" y="2652354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0.322</a:t>
              </a:r>
            </a:p>
          </p:txBody>
        </p:sp>
        <p:sp>
          <p:nvSpPr>
            <p:cNvPr id="460" name="rc459"/>
            <p:cNvSpPr/>
            <p:nvPr/>
          </p:nvSpPr>
          <p:spPr>
            <a:xfrm>
              <a:off x="1405201" y="2615697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61" name="pl460"/>
            <p:cNvSpPr/>
            <p:nvPr/>
          </p:nvSpPr>
          <p:spPr>
            <a:xfrm>
              <a:off x="1405201" y="2615697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tx461"/>
            <p:cNvSpPr/>
            <p:nvPr/>
          </p:nvSpPr>
          <p:spPr>
            <a:xfrm rot="-5400000">
              <a:off x="1235634" y="336994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63" name="tx462"/>
            <p:cNvSpPr/>
            <p:nvPr/>
          </p:nvSpPr>
          <p:spPr>
            <a:xfrm rot="-5400000">
              <a:off x="1235634" y="316703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64" name="tx463"/>
            <p:cNvSpPr/>
            <p:nvPr/>
          </p:nvSpPr>
          <p:spPr>
            <a:xfrm rot="-5400000">
              <a:off x="1235634" y="296412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5" name="tx464"/>
            <p:cNvSpPr/>
            <p:nvPr/>
          </p:nvSpPr>
          <p:spPr>
            <a:xfrm rot="-5400000">
              <a:off x="1235634" y="276120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66" name="pl465"/>
            <p:cNvSpPr/>
            <p:nvPr/>
          </p:nvSpPr>
          <p:spPr>
            <a:xfrm>
              <a:off x="1376732" y="34063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6"/>
            <p:cNvSpPr/>
            <p:nvPr/>
          </p:nvSpPr>
          <p:spPr>
            <a:xfrm>
              <a:off x="1376732" y="32034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7"/>
            <p:cNvSpPr/>
            <p:nvPr/>
          </p:nvSpPr>
          <p:spPr>
            <a:xfrm>
              <a:off x="1376732" y="30005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8"/>
            <p:cNvSpPr/>
            <p:nvPr/>
          </p:nvSpPr>
          <p:spPr>
            <a:xfrm>
              <a:off x="1376732" y="27976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69"/>
            <p:cNvSpPr/>
            <p:nvPr/>
          </p:nvSpPr>
          <p:spPr>
            <a:xfrm>
              <a:off x="1405201" y="3486280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0"/>
            <p:cNvSpPr/>
            <p:nvPr/>
          </p:nvSpPr>
          <p:spPr>
            <a:xfrm>
              <a:off x="1485943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1"/>
            <p:cNvSpPr/>
            <p:nvPr/>
          </p:nvSpPr>
          <p:spPr>
            <a:xfrm>
              <a:off x="1810204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2"/>
            <p:cNvSpPr/>
            <p:nvPr/>
          </p:nvSpPr>
          <p:spPr>
            <a:xfrm>
              <a:off x="2134466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3"/>
            <p:cNvSpPr/>
            <p:nvPr/>
          </p:nvSpPr>
          <p:spPr>
            <a:xfrm>
              <a:off x="2458727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tx474"/>
            <p:cNvSpPr/>
            <p:nvPr/>
          </p:nvSpPr>
          <p:spPr>
            <a:xfrm rot="-5400000">
              <a:off x="1029315" y="3005268"/>
              <a:ext cx="19751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476" name="tx475"/>
            <p:cNvSpPr/>
            <p:nvPr/>
          </p:nvSpPr>
          <p:spPr>
            <a:xfrm>
              <a:off x="1405201" y="2439157"/>
              <a:ext cx="3952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477" name="rc476"/>
            <p:cNvSpPr/>
            <p:nvPr/>
          </p:nvSpPr>
          <p:spPr>
            <a:xfrm>
              <a:off x="2833852" y="2615697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936084" y="316596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848435" y="300797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855177" y="312750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879901" y="313523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903311" y="325321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876520" y="311505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890206" y="320486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873297" y="316116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888907" y="327247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864951" y="329362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3206358" y="334775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3236076" y="332596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3212472" y="322336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3201522" y="33109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3256217" y="322654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3205982" y="307672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3219351" y="333000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3244032" y="332367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3210447" y="321387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3173246" y="310341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3223193" y="317009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3240631" y="332606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3185949" y="304456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3217639" y="323083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3257599" y="313529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3254531" y="312518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3186290" y="296664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3240338" y="306223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3507267" y="307965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3534635" y="33848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3502218" y="311662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3552625" y="327828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3575005" y="330249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3554842" y="34091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560271" y="292209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493165" y="306813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555487" y="320666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542646" y="314752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519651" y="336349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490224" y="327360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550172" y="326594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543338" y="328078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554468" y="316134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571349" y="331467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521817" y="325323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495872" y="303941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515743" y="320912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548213" y="261771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839026" y="319347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851150" y="323478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834229" y="293780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843604" y="331886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825580" y="301616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810357" y="326647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806798" y="324262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813063" y="307865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860325" y="297117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856664" y="327915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884965" y="314123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839310" y="321696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886478" y="309342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891282" y="331293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848622" y="304418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869673" y="301521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853931" y="322186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818999" y="307358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835302" y="302955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835930" y="320710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835987" y="303453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803382" y="333245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804294" y="327035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808913" y="337913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31692" y="3122165"/>
              <a:ext cx="953728" cy="163363"/>
            </a:xfrm>
            <a:custGeom>
              <a:avLst/>
              <a:pathLst>
                <a:path w="953728" h="163363">
                  <a:moveTo>
                    <a:pt x="0" y="17493"/>
                  </a:moveTo>
                  <a:lnTo>
                    <a:pt x="503874" y="18613"/>
                  </a:lnTo>
                  <a:lnTo>
                    <a:pt x="635818" y="15148"/>
                  </a:lnTo>
                  <a:lnTo>
                    <a:pt x="821783" y="7362"/>
                  </a:lnTo>
                  <a:lnTo>
                    <a:pt x="953728" y="0"/>
                  </a:lnTo>
                  <a:lnTo>
                    <a:pt x="953728" y="130697"/>
                  </a:lnTo>
                  <a:lnTo>
                    <a:pt x="821783" y="130273"/>
                  </a:lnTo>
                  <a:lnTo>
                    <a:pt x="635818" y="132268"/>
                  </a:lnTo>
                  <a:lnTo>
                    <a:pt x="503874" y="135743"/>
                  </a:lnTo>
                  <a:lnTo>
                    <a:pt x="0" y="16336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51" name="pl550"/>
            <p:cNvSpPr/>
            <p:nvPr/>
          </p:nvSpPr>
          <p:spPr>
            <a:xfrm>
              <a:off x="2931692" y="3122165"/>
              <a:ext cx="953728" cy="18613"/>
            </a:xfrm>
            <a:custGeom>
              <a:avLst/>
              <a:pathLst>
                <a:path w="953728" h="18613">
                  <a:moveTo>
                    <a:pt x="0" y="17493"/>
                  </a:moveTo>
                  <a:lnTo>
                    <a:pt x="503874" y="18613"/>
                  </a:lnTo>
                  <a:lnTo>
                    <a:pt x="635818" y="15148"/>
                  </a:lnTo>
                  <a:lnTo>
                    <a:pt x="821783" y="7362"/>
                  </a:lnTo>
                  <a:lnTo>
                    <a:pt x="95372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2" name="pl551"/>
            <p:cNvSpPr/>
            <p:nvPr/>
          </p:nvSpPr>
          <p:spPr>
            <a:xfrm>
              <a:off x="2931692" y="3252439"/>
              <a:ext cx="953728" cy="33089"/>
            </a:xfrm>
            <a:custGeom>
              <a:avLst/>
              <a:pathLst>
                <a:path w="953728" h="33089">
                  <a:moveTo>
                    <a:pt x="953728" y="423"/>
                  </a:moveTo>
                  <a:lnTo>
                    <a:pt x="821783" y="0"/>
                  </a:lnTo>
                  <a:lnTo>
                    <a:pt x="635818" y="1994"/>
                  </a:lnTo>
                  <a:lnTo>
                    <a:pt x="503874" y="5469"/>
                  </a:lnTo>
                  <a:lnTo>
                    <a:pt x="0" y="3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3" name="pl552"/>
            <p:cNvSpPr/>
            <p:nvPr/>
          </p:nvSpPr>
          <p:spPr>
            <a:xfrm>
              <a:off x="2931692" y="3187514"/>
              <a:ext cx="953728" cy="25079"/>
            </a:xfrm>
            <a:custGeom>
              <a:avLst/>
              <a:pathLst>
                <a:path w="953728" h="25079">
                  <a:moveTo>
                    <a:pt x="0" y="25079"/>
                  </a:moveTo>
                  <a:lnTo>
                    <a:pt x="503874" y="11829"/>
                  </a:lnTo>
                  <a:lnTo>
                    <a:pt x="635818" y="8359"/>
                  </a:lnTo>
                  <a:lnTo>
                    <a:pt x="821783" y="3469"/>
                  </a:lnTo>
                  <a:lnTo>
                    <a:pt x="953728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4" name="tx553"/>
            <p:cNvSpPr/>
            <p:nvPr/>
          </p:nvSpPr>
          <p:spPr>
            <a:xfrm>
              <a:off x="3405726" y="2652390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0.497</a:t>
              </a:r>
            </a:p>
          </p:txBody>
        </p:sp>
        <p:sp>
          <p:nvSpPr>
            <p:cNvPr id="555" name="rc554"/>
            <p:cNvSpPr/>
            <p:nvPr/>
          </p:nvSpPr>
          <p:spPr>
            <a:xfrm>
              <a:off x="2833852" y="2615697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56" name="pl555"/>
            <p:cNvSpPr/>
            <p:nvPr/>
          </p:nvSpPr>
          <p:spPr>
            <a:xfrm>
              <a:off x="2833852" y="2615697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6"/>
            <p:cNvSpPr/>
            <p:nvPr/>
          </p:nvSpPr>
          <p:spPr>
            <a:xfrm>
              <a:off x="2805383" y="345520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7"/>
            <p:cNvSpPr/>
            <p:nvPr/>
          </p:nvSpPr>
          <p:spPr>
            <a:xfrm>
              <a:off x="2805383" y="320911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8"/>
            <p:cNvSpPr/>
            <p:nvPr/>
          </p:nvSpPr>
          <p:spPr>
            <a:xfrm>
              <a:off x="2805383" y="296303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59"/>
            <p:cNvSpPr/>
            <p:nvPr/>
          </p:nvSpPr>
          <p:spPr>
            <a:xfrm>
              <a:off x="2805383" y="27169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0"/>
            <p:cNvSpPr/>
            <p:nvPr/>
          </p:nvSpPr>
          <p:spPr>
            <a:xfrm>
              <a:off x="2833852" y="3486280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1"/>
            <p:cNvSpPr/>
            <p:nvPr/>
          </p:nvSpPr>
          <p:spPr>
            <a:xfrm>
              <a:off x="2931692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2"/>
            <p:cNvSpPr/>
            <p:nvPr/>
          </p:nvSpPr>
          <p:spPr>
            <a:xfrm>
              <a:off x="3249601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3"/>
            <p:cNvSpPr/>
            <p:nvPr/>
          </p:nvSpPr>
          <p:spPr>
            <a:xfrm>
              <a:off x="3567510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4"/>
            <p:cNvSpPr/>
            <p:nvPr/>
          </p:nvSpPr>
          <p:spPr>
            <a:xfrm>
              <a:off x="3885420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tx565"/>
            <p:cNvSpPr/>
            <p:nvPr/>
          </p:nvSpPr>
          <p:spPr>
            <a:xfrm>
              <a:off x="2833852" y="2439157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67" name="rc566"/>
            <p:cNvSpPr/>
            <p:nvPr/>
          </p:nvSpPr>
          <p:spPr>
            <a:xfrm>
              <a:off x="4262502" y="2615697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4312716" y="322880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4328176" y="278794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4286522" y="305646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4292673" y="324972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4353645" y="314449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4341840" y="315202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4298179" y="290955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4326278" y="324618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4277086" y="34091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4322003" y="321904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4623022" y="333648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4661865" y="261771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4602051" y="311132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4621095" y="329788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4675889" y="323344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4673218" y="318773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4609820" y="325152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4677550" y="335904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4651247" y="305795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4671340" y="315664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637994" y="295320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4684860" y="321853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4612234" y="299254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4632491" y="311281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654599" y="325195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4636502" y="305006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4595230" y="290582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4677512" y="271003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5006148" y="327700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987241" y="321034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932345" y="303486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924890" y="318991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977674" y="313059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926799" y="333661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997288" y="329950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953768" y="314753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941821" y="312994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922500" y="288022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920065" y="321803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921779" y="289389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972295" y="325315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916335" y="335597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5006845" y="309287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935312" y="300862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962333" y="329365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921794" y="309645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917299" y="288096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979134" y="308473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5256647" y="305203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5293331" y="310386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5293956" y="320205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5251437" y="324353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5273951" y="323974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5262458" y="321364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5275483" y="300182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5250741" y="307032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5319933" y="301506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5305733" y="282712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5266395" y="324941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5241194" y="292495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5292268" y="275852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5314563" y="332071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5271289" y="303654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5311001" y="325990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5242718" y="270446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5295094" y="305336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5267809" y="297358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257423" y="314105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5267168" y="306667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5297612" y="322740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5302914" y="301090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246233" y="325468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4355808" y="3017890"/>
              <a:ext cx="965157" cy="226786"/>
            </a:xfrm>
            <a:custGeom>
              <a:avLst/>
              <a:pathLst>
                <a:path w="965157" h="226786">
                  <a:moveTo>
                    <a:pt x="0" y="39379"/>
                  </a:moveTo>
                  <a:lnTo>
                    <a:pt x="509913" y="31316"/>
                  </a:lnTo>
                  <a:lnTo>
                    <a:pt x="643438" y="24579"/>
                  </a:lnTo>
                  <a:lnTo>
                    <a:pt x="831632" y="11527"/>
                  </a:lnTo>
                  <a:lnTo>
                    <a:pt x="965157" y="0"/>
                  </a:lnTo>
                  <a:lnTo>
                    <a:pt x="965157" y="168709"/>
                  </a:lnTo>
                  <a:lnTo>
                    <a:pt x="831632" y="170664"/>
                  </a:lnTo>
                  <a:lnTo>
                    <a:pt x="643438" y="176615"/>
                  </a:lnTo>
                  <a:lnTo>
                    <a:pt x="509913" y="183361"/>
                  </a:lnTo>
                  <a:lnTo>
                    <a:pt x="0" y="22678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41" name="pl640"/>
            <p:cNvSpPr/>
            <p:nvPr/>
          </p:nvSpPr>
          <p:spPr>
            <a:xfrm>
              <a:off x="4355808" y="3017890"/>
              <a:ext cx="965157" cy="39379"/>
            </a:xfrm>
            <a:custGeom>
              <a:avLst/>
              <a:pathLst>
                <a:path w="965157" h="39379">
                  <a:moveTo>
                    <a:pt x="0" y="39379"/>
                  </a:moveTo>
                  <a:lnTo>
                    <a:pt x="509913" y="31316"/>
                  </a:lnTo>
                  <a:lnTo>
                    <a:pt x="643438" y="24579"/>
                  </a:lnTo>
                  <a:lnTo>
                    <a:pt x="831632" y="11527"/>
                  </a:lnTo>
                  <a:lnTo>
                    <a:pt x="96515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2" name="pl641"/>
            <p:cNvSpPr/>
            <p:nvPr/>
          </p:nvSpPr>
          <p:spPr>
            <a:xfrm>
              <a:off x="4355808" y="3186599"/>
              <a:ext cx="965157" cy="58077"/>
            </a:xfrm>
            <a:custGeom>
              <a:avLst/>
              <a:pathLst>
                <a:path w="965157" h="58077">
                  <a:moveTo>
                    <a:pt x="965157" y="0"/>
                  </a:moveTo>
                  <a:lnTo>
                    <a:pt x="831632" y="1955"/>
                  </a:lnTo>
                  <a:lnTo>
                    <a:pt x="643438" y="7906"/>
                  </a:lnTo>
                  <a:lnTo>
                    <a:pt x="509913" y="14652"/>
                  </a:lnTo>
                  <a:lnTo>
                    <a:pt x="0" y="58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3" name="pl642"/>
            <p:cNvSpPr/>
            <p:nvPr/>
          </p:nvSpPr>
          <p:spPr>
            <a:xfrm>
              <a:off x="4355808" y="3102245"/>
              <a:ext cx="965157" cy="48728"/>
            </a:xfrm>
            <a:custGeom>
              <a:avLst/>
              <a:pathLst>
                <a:path w="965157" h="48728">
                  <a:moveTo>
                    <a:pt x="0" y="48728"/>
                  </a:moveTo>
                  <a:lnTo>
                    <a:pt x="509913" y="22984"/>
                  </a:lnTo>
                  <a:lnTo>
                    <a:pt x="643438" y="16242"/>
                  </a:lnTo>
                  <a:lnTo>
                    <a:pt x="831632" y="6741"/>
                  </a:lnTo>
                  <a:lnTo>
                    <a:pt x="965157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4" name="tx643"/>
            <p:cNvSpPr/>
            <p:nvPr/>
          </p:nvSpPr>
          <p:spPr>
            <a:xfrm>
              <a:off x="4841272" y="2652351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0.296</a:t>
              </a:r>
            </a:p>
          </p:txBody>
        </p:sp>
        <p:sp>
          <p:nvSpPr>
            <p:cNvPr id="645" name="rc644"/>
            <p:cNvSpPr/>
            <p:nvPr/>
          </p:nvSpPr>
          <p:spPr>
            <a:xfrm>
              <a:off x="4262502" y="2615697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46" name="pl645"/>
            <p:cNvSpPr/>
            <p:nvPr/>
          </p:nvSpPr>
          <p:spPr>
            <a:xfrm>
              <a:off x="4262502" y="2615697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6"/>
            <p:cNvSpPr/>
            <p:nvPr/>
          </p:nvSpPr>
          <p:spPr>
            <a:xfrm>
              <a:off x="4234034" y="327210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7"/>
            <p:cNvSpPr/>
            <p:nvPr/>
          </p:nvSpPr>
          <p:spPr>
            <a:xfrm>
              <a:off x="4234034" y="30268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8"/>
            <p:cNvSpPr/>
            <p:nvPr/>
          </p:nvSpPr>
          <p:spPr>
            <a:xfrm>
              <a:off x="4234034" y="27816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49"/>
            <p:cNvSpPr/>
            <p:nvPr/>
          </p:nvSpPr>
          <p:spPr>
            <a:xfrm>
              <a:off x="4262502" y="3486280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0"/>
            <p:cNvSpPr/>
            <p:nvPr/>
          </p:nvSpPr>
          <p:spPr>
            <a:xfrm>
              <a:off x="4355808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1"/>
            <p:cNvSpPr/>
            <p:nvPr/>
          </p:nvSpPr>
          <p:spPr>
            <a:xfrm>
              <a:off x="4677527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2"/>
            <p:cNvSpPr/>
            <p:nvPr/>
          </p:nvSpPr>
          <p:spPr>
            <a:xfrm>
              <a:off x="4999247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3"/>
            <p:cNvSpPr/>
            <p:nvPr/>
          </p:nvSpPr>
          <p:spPr>
            <a:xfrm>
              <a:off x="5320966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tx654"/>
            <p:cNvSpPr/>
            <p:nvPr/>
          </p:nvSpPr>
          <p:spPr>
            <a:xfrm>
              <a:off x="4262502" y="2439157"/>
              <a:ext cx="458571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56" name="rc655"/>
            <p:cNvSpPr/>
            <p:nvPr/>
          </p:nvSpPr>
          <p:spPr>
            <a:xfrm>
              <a:off x="1405201" y="3944339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485011" y="439790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431276" y="454160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498105" y="452447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419785" y="421957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476441" y="457926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506343" y="448495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428271" y="465933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487441" y="462466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491293" y="434157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449450" y="446203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788014" y="456669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1792191" y="436650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807338" y="441469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1741131" y="470369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758926" y="394635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791219" y="407397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753911" y="455899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1823522" y="470760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1747956" y="467398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1773449" y="455271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1751524" y="451608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769848" y="464070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792238" y="459922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765062" y="456062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770548" y="464921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1746850" y="448965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1754185" y="462834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1759838" y="453223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2087976" y="440694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121413" y="473779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104092" y="451081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133237" y="462395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2072758" y="429823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076789" y="453109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2078714" y="436269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143577" y="458627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2064027" y="446832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2129512" y="455294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059484" y="46036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127542" y="416438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106166" y="455034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081909" y="464695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057289" y="422049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112980" y="432042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082340" y="447748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2127966" y="468173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2096224" y="454756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092881" y="446285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452101" y="451943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462631" y="451734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404675" y="453518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2431832" y="460308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2437782" y="449924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415933" y="447389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390782" y="445345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388256" y="451621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390184" y="460883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2388287" y="438531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2428248" y="462265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383051" y="453170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403343" y="458307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450716" y="469395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409392" y="460218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438877" y="464023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420860" y="459063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414170" y="448490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399495" y="461682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446752" y="445012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390487" y="456061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426132" y="446225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441925" y="452666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399171" y="464760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1499788" y="4429601"/>
              <a:ext cx="961855" cy="206162"/>
            </a:xfrm>
            <a:custGeom>
              <a:avLst/>
              <a:pathLst>
                <a:path w="961855" h="206162">
                  <a:moveTo>
                    <a:pt x="0" y="0"/>
                  </a:moveTo>
                  <a:lnTo>
                    <a:pt x="508168" y="58028"/>
                  </a:lnTo>
                  <a:lnTo>
                    <a:pt x="641237" y="67729"/>
                  </a:lnTo>
                  <a:lnTo>
                    <a:pt x="828787" y="76929"/>
                  </a:lnTo>
                  <a:lnTo>
                    <a:pt x="961855" y="80824"/>
                  </a:lnTo>
                  <a:lnTo>
                    <a:pt x="961855" y="206162"/>
                  </a:lnTo>
                  <a:lnTo>
                    <a:pt x="828787" y="190724"/>
                  </a:lnTo>
                  <a:lnTo>
                    <a:pt x="641237" y="172676"/>
                  </a:lnTo>
                  <a:lnTo>
                    <a:pt x="508168" y="163045"/>
                  </a:lnTo>
                  <a:lnTo>
                    <a:pt x="0" y="14724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730" name="pl729"/>
            <p:cNvSpPr/>
            <p:nvPr/>
          </p:nvSpPr>
          <p:spPr>
            <a:xfrm>
              <a:off x="1499788" y="4429601"/>
              <a:ext cx="961855" cy="80824"/>
            </a:xfrm>
            <a:custGeom>
              <a:avLst/>
              <a:pathLst>
                <a:path w="961855" h="80824">
                  <a:moveTo>
                    <a:pt x="0" y="0"/>
                  </a:moveTo>
                  <a:lnTo>
                    <a:pt x="508168" y="58028"/>
                  </a:lnTo>
                  <a:lnTo>
                    <a:pt x="641237" y="67729"/>
                  </a:lnTo>
                  <a:lnTo>
                    <a:pt x="828787" y="76929"/>
                  </a:lnTo>
                  <a:lnTo>
                    <a:pt x="961855" y="80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1" name="pl730"/>
            <p:cNvSpPr/>
            <p:nvPr/>
          </p:nvSpPr>
          <p:spPr>
            <a:xfrm>
              <a:off x="1499788" y="4576846"/>
              <a:ext cx="961855" cy="58916"/>
            </a:xfrm>
            <a:custGeom>
              <a:avLst/>
              <a:pathLst>
                <a:path w="961855" h="58916">
                  <a:moveTo>
                    <a:pt x="961855" y="58916"/>
                  </a:moveTo>
                  <a:lnTo>
                    <a:pt x="828787" y="43478"/>
                  </a:lnTo>
                  <a:lnTo>
                    <a:pt x="641237" y="25431"/>
                  </a:lnTo>
                  <a:lnTo>
                    <a:pt x="508168" y="1579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2" name="pl731"/>
            <p:cNvSpPr/>
            <p:nvPr/>
          </p:nvSpPr>
          <p:spPr>
            <a:xfrm>
              <a:off x="1499788" y="4503223"/>
              <a:ext cx="961855" cy="69870"/>
            </a:xfrm>
            <a:custGeom>
              <a:avLst/>
              <a:pathLst>
                <a:path w="961855" h="69870">
                  <a:moveTo>
                    <a:pt x="0" y="0"/>
                  </a:moveTo>
                  <a:lnTo>
                    <a:pt x="508168" y="36913"/>
                  </a:lnTo>
                  <a:lnTo>
                    <a:pt x="641237" y="46580"/>
                  </a:lnTo>
                  <a:lnTo>
                    <a:pt x="828787" y="60204"/>
                  </a:lnTo>
                  <a:lnTo>
                    <a:pt x="961855" y="6987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33" name="tx732"/>
            <p:cNvSpPr/>
            <p:nvPr/>
          </p:nvSpPr>
          <p:spPr>
            <a:xfrm>
              <a:off x="1981950" y="3981033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0.113</a:t>
              </a:r>
            </a:p>
          </p:txBody>
        </p:sp>
        <p:sp>
          <p:nvSpPr>
            <p:cNvPr id="734" name="rc733"/>
            <p:cNvSpPr/>
            <p:nvPr/>
          </p:nvSpPr>
          <p:spPr>
            <a:xfrm>
              <a:off x="1405201" y="3944339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35" name="pl734"/>
            <p:cNvSpPr/>
            <p:nvPr/>
          </p:nvSpPr>
          <p:spPr>
            <a:xfrm>
              <a:off x="1405201" y="3944339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tx735"/>
            <p:cNvSpPr/>
            <p:nvPr/>
          </p:nvSpPr>
          <p:spPr>
            <a:xfrm rot="-5400000">
              <a:off x="1235634" y="470060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37" name="tx736"/>
            <p:cNvSpPr/>
            <p:nvPr/>
          </p:nvSpPr>
          <p:spPr>
            <a:xfrm rot="-5400000">
              <a:off x="1235634" y="442393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38" name="tx737"/>
            <p:cNvSpPr/>
            <p:nvPr/>
          </p:nvSpPr>
          <p:spPr>
            <a:xfrm rot="-5400000">
              <a:off x="1235634" y="414725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39" name="pl738"/>
            <p:cNvSpPr/>
            <p:nvPr/>
          </p:nvSpPr>
          <p:spPr>
            <a:xfrm>
              <a:off x="1376732" y="473704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39"/>
            <p:cNvSpPr/>
            <p:nvPr/>
          </p:nvSpPr>
          <p:spPr>
            <a:xfrm>
              <a:off x="1376732" y="44603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0"/>
            <p:cNvSpPr/>
            <p:nvPr/>
          </p:nvSpPr>
          <p:spPr>
            <a:xfrm>
              <a:off x="1376732" y="41836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1"/>
            <p:cNvSpPr/>
            <p:nvPr/>
          </p:nvSpPr>
          <p:spPr>
            <a:xfrm>
              <a:off x="1405201" y="4814922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2"/>
            <p:cNvSpPr/>
            <p:nvPr/>
          </p:nvSpPr>
          <p:spPr>
            <a:xfrm>
              <a:off x="1499788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3"/>
            <p:cNvSpPr/>
            <p:nvPr/>
          </p:nvSpPr>
          <p:spPr>
            <a:xfrm>
              <a:off x="1820407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4"/>
            <p:cNvSpPr/>
            <p:nvPr/>
          </p:nvSpPr>
          <p:spPr>
            <a:xfrm>
              <a:off x="2141025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5"/>
            <p:cNvSpPr/>
            <p:nvPr/>
          </p:nvSpPr>
          <p:spPr>
            <a:xfrm>
              <a:off x="2461644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tx746"/>
            <p:cNvSpPr/>
            <p:nvPr/>
          </p:nvSpPr>
          <p:spPr>
            <a:xfrm>
              <a:off x="1471533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8" name="tx747"/>
            <p:cNvSpPr/>
            <p:nvPr/>
          </p:nvSpPr>
          <p:spPr>
            <a:xfrm>
              <a:off x="1792152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49" name="tx748"/>
            <p:cNvSpPr/>
            <p:nvPr/>
          </p:nvSpPr>
          <p:spPr>
            <a:xfrm>
              <a:off x="2112770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50" name="tx749"/>
            <p:cNvSpPr/>
            <p:nvPr/>
          </p:nvSpPr>
          <p:spPr>
            <a:xfrm>
              <a:off x="2433389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51" name="tx750"/>
            <p:cNvSpPr/>
            <p:nvPr/>
          </p:nvSpPr>
          <p:spPr>
            <a:xfrm>
              <a:off x="1696354" y="5023802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52" name="tx751"/>
            <p:cNvSpPr/>
            <p:nvPr/>
          </p:nvSpPr>
          <p:spPr>
            <a:xfrm rot="-5400000">
              <a:off x="1029315" y="4333911"/>
              <a:ext cx="19751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753" name="tx752"/>
            <p:cNvSpPr/>
            <p:nvPr/>
          </p:nvSpPr>
          <p:spPr>
            <a:xfrm>
              <a:off x="1405201" y="3767799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54" name="rc753"/>
            <p:cNvSpPr/>
            <p:nvPr/>
          </p:nvSpPr>
          <p:spPr>
            <a:xfrm>
              <a:off x="2833852" y="3944339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851317" y="432704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872436" y="412780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848435" y="435663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905358" y="433477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933374" y="402739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862035" y="430528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870094" y="458027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927565" y="449088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874944" y="434414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848903" y="398307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3242277" y="473779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3247149" y="429215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3197113" y="436407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3247244" y="465966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3224109" y="437088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203852" y="448261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3220715" y="454384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3233999" y="459684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3190417" y="443631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3195278" y="421413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3186433" y="417761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3227399" y="454119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3168300" y="442405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3170274" y="445729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246423" y="437212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3203366" y="413895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223834" y="450045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3195942" y="402831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3506831" y="410773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3544950" y="440833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3534562" y="435089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3567606" y="448894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3510989" y="447162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3556340" y="455069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3527510" y="429797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3531503" y="421342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3531830" y="422230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3500701" y="425791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3509485" y="437598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3560645" y="405696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3521906" y="456475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499774" y="464473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3533216" y="432749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3563186" y="417245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3485676" y="437919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3572183" y="464829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3486077" y="394635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3483238" y="427799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3802332" y="450006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3834985" y="437661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833464" y="449171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860602" y="447717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816258" y="454230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867908" y="432573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891282" y="445305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869188" y="471095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804891" y="438051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802441" y="453673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880753" y="454567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886418" y="443098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813578" y="435563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888999" y="460778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832787" y="455217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837993" y="456837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844578" y="418294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862916" y="428765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837114" y="457317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881683" y="442247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875792" y="431565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840530" y="434024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854843" y="429231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835358" y="448846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926215" y="4246845"/>
              <a:ext cx="959161" cy="285576"/>
            </a:xfrm>
            <a:custGeom>
              <a:avLst/>
              <a:pathLst>
                <a:path w="959161" h="285576">
                  <a:moveTo>
                    <a:pt x="0" y="0"/>
                  </a:moveTo>
                  <a:lnTo>
                    <a:pt x="506745" y="86452"/>
                  </a:lnTo>
                  <a:lnTo>
                    <a:pt x="639441" y="102878"/>
                  </a:lnTo>
                  <a:lnTo>
                    <a:pt x="826465" y="121038"/>
                  </a:lnTo>
                  <a:lnTo>
                    <a:pt x="959161" y="130928"/>
                  </a:lnTo>
                  <a:lnTo>
                    <a:pt x="959161" y="285576"/>
                  </a:lnTo>
                  <a:lnTo>
                    <a:pt x="826465" y="262676"/>
                  </a:lnTo>
                  <a:lnTo>
                    <a:pt x="639441" y="234622"/>
                  </a:lnTo>
                  <a:lnTo>
                    <a:pt x="506745" y="218259"/>
                  </a:lnTo>
                  <a:lnTo>
                    <a:pt x="0" y="17949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28" name="pl827"/>
            <p:cNvSpPr/>
            <p:nvPr/>
          </p:nvSpPr>
          <p:spPr>
            <a:xfrm>
              <a:off x="2926215" y="4246845"/>
              <a:ext cx="959161" cy="130928"/>
            </a:xfrm>
            <a:custGeom>
              <a:avLst/>
              <a:pathLst>
                <a:path w="959161" h="130928">
                  <a:moveTo>
                    <a:pt x="0" y="0"/>
                  </a:moveTo>
                  <a:lnTo>
                    <a:pt x="506745" y="86452"/>
                  </a:lnTo>
                  <a:lnTo>
                    <a:pt x="639441" y="102878"/>
                  </a:lnTo>
                  <a:lnTo>
                    <a:pt x="826465" y="121038"/>
                  </a:lnTo>
                  <a:lnTo>
                    <a:pt x="959161" y="1309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29" name="pl828"/>
            <p:cNvSpPr/>
            <p:nvPr/>
          </p:nvSpPr>
          <p:spPr>
            <a:xfrm>
              <a:off x="2926215" y="4426338"/>
              <a:ext cx="959161" cy="106083"/>
            </a:xfrm>
            <a:custGeom>
              <a:avLst/>
              <a:pathLst>
                <a:path w="959161" h="106083">
                  <a:moveTo>
                    <a:pt x="959161" y="106083"/>
                  </a:moveTo>
                  <a:lnTo>
                    <a:pt x="826465" y="83183"/>
                  </a:lnTo>
                  <a:lnTo>
                    <a:pt x="639441" y="55129"/>
                  </a:lnTo>
                  <a:lnTo>
                    <a:pt x="506745" y="387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0" name="pl829"/>
            <p:cNvSpPr/>
            <p:nvPr/>
          </p:nvSpPr>
          <p:spPr>
            <a:xfrm>
              <a:off x="2926215" y="4336591"/>
              <a:ext cx="959161" cy="118505"/>
            </a:xfrm>
            <a:custGeom>
              <a:avLst/>
              <a:pathLst>
                <a:path w="959161" h="118505">
                  <a:moveTo>
                    <a:pt x="0" y="0"/>
                  </a:moveTo>
                  <a:lnTo>
                    <a:pt x="506745" y="62609"/>
                  </a:lnTo>
                  <a:lnTo>
                    <a:pt x="639441" y="79003"/>
                  </a:lnTo>
                  <a:lnTo>
                    <a:pt x="826465" y="102110"/>
                  </a:lnTo>
                  <a:lnTo>
                    <a:pt x="959161" y="118505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tx830"/>
            <p:cNvSpPr/>
            <p:nvPr/>
          </p:nvSpPr>
          <p:spPr>
            <a:xfrm>
              <a:off x="3405683" y="3980996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0.024</a:t>
              </a:r>
            </a:p>
          </p:txBody>
        </p:sp>
        <p:sp>
          <p:nvSpPr>
            <p:cNvPr id="832" name="rc831"/>
            <p:cNvSpPr/>
            <p:nvPr/>
          </p:nvSpPr>
          <p:spPr>
            <a:xfrm>
              <a:off x="2833852" y="3944339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33" name="pl832"/>
            <p:cNvSpPr/>
            <p:nvPr/>
          </p:nvSpPr>
          <p:spPr>
            <a:xfrm>
              <a:off x="2833852" y="3944339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3"/>
            <p:cNvSpPr/>
            <p:nvPr/>
          </p:nvSpPr>
          <p:spPr>
            <a:xfrm>
              <a:off x="2805383" y="474775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4"/>
            <p:cNvSpPr/>
            <p:nvPr/>
          </p:nvSpPr>
          <p:spPr>
            <a:xfrm>
              <a:off x="2805383" y="447379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5"/>
            <p:cNvSpPr/>
            <p:nvPr/>
          </p:nvSpPr>
          <p:spPr>
            <a:xfrm>
              <a:off x="2805383" y="419982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6"/>
            <p:cNvSpPr/>
            <p:nvPr/>
          </p:nvSpPr>
          <p:spPr>
            <a:xfrm>
              <a:off x="2833852" y="4814922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7"/>
            <p:cNvSpPr/>
            <p:nvPr/>
          </p:nvSpPr>
          <p:spPr>
            <a:xfrm>
              <a:off x="2926215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8"/>
            <p:cNvSpPr/>
            <p:nvPr/>
          </p:nvSpPr>
          <p:spPr>
            <a:xfrm>
              <a:off x="3245936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39"/>
            <p:cNvSpPr/>
            <p:nvPr/>
          </p:nvSpPr>
          <p:spPr>
            <a:xfrm>
              <a:off x="3565657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0"/>
            <p:cNvSpPr/>
            <p:nvPr/>
          </p:nvSpPr>
          <p:spPr>
            <a:xfrm>
              <a:off x="3885377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tx841"/>
            <p:cNvSpPr/>
            <p:nvPr/>
          </p:nvSpPr>
          <p:spPr>
            <a:xfrm>
              <a:off x="2897960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43" name="tx842"/>
            <p:cNvSpPr/>
            <p:nvPr/>
          </p:nvSpPr>
          <p:spPr>
            <a:xfrm>
              <a:off x="3217681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44" name="tx843"/>
            <p:cNvSpPr/>
            <p:nvPr/>
          </p:nvSpPr>
          <p:spPr>
            <a:xfrm>
              <a:off x="3537402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5" name="tx844"/>
            <p:cNvSpPr/>
            <p:nvPr/>
          </p:nvSpPr>
          <p:spPr>
            <a:xfrm>
              <a:off x="3857122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46" name="tx845"/>
            <p:cNvSpPr/>
            <p:nvPr/>
          </p:nvSpPr>
          <p:spPr>
            <a:xfrm>
              <a:off x="3125005" y="5023802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47" name="tx846"/>
            <p:cNvSpPr/>
            <p:nvPr/>
          </p:nvSpPr>
          <p:spPr>
            <a:xfrm>
              <a:off x="2833852" y="3767799"/>
              <a:ext cx="33869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48" name="rc847"/>
            <p:cNvSpPr/>
            <p:nvPr/>
          </p:nvSpPr>
          <p:spPr>
            <a:xfrm>
              <a:off x="4262502" y="3944339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4296257" y="461612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4288483" y="452418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4353953" y="463276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4362674" y="405939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4279608" y="444776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4317324" y="430835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4335670" y="473779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4277086" y="451858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4284290" y="443643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4336923" y="420280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4613651" y="441039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4670324" y="424339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4604363" y="462033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4619669" y="466541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4683611" y="394635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4636839" y="407679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4613729" y="470659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4683289" y="464441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4615189" y="46745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4642954" y="461072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4653563" y="458178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4662189" y="46872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4631833" y="450568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4680972" y="453098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4594893" y="436176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4675420" y="444060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4666015" y="469046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4669951" y="459811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4988187" y="462065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5001077" y="458486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4940285" y="458421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5003466" y="456364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4957066" y="457031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4960497" y="462236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4925496" y="460481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4969135" y="439375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4964984" y="465632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4989442" y="447081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4981978" y="464214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4975325" y="450373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4931010" y="463245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4983574" y="466131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4986472" y="432380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4969301" y="459996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4965819" y="443071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977405" y="454003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978142" y="446185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977223" y="446885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5251731" y="468671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5265015" y="455269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5305768" y="442993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5305602" y="454643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5284275" y="445380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5288922" y="459790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5254807" y="452319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5247165" y="460825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5243524" y="440351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5275012" y="441748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5308783" y="455798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5273004" y="463248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5246285" y="451790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5252497" y="464107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5270539" y="450896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5319933" y="467635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5270266" y="434126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5237543" y="463066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5251444" y="459932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5310585" y="452234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5247482" y="446708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5274793" y="453155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5297987" y="456929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5290067" y="461835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4355879" y="4357937"/>
              <a:ext cx="959391" cy="375674"/>
            </a:xfrm>
            <a:custGeom>
              <a:avLst/>
              <a:pathLst>
                <a:path w="959391" h="375674">
                  <a:moveTo>
                    <a:pt x="0" y="0"/>
                  </a:moveTo>
                  <a:lnTo>
                    <a:pt x="506866" y="122689"/>
                  </a:lnTo>
                  <a:lnTo>
                    <a:pt x="639594" y="129253"/>
                  </a:lnTo>
                  <a:lnTo>
                    <a:pt x="826664" y="120380"/>
                  </a:lnTo>
                  <a:lnTo>
                    <a:pt x="959391" y="107342"/>
                  </a:lnTo>
                  <a:lnTo>
                    <a:pt x="959391" y="375674"/>
                  </a:lnTo>
                  <a:lnTo>
                    <a:pt x="826664" y="336937"/>
                  </a:lnTo>
                  <a:lnTo>
                    <a:pt x="639594" y="291843"/>
                  </a:lnTo>
                  <a:lnTo>
                    <a:pt x="506866" y="272708"/>
                  </a:lnTo>
                  <a:lnTo>
                    <a:pt x="0" y="29725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2" name="pl921"/>
            <p:cNvSpPr/>
            <p:nvPr/>
          </p:nvSpPr>
          <p:spPr>
            <a:xfrm>
              <a:off x="4355879" y="4357937"/>
              <a:ext cx="959391" cy="129253"/>
            </a:xfrm>
            <a:custGeom>
              <a:avLst/>
              <a:pathLst>
                <a:path w="959391" h="129253">
                  <a:moveTo>
                    <a:pt x="0" y="0"/>
                  </a:moveTo>
                  <a:lnTo>
                    <a:pt x="506866" y="122689"/>
                  </a:lnTo>
                  <a:lnTo>
                    <a:pt x="639594" y="129253"/>
                  </a:lnTo>
                  <a:lnTo>
                    <a:pt x="826664" y="120380"/>
                  </a:lnTo>
                  <a:lnTo>
                    <a:pt x="959391" y="1073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4355879" y="4630645"/>
              <a:ext cx="959391" cy="102966"/>
            </a:xfrm>
            <a:custGeom>
              <a:avLst/>
              <a:pathLst>
                <a:path w="959391" h="102966">
                  <a:moveTo>
                    <a:pt x="959391" y="102966"/>
                  </a:moveTo>
                  <a:lnTo>
                    <a:pt x="826664" y="64229"/>
                  </a:lnTo>
                  <a:lnTo>
                    <a:pt x="639594" y="19135"/>
                  </a:lnTo>
                  <a:lnTo>
                    <a:pt x="506866" y="0"/>
                  </a:lnTo>
                  <a:lnTo>
                    <a:pt x="0" y="245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l923"/>
            <p:cNvSpPr/>
            <p:nvPr/>
          </p:nvSpPr>
          <p:spPr>
            <a:xfrm>
              <a:off x="4355879" y="4506565"/>
              <a:ext cx="959391" cy="92880"/>
            </a:xfrm>
            <a:custGeom>
              <a:avLst/>
              <a:pathLst>
                <a:path w="959391" h="92880">
                  <a:moveTo>
                    <a:pt x="0" y="0"/>
                  </a:moveTo>
                  <a:lnTo>
                    <a:pt x="506866" y="49070"/>
                  </a:lnTo>
                  <a:lnTo>
                    <a:pt x="639594" y="61920"/>
                  </a:lnTo>
                  <a:lnTo>
                    <a:pt x="826664" y="80031"/>
                  </a:lnTo>
                  <a:lnTo>
                    <a:pt x="959391" y="9288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5" name="tx924"/>
            <p:cNvSpPr/>
            <p:nvPr/>
          </p:nvSpPr>
          <p:spPr>
            <a:xfrm>
              <a:off x="4835577" y="3981027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0.456</a:t>
              </a:r>
            </a:p>
          </p:txBody>
        </p:sp>
        <p:sp>
          <p:nvSpPr>
            <p:cNvPr id="926" name="rc925"/>
            <p:cNvSpPr/>
            <p:nvPr/>
          </p:nvSpPr>
          <p:spPr>
            <a:xfrm>
              <a:off x="4262502" y="3944339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4262502" y="3944339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4234034" y="473129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4234034" y="454197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29"/>
            <p:cNvSpPr/>
            <p:nvPr/>
          </p:nvSpPr>
          <p:spPr>
            <a:xfrm>
              <a:off x="4234034" y="435266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0"/>
            <p:cNvSpPr/>
            <p:nvPr/>
          </p:nvSpPr>
          <p:spPr>
            <a:xfrm>
              <a:off x="4234034" y="41633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1"/>
            <p:cNvSpPr/>
            <p:nvPr/>
          </p:nvSpPr>
          <p:spPr>
            <a:xfrm>
              <a:off x="4234034" y="397402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2"/>
            <p:cNvSpPr/>
            <p:nvPr/>
          </p:nvSpPr>
          <p:spPr>
            <a:xfrm>
              <a:off x="4262502" y="4814922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3"/>
            <p:cNvSpPr/>
            <p:nvPr/>
          </p:nvSpPr>
          <p:spPr>
            <a:xfrm>
              <a:off x="4355879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4"/>
            <p:cNvSpPr/>
            <p:nvPr/>
          </p:nvSpPr>
          <p:spPr>
            <a:xfrm>
              <a:off x="4675677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4995474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6"/>
            <p:cNvSpPr/>
            <p:nvPr/>
          </p:nvSpPr>
          <p:spPr>
            <a:xfrm>
              <a:off x="5315271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tx937"/>
            <p:cNvSpPr/>
            <p:nvPr/>
          </p:nvSpPr>
          <p:spPr>
            <a:xfrm>
              <a:off x="4327624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4647422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4967219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5287016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4553656" y="5023802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43" name="tx942"/>
            <p:cNvSpPr/>
            <p:nvPr/>
          </p:nvSpPr>
          <p:spPr>
            <a:xfrm>
              <a:off x="4262502" y="3767799"/>
              <a:ext cx="41623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44" name="rc943"/>
            <p:cNvSpPr/>
            <p:nvPr/>
          </p:nvSpPr>
          <p:spPr>
            <a:xfrm>
              <a:off x="5691153" y="3944339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5711038" y="450806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5764333" y="455883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5751036" y="460126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5768382" y="431086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5734355" y="453472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5705737" y="432859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5760382" y="470462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5763024" y="459721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770471" y="43453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782843" y="427877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6094117" y="445569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6021762" y="431352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6014289" y="457808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6039293" y="469678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6022684" y="394635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6101777" y="401061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6024668" y="465296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6099093" y="47180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6019434" y="470917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6105983" y="462600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6050260" y="466076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6101013" y="468951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6073283" y="466576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6106132" y="466159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6099770" y="462456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6093926" y="455986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6039929" y="470821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6024652" y="458590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6390866" y="457667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6370645" y="472007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6418600" y="465638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6356273" y="467931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6375142" y="450829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6384948" y="461228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6364637" y="447359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6397568" y="457666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6384949" y="461943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6371960" y="453864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6407792" y="468738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6422376" y="434969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6366489" y="465224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6420514" y="469343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6383040" y="429786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6417660" y="452801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6348516" y="446591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6336897" y="464496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6361294" y="458006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6362663" y="447544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6713310" y="462707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6748584" y="459916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6712383" y="453558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6704664" y="462196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6729674" y="450660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6708904" y="458402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6702163" y="453764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6747263" y="456059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6692494" y="459674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6705061" y="440164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6746787" y="467511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6721305" y="460842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727313" y="460653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744085" y="469665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726291" y="457407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745996" y="469698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730021" y="449888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706887" y="460084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707786" y="460877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663410" y="455045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669517" y="458504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664716" y="456780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689749" y="459126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703592" y="468197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5776939" y="4386713"/>
              <a:ext cx="963413" cy="388637"/>
            </a:xfrm>
            <a:custGeom>
              <a:avLst/>
              <a:pathLst>
                <a:path w="963413" h="388637">
                  <a:moveTo>
                    <a:pt x="0" y="0"/>
                  </a:moveTo>
                  <a:lnTo>
                    <a:pt x="508991" y="126904"/>
                  </a:lnTo>
                  <a:lnTo>
                    <a:pt x="642275" y="131689"/>
                  </a:lnTo>
                  <a:lnTo>
                    <a:pt x="830129" y="119005"/>
                  </a:lnTo>
                  <a:lnTo>
                    <a:pt x="963413" y="103121"/>
                  </a:lnTo>
                  <a:lnTo>
                    <a:pt x="963413" y="388637"/>
                  </a:lnTo>
                  <a:lnTo>
                    <a:pt x="830129" y="347823"/>
                  </a:lnTo>
                  <a:lnTo>
                    <a:pt x="642275" y="300003"/>
                  </a:lnTo>
                  <a:lnTo>
                    <a:pt x="508991" y="279858"/>
                  </a:lnTo>
                  <a:lnTo>
                    <a:pt x="0" y="31156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l1017"/>
            <p:cNvSpPr/>
            <p:nvPr/>
          </p:nvSpPr>
          <p:spPr>
            <a:xfrm>
              <a:off x="5776939" y="4386713"/>
              <a:ext cx="963413" cy="131689"/>
            </a:xfrm>
            <a:custGeom>
              <a:avLst/>
              <a:pathLst>
                <a:path w="963413" h="131689">
                  <a:moveTo>
                    <a:pt x="0" y="0"/>
                  </a:moveTo>
                  <a:lnTo>
                    <a:pt x="508991" y="126904"/>
                  </a:lnTo>
                  <a:lnTo>
                    <a:pt x="642275" y="131689"/>
                  </a:lnTo>
                  <a:lnTo>
                    <a:pt x="830129" y="119005"/>
                  </a:lnTo>
                  <a:lnTo>
                    <a:pt x="963413" y="103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19" name="pl1018"/>
            <p:cNvSpPr/>
            <p:nvPr/>
          </p:nvSpPr>
          <p:spPr>
            <a:xfrm>
              <a:off x="5776939" y="4666571"/>
              <a:ext cx="963413" cy="108779"/>
            </a:xfrm>
            <a:custGeom>
              <a:avLst/>
              <a:pathLst>
                <a:path w="963413" h="108779">
                  <a:moveTo>
                    <a:pt x="963413" y="108779"/>
                  </a:moveTo>
                  <a:lnTo>
                    <a:pt x="830129" y="67965"/>
                  </a:lnTo>
                  <a:lnTo>
                    <a:pt x="642275" y="20144"/>
                  </a:lnTo>
                  <a:lnTo>
                    <a:pt x="508991" y="0"/>
                  </a:lnTo>
                  <a:lnTo>
                    <a:pt x="0" y="31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0" name="pl1019"/>
            <p:cNvSpPr/>
            <p:nvPr/>
          </p:nvSpPr>
          <p:spPr>
            <a:xfrm>
              <a:off x="5776939" y="4542493"/>
              <a:ext cx="963413" cy="90099"/>
            </a:xfrm>
            <a:custGeom>
              <a:avLst/>
              <a:pathLst>
                <a:path w="963413" h="90099">
                  <a:moveTo>
                    <a:pt x="0" y="0"/>
                  </a:moveTo>
                  <a:lnTo>
                    <a:pt x="508991" y="47601"/>
                  </a:lnTo>
                  <a:lnTo>
                    <a:pt x="642275" y="60066"/>
                  </a:lnTo>
                  <a:lnTo>
                    <a:pt x="830129" y="77634"/>
                  </a:lnTo>
                  <a:lnTo>
                    <a:pt x="963413" y="90099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21" name="tx1020"/>
            <p:cNvSpPr/>
            <p:nvPr/>
          </p:nvSpPr>
          <p:spPr>
            <a:xfrm>
              <a:off x="6260658" y="3981034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0.496</a:t>
              </a:r>
            </a:p>
          </p:txBody>
        </p:sp>
        <p:sp>
          <p:nvSpPr>
            <p:cNvPr id="1022" name="rc1021"/>
            <p:cNvSpPr/>
            <p:nvPr/>
          </p:nvSpPr>
          <p:spPr>
            <a:xfrm>
              <a:off x="5691153" y="3944339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23" name="pl1022"/>
            <p:cNvSpPr/>
            <p:nvPr/>
          </p:nvSpPr>
          <p:spPr>
            <a:xfrm>
              <a:off x="5691153" y="3944339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3"/>
            <p:cNvSpPr/>
            <p:nvPr/>
          </p:nvSpPr>
          <p:spPr>
            <a:xfrm>
              <a:off x="5662685" y="46235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4"/>
            <p:cNvSpPr/>
            <p:nvPr/>
          </p:nvSpPr>
          <p:spPr>
            <a:xfrm>
              <a:off x="5662685" y="433455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5"/>
            <p:cNvSpPr/>
            <p:nvPr/>
          </p:nvSpPr>
          <p:spPr>
            <a:xfrm>
              <a:off x="5662685" y="40455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6"/>
            <p:cNvSpPr/>
            <p:nvPr/>
          </p:nvSpPr>
          <p:spPr>
            <a:xfrm>
              <a:off x="5691153" y="4814922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7"/>
            <p:cNvSpPr/>
            <p:nvPr/>
          </p:nvSpPr>
          <p:spPr>
            <a:xfrm>
              <a:off x="5776939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8"/>
            <p:cNvSpPr/>
            <p:nvPr/>
          </p:nvSpPr>
          <p:spPr>
            <a:xfrm>
              <a:off x="6098077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29"/>
            <p:cNvSpPr/>
            <p:nvPr/>
          </p:nvSpPr>
          <p:spPr>
            <a:xfrm>
              <a:off x="6419215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0"/>
            <p:cNvSpPr/>
            <p:nvPr/>
          </p:nvSpPr>
          <p:spPr>
            <a:xfrm>
              <a:off x="6740352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tx1031"/>
            <p:cNvSpPr/>
            <p:nvPr/>
          </p:nvSpPr>
          <p:spPr>
            <a:xfrm>
              <a:off x="5748684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33" name="tx1032"/>
            <p:cNvSpPr/>
            <p:nvPr/>
          </p:nvSpPr>
          <p:spPr>
            <a:xfrm>
              <a:off x="6069822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34" name="tx1033"/>
            <p:cNvSpPr/>
            <p:nvPr/>
          </p:nvSpPr>
          <p:spPr>
            <a:xfrm>
              <a:off x="6390960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35" name="tx1034"/>
            <p:cNvSpPr/>
            <p:nvPr/>
          </p:nvSpPr>
          <p:spPr>
            <a:xfrm>
              <a:off x="6712097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36" name="tx1035"/>
            <p:cNvSpPr/>
            <p:nvPr/>
          </p:nvSpPr>
          <p:spPr>
            <a:xfrm>
              <a:off x="5982307" y="5023802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37" name="tx1036"/>
            <p:cNvSpPr/>
            <p:nvPr/>
          </p:nvSpPr>
          <p:spPr>
            <a:xfrm>
              <a:off x="5691153" y="3767799"/>
              <a:ext cx="4587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38" name="rc1037"/>
            <p:cNvSpPr/>
            <p:nvPr/>
          </p:nvSpPr>
          <p:spPr>
            <a:xfrm>
              <a:off x="3040259" y="5248787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tx1038"/>
            <p:cNvSpPr/>
            <p:nvPr/>
          </p:nvSpPr>
          <p:spPr>
            <a:xfrm>
              <a:off x="3905716" y="5261452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40" name="rc1039"/>
            <p:cNvSpPr/>
            <p:nvPr/>
          </p:nvSpPr>
          <p:spPr>
            <a:xfrm>
              <a:off x="3040259" y="5413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3092700" y="546579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rc1041"/>
            <p:cNvSpPr/>
            <p:nvPr/>
          </p:nvSpPr>
          <p:spPr>
            <a:xfrm>
              <a:off x="3040259" y="5650285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3092700" y="570272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rc1043"/>
            <p:cNvSpPr/>
            <p:nvPr/>
          </p:nvSpPr>
          <p:spPr>
            <a:xfrm>
              <a:off x="3492140" y="5413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3544582" y="546579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rc1045"/>
            <p:cNvSpPr/>
            <p:nvPr/>
          </p:nvSpPr>
          <p:spPr>
            <a:xfrm>
              <a:off x="3492140" y="5650285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3544582" y="570272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rc1047"/>
            <p:cNvSpPr/>
            <p:nvPr/>
          </p:nvSpPr>
          <p:spPr>
            <a:xfrm>
              <a:off x="3938352" y="5413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3990794" y="546579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rc1049"/>
            <p:cNvSpPr/>
            <p:nvPr/>
          </p:nvSpPr>
          <p:spPr>
            <a:xfrm>
              <a:off x="3938352" y="5650285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3990794" y="570272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rc1051"/>
            <p:cNvSpPr/>
            <p:nvPr/>
          </p:nvSpPr>
          <p:spPr>
            <a:xfrm>
              <a:off x="4373317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4425759" y="546579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rc1053"/>
            <p:cNvSpPr/>
            <p:nvPr/>
          </p:nvSpPr>
          <p:spPr>
            <a:xfrm>
              <a:off x="4373317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4425759" y="57027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rc1055"/>
            <p:cNvSpPr/>
            <p:nvPr/>
          </p:nvSpPr>
          <p:spPr>
            <a:xfrm>
              <a:off x="4819529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4871971" y="546579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rc1057"/>
            <p:cNvSpPr/>
            <p:nvPr/>
          </p:nvSpPr>
          <p:spPr>
            <a:xfrm>
              <a:off x="4819529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4871971" y="570272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tx1059"/>
            <p:cNvSpPr/>
            <p:nvPr/>
          </p:nvSpPr>
          <p:spPr>
            <a:xfrm>
              <a:off x="3277195" y="546691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061" name="tx1060"/>
            <p:cNvSpPr/>
            <p:nvPr/>
          </p:nvSpPr>
          <p:spPr>
            <a:xfrm>
              <a:off x="3277195" y="5703846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062" name="tx1061"/>
            <p:cNvSpPr/>
            <p:nvPr/>
          </p:nvSpPr>
          <p:spPr>
            <a:xfrm>
              <a:off x="3729077" y="5466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063" name="tx1062"/>
            <p:cNvSpPr/>
            <p:nvPr/>
          </p:nvSpPr>
          <p:spPr>
            <a:xfrm>
              <a:off x="3729077" y="5703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064" name="tx1063"/>
            <p:cNvSpPr/>
            <p:nvPr/>
          </p:nvSpPr>
          <p:spPr>
            <a:xfrm>
              <a:off x="4175289" y="5466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065" name="tx1064"/>
            <p:cNvSpPr/>
            <p:nvPr/>
          </p:nvSpPr>
          <p:spPr>
            <a:xfrm>
              <a:off x="4175289" y="5703846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066" name="tx1065"/>
            <p:cNvSpPr/>
            <p:nvPr/>
          </p:nvSpPr>
          <p:spPr>
            <a:xfrm>
              <a:off x="4610254" y="5466910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067" name="tx1066"/>
            <p:cNvSpPr/>
            <p:nvPr/>
          </p:nvSpPr>
          <p:spPr>
            <a:xfrm>
              <a:off x="4610254" y="5703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068" name="tx1067"/>
            <p:cNvSpPr/>
            <p:nvPr/>
          </p:nvSpPr>
          <p:spPr>
            <a:xfrm>
              <a:off x="5056466" y="5466910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069" name="tx1068"/>
            <p:cNvSpPr/>
            <p:nvPr/>
          </p:nvSpPr>
          <p:spPr>
            <a:xfrm>
              <a:off x="5056466" y="5703846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2026-07-20T11:00:11Z</dcterms:modified>
  <cp:category/>
</cp:coreProperties>
</file>