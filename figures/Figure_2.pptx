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19513" y="18649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58576" y="17253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96747" y="179291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1578" y="15948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56850" y="2080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98496" y="17838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43214" y="19416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98298" y="18435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510780" y="16845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98068" y="17997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82797" y="17185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7180" y="16308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94417" y="16171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7241" y="18218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95265" y="17775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15553" y="16788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821391" y="17544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8056" y="19005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01466" y="18473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80142" y="15955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28012" y="16183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48201" y="18032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3321" y="18487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98501" y="19447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29453" y="18406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3473" y="17248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4568" y="18360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45164" y="173682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16828" y="17181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57241" y="17411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97362" y="18620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77568" y="16461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3951" y="17367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9735" y="17496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02392" y="17856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73902" y="17376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6751" y="18236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72038" y="1510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0390" y="15734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2142" y="15514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06137" y="15199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12682" y="17161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87821" y="16915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11908" y="16185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67826" y="18542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62254" y="17589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92937" y="17175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4201" y="16620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51361" y="16182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11007" y="165298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10849" y="18128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380614" y="16739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40879" y="17895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76503" y="18616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377141" y="17227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53590" y="171158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55182" y="16695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15153" y="17857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12801" y="16860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30903" y="13413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2423" y="17968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3487" y="14098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386406" y="17320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382813" y="15404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08326" y="151661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57322" y="15296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02528" y="17777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08980" y="16503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88408" y="17547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12903" y="16994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906" y="1447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9952" y="12890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502713" y="1636557"/>
              <a:ext cx="955870" cy="276424"/>
            </a:xfrm>
            <a:custGeom>
              <a:avLst/>
              <a:pathLst>
                <a:path w="955870" h="276424">
                  <a:moveTo>
                    <a:pt x="0" y="156680"/>
                  </a:moveTo>
                  <a:lnTo>
                    <a:pt x="505006" y="93035"/>
                  </a:lnTo>
                  <a:lnTo>
                    <a:pt x="637247" y="69671"/>
                  </a:lnTo>
                  <a:lnTo>
                    <a:pt x="823629" y="30676"/>
                  </a:lnTo>
                  <a:lnTo>
                    <a:pt x="955870" y="0"/>
                  </a:lnTo>
                  <a:lnTo>
                    <a:pt x="955870" y="93739"/>
                  </a:lnTo>
                  <a:lnTo>
                    <a:pt x="823629" y="110012"/>
                  </a:lnTo>
                  <a:lnTo>
                    <a:pt x="637247" y="137189"/>
                  </a:lnTo>
                  <a:lnTo>
                    <a:pt x="505006" y="160775"/>
                  </a:lnTo>
                  <a:lnTo>
                    <a:pt x="0" y="27642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02713" y="1636557"/>
              <a:ext cx="955870" cy="156680"/>
            </a:xfrm>
            <a:custGeom>
              <a:avLst/>
              <a:pathLst>
                <a:path w="955870" h="156680">
                  <a:moveTo>
                    <a:pt x="0" y="156680"/>
                  </a:moveTo>
                  <a:lnTo>
                    <a:pt x="505006" y="93035"/>
                  </a:lnTo>
                  <a:lnTo>
                    <a:pt x="637247" y="69671"/>
                  </a:lnTo>
                  <a:lnTo>
                    <a:pt x="823629" y="30676"/>
                  </a:lnTo>
                  <a:lnTo>
                    <a:pt x="9558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02713" y="1730296"/>
              <a:ext cx="955870" cy="182685"/>
            </a:xfrm>
            <a:custGeom>
              <a:avLst/>
              <a:pathLst>
                <a:path w="955870" h="182685">
                  <a:moveTo>
                    <a:pt x="955870" y="0"/>
                  </a:moveTo>
                  <a:lnTo>
                    <a:pt x="823629" y="16273"/>
                  </a:lnTo>
                  <a:lnTo>
                    <a:pt x="637247" y="43449"/>
                  </a:lnTo>
                  <a:lnTo>
                    <a:pt x="505006" y="67036"/>
                  </a:lnTo>
                  <a:lnTo>
                    <a:pt x="0" y="182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02713" y="1683426"/>
              <a:ext cx="955870" cy="169682"/>
            </a:xfrm>
            <a:custGeom>
              <a:avLst/>
              <a:pathLst>
                <a:path w="955870" h="169682">
                  <a:moveTo>
                    <a:pt x="0" y="169682"/>
                  </a:moveTo>
                  <a:lnTo>
                    <a:pt x="505006" y="80035"/>
                  </a:lnTo>
                  <a:lnTo>
                    <a:pt x="637247" y="56560"/>
                  </a:lnTo>
                  <a:lnTo>
                    <a:pt x="823629" y="23474"/>
                  </a:lnTo>
                  <a:lnTo>
                    <a:pt x="95587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78890" y="132374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0895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8823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6751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360" y="14679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360" y="12607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458" y="21260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9188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711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458" y="15044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458" y="12972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50271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2133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3996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5858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4243" y="18318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06985" y="18202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89069" y="174988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72251" y="16974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902076" y="20208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72250" y="20714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87852" y="17521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910917" y="20325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48233" y="17482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62593" y="16288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27373" y="17622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2641" y="17919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234117" y="13753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2097" y="17426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15436" y="14401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4016" y="16798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61286" y="16360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49784" y="18236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59492" y="17631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66249" y="19460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29395" y="19557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32076" y="18971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70393" y="20767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38947" y="19829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87320" y="20185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6541" y="188972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90607" y="19602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56643" y="177549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50425" y="14827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25802" y="18303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02430" y="162434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41244" y="18141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482164" y="16842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07730" y="18124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3963" y="14494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36953" y="16785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15361" y="17377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12070" y="19138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04774" y="17442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480213" y="13611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497961" y="16342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57259" y="18124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12591" y="18199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482770" y="19092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09061" y="20577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2738" y="19602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8451" y="19320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27489" y="16641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63119" y="16259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67788" y="155750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56733" y="17279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88616" y="17891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30281" y="20805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36244" y="17938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01575" y="20788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41491" y="174199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5287" y="17991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51247" y="20027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61660" y="16952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16502" y="1289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91142" y="18416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45728" y="16250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59117" y="16582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75430" y="15536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8887" y="17037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01521" y="15702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3061" y="18552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82202" y="16759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06990" y="18205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15920" y="19930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34491" y="14194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33770" y="16157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03780" y="1654719"/>
              <a:ext cx="979228" cy="315262"/>
            </a:xfrm>
            <a:custGeom>
              <a:avLst/>
              <a:pathLst>
                <a:path w="979228" h="315262">
                  <a:moveTo>
                    <a:pt x="0" y="104520"/>
                  </a:moveTo>
                  <a:lnTo>
                    <a:pt x="517346" y="56534"/>
                  </a:lnTo>
                  <a:lnTo>
                    <a:pt x="652818" y="41315"/>
                  </a:lnTo>
                  <a:lnTo>
                    <a:pt x="843756" y="17917"/>
                  </a:lnTo>
                  <a:lnTo>
                    <a:pt x="979228" y="0"/>
                  </a:lnTo>
                  <a:lnTo>
                    <a:pt x="979228" y="199882"/>
                  </a:lnTo>
                  <a:lnTo>
                    <a:pt x="843756" y="212386"/>
                  </a:lnTo>
                  <a:lnTo>
                    <a:pt x="652818" y="231866"/>
                  </a:lnTo>
                  <a:lnTo>
                    <a:pt x="517346" y="247070"/>
                  </a:lnTo>
                  <a:lnTo>
                    <a:pt x="0" y="31526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03780" y="1654719"/>
              <a:ext cx="979228" cy="104520"/>
            </a:xfrm>
            <a:custGeom>
              <a:avLst/>
              <a:pathLst>
                <a:path w="979228" h="104520">
                  <a:moveTo>
                    <a:pt x="0" y="104520"/>
                  </a:moveTo>
                  <a:lnTo>
                    <a:pt x="517346" y="56534"/>
                  </a:lnTo>
                  <a:lnTo>
                    <a:pt x="652818" y="41315"/>
                  </a:lnTo>
                  <a:lnTo>
                    <a:pt x="843756" y="17917"/>
                  </a:lnTo>
                  <a:lnTo>
                    <a:pt x="9792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03780" y="1854602"/>
              <a:ext cx="979228" cy="115380"/>
            </a:xfrm>
            <a:custGeom>
              <a:avLst/>
              <a:pathLst>
                <a:path w="979228" h="115380">
                  <a:moveTo>
                    <a:pt x="979228" y="0"/>
                  </a:moveTo>
                  <a:lnTo>
                    <a:pt x="843756" y="12504"/>
                  </a:lnTo>
                  <a:lnTo>
                    <a:pt x="652818" y="31984"/>
                  </a:lnTo>
                  <a:lnTo>
                    <a:pt x="517346" y="47188"/>
                  </a:lnTo>
                  <a:lnTo>
                    <a:pt x="0" y="115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03780" y="1754660"/>
              <a:ext cx="979228" cy="109950"/>
            </a:xfrm>
            <a:custGeom>
              <a:avLst/>
              <a:pathLst>
                <a:path w="979228" h="109950">
                  <a:moveTo>
                    <a:pt x="0" y="109950"/>
                  </a:moveTo>
                  <a:lnTo>
                    <a:pt x="517346" y="51861"/>
                  </a:lnTo>
                  <a:lnTo>
                    <a:pt x="652818" y="36650"/>
                  </a:lnTo>
                  <a:lnTo>
                    <a:pt x="843756" y="15211"/>
                  </a:lnTo>
                  <a:lnTo>
                    <a:pt x="97922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3314" y="132375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178" y="19499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178" y="1674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178" y="13997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378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3019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5659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300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287552" y="19314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355695" y="19465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56511" y="20226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76952" y="17994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4643" y="18240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16503" y="17902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49698" y="20002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89513" y="19030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59788" y="19694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330657" y="16664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59206" y="20494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62477" y="19104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22795" y="16219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43599" y="19149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84665" y="20805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50446" y="20775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34343" y="19567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42575" y="20575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01768" y="16079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11493" y="1289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5868" y="18828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37794" y="19704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81962" y="19522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65028" y="19895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45075" y="18972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23676" y="18033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17805" y="18541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33843" y="19147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957533" y="203498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94745" y="20444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01495" y="196534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19639" y="19472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36884" y="13435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67673" y="19650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28013" y="16202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33686" y="16962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46124" y="20435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49453" y="13242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77413" y="20457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56337" y="201142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83150" y="16797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55315" y="19048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19734" y="19329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96290" y="13914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60322" y="19607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9935" y="19716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94097" y="17818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45946" y="180854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266259" y="19967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10753" y="2016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239529" y="20420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284252" y="19952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11685" y="16033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19862" y="20097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02573" y="17055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248960" y="20476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84575" y="13709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40705" y="14011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289498" y="19338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45690" y="19378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81109" y="18404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9742" y="19303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45404" y="18676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83035" y="20274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47913" y="20185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65218" y="18791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90000" y="19163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87740" y="17763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17364" y="13141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43512" y="17436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84281" y="19705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16835" y="17194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59868" y="1783256"/>
              <a:ext cx="955473" cy="249110"/>
            </a:xfrm>
            <a:custGeom>
              <a:avLst/>
              <a:pathLst>
                <a:path w="955473" h="249110">
                  <a:moveTo>
                    <a:pt x="0" y="29973"/>
                  </a:moveTo>
                  <a:lnTo>
                    <a:pt x="504796" y="33008"/>
                  </a:lnTo>
                  <a:lnTo>
                    <a:pt x="636982" y="26994"/>
                  </a:lnTo>
                  <a:lnTo>
                    <a:pt x="823287" y="13136"/>
                  </a:lnTo>
                  <a:lnTo>
                    <a:pt x="955473" y="0"/>
                  </a:lnTo>
                  <a:lnTo>
                    <a:pt x="955473" y="191799"/>
                  </a:lnTo>
                  <a:lnTo>
                    <a:pt x="823287" y="190738"/>
                  </a:lnTo>
                  <a:lnTo>
                    <a:pt x="636982" y="193900"/>
                  </a:lnTo>
                  <a:lnTo>
                    <a:pt x="504796" y="199961"/>
                  </a:lnTo>
                  <a:lnTo>
                    <a:pt x="0" y="24911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59868" y="1783256"/>
              <a:ext cx="955473" cy="33008"/>
            </a:xfrm>
            <a:custGeom>
              <a:avLst/>
              <a:pathLst>
                <a:path w="955473" h="33008">
                  <a:moveTo>
                    <a:pt x="0" y="29973"/>
                  </a:moveTo>
                  <a:lnTo>
                    <a:pt x="504796" y="33008"/>
                  </a:lnTo>
                  <a:lnTo>
                    <a:pt x="636982" y="26994"/>
                  </a:lnTo>
                  <a:lnTo>
                    <a:pt x="823287" y="13136"/>
                  </a:lnTo>
                  <a:lnTo>
                    <a:pt x="95547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59868" y="1973995"/>
              <a:ext cx="955473" cy="58371"/>
            </a:xfrm>
            <a:custGeom>
              <a:avLst/>
              <a:pathLst>
                <a:path w="955473" h="58371">
                  <a:moveTo>
                    <a:pt x="955473" y="1061"/>
                  </a:moveTo>
                  <a:lnTo>
                    <a:pt x="823287" y="0"/>
                  </a:lnTo>
                  <a:lnTo>
                    <a:pt x="636982" y="3161"/>
                  </a:lnTo>
                  <a:lnTo>
                    <a:pt x="504796" y="9222"/>
                  </a:lnTo>
                  <a:lnTo>
                    <a:pt x="0" y="58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59868" y="1879156"/>
              <a:ext cx="955473" cy="43641"/>
            </a:xfrm>
            <a:custGeom>
              <a:avLst/>
              <a:pathLst>
                <a:path w="955473" h="43641">
                  <a:moveTo>
                    <a:pt x="0" y="43641"/>
                  </a:moveTo>
                  <a:lnTo>
                    <a:pt x="504796" y="20584"/>
                  </a:lnTo>
                  <a:lnTo>
                    <a:pt x="636982" y="14547"/>
                  </a:lnTo>
                  <a:lnTo>
                    <a:pt x="823287" y="6037"/>
                  </a:lnTo>
                  <a:lnTo>
                    <a:pt x="95547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35646" y="132375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0.469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3897" y="19775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3897" y="17199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3897" y="14622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5986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835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99685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1534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50845" y="19090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64494" y="183927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45015" y="17915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68438" y="19682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88290" y="19950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80299" y="14889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17436" y="19173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93591" y="17288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55523" y="19152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05672" y="19656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41020" y="18289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109947" y="19209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107907" y="16668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34845" y="19517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61909" y="190444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38440" y="17272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60410" y="19976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92199" y="19167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06796" y="18526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70535" y="13071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87025" y="15321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55756" y="18587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66066" y="18241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62659" y="19908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73217" y="18727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3490" y="18271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74147" y="19433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113493" y="190108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49650" y="20805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376654" y="19178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349445" y="190258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14574" y="18167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13988" y="14719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29838" y="14270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83813" y="16473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68935" y="17346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385746" y="17425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26179" y="16831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07561" y="17239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385551" y="16771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06836" y="19253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06006" y="18421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22264" y="19010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88224" y="16129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26239" y="16815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58483" y="18319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75788" y="17174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92755" y="12890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734248" y="17268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72131" y="181428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696856" y="17314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725635" y="17252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19213" y="17758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680866" y="17384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00199" y="16502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23442" y="17255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05224" y="18947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34106" y="15260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674826" y="18956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667520" y="18833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691246" y="18147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695681" y="17502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31368" y="17578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06262" y="18964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30034" y="16682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48581" y="17680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92945" y="18181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44180" y="17666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86001" y="18186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81328" y="15761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03574" y="1781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87117" y="17375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85669" y="1674529"/>
              <a:ext cx="963451" cy="313615"/>
            </a:xfrm>
            <a:custGeom>
              <a:avLst/>
              <a:pathLst>
                <a:path w="963451" h="313615">
                  <a:moveTo>
                    <a:pt x="0" y="88897"/>
                  </a:moveTo>
                  <a:lnTo>
                    <a:pt x="509011" y="78324"/>
                  </a:lnTo>
                  <a:lnTo>
                    <a:pt x="642301" y="62042"/>
                  </a:lnTo>
                  <a:lnTo>
                    <a:pt x="830162" y="28673"/>
                  </a:lnTo>
                  <a:lnTo>
                    <a:pt x="963451" y="0"/>
                  </a:lnTo>
                  <a:lnTo>
                    <a:pt x="963451" y="197630"/>
                  </a:lnTo>
                  <a:lnTo>
                    <a:pt x="830162" y="197301"/>
                  </a:lnTo>
                  <a:lnTo>
                    <a:pt x="642301" y="203881"/>
                  </a:lnTo>
                  <a:lnTo>
                    <a:pt x="509011" y="215944"/>
                  </a:lnTo>
                  <a:lnTo>
                    <a:pt x="0" y="3136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85669" y="1674529"/>
              <a:ext cx="963451" cy="88897"/>
            </a:xfrm>
            <a:custGeom>
              <a:avLst/>
              <a:pathLst>
                <a:path w="963451" h="88897">
                  <a:moveTo>
                    <a:pt x="0" y="88897"/>
                  </a:moveTo>
                  <a:lnTo>
                    <a:pt x="509011" y="78324"/>
                  </a:lnTo>
                  <a:lnTo>
                    <a:pt x="642301" y="62042"/>
                  </a:lnTo>
                  <a:lnTo>
                    <a:pt x="830162" y="28673"/>
                  </a:lnTo>
                  <a:lnTo>
                    <a:pt x="9634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85669" y="1871830"/>
              <a:ext cx="963451" cy="116314"/>
            </a:xfrm>
            <a:custGeom>
              <a:avLst/>
              <a:pathLst>
                <a:path w="963451" h="116314">
                  <a:moveTo>
                    <a:pt x="963451" y="329"/>
                  </a:moveTo>
                  <a:lnTo>
                    <a:pt x="830162" y="0"/>
                  </a:lnTo>
                  <a:lnTo>
                    <a:pt x="642301" y="6580"/>
                  </a:lnTo>
                  <a:lnTo>
                    <a:pt x="509011" y="18643"/>
                  </a:lnTo>
                  <a:lnTo>
                    <a:pt x="0" y="1163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85669" y="1773344"/>
              <a:ext cx="963451" cy="102440"/>
            </a:xfrm>
            <a:custGeom>
              <a:avLst/>
              <a:pathLst>
                <a:path w="963451" h="102440">
                  <a:moveTo>
                    <a:pt x="0" y="102440"/>
                  </a:moveTo>
                  <a:lnTo>
                    <a:pt x="509011" y="48319"/>
                  </a:lnTo>
                  <a:lnTo>
                    <a:pt x="642301" y="34146"/>
                  </a:lnTo>
                  <a:lnTo>
                    <a:pt x="830162" y="14172"/>
                  </a:lnTo>
                  <a:lnTo>
                    <a:pt x="96345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332977" y="13237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16" y="21176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16" y="19049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16" y="16923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16" y="14796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8566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10681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2797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912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19513" y="32209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49062" y="33065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461816" y="308225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88341" y="30952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74467" y="340491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29610" y="3102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78542" y="33930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91218" y="34093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86525" y="33190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90879" y="31411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820200" y="31704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71202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779277" y="30546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60529" y="32554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810063" y="333478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48938" y="32587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45611" y="29848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821775" y="30964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73364" y="32189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44824" y="27466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90562" y="29900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87624" y="31749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807147" y="29081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816206" y="29093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804559" y="33464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75180" y="27522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814134" y="30310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44263" y="309743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80181" y="31319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071420" y="30881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18692" y="315518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26775" y="31558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67134" y="29546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75772" y="32085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36837" y="30963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85125" y="32640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34886" y="32617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1843" y="29277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66890" y="30229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14287" y="29265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5368" y="28927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77499" y="33447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40092" y="31959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74415" y="29528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2086" y="28089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39514" y="32697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04272" y="29669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0879" y="30833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97895" y="31627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441294" y="322954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425569" y="31930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43877" y="34069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44358" y="32501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58569" y="33026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37761" y="26760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37791" y="33132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42265" y="31828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46634" y="31077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46989" y="32522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26876" y="31172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59132" y="32693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386934" y="32760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50572" y="32865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62423" y="335038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41119" y="30520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396411" y="32973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388942" y="32265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61196" y="31527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12280" y="32188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09392" y="27162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20294" y="32106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21583" y="32443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01285" y="2957181"/>
              <a:ext cx="956027" cy="334161"/>
            </a:xfrm>
            <a:custGeom>
              <a:avLst/>
              <a:pathLst>
                <a:path w="956027" h="334161">
                  <a:moveTo>
                    <a:pt x="0" y="0"/>
                  </a:moveTo>
                  <a:lnTo>
                    <a:pt x="505088" y="94330"/>
                  </a:lnTo>
                  <a:lnTo>
                    <a:pt x="637351" y="104998"/>
                  </a:lnTo>
                  <a:lnTo>
                    <a:pt x="823764" y="109176"/>
                  </a:lnTo>
                  <a:lnTo>
                    <a:pt x="956027" y="106646"/>
                  </a:lnTo>
                  <a:lnTo>
                    <a:pt x="956027" y="334161"/>
                  </a:lnTo>
                  <a:lnTo>
                    <a:pt x="823764" y="306366"/>
                  </a:lnTo>
                  <a:lnTo>
                    <a:pt x="637351" y="274933"/>
                  </a:lnTo>
                  <a:lnTo>
                    <a:pt x="505088" y="260335"/>
                  </a:lnTo>
                  <a:lnTo>
                    <a:pt x="0" y="25818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501285" y="2957181"/>
              <a:ext cx="956027" cy="109176"/>
            </a:xfrm>
            <a:custGeom>
              <a:avLst/>
              <a:pathLst>
                <a:path w="956027" h="109176">
                  <a:moveTo>
                    <a:pt x="0" y="0"/>
                  </a:moveTo>
                  <a:lnTo>
                    <a:pt x="505088" y="94330"/>
                  </a:lnTo>
                  <a:lnTo>
                    <a:pt x="637351" y="104998"/>
                  </a:lnTo>
                  <a:lnTo>
                    <a:pt x="823764" y="109176"/>
                  </a:lnTo>
                  <a:lnTo>
                    <a:pt x="956027" y="1066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501285" y="3215361"/>
              <a:ext cx="956027" cy="75981"/>
            </a:xfrm>
            <a:custGeom>
              <a:avLst/>
              <a:pathLst>
                <a:path w="956027" h="75981">
                  <a:moveTo>
                    <a:pt x="956027" y="75981"/>
                  </a:moveTo>
                  <a:lnTo>
                    <a:pt x="823764" y="48185"/>
                  </a:lnTo>
                  <a:lnTo>
                    <a:pt x="637351" y="16753"/>
                  </a:lnTo>
                  <a:lnTo>
                    <a:pt x="505088" y="2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501285" y="3086271"/>
              <a:ext cx="956027" cy="91313"/>
            </a:xfrm>
            <a:custGeom>
              <a:avLst/>
              <a:pathLst>
                <a:path w="956027" h="91313">
                  <a:moveTo>
                    <a:pt x="0" y="0"/>
                  </a:moveTo>
                  <a:lnTo>
                    <a:pt x="505088" y="48243"/>
                  </a:lnTo>
                  <a:lnTo>
                    <a:pt x="637351" y="60875"/>
                  </a:lnTo>
                  <a:lnTo>
                    <a:pt x="823764" y="78681"/>
                  </a:lnTo>
                  <a:lnTo>
                    <a:pt x="956027" y="913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77618" y="265247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0.325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360" y="33722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360" y="31687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360" y="296522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360" y="27617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458" y="34086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458" y="32051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458" y="3001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458" y="27981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50128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1996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863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5731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61364" y="31648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925484" y="30129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848233" y="312761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22600" y="31331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910358" y="325346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901840" y="31162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95133" y="32058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52435" y="31623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63034" y="32721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49765" y="32905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202710" y="33483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178646" y="33262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208233" y="32190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240001" y="33101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93659" y="32268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178720" y="30768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68345" y="33301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30468" y="33231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78117" y="32139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33931" y="31042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189822" y="31702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194986" y="33235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76255" y="30456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42160" y="32306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14501" y="31371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175221" y="31254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42073" y="29668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99969" y="30623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534917" y="307986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532567" y="33826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500793" y="311698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489497" y="32784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08114" y="33027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494703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15556" y="29350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06791" y="30682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499215" y="32049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496519" y="31488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498406" y="33640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19916" y="32737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08920" y="32656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17757" y="32846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499430" y="31619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03063" y="33148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42031" y="32513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32073" y="30355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02683" y="32092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16266" y="26178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15026" y="31931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42564" y="323308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72132" y="29449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56403" y="33206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25949" y="30176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78770" y="32686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91142" y="32429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35418" y="30791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88401" y="29713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22363" y="32805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34436" y="31413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21981" y="32180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30081" y="30937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47588" y="33078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11177" y="30465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27475" y="30304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52109" y="32220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24851" y="30662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71080" y="30233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15033" y="32064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49812" y="30356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60559" y="33324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39541" y="32698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56603" y="33810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19076" y="3123051"/>
              <a:ext cx="963708" cy="162161"/>
            </a:xfrm>
            <a:custGeom>
              <a:avLst/>
              <a:pathLst>
                <a:path w="963708" h="162161">
                  <a:moveTo>
                    <a:pt x="0" y="16966"/>
                  </a:moveTo>
                  <a:lnTo>
                    <a:pt x="509147" y="18217"/>
                  </a:lnTo>
                  <a:lnTo>
                    <a:pt x="642472" y="14839"/>
                  </a:lnTo>
                  <a:lnTo>
                    <a:pt x="830383" y="7220"/>
                  </a:lnTo>
                  <a:lnTo>
                    <a:pt x="963708" y="0"/>
                  </a:lnTo>
                  <a:lnTo>
                    <a:pt x="963708" y="130229"/>
                  </a:lnTo>
                  <a:lnTo>
                    <a:pt x="830383" y="129774"/>
                  </a:lnTo>
                  <a:lnTo>
                    <a:pt x="642472" y="131689"/>
                  </a:lnTo>
                  <a:lnTo>
                    <a:pt x="509147" y="135076"/>
                  </a:lnTo>
                  <a:lnTo>
                    <a:pt x="0" y="16216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19076" y="3123051"/>
              <a:ext cx="963708" cy="18217"/>
            </a:xfrm>
            <a:custGeom>
              <a:avLst/>
              <a:pathLst>
                <a:path w="963708" h="18217">
                  <a:moveTo>
                    <a:pt x="0" y="16966"/>
                  </a:moveTo>
                  <a:lnTo>
                    <a:pt x="509147" y="18217"/>
                  </a:lnTo>
                  <a:lnTo>
                    <a:pt x="642472" y="14839"/>
                  </a:lnTo>
                  <a:lnTo>
                    <a:pt x="830383" y="7220"/>
                  </a:lnTo>
                  <a:lnTo>
                    <a:pt x="9637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19076" y="3252825"/>
              <a:ext cx="963708" cy="32386"/>
            </a:xfrm>
            <a:custGeom>
              <a:avLst/>
              <a:pathLst>
                <a:path w="963708" h="32386">
                  <a:moveTo>
                    <a:pt x="963708" y="455"/>
                  </a:moveTo>
                  <a:lnTo>
                    <a:pt x="830383" y="0"/>
                  </a:lnTo>
                  <a:lnTo>
                    <a:pt x="642472" y="1914"/>
                  </a:lnTo>
                  <a:lnTo>
                    <a:pt x="509147" y="5301"/>
                  </a:lnTo>
                  <a:lnTo>
                    <a:pt x="0" y="32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19076" y="3188166"/>
              <a:ext cx="963708" cy="24449"/>
            </a:xfrm>
            <a:custGeom>
              <a:avLst/>
              <a:pathLst>
                <a:path w="963708" h="24449">
                  <a:moveTo>
                    <a:pt x="0" y="24449"/>
                  </a:moveTo>
                  <a:lnTo>
                    <a:pt x="509147" y="11532"/>
                  </a:lnTo>
                  <a:lnTo>
                    <a:pt x="642472" y="8149"/>
                  </a:lnTo>
                  <a:lnTo>
                    <a:pt x="830383" y="3382"/>
                  </a:lnTo>
                  <a:lnTo>
                    <a:pt x="96370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403091" y="265242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0.504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178" y="34554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178" y="32093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178" y="29631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178" y="27169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1907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4031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154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278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279186" y="32309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287120" y="27944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304990" y="305468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301170" y="32487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276952" y="31443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94041" y="31575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88985" y="29119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44976" y="32434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306564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320392" y="32261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652443" y="33363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640804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591075" y="31161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622303" y="32969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39191" y="32331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05016" y="31874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596359" y="32512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05925" y="33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72174" y="30571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591721" y="31577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57696" y="29531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53811" y="32131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30401" y="29976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585678" y="31134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09293" y="32510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78380" y="30529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583495" y="29059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05712" y="27101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91609" y="32767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41712" y="32056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99690" y="30340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920289" y="31858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939200" y="31305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71309" y="33372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52936" y="32978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44252" y="31473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6334" y="31277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20969" y="28902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92001" y="32169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96417" y="28939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15285" y="32533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39328" y="33518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93423" y="30940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5005747" y="30085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51545" y="32916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5003064" y="30958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23819" y="28766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54372" y="308451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309281" y="30478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274459" y="31033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300042" y="32022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307443" y="32448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261648" y="32365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268006" y="32150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15207" y="30098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263003" y="30754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12346" y="30148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246080" y="28248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262953" y="32497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279935" y="29223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252278" y="27585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284579" y="33195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45134" y="30344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260753" y="32526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261491" y="270465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269289" y="30589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271123" y="29690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17978" y="31399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19862" y="30596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275326" y="32322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78499" y="30122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61538" y="32580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37227" y="3017304"/>
              <a:ext cx="993125" cy="228513"/>
            </a:xfrm>
            <a:custGeom>
              <a:avLst/>
              <a:pathLst>
                <a:path w="993125" h="228513">
                  <a:moveTo>
                    <a:pt x="0" y="41475"/>
                  </a:moveTo>
                  <a:lnTo>
                    <a:pt x="524689" y="32211"/>
                  </a:lnTo>
                  <a:lnTo>
                    <a:pt x="662083" y="25193"/>
                  </a:lnTo>
                  <a:lnTo>
                    <a:pt x="855731" y="11772"/>
                  </a:lnTo>
                  <a:lnTo>
                    <a:pt x="993125" y="0"/>
                  </a:lnTo>
                  <a:lnTo>
                    <a:pt x="993125" y="168472"/>
                  </a:lnTo>
                  <a:lnTo>
                    <a:pt x="855731" y="170744"/>
                  </a:lnTo>
                  <a:lnTo>
                    <a:pt x="662083" y="177118"/>
                  </a:lnTo>
                  <a:lnTo>
                    <a:pt x="524689" y="184144"/>
                  </a:lnTo>
                  <a:lnTo>
                    <a:pt x="0" y="22851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37227" y="3017304"/>
              <a:ext cx="993125" cy="41475"/>
            </a:xfrm>
            <a:custGeom>
              <a:avLst/>
              <a:pathLst>
                <a:path w="993125" h="41475">
                  <a:moveTo>
                    <a:pt x="0" y="41475"/>
                  </a:moveTo>
                  <a:lnTo>
                    <a:pt x="524689" y="32211"/>
                  </a:lnTo>
                  <a:lnTo>
                    <a:pt x="662083" y="25193"/>
                  </a:lnTo>
                  <a:lnTo>
                    <a:pt x="855731" y="11772"/>
                  </a:lnTo>
                  <a:lnTo>
                    <a:pt x="9931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37227" y="3185776"/>
              <a:ext cx="993125" cy="60040"/>
            </a:xfrm>
            <a:custGeom>
              <a:avLst/>
              <a:pathLst>
                <a:path w="993125" h="60040">
                  <a:moveTo>
                    <a:pt x="993125" y="0"/>
                  </a:moveTo>
                  <a:lnTo>
                    <a:pt x="855731" y="2271"/>
                  </a:lnTo>
                  <a:lnTo>
                    <a:pt x="662083" y="8645"/>
                  </a:lnTo>
                  <a:lnTo>
                    <a:pt x="524689" y="15671"/>
                  </a:lnTo>
                  <a:lnTo>
                    <a:pt x="0" y="6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37227" y="3101540"/>
              <a:ext cx="993125" cy="50758"/>
            </a:xfrm>
            <a:custGeom>
              <a:avLst/>
              <a:pathLst>
                <a:path w="993125" h="50758">
                  <a:moveTo>
                    <a:pt x="0" y="50758"/>
                  </a:moveTo>
                  <a:lnTo>
                    <a:pt x="524689" y="23941"/>
                  </a:lnTo>
                  <a:lnTo>
                    <a:pt x="662083" y="16919"/>
                  </a:lnTo>
                  <a:lnTo>
                    <a:pt x="855731" y="7022"/>
                  </a:lnTo>
                  <a:lnTo>
                    <a:pt x="99312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50659" y="265253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0.275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3897" y="32718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3897" y="3026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3897" y="27817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3722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6826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931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3035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45721" y="43986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26019" y="45403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485016" y="453080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83653" y="42228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74961" y="458188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491086" y="44858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19513" y="46655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69871" y="46246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84376" y="43519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506827" y="44641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52668" y="45632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793160" y="43683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756928" y="44171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48970" y="4706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804504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87416" y="40745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806684" y="45615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820729" y="47103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53482" y="46787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53418" y="45560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47861" y="45184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78724" y="46434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816566" y="46007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819487" y="45644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813129" y="46522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814449" y="44946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82020" y="46312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822496" y="453469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64376" y="44088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3043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098485" y="451390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35080" y="46298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32112" y="42997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29171" y="45332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054534" y="43637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82641" y="45889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39076" y="44712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33653" y="45550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41348" y="46047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74622" y="41653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13047" y="45532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95973" y="46494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75977" y="42220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25028" y="43219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43584" y="44809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63739" y="46855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69762" y="45492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96852" y="44650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416833" y="45224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40790" y="451790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414975" y="45373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28196" y="46094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391698" y="45021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20974" y="44749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99786" y="44501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0946" y="45187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62423" y="46115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27597" y="43865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374353" y="4624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397111" y="45351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52318" y="45841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386279" y="46995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386978" y="46036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10552" y="464369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399254" y="45933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07614" y="44853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41056" y="46203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04015" y="44548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61880" y="45624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94082" y="44676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52038" y="45310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75623" y="46498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502153" y="4432001"/>
              <a:ext cx="952064" cy="206384"/>
            </a:xfrm>
            <a:custGeom>
              <a:avLst/>
              <a:pathLst>
                <a:path w="952064" h="206384">
                  <a:moveTo>
                    <a:pt x="0" y="0"/>
                  </a:moveTo>
                  <a:lnTo>
                    <a:pt x="502995" y="57946"/>
                  </a:lnTo>
                  <a:lnTo>
                    <a:pt x="634709" y="67617"/>
                  </a:lnTo>
                  <a:lnTo>
                    <a:pt x="820350" y="76769"/>
                  </a:lnTo>
                  <a:lnTo>
                    <a:pt x="952064" y="80625"/>
                  </a:lnTo>
                  <a:lnTo>
                    <a:pt x="952064" y="206384"/>
                  </a:lnTo>
                  <a:lnTo>
                    <a:pt x="820350" y="190968"/>
                  </a:lnTo>
                  <a:lnTo>
                    <a:pt x="634709" y="172957"/>
                  </a:lnTo>
                  <a:lnTo>
                    <a:pt x="502995" y="163355"/>
                  </a:lnTo>
                  <a:lnTo>
                    <a:pt x="0" y="14770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502153" y="4432001"/>
              <a:ext cx="952064" cy="80625"/>
            </a:xfrm>
            <a:custGeom>
              <a:avLst/>
              <a:pathLst>
                <a:path w="952064" h="80625">
                  <a:moveTo>
                    <a:pt x="0" y="0"/>
                  </a:moveTo>
                  <a:lnTo>
                    <a:pt x="502995" y="57946"/>
                  </a:lnTo>
                  <a:lnTo>
                    <a:pt x="634709" y="67617"/>
                  </a:lnTo>
                  <a:lnTo>
                    <a:pt x="820350" y="76769"/>
                  </a:lnTo>
                  <a:lnTo>
                    <a:pt x="952064" y="8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502153" y="4579703"/>
              <a:ext cx="952064" cy="58682"/>
            </a:xfrm>
            <a:custGeom>
              <a:avLst/>
              <a:pathLst>
                <a:path w="952064" h="58682">
                  <a:moveTo>
                    <a:pt x="952064" y="58682"/>
                  </a:moveTo>
                  <a:lnTo>
                    <a:pt x="820350" y="43265"/>
                  </a:lnTo>
                  <a:lnTo>
                    <a:pt x="634709" y="25255"/>
                  </a:lnTo>
                  <a:lnTo>
                    <a:pt x="502995" y="15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502153" y="4505852"/>
              <a:ext cx="952064" cy="69654"/>
            </a:xfrm>
            <a:custGeom>
              <a:avLst/>
              <a:pathLst>
                <a:path w="952064" h="69654">
                  <a:moveTo>
                    <a:pt x="0" y="0"/>
                  </a:moveTo>
                  <a:lnTo>
                    <a:pt x="502995" y="36799"/>
                  </a:lnTo>
                  <a:lnTo>
                    <a:pt x="634709" y="46436"/>
                  </a:lnTo>
                  <a:lnTo>
                    <a:pt x="820350" y="60017"/>
                  </a:lnTo>
                  <a:lnTo>
                    <a:pt x="952064" y="6965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74523" y="398117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0.115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360" y="470372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360" y="44259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360" y="41481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458" y="47401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458" y="44623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458" y="41846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50215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1950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3686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5421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7389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9125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0860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2596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924958" y="43269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48233" y="41246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853969" y="437054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861723" y="43328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903429" y="402731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919978" y="43075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79022" y="457854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84632" y="44952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63441" y="43377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931601" y="39787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242098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166137" y="429044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193088" y="43624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227672" y="46536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11283" y="43686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173482" y="44795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32345" y="45404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07041" y="45907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68042" y="44318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65137" y="42143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71553" y="41765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33111" y="45340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17338" y="44240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08552" y="44512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21941" y="43804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03852" y="41400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9446" y="44973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18600" y="40282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12888" y="41072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480548" y="44089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483585" y="43497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64887" y="44868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534398" y="44688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07333" y="45468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10950" y="42984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36906" y="42121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62996" y="42235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48474" y="42535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01627" y="43738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42878" y="40566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17696" y="45623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02274" y="46448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13482" y="43248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488302" y="41714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08828" y="43800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489708" y="46422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65376" y="39465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480446" y="42763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28261" y="44961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59168" y="43747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55656" y="44915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88517" y="44793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10631" y="45381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42430" y="43289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79792" y="44532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40164" y="47023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87712" y="43783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31621" y="45261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67768" y="45428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70974" y="44230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91142" y="434871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03118" y="46036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06093" y="45461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43084" y="45659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26307" y="41820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48683" y="427809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74752" y="45733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85315" y="44158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87159" y="43064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84553" y="43297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55967" y="42920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00271" y="44887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24069" y="4247206"/>
              <a:ext cx="958628" cy="281652"/>
            </a:xfrm>
            <a:custGeom>
              <a:avLst/>
              <a:pathLst>
                <a:path w="958628" h="281652">
                  <a:moveTo>
                    <a:pt x="0" y="0"/>
                  </a:moveTo>
                  <a:lnTo>
                    <a:pt x="506463" y="84478"/>
                  </a:lnTo>
                  <a:lnTo>
                    <a:pt x="639085" y="100423"/>
                  </a:lnTo>
                  <a:lnTo>
                    <a:pt x="826006" y="117935"/>
                  </a:lnTo>
                  <a:lnTo>
                    <a:pt x="958628" y="127382"/>
                  </a:lnTo>
                  <a:lnTo>
                    <a:pt x="958628" y="281652"/>
                  </a:lnTo>
                  <a:lnTo>
                    <a:pt x="826006" y="259272"/>
                  </a:lnTo>
                  <a:lnTo>
                    <a:pt x="639085" y="231926"/>
                  </a:lnTo>
                  <a:lnTo>
                    <a:pt x="506463" y="216042"/>
                  </a:lnTo>
                  <a:lnTo>
                    <a:pt x="0" y="1789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24069" y="4247206"/>
              <a:ext cx="958628" cy="127382"/>
            </a:xfrm>
            <a:custGeom>
              <a:avLst/>
              <a:pathLst>
                <a:path w="958628" h="127382">
                  <a:moveTo>
                    <a:pt x="0" y="0"/>
                  </a:moveTo>
                  <a:lnTo>
                    <a:pt x="506463" y="84478"/>
                  </a:lnTo>
                  <a:lnTo>
                    <a:pt x="639085" y="100423"/>
                  </a:lnTo>
                  <a:lnTo>
                    <a:pt x="826006" y="117935"/>
                  </a:lnTo>
                  <a:lnTo>
                    <a:pt x="958628" y="12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24069" y="4426183"/>
              <a:ext cx="958628" cy="102676"/>
            </a:xfrm>
            <a:custGeom>
              <a:avLst/>
              <a:pathLst>
                <a:path w="958628" h="102676">
                  <a:moveTo>
                    <a:pt x="958628" y="102676"/>
                  </a:moveTo>
                  <a:lnTo>
                    <a:pt x="826006" y="80295"/>
                  </a:lnTo>
                  <a:lnTo>
                    <a:pt x="639085" y="52949"/>
                  </a:lnTo>
                  <a:lnTo>
                    <a:pt x="506463" y="37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24069" y="4336695"/>
              <a:ext cx="958628" cy="115029"/>
            </a:xfrm>
            <a:custGeom>
              <a:avLst/>
              <a:pathLst>
                <a:path w="958628" h="115029">
                  <a:moveTo>
                    <a:pt x="0" y="0"/>
                  </a:moveTo>
                  <a:lnTo>
                    <a:pt x="506463" y="60772"/>
                  </a:lnTo>
                  <a:lnTo>
                    <a:pt x="639085" y="76686"/>
                  </a:lnTo>
                  <a:lnTo>
                    <a:pt x="826006" y="99115"/>
                  </a:lnTo>
                  <a:lnTo>
                    <a:pt x="958628" y="11502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3003" y="398112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0.028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178" y="47433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178" y="4471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178" y="4198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2406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4361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6315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269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9581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1535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490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444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345412" y="46167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349763" y="45226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332991" y="463385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333909" y="40585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276952" y="44478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333699" y="43008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303871" y="47380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315577" y="45220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327034" y="44362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347876" y="41952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05385" y="44352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81166" y="42434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24740" y="46207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39307" y="46656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594849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624865" y="40769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05884" y="47066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595206" y="46438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06199" y="46751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52894" y="46103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67508" y="45818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36835" y="46873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53420" y="45087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592809" y="4531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91621" y="43622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598456" y="44434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69404" y="46904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37042" y="45981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5006359" y="46206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974651" y="45868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73583" y="458614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918793" y="45608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93090" y="45703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985928" y="46261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88105" y="46060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5002692" y="43938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60391" y="46561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50932" y="44702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14455" y="46441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87870" y="45037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5004967" y="46323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54992" y="46614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25153" y="43250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5007068" y="45999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78782" y="44301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30715" y="45409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83401" y="44606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79188" y="44689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266233" y="46880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300070" y="45529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292898" y="44307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316095" y="45427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71614" y="44550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306182" y="45976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256727" y="45224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19862" y="460682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02831" y="44035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74200" y="44220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16172" y="45592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87928" y="46318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38705" y="45186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00786" y="46391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252887" y="45059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06502" y="46755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41061" y="43413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284872" y="46312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13893" y="46013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244532" y="45201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86009" y="44648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92627" y="45339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284219" y="45679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87777" y="46174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52324" y="4361058"/>
              <a:ext cx="969134" cy="370659"/>
            </a:xfrm>
            <a:custGeom>
              <a:avLst/>
              <a:pathLst>
                <a:path w="969134" h="370659">
                  <a:moveTo>
                    <a:pt x="0" y="0"/>
                  </a:moveTo>
                  <a:lnTo>
                    <a:pt x="512014" y="121085"/>
                  </a:lnTo>
                  <a:lnTo>
                    <a:pt x="646089" y="127646"/>
                  </a:lnTo>
                  <a:lnTo>
                    <a:pt x="835058" y="118988"/>
                  </a:lnTo>
                  <a:lnTo>
                    <a:pt x="969134" y="106166"/>
                  </a:lnTo>
                  <a:lnTo>
                    <a:pt x="969134" y="370659"/>
                  </a:lnTo>
                  <a:lnTo>
                    <a:pt x="835058" y="332496"/>
                  </a:lnTo>
                  <a:lnTo>
                    <a:pt x="646089" y="288121"/>
                  </a:lnTo>
                  <a:lnTo>
                    <a:pt x="512014" y="269339"/>
                  </a:lnTo>
                  <a:lnTo>
                    <a:pt x="0" y="29364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52324" y="4361058"/>
              <a:ext cx="969134" cy="127646"/>
            </a:xfrm>
            <a:custGeom>
              <a:avLst/>
              <a:pathLst>
                <a:path w="969134" h="127646">
                  <a:moveTo>
                    <a:pt x="0" y="0"/>
                  </a:moveTo>
                  <a:lnTo>
                    <a:pt x="512014" y="121085"/>
                  </a:lnTo>
                  <a:lnTo>
                    <a:pt x="646089" y="127646"/>
                  </a:lnTo>
                  <a:lnTo>
                    <a:pt x="835058" y="118988"/>
                  </a:lnTo>
                  <a:lnTo>
                    <a:pt x="969134" y="106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52324" y="4630398"/>
              <a:ext cx="969134" cy="101319"/>
            </a:xfrm>
            <a:custGeom>
              <a:avLst/>
              <a:pathLst>
                <a:path w="969134" h="101319">
                  <a:moveTo>
                    <a:pt x="969134" y="101319"/>
                  </a:moveTo>
                  <a:lnTo>
                    <a:pt x="835058" y="63156"/>
                  </a:lnTo>
                  <a:lnTo>
                    <a:pt x="646089" y="18781"/>
                  </a:lnTo>
                  <a:lnTo>
                    <a:pt x="512014" y="0"/>
                  </a:lnTo>
                  <a:lnTo>
                    <a:pt x="0" y="24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52324" y="4507883"/>
              <a:ext cx="969134" cy="91588"/>
            </a:xfrm>
            <a:custGeom>
              <a:avLst/>
              <a:pathLst>
                <a:path w="969134" h="91588">
                  <a:moveTo>
                    <a:pt x="0" y="0"/>
                  </a:moveTo>
                  <a:lnTo>
                    <a:pt x="512014" y="48387"/>
                  </a:lnTo>
                  <a:lnTo>
                    <a:pt x="646089" y="61058"/>
                  </a:lnTo>
                  <a:lnTo>
                    <a:pt x="835058" y="78917"/>
                  </a:lnTo>
                  <a:lnTo>
                    <a:pt x="969134" y="9158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41765" y="398120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0.457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3897" y="47313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3897" y="45420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3897" y="43527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3897" y="41634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3897" y="39741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5232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7536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9841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2145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2406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4711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7015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9320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36195" y="45114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19624" y="45540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27529" y="460037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05672" y="43118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60280" y="453602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87567" y="43306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22856" y="47063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21366" y="46041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63027" y="43358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79089" y="42756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095275" y="44691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074102" y="43144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86609" y="45757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109779" y="46978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85206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111327" y="40109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062120" y="46545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54647" y="47205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102822" y="47114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87357" y="46262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45311" y="46623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67815" y="46915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27730" y="46666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38871" y="46626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26679" y="46268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92514" y="45614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105949" y="47098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83568" y="458731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373243" y="457805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406548" y="47209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413834" y="465733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346193" y="46823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420665" y="45095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406038" y="46124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385665" y="44751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363046" y="45780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369775" y="46206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12885" y="45419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345005" y="46886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18244" y="43506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96348" y="46532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07345" y="46944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11031" y="42959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16305" y="45293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358693" y="44660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361684" y="46463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65859" y="45814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362009" y="447663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667767" y="46275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708783" y="46012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694082" y="45364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689144" y="46220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735716" y="45073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37561" y="45854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665369" y="45405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736538" y="456379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12262" y="45981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663843" y="43976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47295" y="46761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42645" y="46069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45212" y="46088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48581" y="47000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684624" y="45676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16816" y="46987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659435" y="45001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672966" y="46018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704160" y="46094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669226" y="45477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11463" y="45840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34138" y="45715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32797" y="45936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662531" y="46827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84843" y="4388975"/>
              <a:ext cx="957158" cy="386646"/>
            </a:xfrm>
            <a:custGeom>
              <a:avLst/>
              <a:pathLst>
                <a:path w="957158" h="386646">
                  <a:moveTo>
                    <a:pt x="0" y="0"/>
                  </a:moveTo>
                  <a:lnTo>
                    <a:pt x="505686" y="126226"/>
                  </a:lnTo>
                  <a:lnTo>
                    <a:pt x="638105" y="130966"/>
                  </a:lnTo>
                  <a:lnTo>
                    <a:pt x="824739" y="118270"/>
                  </a:lnTo>
                  <a:lnTo>
                    <a:pt x="957158" y="102390"/>
                  </a:lnTo>
                  <a:lnTo>
                    <a:pt x="957158" y="386646"/>
                  </a:lnTo>
                  <a:lnTo>
                    <a:pt x="824739" y="346072"/>
                  </a:lnTo>
                  <a:lnTo>
                    <a:pt x="638105" y="298573"/>
                  </a:lnTo>
                  <a:lnTo>
                    <a:pt x="505686" y="278620"/>
                  </a:lnTo>
                  <a:lnTo>
                    <a:pt x="0" y="31054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84843" y="4388975"/>
              <a:ext cx="957158" cy="130966"/>
            </a:xfrm>
            <a:custGeom>
              <a:avLst/>
              <a:pathLst>
                <a:path w="957158" h="130966">
                  <a:moveTo>
                    <a:pt x="0" y="0"/>
                  </a:moveTo>
                  <a:lnTo>
                    <a:pt x="505686" y="126226"/>
                  </a:lnTo>
                  <a:lnTo>
                    <a:pt x="638105" y="130966"/>
                  </a:lnTo>
                  <a:lnTo>
                    <a:pt x="824739" y="118270"/>
                  </a:lnTo>
                  <a:lnTo>
                    <a:pt x="957158" y="102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84843" y="4667595"/>
              <a:ext cx="957158" cy="108025"/>
            </a:xfrm>
            <a:custGeom>
              <a:avLst/>
              <a:pathLst>
                <a:path w="957158" h="108025">
                  <a:moveTo>
                    <a:pt x="957158" y="108025"/>
                  </a:moveTo>
                  <a:lnTo>
                    <a:pt x="824739" y="67451"/>
                  </a:lnTo>
                  <a:lnTo>
                    <a:pt x="638105" y="19952"/>
                  </a:lnTo>
                  <a:lnTo>
                    <a:pt x="505686" y="0"/>
                  </a:lnTo>
                  <a:lnTo>
                    <a:pt x="0" y="31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84843" y="4544248"/>
              <a:ext cx="957158" cy="89244"/>
            </a:xfrm>
            <a:custGeom>
              <a:avLst/>
              <a:pathLst>
                <a:path w="957158" h="89244">
                  <a:moveTo>
                    <a:pt x="0" y="0"/>
                  </a:moveTo>
                  <a:lnTo>
                    <a:pt x="505686" y="47149"/>
                  </a:lnTo>
                  <a:lnTo>
                    <a:pt x="638105" y="59496"/>
                  </a:lnTo>
                  <a:lnTo>
                    <a:pt x="824739" y="76898"/>
                  </a:lnTo>
                  <a:lnTo>
                    <a:pt x="957158" y="8924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2308" y="398122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0.499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16" y="46249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16" y="43354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16" y="40458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8484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10389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2294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200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5658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7564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469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374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563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563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445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445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657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657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621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621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833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833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2026-07-20T11:42:09Z</dcterms:modified>
  <cp:category/>
</cp:coreProperties>
</file>