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52357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36011"/>
              <a:ext cx="1704152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436011"/>
              <a:ext cx="1438208" cy="148365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19666"/>
              <a:ext cx="1704152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919666"/>
              <a:ext cx="1438208" cy="2068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96692" y="19832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69682" y="17877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82098" y="188055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95929" y="16077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97216" y="227735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03392" y="18696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87757" y="208352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31952" y="19533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49208" y="17317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87475" y="18890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14881" y="17807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22844" y="16568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09375" y="16354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02640" y="19150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39820" y="18592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14392" y="17230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692600" y="18273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39187" y="20298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61459" y="19563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87290" y="16074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78110" y="16396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22129" y="18945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03554" y="19592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06265" y="20884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56301" y="19479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14593" y="178708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76073" y="19399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13816" y="180300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33416" y="17772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8074" y="18103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84800" y="197435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44464" y="16772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7225" y="18029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0816" y="18213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43147" y="18682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5900" y="18042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10534" y="19221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54769" y="14964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57891" y="15776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89873" y="154724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26787" y="15056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8957" y="17822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56147" y="17382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94924" y="16398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02637" y="19650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07674" y="18326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07390" y="177544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58258" y="169979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38615" y="16368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21516" y="16872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30936" y="19090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84916" y="17121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70729" y="18757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25437" y="19752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25921" y="17906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70574" y="176964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06740" y="17102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21328" y="18684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21030" y="17382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60401" y="12689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60279" y="188703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94752" y="13519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04330" y="179224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15551" y="153329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31495" y="149923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61106" y="15151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84846" y="18582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10011" y="16893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53834" y="18309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03271" y="17458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14063" y="139938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96942" y="11839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10671" y="1650898"/>
              <a:ext cx="1099638" cy="381032"/>
            </a:xfrm>
            <a:custGeom>
              <a:avLst/>
              <a:pathLst>
                <a:path w="1099638" h="381032">
                  <a:moveTo>
                    <a:pt x="0" y="216188"/>
                  </a:moveTo>
                  <a:lnTo>
                    <a:pt x="580961" y="128313"/>
                  </a:lnTo>
                  <a:lnTo>
                    <a:pt x="733092" y="96081"/>
                  </a:lnTo>
                  <a:lnTo>
                    <a:pt x="947507" y="42301"/>
                  </a:lnTo>
                  <a:lnTo>
                    <a:pt x="1099638" y="0"/>
                  </a:lnTo>
                  <a:lnTo>
                    <a:pt x="1099638" y="129040"/>
                  </a:lnTo>
                  <a:lnTo>
                    <a:pt x="947507" y="151509"/>
                  </a:lnTo>
                  <a:lnTo>
                    <a:pt x="733092" y="189018"/>
                  </a:lnTo>
                  <a:lnTo>
                    <a:pt x="580961" y="221557"/>
                  </a:lnTo>
                  <a:lnTo>
                    <a:pt x="0" y="38103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10671" y="1650898"/>
              <a:ext cx="1099638" cy="216188"/>
            </a:xfrm>
            <a:custGeom>
              <a:avLst/>
              <a:pathLst>
                <a:path w="1099638" h="216188">
                  <a:moveTo>
                    <a:pt x="0" y="216188"/>
                  </a:moveTo>
                  <a:lnTo>
                    <a:pt x="580961" y="128313"/>
                  </a:lnTo>
                  <a:lnTo>
                    <a:pt x="733092" y="96081"/>
                  </a:lnTo>
                  <a:lnTo>
                    <a:pt x="947507" y="42301"/>
                  </a:lnTo>
                  <a:lnTo>
                    <a:pt x="10996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10671" y="1779938"/>
              <a:ext cx="1099638" cy="251991"/>
            </a:xfrm>
            <a:custGeom>
              <a:avLst/>
              <a:pathLst>
                <a:path w="1099638" h="251991">
                  <a:moveTo>
                    <a:pt x="1099638" y="0"/>
                  </a:moveTo>
                  <a:lnTo>
                    <a:pt x="947507" y="22469"/>
                  </a:lnTo>
                  <a:lnTo>
                    <a:pt x="733092" y="59978"/>
                  </a:lnTo>
                  <a:lnTo>
                    <a:pt x="580961" y="92517"/>
                  </a:lnTo>
                  <a:lnTo>
                    <a:pt x="0" y="25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10671" y="1715418"/>
              <a:ext cx="1099638" cy="234090"/>
            </a:xfrm>
            <a:custGeom>
              <a:avLst/>
              <a:pathLst>
                <a:path w="1099638" h="234090">
                  <a:moveTo>
                    <a:pt x="0" y="234090"/>
                  </a:moveTo>
                  <a:lnTo>
                    <a:pt x="580961" y="110415"/>
                  </a:lnTo>
                  <a:lnTo>
                    <a:pt x="733092" y="78030"/>
                  </a:lnTo>
                  <a:lnTo>
                    <a:pt x="947507" y="32385"/>
                  </a:lnTo>
                  <a:lnTo>
                    <a:pt x="109963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2021425" y="122496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2094165" y="122496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10032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10032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40466" y="22892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200342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40466" y="17175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40466" y="143168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114581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281564" y="23257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20398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281564" y="17539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281564" y="14681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281564" y="11822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0032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10671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777217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43763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510309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10032" y="990315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52594" y="19347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02143" y="19192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27108" y="181888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17423" y="17505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798584" y="219532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45952" y="226477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70161" y="18230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53638" y="22118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07409" y="18181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04169" y="16529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151317" y="18389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42868" y="18793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76515" y="12999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139644" y="18136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84221" y="13936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33759" y="17245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50076" y="16640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26182" y="19215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34289" y="18337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66547" y="20915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91675" y="21054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10165" y="20262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26189" y="22721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46010" y="214351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45063" y="21920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71190" y="20158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40217" y="211160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54858" y="185658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495086" y="14523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57107" y="19308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09622" y="165154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37246" y="19092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72105" y="17305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491660" y="19104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86900" y="14081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48650" y="17227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18676" y="18011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27021" y="20455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80234" y="18140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12243" y="12845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52635" y="16623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491923" y="19113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74541" y="19183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23562" y="20411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33846" y="22433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5147" y="21127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08886" y="20732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37111" y="170285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938932" y="16532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947026" y="155453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959725" y="17919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942586" y="18766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33557" y="22773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11561" y="18764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79626" y="22758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05474" y="181078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4742" y="18892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75626" y="21701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53286" y="17473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73437" y="11839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05201" y="19504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21578" y="16521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91756" y="16938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46529" y="15499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53417" y="17574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81884" y="15654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29644" y="19646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78067" y="17208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03577" y="19219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99825" y="215841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14456" y="136374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17480" y="16364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45370" y="1675604"/>
              <a:ext cx="1101295" cy="434863"/>
            </a:xfrm>
            <a:custGeom>
              <a:avLst/>
              <a:pathLst>
                <a:path w="1101295" h="434863">
                  <a:moveTo>
                    <a:pt x="0" y="143687"/>
                  </a:moveTo>
                  <a:lnTo>
                    <a:pt x="581837" y="77784"/>
                  </a:lnTo>
                  <a:lnTo>
                    <a:pt x="734196" y="56855"/>
                  </a:lnTo>
                  <a:lnTo>
                    <a:pt x="948935" y="24663"/>
                  </a:lnTo>
                  <a:lnTo>
                    <a:pt x="1101295" y="0"/>
                  </a:lnTo>
                  <a:lnTo>
                    <a:pt x="1101295" y="276151"/>
                  </a:lnTo>
                  <a:lnTo>
                    <a:pt x="948935" y="293323"/>
                  </a:lnTo>
                  <a:lnTo>
                    <a:pt x="734196" y="320095"/>
                  </a:lnTo>
                  <a:lnTo>
                    <a:pt x="581837" y="341002"/>
                  </a:lnTo>
                  <a:lnTo>
                    <a:pt x="0" y="43486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845370" y="1675604"/>
              <a:ext cx="1101295" cy="143687"/>
            </a:xfrm>
            <a:custGeom>
              <a:avLst/>
              <a:pathLst>
                <a:path w="1101295" h="143687">
                  <a:moveTo>
                    <a:pt x="0" y="143687"/>
                  </a:moveTo>
                  <a:lnTo>
                    <a:pt x="581837" y="77784"/>
                  </a:lnTo>
                  <a:lnTo>
                    <a:pt x="734196" y="56855"/>
                  </a:lnTo>
                  <a:lnTo>
                    <a:pt x="948935" y="24663"/>
                  </a:lnTo>
                  <a:lnTo>
                    <a:pt x="11012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45370" y="1951755"/>
              <a:ext cx="1101295" cy="158712"/>
            </a:xfrm>
            <a:custGeom>
              <a:avLst/>
              <a:pathLst>
                <a:path w="1101295" h="158712">
                  <a:moveTo>
                    <a:pt x="1101295" y="0"/>
                  </a:moveTo>
                  <a:lnTo>
                    <a:pt x="948935" y="17172"/>
                  </a:lnTo>
                  <a:lnTo>
                    <a:pt x="734196" y="43944"/>
                  </a:lnTo>
                  <a:lnTo>
                    <a:pt x="581837" y="64851"/>
                  </a:lnTo>
                  <a:lnTo>
                    <a:pt x="0" y="158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45370" y="1813679"/>
              <a:ext cx="1101295" cy="151199"/>
            </a:xfrm>
            <a:custGeom>
              <a:avLst/>
              <a:pathLst>
                <a:path w="1101295" h="151199">
                  <a:moveTo>
                    <a:pt x="0" y="151199"/>
                  </a:moveTo>
                  <a:lnTo>
                    <a:pt x="581837" y="71317"/>
                  </a:lnTo>
                  <a:lnTo>
                    <a:pt x="734196" y="50399"/>
                  </a:lnTo>
                  <a:lnTo>
                    <a:pt x="948935" y="20917"/>
                  </a:lnTo>
                  <a:lnTo>
                    <a:pt x="110129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57781" y="122499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530521" y="122499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0.006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748241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748241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719773" y="20831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719773" y="17033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719773" y="13235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748241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4537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21246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57956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394666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2"/>
            <p:cNvSpPr/>
            <p:nvPr/>
          </p:nvSpPr>
          <p:spPr>
            <a:xfrm>
              <a:off x="2748241" y="990315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245153" y="20704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208370" y="209221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295967" y="219673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278570" y="18865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288687" y="19207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220906" y="18710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307712" y="21665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14199" y="20270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65410" y="21199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73702" y="16929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587599" y="22330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591549" y="20409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583279" y="16414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25204" y="20509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05466" y="22773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593869" y="22729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44384" y="21053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45844" y="22446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597631" y="16215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16185" y="118772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75949" y="20026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91726" y="21226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13259" y="20968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35915" y="21508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57380" y="20349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30678" y="18905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586234" y="19627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44623" y="204685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48394" y="22139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88496" y="22278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45148" y="21199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28243" y="20910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81373" y="12532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49665" y="21152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52044" y="16542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98758" y="17433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69857" y="22254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56483" y="11839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28974" y="22292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08584" y="21811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86677" y="17179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60946" y="20321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06460" y="20729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80767" y="131975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68847" y="21104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76201" y="212552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39638" y="186171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33619" y="189934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319341" y="21609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296233" y="218929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334207" y="22241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32589" y="21616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23519" y="16186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31381" y="21785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11958" y="17636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97934" y="223237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59113" y="12913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61221" y="13228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73280" y="20748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18307" y="20792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31191" y="19414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07251" y="20692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56810" y="19782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18436" y="22038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71030" y="21911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58465" y="20075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83369" y="20476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84609" y="18771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34209" y="12179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74226" y="18231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17674" y="212425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32956" y="17820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4294665" y="1850730"/>
              <a:ext cx="1091092" cy="344240"/>
            </a:xfrm>
            <a:custGeom>
              <a:avLst/>
              <a:pathLst>
                <a:path w="1091092" h="344240">
                  <a:moveTo>
                    <a:pt x="0" y="38574"/>
                  </a:moveTo>
                  <a:lnTo>
                    <a:pt x="576446" y="44420"/>
                  </a:lnTo>
                  <a:lnTo>
                    <a:pt x="727395" y="36487"/>
                  </a:lnTo>
                  <a:lnTo>
                    <a:pt x="940144" y="17830"/>
                  </a:lnTo>
                  <a:lnTo>
                    <a:pt x="1091092" y="0"/>
                  </a:lnTo>
                  <a:lnTo>
                    <a:pt x="1091092" y="267666"/>
                  </a:lnTo>
                  <a:lnTo>
                    <a:pt x="940144" y="265766"/>
                  </a:lnTo>
                  <a:lnTo>
                    <a:pt x="727395" y="269562"/>
                  </a:lnTo>
                  <a:lnTo>
                    <a:pt x="576446" y="277559"/>
                  </a:lnTo>
                  <a:lnTo>
                    <a:pt x="0" y="34424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294665" y="1850730"/>
              <a:ext cx="1091092" cy="44420"/>
            </a:xfrm>
            <a:custGeom>
              <a:avLst/>
              <a:pathLst>
                <a:path w="1091092" h="44420">
                  <a:moveTo>
                    <a:pt x="0" y="38574"/>
                  </a:moveTo>
                  <a:lnTo>
                    <a:pt x="576446" y="44420"/>
                  </a:lnTo>
                  <a:lnTo>
                    <a:pt x="727395" y="36487"/>
                  </a:lnTo>
                  <a:lnTo>
                    <a:pt x="940144" y="17830"/>
                  </a:lnTo>
                  <a:lnTo>
                    <a:pt x="10910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294665" y="2116496"/>
              <a:ext cx="1091092" cy="78474"/>
            </a:xfrm>
            <a:custGeom>
              <a:avLst/>
              <a:pathLst>
                <a:path w="1091092" h="78474">
                  <a:moveTo>
                    <a:pt x="1091092" y="1900"/>
                  </a:moveTo>
                  <a:lnTo>
                    <a:pt x="940144" y="0"/>
                  </a:lnTo>
                  <a:lnTo>
                    <a:pt x="727395" y="3796"/>
                  </a:lnTo>
                  <a:lnTo>
                    <a:pt x="576446" y="11793"/>
                  </a:lnTo>
                  <a:lnTo>
                    <a:pt x="0" y="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4294665" y="1984563"/>
              <a:ext cx="1091092" cy="57574"/>
            </a:xfrm>
            <a:custGeom>
              <a:avLst/>
              <a:pathLst>
                <a:path w="1091092" h="57574">
                  <a:moveTo>
                    <a:pt x="0" y="57574"/>
                  </a:moveTo>
                  <a:lnTo>
                    <a:pt x="576446" y="27156"/>
                  </a:lnTo>
                  <a:lnTo>
                    <a:pt x="727395" y="19191"/>
                  </a:lnTo>
                  <a:lnTo>
                    <a:pt x="940144" y="7965"/>
                  </a:lnTo>
                  <a:lnTo>
                    <a:pt x="109109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4896874" y="122498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2" name="tx281"/>
            <p:cNvSpPr/>
            <p:nvPr/>
          </p:nvSpPr>
          <p:spPr>
            <a:xfrm>
              <a:off x="4969614" y="122498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0.492</a:t>
              </a:r>
            </a:p>
          </p:txBody>
        </p:sp>
        <p:sp>
          <p:nvSpPr>
            <p:cNvPr id="283" name="rc282"/>
            <p:cNvSpPr/>
            <p:nvPr/>
          </p:nvSpPr>
          <p:spPr>
            <a:xfrm>
              <a:off x="4186450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186450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157982" y="2119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157982" y="17615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157982" y="14036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186450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9466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658363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5022060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5385758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>
              <a:off x="4186450" y="990315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4" name="rc293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697589" y="20449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653474" y="19439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646654" y="188540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670167" y="21221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12915" y="215923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671690" y="14578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685358" y="20536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646579" y="179374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728801" y="20480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660881" y="21172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59292" y="19356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27718" y="20569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101403" y="17054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94038" y="20985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12821" y="203404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65967" y="17892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11614" y="21627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60406" y="20518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30855" y="19638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32829" y="12038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106874" y="15197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58772" y="19701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68817" y="19243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52056" y="21531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18921" y="19892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94925" y="19245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38192" y="208778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43373" y="202938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477761" y="22773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375089" y="20521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27133" y="203222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21559" y="19143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438259" y="14365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449118" y="13856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38478" y="16798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20386" y="17995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21849" y="18176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61168" y="17235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382575" y="17834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378030" y="172002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56549" y="20626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73425" y="19538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4239" y="20295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80317" y="163140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00463" y="172616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94065" y="19359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21595" y="17767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397471" y="11839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36143" y="17907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817477" y="19087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40443" y="17936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69282" y="17838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822381" y="18569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813327" y="18059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94220" y="16926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51919" y="178887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24871" y="20205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773516" y="152136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90810" y="20198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827877" y="20028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06427" y="19119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11470" y="18197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91904" y="18339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82780" y="20207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55996" y="17078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39898" y="18424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99140" y="191530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10474" y="18453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61517" y="19193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15412" y="15777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57643" y="18649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66736" y="18056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5735375" y="1703208"/>
              <a:ext cx="1091432" cy="432069"/>
            </a:xfrm>
            <a:custGeom>
              <a:avLst/>
              <a:pathLst>
                <a:path w="1091432" h="432069">
                  <a:moveTo>
                    <a:pt x="0" y="121892"/>
                  </a:moveTo>
                  <a:lnTo>
                    <a:pt x="576626" y="107766"/>
                  </a:lnTo>
                  <a:lnTo>
                    <a:pt x="727621" y="85398"/>
                  </a:lnTo>
                  <a:lnTo>
                    <a:pt x="940437" y="39479"/>
                  </a:lnTo>
                  <a:lnTo>
                    <a:pt x="1091432" y="0"/>
                  </a:lnTo>
                  <a:lnTo>
                    <a:pt x="1091432" y="272815"/>
                  </a:lnTo>
                  <a:lnTo>
                    <a:pt x="940437" y="272231"/>
                  </a:lnTo>
                  <a:lnTo>
                    <a:pt x="727621" y="281132"/>
                  </a:lnTo>
                  <a:lnTo>
                    <a:pt x="576626" y="297660"/>
                  </a:lnTo>
                  <a:lnTo>
                    <a:pt x="0" y="43206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35375" y="1703208"/>
              <a:ext cx="1091432" cy="121892"/>
            </a:xfrm>
            <a:custGeom>
              <a:avLst/>
              <a:pathLst>
                <a:path w="1091432" h="121892">
                  <a:moveTo>
                    <a:pt x="0" y="121892"/>
                  </a:moveTo>
                  <a:lnTo>
                    <a:pt x="576626" y="107766"/>
                  </a:lnTo>
                  <a:lnTo>
                    <a:pt x="727621" y="85398"/>
                  </a:lnTo>
                  <a:lnTo>
                    <a:pt x="940437" y="39479"/>
                  </a:lnTo>
                  <a:lnTo>
                    <a:pt x="10914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9" name="pl368"/>
            <p:cNvSpPr/>
            <p:nvPr/>
          </p:nvSpPr>
          <p:spPr>
            <a:xfrm>
              <a:off x="5735375" y="1975439"/>
              <a:ext cx="1091432" cy="159838"/>
            </a:xfrm>
            <a:custGeom>
              <a:avLst/>
              <a:pathLst>
                <a:path w="1091432" h="159838">
                  <a:moveTo>
                    <a:pt x="1091432" y="584"/>
                  </a:moveTo>
                  <a:lnTo>
                    <a:pt x="940437" y="0"/>
                  </a:lnTo>
                  <a:lnTo>
                    <a:pt x="727621" y="8901"/>
                  </a:lnTo>
                  <a:lnTo>
                    <a:pt x="576626" y="25428"/>
                  </a:lnTo>
                  <a:lnTo>
                    <a:pt x="0" y="1598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5735375" y="1839616"/>
              <a:ext cx="1091432" cy="140573"/>
            </a:xfrm>
            <a:custGeom>
              <a:avLst/>
              <a:pathLst>
                <a:path w="1091432" h="140573">
                  <a:moveTo>
                    <a:pt x="0" y="140573"/>
                  </a:moveTo>
                  <a:lnTo>
                    <a:pt x="576626" y="66305"/>
                  </a:lnTo>
                  <a:lnTo>
                    <a:pt x="727621" y="46857"/>
                  </a:lnTo>
                  <a:lnTo>
                    <a:pt x="940437" y="19447"/>
                  </a:lnTo>
                  <a:lnTo>
                    <a:pt x="109143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1" name="tx370"/>
            <p:cNvSpPr/>
            <p:nvPr/>
          </p:nvSpPr>
          <p:spPr>
            <a:xfrm>
              <a:off x="6337923" y="122499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2" name="tx371"/>
            <p:cNvSpPr/>
            <p:nvPr/>
          </p:nvSpPr>
          <p:spPr>
            <a:xfrm>
              <a:off x="6410664" y="122499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0.233</a:t>
              </a:r>
            </a:p>
          </p:txBody>
        </p:sp>
        <p:sp>
          <p:nvSpPr>
            <p:cNvPr id="373" name="rc372"/>
            <p:cNvSpPr/>
            <p:nvPr/>
          </p:nvSpPr>
          <p:spPr>
            <a:xfrm>
              <a:off x="5624659" y="1166855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24659" y="1166855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596191" y="23142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596191" y="20204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596191" y="17266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5596191" y="14329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624659" y="236958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3537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6099185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462996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6826807" y="236958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5624659" y="990315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339954" y="35006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331952" y="361609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18326" y="33147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367840" y="33333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388930" y="375587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396907" y="33272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375687" y="37403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356856" y="37595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368180" y="36390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398285" y="33948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00390" y="34253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22023" y="26676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15411" y="32707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32299" y="35430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39294" y="36588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14748" y="35537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22674" y="31750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13992" y="33277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54542" y="34975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13880" y="28319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684525" y="31822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85526" y="34456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08681" y="30699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15933" y="30661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29537" y="36658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41723" y="28484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06698" y="323891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39179" y="333072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113109" y="337847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34061" y="33127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150756" y="341025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99771" y="34059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41411" y="31333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12827" y="34814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32341" y="33329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91029" y="35611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101556" y="35662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48458" y="30944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07544" y="32232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06171" y="30944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24515" y="30479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91282" y="36733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77638" y="34672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53415" y="31309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054852" y="29291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19879" y="35695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099029" y="31545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49452" y="331132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503123" y="34196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429206" y="35120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515006" y="34630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54622" y="37610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63600" y="35430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09080" y="36152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23627" y="27411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24881" y="362649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85289" y="34487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92816" y="33367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42353" y="35447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70055" y="33517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92550" y="35679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59789" y="35795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71533" y="35897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97462" y="36780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66798" y="326802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76940" y="36116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21516" y="35041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22536" y="341455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07314" y="34957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58917" y="28049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70272" y="348524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08522" y="35364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406156" y="3119434"/>
              <a:ext cx="1100267" cy="465477"/>
            </a:xfrm>
            <a:custGeom>
              <a:avLst/>
              <a:pathLst>
                <a:path w="1100267" h="465477">
                  <a:moveTo>
                    <a:pt x="0" y="0"/>
                  </a:moveTo>
                  <a:lnTo>
                    <a:pt x="581294" y="131263"/>
                  </a:lnTo>
                  <a:lnTo>
                    <a:pt x="733511" y="146254"/>
                  </a:lnTo>
                  <a:lnTo>
                    <a:pt x="948049" y="152407"/>
                  </a:lnTo>
                  <a:lnTo>
                    <a:pt x="1100267" y="149177"/>
                  </a:lnTo>
                  <a:lnTo>
                    <a:pt x="1100267" y="465477"/>
                  </a:lnTo>
                  <a:lnTo>
                    <a:pt x="948049" y="426807"/>
                  </a:lnTo>
                  <a:lnTo>
                    <a:pt x="733511" y="383010"/>
                  </a:lnTo>
                  <a:lnTo>
                    <a:pt x="581294" y="362562"/>
                  </a:lnTo>
                  <a:lnTo>
                    <a:pt x="0" y="35848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9" name="pl458"/>
            <p:cNvSpPr/>
            <p:nvPr/>
          </p:nvSpPr>
          <p:spPr>
            <a:xfrm>
              <a:off x="1406156" y="3119434"/>
              <a:ext cx="1100267" cy="152407"/>
            </a:xfrm>
            <a:custGeom>
              <a:avLst/>
              <a:pathLst>
                <a:path w="1100267" h="152407">
                  <a:moveTo>
                    <a:pt x="0" y="0"/>
                  </a:moveTo>
                  <a:lnTo>
                    <a:pt x="581294" y="131263"/>
                  </a:lnTo>
                  <a:lnTo>
                    <a:pt x="733511" y="146254"/>
                  </a:lnTo>
                  <a:lnTo>
                    <a:pt x="948049" y="152407"/>
                  </a:lnTo>
                  <a:lnTo>
                    <a:pt x="1100267" y="149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0" name="pl459"/>
            <p:cNvSpPr/>
            <p:nvPr/>
          </p:nvSpPr>
          <p:spPr>
            <a:xfrm>
              <a:off x="1406156" y="3477920"/>
              <a:ext cx="1100267" cy="106991"/>
            </a:xfrm>
            <a:custGeom>
              <a:avLst/>
              <a:pathLst>
                <a:path w="1100267" h="106991">
                  <a:moveTo>
                    <a:pt x="1100267" y="106991"/>
                  </a:moveTo>
                  <a:lnTo>
                    <a:pt x="948049" y="68321"/>
                  </a:lnTo>
                  <a:lnTo>
                    <a:pt x="733511" y="24524"/>
                  </a:lnTo>
                  <a:lnTo>
                    <a:pt x="581294" y="4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6156" y="3298677"/>
              <a:ext cx="1100267" cy="128084"/>
            </a:xfrm>
            <a:custGeom>
              <a:avLst/>
              <a:pathLst>
                <a:path w="1100267" h="128084">
                  <a:moveTo>
                    <a:pt x="0" y="0"/>
                  </a:moveTo>
                  <a:lnTo>
                    <a:pt x="581294" y="67669"/>
                  </a:lnTo>
                  <a:lnTo>
                    <a:pt x="733511" y="85389"/>
                  </a:lnTo>
                  <a:lnTo>
                    <a:pt x="948049" y="110364"/>
                  </a:lnTo>
                  <a:lnTo>
                    <a:pt x="1100267" y="12808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>
              <a:off x="2017539" y="270863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63" name="tx462"/>
            <p:cNvSpPr/>
            <p:nvPr/>
          </p:nvSpPr>
          <p:spPr>
            <a:xfrm>
              <a:off x="2090279" y="270863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0.320</a:t>
              </a:r>
            </a:p>
          </p:txBody>
        </p:sp>
        <p:sp>
          <p:nvSpPr>
            <p:cNvPr id="464" name="rc463"/>
            <p:cNvSpPr/>
            <p:nvPr/>
          </p:nvSpPr>
          <p:spPr>
            <a:xfrm>
              <a:off x="1310032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5" name="pl464"/>
            <p:cNvSpPr/>
            <p:nvPr/>
          </p:nvSpPr>
          <p:spPr>
            <a:xfrm>
              <a:off x="1310032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tx465"/>
            <p:cNvSpPr/>
            <p:nvPr/>
          </p:nvSpPr>
          <p:spPr>
            <a:xfrm rot="-5400000">
              <a:off x="1140466" y="371020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7" name="tx466"/>
            <p:cNvSpPr/>
            <p:nvPr/>
          </p:nvSpPr>
          <p:spPr>
            <a:xfrm rot="-5400000">
              <a:off x="1140466" y="342887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8" name="tx467"/>
            <p:cNvSpPr/>
            <p:nvPr/>
          </p:nvSpPr>
          <p:spPr>
            <a:xfrm rot="-5400000">
              <a:off x="1140466" y="314753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9" name="tx468"/>
            <p:cNvSpPr/>
            <p:nvPr/>
          </p:nvSpPr>
          <p:spPr>
            <a:xfrm rot="-5400000">
              <a:off x="1140466" y="286620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70" name="pl469"/>
            <p:cNvSpPr/>
            <p:nvPr/>
          </p:nvSpPr>
          <p:spPr>
            <a:xfrm>
              <a:off x="1281564" y="37466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281564" y="34653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281564" y="31839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1281564" y="29026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310032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0615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772911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2139667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250642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8"/>
            <p:cNvSpPr/>
            <p:nvPr/>
          </p:nvSpPr>
          <p:spPr>
            <a:xfrm rot="-5400000">
              <a:off x="129703" y="3206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80" name="tx479"/>
            <p:cNvSpPr/>
            <p:nvPr/>
          </p:nvSpPr>
          <p:spPr>
            <a:xfrm>
              <a:off x="1310032" y="2473969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26025" y="34229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65758" y="32086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59451" y="33793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09560" y="33784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69483" y="35467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53403" y="33498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770161" y="34813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832022" y="34181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835779" y="35785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777843" y="36037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46378" y="36792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169952" y="364758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161139" y="35057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161720" y="36284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94280" y="35097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151773" y="33028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195564" y="36529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09782" y="36464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40035" y="34920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146503" y="333694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14277" y="34316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04482" y="36488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161913" y="32596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11547" y="351695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230158" y="33855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152540" y="33731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205858" y="31503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182086" y="328256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498084" y="330681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16070" y="37278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23920" y="33563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55834" y="35839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72193" y="361521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31173" y="37610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39571" y="30913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495556" y="32908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83602" y="34825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47830" y="340237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50972" y="36979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09883" y="35750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95573" y="35646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72025" y="35859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05838" y="34193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56908" y="36318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536207" y="35458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43988" y="32501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03267" y="34869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34873" y="26676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72984" y="34632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901789" y="35212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903593" y="31051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921182" y="36368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900467" y="32204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934556" y="35674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932257" y="35320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959512" y="330383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905745" y="31564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907211" y="35846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89788" y="33953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925001" y="34965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951989" y="33257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953329" y="36274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902608" y="32649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97071" y="32272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76488" y="350357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955968" y="32884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930866" y="32281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909154" y="34834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45480" y="32456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59725" y="36572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73023" y="3568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47162" y="37211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857740" y="3351111"/>
              <a:ext cx="1089019" cy="226573"/>
            </a:xfrm>
            <a:custGeom>
              <a:avLst/>
              <a:pathLst>
                <a:path w="1089019" h="226573">
                  <a:moveTo>
                    <a:pt x="0" y="24651"/>
                  </a:moveTo>
                  <a:lnTo>
                    <a:pt x="575351" y="25990"/>
                  </a:lnTo>
                  <a:lnTo>
                    <a:pt x="726013" y="21132"/>
                  </a:lnTo>
                  <a:lnTo>
                    <a:pt x="938358" y="10261"/>
                  </a:lnTo>
                  <a:lnTo>
                    <a:pt x="1089019" y="0"/>
                  </a:lnTo>
                  <a:lnTo>
                    <a:pt x="1089019" y="180891"/>
                  </a:lnTo>
                  <a:lnTo>
                    <a:pt x="938358" y="180359"/>
                  </a:lnTo>
                  <a:lnTo>
                    <a:pt x="726013" y="183203"/>
                  </a:lnTo>
                  <a:lnTo>
                    <a:pt x="575351" y="188075"/>
                  </a:lnTo>
                  <a:lnTo>
                    <a:pt x="0" y="22657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5" name="pl554"/>
            <p:cNvSpPr/>
            <p:nvPr/>
          </p:nvSpPr>
          <p:spPr>
            <a:xfrm>
              <a:off x="2857740" y="3351111"/>
              <a:ext cx="1089019" cy="25990"/>
            </a:xfrm>
            <a:custGeom>
              <a:avLst/>
              <a:pathLst>
                <a:path w="1089019" h="25990">
                  <a:moveTo>
                    <a:pt x="0" y="24651"/>
                  </a:moveTo>
                  <a:lnTo>
                    <a:pt x="575351" y="25990"/>
                  </a:lnTo>
                  <a:lnTo>
                    <a:pt x="726013" y="21132"/>
                  </a:lnTo>
                  <a:lnTo>
                    <a:pt x="938358" y="10261"/>
                  </a:lnTo>
                  <a:lnTo>
                    <a:pt x="10890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57740" y="3531471"/>
              <a:ext cx="1089019" cy="46213"/>
            </a:xfrm>
            <a:custGeom>
              <a:avLst/>
              <a:pathLst>
                <a:path w="1089019" h="46213">
                  <a:moveTo>
                    <a:pt x="1089019" y="531"/>
                  </a:moveTo>
                  <a:lnTo>
                    <a:pt x="938358" y="0"/>
                  </a:lnTo>
                  <a:lnTo>
                    <a:pt x="726013" y="2843"/>
                  </a:lnTo>
                  <a:lnTo>
                    <a:pt x="575351" y="7715"/>
                  </a:lnTo>
                  <a:lnTo>
                    <a:pt x="0" y="462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57740" y="3441556"/>
              <a:ext cx="1089019" cy="35167"/>
            </a:xfrm>
            <a:custGeom>
              <a:avLst/>
              <a:pathLst>
                <a:path w="1089019" h="35167">
                  <a:moveTo>
                    <a:pt x="0" y="35167"/>
                  </a:moveTo>
                  <a:lnTo>
                    <a:pt x="575351" y="16587"/>
                  </a:lnTo>
                  <a:lnTo>
                    <a:pt x="726013" y="11722"/>
                  </a:lnTo>
                  <a:lnTo>
                    <a:pt x="938358" y="4865"/>
                  </a:lnTo>
                  <a:lnTo>
                    <a:pt x="108901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" name="tx557"/>
            <p:cNvSpPr/>
            <p:nvPr/>
          </p:nvSpPr>
          <p:spPr>
            <a:xfrm>
              <a:off x="3457876" y="270853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59" name="tx558"/>
            <p:cNvSpPr/>
            <p:nvPr/>
          </p:nvSpPr>
          <p:spPr>
            <a:xfrm>
              <a:off x="3530616" y="270853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0.492</a:t>
              </a:r>
            </a:p>
          </p:txBody>
        </p:sp>
        <p:sp>
          <p:nvSpPr>
            <p:cNvPr id="560" name="rc559"/>
            <p:cNvSpPr/>
            <p:nvPr/>
          </p:nvSpPr>
          <p:spPr>
            <a:xfrm>
              <a:off x="2748241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748241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719773" y="38119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2719773" y="34714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2719773" y="31309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719773" y="27904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748241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857740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7"/>
            <p:cNvSpPr/>
            <p:nvPr/>
          </p:nvSpPr>
          <p:spPr>
            <a:xfrm>
              <a:off x="3220747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8"/>
            <p:cNvSpPr/>
            <p:nvPr/>
          </p:nvSpPr>
          <p:spPr>
            <a:xfrm>
              <a:off x="3583753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69"/>
            <p:cNvSpPr/>
            <p:nvPr/>
          </p:nvSpPr>
          <p:spPr>
            <a:xfrm>
              <a:off x="3946760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tx570"/>
            <p:cNvSpPr/>
            <p:nvPr/>
          </p:nvSpPr>
          <p:spPr>
            <a:xfrm>
              <a:off x="2748241" y="2473969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72" name="rc571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84274" y="35104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38950" y="29241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216640" y="32749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50648" y="35379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56371" y="33944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215710" y="34077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240675" y="30685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208370" y="35202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247410" y="37610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291374" y="34990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18837" y="36587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36346" y="26676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22897" y="33583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18385" y="36032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586536" y="351714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16103" y="34541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587205" y="35420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15634" y="36952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15452" y="32882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570496" y="34147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24366" y="31305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591468" y="35007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55903" y="31877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608362" y="33606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45335" y="35424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621338" y="32718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607828" y="30652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58602" y="279503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86781" y="357716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96643" y="34833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06007" y="324224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01406" y="34555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28673" y="33752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029625" y="36608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25281" y="36068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37451" y="33986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35577" y="33710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5029464" y="30401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42755" y="34952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5030440" y="30487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5023785" y="35439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35385" y="36854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60592" y="33244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957929" y="32069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015773" y="36024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028953" y="33226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52569" y="30275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006690" y="33119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23595" y="32617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296378" y="333164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349658" y="34722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15082" y="35275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28413" y="35221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36177" y="34920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66344" y="32084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32799" y="330306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97509" y="32157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337592" y="29477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78629" y="35391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28496" y="30893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97934" y="286348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15320" y="36375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19821" y="32455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85476" y="35498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13226" y="278742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16884" y="32720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298184" y="31512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349915" y="33898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26198" y="32797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02718" y="35131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70497" y="32144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86909" y="35455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4282895" y="3205128"/>
              <a:ext cx="1101751" cy="315424"/>
            </a:xfrm>
            <a:custGeom>
              <a:avLst/>
              <a:pathLst>
                <a:path w="1101751" h="315424">
                  <a:moveTo>
                    <a:pt x="0" y="57610"/>
                  </a:moveTo>
                  <a:lnTo>
                    <a:pt x="582078" y="44584"/>
                  </a:lnTo>
                  <a:lnTo>
                    <a:pt x="734501" y="34851"/>
                  </a:lnTo>
                  <a:lnTo>
                    <a:pt x="949328" y="16277"/>
                  </a:lnTo>
                  <a:lnTo>
                    <a:pt x="1101751" y="0"/>
                  </a:lnTo>
                  <a:lnTo>
                    <a:pt x="1101751" y="232257"/>
                  </a:lnTo>
                  <a:lnTo>
                    <a:pt x="949328" y="235456"/>
                  </a:lnTo>
                  <a:lnTo>
                    <a:pt x="734501" y="244332"/>
                  </a:lnTo>
                  <a:lnTo>
                    <a:pt x="582078" y="254075"/>
                  </a:lnTo>
                  <a:lnTo>
                    <a:pt x="0" y="31542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82895" y="3205128"/>
              <a:ext cx="1101751" cy="57610"/>
            </a:xfrm>
            <a:custGeom>
              <a:avLst/>
              <a:pathLst>
                <a:path w="1101751" h="57610">
                  <a:moveTo>
                    <a:pt x="0" y="57610"/>
                  </a:moveTo>
                  <a:lnTo>
                    <a:pt x="582078" y="44584"/>
                  </a:lnTo>
                  <a:lnTo>
                    <a:pt x="734501" y="34851"/>
                  </a:lnTo>
                  <a:lnTo>
                    <a:pt x="949328" y="16277"/>
                  </a:lnTo>
                  <a:lnTo>
                    <a:pt x="11017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82895" y="3437386"/>
              <a:ext cx="1101751" cy="83167"/>
            </a:xfrm>
            <a:custGeom>
              <a:avLst/>
              <a:pathLst>
                <a:path w="1101751" h="83167">
                  <a:moveTo>
                    <a:pt x="1101751" y="0"/>
                  </a:moveTo>
                  <a:lnTo>
                    <a:pt x="949328" y="3198"/>
                  </a:lnTo>
                  <a:lnTo>
                    <a:pt x="734501" y="12074"/>
                  </a:lnTo>
                  <a:lnTo>
                    <a:pt x="582078" y="21817"/>
                  </a:lnTo>
                  <a:lnTo>
                    <a:pt x="0" y="83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82895" y="3321257"/>
              <a:ext cx="1101751" cy="70388"/>
            </a:xfrm>
            <a:custGeom>
              <a:avLst/>
              <a:pathLst>
                <a:path w="1101751" h="70388">
                  <a:moveTo>
                    <a:pt x="0" y="70388"/>
                  </a:moveTo>
                  <a:lnTo>
                    <a:pt x="582078" y="33200"/>
                  </a:lnTo>
                  <a:lnTo>
                    <a:pt x="734501" y="23462"/>
                  </a:lnTo>
                  <a:lnTo>
                    <a:pt x="949328" y="9737"/>
                  </a:lnTo>
                  <a:lnTo>
                    <a:pt x="110175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9" name="tx648"/>
            <p:cNvSpPr/>
            <p:nvPr/>
          </p:nvSpPr>
          <p:spPr>
            <a:xfrm>
              <a:off x="4895763" y="270868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4968503" y="270868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0.272</a:t>
              </a:r>
            </a:p>
          </p:txBody>
        </p:sp>
        <p:sp>
          <p:nvSpPr>
            <p:cNvPr id="651" name="rc650"/>
            <p:cNvSpPr/>
            <p:nvPr/>
          </p:nvSpPr>
          <p:spPr>
            <a:xfrm>
              <a:off x="4186450" y="2650509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186450" y="2650509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157982" y="35562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4157982" y="32179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157982" y="287962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5"/>
            <p:cNvSpPr/>
            <p:nvPr/>
          </p:nvSpPr>
          <p:spPr>
            <a:xfrm>
              <a:off x="4186450" y="3853240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6"/>
            <p:cNvSpPr/>
            <p:nvPr/>
          </p:nvSpPr>
          <p:spPr>
            <a:xfrm>
              <a:off x="4282895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65014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8"/>
            <p:cNvSpPr/>
            <p:nvPr/>
          </p:nvSpPr>
          <p:spPr>
            <a:xfrm>
              <a:off x="5017396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5384647" y="38532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tx660"/>
            <p:cNvSpPr/>
            <p:nvPr/>
          </p:nvSpPr>
          <p:spPr>
            <a:xfrm>
              <a:off x="4186450" y="2473969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62" name="rc661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397589" y="477416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334451" y="49790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341205" y="495546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331952" y="45268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369460" y="502545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388071" y="48869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416913" y="51391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407784" y="50886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345745" y="46967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411875" y="48586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718019" y="49927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86309" y="47315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58439" y="47975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22888" y="51981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26479" y="41512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695414" y="43275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17597" y="49974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76560" y="52009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89066" y="51614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12922" y="499051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39784" y="49381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05818" y="51066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721678" y="50529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711739" y="50006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733933" y="51226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716593" y="49043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732849" y="50932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68888" y="496049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26718" y="478743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077996" y="52446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69378" y="493077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095373" y="50890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134609" y="46372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84763" y="49570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14871" y="47251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155847" y="50351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87786" y="48736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33315" y="49893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69160" y="50575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109775" y="44524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43638" y="49854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47048" y="51199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127019" y="45282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85495" y="46679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106073" y="48881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089634" y="51673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49849" y="49817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73931" y="48646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483802" y="49451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97694" y="493885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520467" y="496486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28513" y="50648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41184" y="49161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521516" y="48739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76512" y="48411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96795" y="493772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500124" y="5066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85661" y="47524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86403" y="50846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87816" y="49608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425197" y="50265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88102" y="51862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94417" y="50597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66783" y="51110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81495" y="50411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82455" y="48974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440839" y="507767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502479" y="48498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502435" y="50021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98672" y="48585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447158" y="49534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55242" y="51181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1411354" y="4804018"/>
              <a:ext cx="1102626" cy="285235"/>
            </a:xfrm>
            <a:custGeom>
              <a:avLst/>
              <a:pathLst>
                <a:path w="1102626" h="285235">
                  <a:moveTo>
                    <a:pt x="0" y="0"/>
                  </a:moveTo>
                  <a:lnTo>
                    <a:pt x="582540" y="80312"/>
                  </a:lnTo>
                  <a:lnTo>
                    <a:pt x="735084" y="93721"/>
                  </a:lnTo>
                  <a:lnTo>
                    <a:pt x="950082" y="106412"/>
                  </a:lnTo>
                  <a:lnTo>
                    <a:pt x="1102626" y="111764"/>
                  </a:lnTo>
                  <a:lnTo>
                    <a:pt x="1102626" y="285235"/>
                  </a:lnTo>
                  <a:lnTo>
                    <a:pt x="950082" y="263867"/>
                  </a:lnTo>
                  <a:lnTo>
                    <a:pt x="735084" y="238899"/>
                  </a:lnTo>
                  <a:lnTo>
                    <a:pt x="582540" y="225587"/>
                  </a:lnTo>
                  <a:lnTo>
                    <a:pt x="0" y="20386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6" name="pl735"/>
            <p:cNvSpPr/>
            <p:nvPr/>
          </p:nvSpPr>
          <p:spPr>
            <a:xfrm>
              <a:off x="1411354" y="4804018"/>
              <a:ext cx="1102626" cy="111764"/>
            </a:xfrm>
            <a:custGeom>
              <a:avLst/>
              <a:pathLst>
                <a:path w="1102626" h="111764">
                  <a:moveTo>
                    <a:pt x="0" y="0"/>
                  </a:moveTo>
                  <a:lnTo>
                    <a:pt x="582540" y="80312"/>
                  </a:lnTo>
                  <a:lnTo>
                    <a:pt x="735084" y="93721"/>
                  </a:lnTo>
                  <a:lnTo>
                    <a:pt x="950082" y="106412"/>
                  </a:lnTo>
                  <a:lnTo>
                    <a:pt x="1102626" y="111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7" name="pl736"/>
            <p:cNvSpPr/>
            <p:nvPr/>
          </p:nvSpPr>
          <p:spPr>
            <a:xfrm>
              <a:off x="1411354" y="5007879"/>
              <a:ext cx="1102626" cy="81375"/>
            </a:xfrm>
            <a:custGeom>
              <a:avLst/>
              <a:pathLst>
                <a:path w="1102626" h="81375">
                  <a:moveTo>
                    <a:pt x="1102626" y="81375"/>
                  </a:moveTo>
                  <a:lnTo>
                    <a:pt x="950082" y="60006"/>
                  </a:lnTo>
                  <a:lnTo>
                    <a:pt x="735084" y="35038"/>
                  </a:lnTo>
                  <a:lnTo>
                    <a:pt x="582540" y="217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8" name="pl737"/>
            <p:cNvSpPr/>
            <p:nvPr/>
          </p:nvSpPr>
          <p:spPr>
            <a:xfrm>
              <a:off x="1411354" y="4905949"/>
              <a:ext cx="1102626" cy="96569"/>
            </a:xfrm>
            <a:custGeom>
              <a:avLst/>
              <a:pathLst>
                <a:path w="1102626" h="96569">
                  <a:moveTo>
                    <a:pt x="0" y="0"/>
                  </a:moveTo>
                  <a:lnTo>
                    <a:pt x="582540" y="51019"/>
                  </a:lnTo>
                  <a:lnTo>
                    <a:pt x="735084" y="64379"/>
                  </a:lnTo>
                  <a:lnTo>
                    <a:pt x="950082" y="83209"/>
                  </a:lnTo>
                  <a:lnTo>
                    <a:pt x="1102626" y="9656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9" name="tx738"/>
            <p:cNvSpPr/>
            <p:nvPr/>
          </p:nvSpPr>
          <p:spPr>
            <a:xfrm>
              <a:off x="2025096" y="41922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40" name="tx739"/>
            <p:cNvSpPr/>
            <p:nvPr/>
          </p:nvSpPr>
          <p:spPr>
            <a:xfrm>
              <a:off x="2097837" y="419228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0.114</a:t>
              </a:r>
            </a:p>
          </p:txBody>
        </p:sp>
        <p:sp>
          <p:nvSpPr>
            <p:cNvPr id="741" name="rc740"/>
            <p:cNvSpPr/>
            <p:nvPr/>
          </p:nvSpPr>
          <p:spPr>
            <a:xfrm>
              <a:off x="1310032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310032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tx742"/>
            <p:cNvSpPr/>
            <p:nvPr/>
          </p:nvSpPr>
          <p:spPr>
            <a:xfrm rot="-5400000">
              <a:off x="1140466" y="519261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44" name="tx743"/>
            <p:cNvSpPr/>
            <p:nvPr/>
          </p:nvSpPr>
          <p:spPr>
            <a:xfrm rot="-5400000">
              <a:off x="1140466" y="481047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45" name="tx744"/>
            <p:cNvSpPr/>
            <p:nvPr/>
          </p:nvSpPr>
          <p:spPr>
            <a:xfrm rot="-5400000">
              <a:off x="1140466" y="442833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46" name="pl745"/>
            <p:cNvSpPr/>
            <p:nvPr/>
          </p:nvSpPr>
          <p:spPr>
            <a:xfrm>
              <a:off x="1281564" y="52290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6"/>
            <p:cNvSpPr/>
            <p:nvPr/>
          </p:nvSpPr>
          <p:spPr>
            <a:xfrm>
              <a:off x="1281564" y="48469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7"/>
            <p:cNvSpPr/>
            <p:nvPr/>
          </p:nvSpPr>
          <p:spPr>
            <a:xfrm>
              <a:off x="1281564" y="44647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8"/>
            <p:cNvSpPr/>
            <p:nvPr/>
          </p:nvSpPr>
          <p:spPr>
            <a:xfrm>
              <a:off x="1310032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49"/>
            <p:cNvSpPr/>
            <p:nvPr/>
          </p:nvSpPr>
          <p:spPr>
            <a:xfrm>
              <a:off x="141135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0"/>
            <p:cNvSpPr/>
            <p:nvPr/>
          </p:nvSpPr>
          <p:spPr>
            <a:xfrm>
              <a:off x="177889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1"/>
            <p:cNvSpPr/>
            <p:nvPr/>
          </p:nvSpPr>
          <p:spPr>
            <a:xfrm>
              <a:off x="2146438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2513980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tx753"/>
            <p:cNvSpPr/>
            <p:nvPr/>
          </p:nvSpPr>
          <p:spPr>
            <a:xfrm>
              <a:off x="138309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5" name="tx754"/>
            <p:cNvSpPr/>
            <p:nvPr/>
          </p:nvSpPr>
          <p:spPr>
            <a:xfrm>
              <a:off x="175064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6" name="tx755"/>
            <p:cNvSpPr/>
            <p:nvPr/>
          </p:nvSpPr>
          <p:spPr>
            <a:xfrm>
              <a:off x="2118183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2485725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8" name="tx757"/>
            <p:cNvSpPr/>
            <p:nvPr/>
          </p:nvSpPr>
          <p:spPr>
            <a:xfrm>
              <a:off x="1703231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9" name="tx758"/>
            <p:cNvSpPr/>
            <p:nvPr/>
          </p:nvSpPr>
          <p:spPr>
            <a:xfrm>
              <a:off x="1310032" y="39576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60" name="rc759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770161" y="46871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20763" y="440062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37260" y="472764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57841" y="46894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828699" y="42627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71703" y="46667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842962" y="50232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834527" y="49071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796831" y="46852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816178" y="41814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16719" y="52446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132939" y="46267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22982" y="47377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79136" y="51306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31282" y="47352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120979" y="488883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158501" y="49727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128125" y="50510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159686" y="48307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24759" y="45242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21333" y="44692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156000" y="49664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217447" y="48029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91134" y="48460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123979" y="47434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224086" y="44117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164738" y="49134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222146" y="426394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91879" y="437304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14354" y="47921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490806" y="47059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20750" y="48975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68858" y="487381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54046" y="49804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07468" y="46353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43256" y="45185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04065" y="45319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34065" y="45837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22135" y="47383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494297" y="43030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19932" y="50013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86295" y="51114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541505" y="46744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530206" y="44618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510420" y="47464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44571" y="511463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86937" y="41512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92631" y="460709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924248" y="49120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99398" y="474001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920513" y="49027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71477" y="48757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948049" y="49714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954361" y="46751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921942" y="48452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910151" y="52008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902275" y="47480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918672" y="49640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904371" y="49756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950606" y="48248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931514" y="47155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99055" y="50553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950661" y="49759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959725" y="50063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914637" y="447632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954693" y="46196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910954" y="50153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892720" y="48057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860277" y="46555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937448" y="46886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867266" y="46288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890946" y="48969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2842824" y="4552766"/>
              <a:ext cx="1103073" cy="389577"/>
            </a:xfrm>
            <a:custGeom>
              <a:avLst/>
              <a:pathLst>
                <a:path w="1103073" h="389577">
                  <a:moveTo>
                    <a:pt x="0" y="0"/>
                  </a:moveTo>
                  <a:lnTo>
                    <a:pt x="582776" y="117600"/>
                  </a:lnTo>
                  <a:lnTo>
                    <a:pt x="735382" y="139743"/>
                  </a:lnTo>
                  <a:lnTo>
                    <a:pt x="950468" y="163990"/>
                  </a:lnTo>
                  <a:lnTo>
                    <a:pt x="1103073" y="177026"/>
                  </a:lnTo>
                  <a:lnTo>
                    <a:pt x="1103073" y="389577"/>
                  </a:lnTo>
                  <a:lnTo>
                    <a:pt x="950468" y="358416"/>
                  </a:lnTo>
                  <a:lnTo>
                    <a:pt x="735382" y="320370"/>
                  </a:lnTo>
                  <a:lnTo>
                    <a:pt x="582776" y="298316"/>
                  </a:lnTo>
                  <a:lnTo>
                    <a:pt x="0" y="24713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42824" y="4552766"/>
              <a:ext cx="1103073" cy="177026"/>
            </a:xfrm>
            <a:custGeom>
              <a:avLst/>
              <a:pathLst>
                <a:path w="1103073" h="177026">
                  <a:moveTo>
                    <a:pt x="0" y="0"/>
                  </a:moveTo>
                  <a:lnTo>
                    <a:pt x="582776" y="117600"/>
                  </a:lnTo>
                  <a:lnTo>
                    <a:pt x="735382" y="139743"/>
                  </a:lnTo>
                  <a:lnTo>
                    <a:pt x="950468" y="163990"/>
                  </a:lnTo>
                  <a:lnTo>
                    <a:pt x="1103073" y="1770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42824" y="4799901"/>
              <a:ext cx="1103073" cy="142442"/>
            </a:xfrm>
            <a:custGeom>
              <a:avLst/>
              <a:pathLst>
                <a:path w="1103073" h="142442">
                  <a:moveTo>
                    <a:pt x="1103073" y="142442"/>
                  </a:moveTo>
                  <a:lnTo>
                    <a:pt x="950468" y="111281"/>
                  </a:lnTo>
                  <a:lnTo>
                    <a:pt x="735382" y="73235"/>
                  </a:lnTo>
                  <a:lnTo>
                    <a:pt x="582776" y="511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42824" y="4676334"/>
              <a:ext cx="1103073" cy="159734"/>
            </a:xfrm>
            <a:custGeom>
              <a:avLst/>
              <a:pathLst>
                <a:path w="1103073" h="159734">
                  <a:moveTo>
                    <a:pt x="0" y="0"/>
                  </a:moveTo>
                  <a:lnTo>
                    <a:pt x="582776" y="84391"/>
                  </a:lnTo>
                  <a:lnTo>
                    <a:pt x="735382" y="106489"/>
                  </a:lnTo>
                  <a:lnTo>
                    <a:pt x="950468" y="137635"/>
                  </a:lnTo>
                  <a:lnTo>
                    <a:pt x="1103073" y="15973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tx836"/>
            <p:cNvSpPr/>
            <p:nvPr/>
          </p:nvSpPr>
          <p:spPr>
            <a:xfrm>
              <a:off x="3457014" y="41921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38" name="tx837"/>
            <p:cNvSpPr/>
            <p:nvPr/>
          </p:nvSpPr>
          <p:spPr>
            <a:xfrm>
              <a:off x="3529754" y="41921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839" name="rc838"/>
            <p:cNvSpPr/>
            <p:nvPr/>
          </p:nvSpPr>
          <p:spPr>
            <a:xfrm>
              <a:off x="2748241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2748241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2719773" y="52393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1"/>
            <p:cNvSpPr/>
            <p:nvPr/>
          </p:nvSpPr>
          <p:spPr>
            <a:xfrm>
              <a:off x="2719773" y="48624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2"/>
            <p:cNvSpPr/>
            <p:nvPr/>
          </p:nvSpPr>
          <p:spPr>
            <a:xfrm>
              <a:off x="2719773" y="44856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3"/>
            <p:cNvSpPr/>
            <p:nvPr/>
          </p:nvSpPr>
          <p:spPr>
            <a:xfrm>
              <a:off x="2748241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4"/>
            <p:cNvSpPr/>
            <p:nvPr/>
          </p:nvSpPr>
          <p:spPr>
            <a:xfrm>
              <a:off x="284282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5"/>
            <p:cNvSpPr/>
            <p:nvPr/>
          </p:nvSpPr>
          <p:spPr>
            <a:xfrm>
              <a:off x="3210515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6"/>
            <p:cNvSpPr/>
            <p:nvPr/>
          </p:nvSpPr>
          <p:spPr>
            <a:xfrm>
              <a:off x="3578206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7"/>
            <p:cNvSpPr/>
            <p:nvPr/>
          </p:nvSpPr>
          <p:spPr>
            <a:xfrm>
              <a:off x="3945898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tx848"/>
            <p:cNvSpPr/>
            <p:nvPr/>
          </p:nvSpPr>
          <p:spPr>
            <a:xfrm>
              <a:off x="281456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50" name="tx849"/>
            <p:cNvSpPr/>
            <p:nvPr/>
          </p:nvSpPr>
          <p:spPr>
            <a:xfrm>
              <a:off x="3182260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51" name="tx850"/>
            <p:cNvSpPr/>
            <p:nvPr/>
          </p:nvSpPr>
          <p:spPr>
            <a:xfrm>
              <a:off x="3549951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52" name="tx851"/>
            <p:cNvSpPr/>
            <p:nvPr/>
          </p:nvSpPr>
          <p:spPr>
            <a:xfrm>
              <a:off x="3917643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53" name="tx852"/>
            <p:cNvSpPr/>
            <p:nvPr/>
          </p:nvSpPr>
          <p:spPr>
            <a:xfrm>
              <a:off x="3141440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54" name="tx853"/>
            <p:cNvSpPr/>
            <p:nvPr/>
          </p:nvSpPr>
          <p:spPr>
            <a:xfrm>
              <a:off x="2748241" y="39576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55" name="rc854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223029" y="50814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97370" y="49519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08370" y="509838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229469" y="43079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285168" y="484377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223035" y="46459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247409" y="524466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223761" y="49528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241054" y="48269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308512" y="45046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591511" y="48034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47473" y="45615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581135" y="50824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580900" y="51454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575360" y="41512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24303" y="43314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580663" y="52012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652661" y="51134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45416" y="51550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572017" y="50669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572056" y="50288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573754" y="51747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645723" y="49274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42925" y="49580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573337" y="47249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665982" y="48380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584413" y="517898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69683" y="505142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50440" y="50825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50515" y="50346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73479" y="503518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72030" y="50007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5022158" y="50129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83368" y="50857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5034701" y="50613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65151" y="47691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69627" y="51312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5018345" y="48694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77577" y="51114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5034553" y="49210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72183" y="50981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945114" y="51375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956868" y="46693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031292" y="50539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001002" y="48167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013385" y="49705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010770" y="486206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934886" y="487288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383044" y="51740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307976" y="498632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328867" y="48178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18521" y="49771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317520" y="48536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304551" y="50511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93495" y="49469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31665" y="506620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22011" y="47826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382024" y="48022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390300" y="49909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28450" y="50995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46602" y="493953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312611" y="51117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397934" y="49187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88268" y="51588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383952" y="469669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306439" y="50993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316975" y="505309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332876" y="49444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72252" y="48693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28007" y="49594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80931" y="50085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38038" y="50783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4296562" y="4707966"/>
              <a:ext cx="1088200" cy="513529"/>
            </a:xfrm>
            <a:custGeom>
              <a:avLst/>
              <a:pathLst>
                <a:path w="1088200" h="513529">
                  <a:moveTo>
                    <a:pt x="0" y="0"/>
                  </a:moveTo>
                  <a:lnTo>
                    <a:pt x="574918" y="167456"/>
                  </a:lnTo>
                  <a:lnTo>
                    <a:pt x="725466" y="176297"/>
                  </a:lnTo>
                  <a:lnTo>
                    <a:pt x="937652" y="163877"/>
                  </a:lnTo>
                  <a:lnTo>
                    <a:pt x="1088200" y="145797"/>
                  </a:lnTo>
                  <a:lnTo>
                    <a:pt x="1088200" y="513529"/>
                  </a:lnTo>
                  <a:lnTo>
                    <a:pt x="937652" y="460669"/>
                  </a:lnTo>
                  <a:lnTo>
                    <a:pt x="725466" y="399229"/>
                  </a:lnTo>
                  <a:lnTo>
                    <a:pt x="574918" y="373291"/>
                  </a:lnTo>
                  <a:lnTo>
                    <a:pt x="0" y="40792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96562" y="4707966"/>
              <a:ext cx="1088200" cy="176297"/>
            </a:xfrm>
            <a:custGeom>
              <a:avLst/>
              <a:pathLst>
                <a:path w="1088200" h="176297">
                  <a:moveTo>
                    <a:pt x="0" y="0"/>
                  </a:moveTo>
                  <a:lnTo>
                    <a:pt x="574918" y="167456"/>
                  </a:lnTo>
                  <a:lnTo>
                    <a:pt x="725466" y="176297"/>
                  </a:lnTo>
                  <a:lnTo>
                    <a:pt x="937652" y="163877"/>
                  </a:lnTo>
                  <a:lnTo>
                    <a:pt x="1088200" y="14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96562" y="5081258"/>
              <a:ext cx="1088200" cy="140238"/>
            </a:xfrm>
            <a:custGeom>
              <a:avLst/>
              <a:pathLst>
                <a:path w="1088200" h="140238">
                  <a:moveTo>
                    <a:pt x="1088200" y="140238"/>
                  </a:moveTo>
                  <a:lnTo>
                    <a:pt x="937652" y="87378"/>
                  </a:lnTo>
                  <a:lnTo>
                    <a:pt x="725466" y="25938"/>
                  </a:lnTo>
                  <a:lnTo>
                    <a:pt x="574918" y="0"/>
                  </a:lnTo>
                  <a:lnTo>
                    <a:pt x="0" y="34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96562" y="4911930"/>
              <a:ext cx="1088200" cy="125699"/>
            </a:xfrm>
            <a:custGeom>
              <a:avLst/>
              <a:pathLst>
                <a:path w="1088200" h="125699">
                  <a:moveTo>
                    <a:pt x="0" y="0"/>
                  </a:moveTo>
                  <a:lnTo>
                    <a:pt x="574918" y="66409"/>
                  </a:lnTo>
                  <a:lnTo>
                    <a:pt x="725466" y="83799"/>
                  </a:lnTo>
                  <a:lnTo>
                    <a:pt x="937652" y="108309"/>
                  </a:lnTo>
                  <a:lnTo>
                    <a:pt x="1088200" y="12569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2" name="tx931"/>
            <p:cNvSpPr/>
            <p:nvPr/>
          </p:nvSpPr>
          <p:spPr>
            <a:xfrm>
              <a:off x="4895878" y="419229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968619" y="419229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0.462</a:t>
              </a:r>
            </a:p>
          </p:txBody>
        </p:sp>
        <p:sp>
          <p:nvSpPr>
            <p:cNvPr id="934" name="rc933"/>
            <p:cNvSpPr/>
            <p:nvPr/>
          </p:nvSpPr>
          <p:spPr>
            <a:xfrm>
              <a:off x="4186450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186450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157982" y="52210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4157982" y="49595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7"/>
            <p:cNvSpPr/>
            <p:nvPr/>
          </p:nvSpPr>
          <p:spPr>
            <a:xfrm>
              <a:off x="4157982" y="46981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8"/>
            <p:cNvSpPr/>
            <p:nvPr/>
          </p:nvSpPr>
          <p:spPr>
            <a:xfrm>
              <a:off x="4157982" y="44366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39"/>
            <p:cNvSpPr/>
            <p:nvPr/>
          </p:nvSpPr>
          <p:spPr>
            <a:xfrm>
              <a:off x="4157982" y="4175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0"/>
            <p:cNvSpPr/>
            <p:nvPr/>
          </p:nvSpPr>
          <p:spPr>
            <a:xfrm>
              <a:off x="4186450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1"/>
            <p:cNvSpPr/>
            <p:nvPr/>
          </p:nvSpPr>
          <p:spPr>
            <a:xfrm>
              <a:off x="429656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2"/>
            <p:cNvSpPr/>
            <p:nvPr/>
          </p:nvSpPr>
          <p:spPr>
            <a:xfrm>
              <a:off x="4659295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5022029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5384762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tx945"/>
            <p:cNvSpPr/>
            <p:nvPr/>
          </p:nvSpPr>
          <p:spPr>
            <a:xfrm>
              <a:off x="426830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4631040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4993774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5356507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4579649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186450" y="39576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52" name="rc951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661270" y="49298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662507" y="499751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702764" y="505745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665032" y="46571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681418" y="496498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655923" y="46764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714899" y="520059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698181" y="50519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646579" y="47024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658559" y="46077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993550" y="48617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78742" y="46590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63677" y="50236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16892" y="51885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51493" y="41512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81921" y="42401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52910" y="51285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52572" y="52191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17486" y="52061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03468" y="508999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023289" y="51393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027956" y="51783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093142" y="51448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065508" y="51392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020073" y="50874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067081" y="50007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008718" y="52049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043104" y="503578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425401" y="50230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63687" y="52213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364564" y="513264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397769" y="51668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414149" y="49284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54305" y="50683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387174" y="48809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00190" y="50229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362187" y="507996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18544" y="49703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398481" y="51753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58533" y="47090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415742" y="51269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369662" y="51831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384870" y="46372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433437" y="49557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392356" y="48702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467093" y="51167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464738" y="50274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439992" y="488301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836143" y="50916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758078" y="505549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58554" y="49649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99351" y="50848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805375" y="49253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61420" y="50327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832724" y="49732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49179" y="500418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834550" y="50507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804611" y="47738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737143" y="51590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746193" y="50635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777269" y="506491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755977" y="51903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820907" y="50116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771210" y="518911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829046" y="49154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775124" y="50561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746141" y="50665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794181" y="49819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776618" y="50311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775009" y="501088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756725" y="50447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794813" y="51679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5710564" y="4746537"/>
              <a:ext cx="1113380" cy="535687"/>
            </a:xfrm>
            <a:custGeom>
              <a:avLst/>
              <a:pathLst>
                <a:path w="1113380" h="535687">
                  <a:moveTo>
                    <a:pt x="0" y="0"/>
                  </a:moveTo>
                  <a:lnTo>
                    <a:pt x="588221" y="174796"/>
                  </a:lnTo>
                  <a:lnTo>
                    <a:pt x="742253" y="181352"/>
                  </a:lnTo>
                  <a:lnTo>
                    <a:pt x="959348" y="163785"/>
                  </a:lnTo>
                  <a:lnTo>
                    <a:pt x="1113380" y="141815"/>
                  </a:lnTo>
                  <a:lnTo>
                    <a:pt x="1113380" y="535687"/>
                  </a:lnTo>
                  <a:lnTo>
                    <a:pt x="959348" y="479470"/>
                  </a:lnTo>
                  <a:lnTo>
                    <a:pt x="742253" y="413636"/>
                  </a:lnTo>
                  <a:lnTo>
                    <a:pt x="588221" y="385945"/>
                  </a:lnTo>
                  <a:lnTo>
                    <a:pt x="0" y="42996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710564" y="4746537"/>
              <a:ext cx="1113380" cy="181352"/>
            </a:xfrm>
            <a:custGeom>
              <a:avLst/>
              <a:pathLst>
                <a:path w="1113380" h="181352">
                  <a:moveTo>
                    <a:pt x="0" y="0"/>
                  </a:moveTo>
                  <a:lnTo>
                    <a:pt x="588221" y="174796"/>
                  </a:lnTo>
                  <a:lnTo>
                    <a:pt x="742253" y="181352"/>
                  </a:lnTo>
                  <a:lnTo>
                    <a:pt x="959348" y="163785"/>
                  </a:lnTo>
                  <a:lnTo>
                    <a:pt x="1113380" y="141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710564" y="5132482"/>
              <a:ext cx="1113380" cy="149741"/>
            </a:xfrm>
            <a:custGeom>
              <a:avLst/>
              <a:pathLst>
                <a:path w="1113380" h="149741">
                  <a:moveTo>
                    <a:pt x="1113380" y="149741"/>
                  </a:moveTo>
                  <a:lnTo>
                    <a:pt x="959348" y="93524"/>
                  </a:lnTo>
                  <a:lnTo>
                    <a:pt x="742253" y="27690"/>
                  </a:lnTo>
                  <a:lnTo>
                    <a:pt x="588221" y="0"/>
                  </a:lnTo>
                  <a:lnTo>
                    <a:pt x="0" y="44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10564" y="4961517"/>
              <a:ext cx="1113380" cy="123771"/>
            </a:xfrm>
            <a:custGeom>
              <a:avLst/>
              <a:pathLst>
                <a:path w="1113380" h="123771">
                  <a:moveTo>
                    <a:pt x="0" y="0"/>
                  </a:moveTo>
                  <a:lnTo>
                    <a:pt x="588221" y="65390"/>
                  </a:lnTo>
                  <a:lnTo>
                    <a:pt x="742253" y="82514"/>
                  </a:lnTo>
                  <a:lnTo>
                    <a:pt x="959348" y="106647"/>
                  </a:lnTo>
                  <a:lnTo>
                    <a:pt x="1113380" y="123771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9" name="tx1028"/>
            <p:cNvSpPr/>
            <p:nvPr/>
          </p:nvSpPr>
          <p:spPr>
            <a:xfrm>
              <a:off x="6335061" y="419228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30" name="tx1029"/>
            <p:cNvSpPr/>
            <p:nvPr/>
          </p:nvSpPr>
          <p:spPr>
            <a:xfrm>
              <a:off x="6407801" y="419228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0.498</a:t>
              </a:r>
            </a:p>
          </p:txBody>
        </p:sp>
        <p:sp>
          <p:nvSpPr>
            <p:cNvPr id="1031" name="rc1030"/>
            <p:cNvSpPr/>
            <p:nvPr/>
          </p:nvSpPr>
          <p:spPr>
            <a:xfrm>
              <a:off x="5624659" y="4134163"/>
              <a:ext cx="1308520" cy="120273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32" name="pl1031"/>
            <p:cNvSpPr/>
            <p:nvPr/>
          </p:nvSpPr>
          <p:spPr>
            <a:xfrm>
              <a:off x="5624659" y="4134163"/>
              <a:ext cx="0" cy="1202730"/>
            </a:xfrm>
            <a:custGeom>
              <a:avLst/>
              <a:pathLst>
                <a:path w="0" h="1202730">
                  <a:moveTo>
                    <a:pt x="0" y="12027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2"/>
            <p:cNvSpPr/>
            <p:nvPr/>
          </p:nvSpPr>
          <p:spPr>
            <a:xfrm>
              <a:off x="5596191" y="50734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3"/>
            <p:cNvSpPr/>
            <p:nvPr/>
          </p:nvSpPr>
          <p:spPr>
            <a:xfrm>
              <a:off x="5596191" y="46737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4"/>
            <p:cNvSpPr/>
            <p:nvPr/>
          </p:nvSpPr>
          <p:spPr>
            <a:xfrm>
              <a:off x="5596191" y="42740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5"/>
            <p:cNvSpPr/>
            <p:nvPr/>
          </p:nvSpPr>
          <p:spPr>
            <a:xfrm>
              <a:off x="5624659" y="5336894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6"/>
            <p:cNvSpPr/>
            <p:nvPr/>
          </p:nvSpPr>
          <p:spPr>
            <a:xfrm>
              <a:off x="571056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7"/>
            <p:cNvSpPr/>
            <p:nvPr/>
          </p:nvSpPr>
          <p:spPr>
            <a:xfrm>
              <a:off x="6081691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8"/>
            <p:cNvSpPr/>
            <p:nvPr/>
          </p:nvSpPr>
          <p:spPr>
            <a:xfrm>
              <a:off x="6452818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39"/>
            <p:cNvSpPr/>
            <p:nvPr/>
          </p:nvSpPr>
          <p:spPr>
            <a:xfrm>
              <a:off x="6823944" y="5336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tx1040"/>
            <p:cNvSpPr/>
            <p:nvPr/>
          </p:nvSpPr>
          <p:spPr>
            <a:xfrm>
              <a:off x="5682309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42" name="tx1041"/>
            <p:cNvSpPr/>
            <p:nvPr/>
          </p:nvSpPr>
          <p:spPr>
            <a:xfrm>
              <a:off x="6053436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43" name="tx1042"/>
            <p:cNvSpPr/>
            <p:nvPr/>
          </p:nvSpPr>
          <p:spPr>
            <a:xfrm>
              <a:off x="6424563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44" name="tx1043"/>
            <p:cNvSpPr/>
            <p:nvPr/>
          </p:nvSpPr>
          <p:spPr>
            <a:xfrm>
              <a:off x="6795690" y="5388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45" name="tx1044"/>
            <p:cNvSpPr/>
            <p:nvPr/>
          </p:nvSpPr>
          <p:spPr>
            <a:xfrm>
              <a:off x="6017858" y="5545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46" name="tx1045"/>
            <p:cNvSpPr/>
            <p:nvPr/>
          </p:nvSpPr>
          <p:spPr>
            <a:xfrm>
              <a:off x="5624659" y="39576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47" name="rc1046"/>
            <p:cNvSpPr/>
            <p:nvPr/>
          </p:nvSpPr>
          <p:spPr>
            <a:xfrm>
              <a:off x="1711003" y="5770484"/>
              <a:ext cx="482120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tx1047"/>
            <p:cNvSpPr/>
            <p:nvPr/>
          </p:nvSpPr>
          <p:spPr>
            <a:xfrm>
              <a:off x="1711003" y="5819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9" name="rc1048"/>
            <p:cNvSpPr/>
            <p:nvPr/>
          </p:nvSpPr>
          <p:spPr>
            <a:xfrm>
              <a:off x="21999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252435" y="58229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0"/>
            <p:cNvSpPr/>
            <p:nvPr/>
          </p:nvSpPr>
          <p:spPr>
            <a:xfrm>
              <a:off x="2646206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698647" y="58229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2"/>
            <p:cNvSpPr/>
            <p:nvPr/>
          </p:nvSpPr>
          <p:spPr>
            <a:xfrm>
              <a:off x="3098087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150529" y="58229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4"/>
            <p:cNvSpPr/>
            <p:nvPr/>
          </p:nvSpPr>
          <p:spPr>
            <a:xfrm>
              <a:off x="353305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85493" y="58229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6"/>
            <p:cNvSpPr/>
            <p:nvPr/>
          </p:nvSpPr>
          <p:spPr>
            <a:xfrm>
              <a:off x="397926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4031705" y="58229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8"/>
            <p:cNvSpPr/>
            <p:nvPr/>
          </p:nvSpPr>
          <p:spPr>
            <a:xfrm>
              <a:off x="441422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4466670" y="58229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0"/>
            <p:cNvSpPr/>
            <p:nvPr/>
          </p:nvSpPr>
          <p:spPr>
            <a:xfrm>
              <a:off x="484919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4901635" y="58229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2"/>
            <p:cNvSpPr/>
            <p:nvPr/>
          </p:nvSpPr>
          <p:spPr>
            <a:xfrm>
              <a:off x="527291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5325353" y="58229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4"/>
            <p:cNvSpPr/>
            <p:nvPr/>
          </p:nvSpPr>
          <p:spPr>
            <a:xfrm>
              <a:off x="571912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5771565" y="58229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6"/>
            <p:cNvSpPr/>
            <p:nvPr/>
          </p:nvSpPr>
          <p:spPr>
            <a:xfrm>
              <a:off x="6159758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6212199" y="58229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2436930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2883142" y="5824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3335023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376998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4216200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4651165" y="5824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75" name="tx1074"/>
            <p:cNvSpPr/>
            <p:nvPr/>
          </p:nvSpPr>
          <p:spPr>
            <a:xfrm>
              <a:off x="5086130" y="5824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76" name="tx1075"/>
            <p:cNvSpPr/>
            <p:nvPr/>
          </p:nvSpPr>
          <p:spPr>
            <a:xfrm>
              <a:off x="5509848" y="5824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77" name="tx1076"/>
            <p:cNvSpPr/>
            <p:nvPr/>
          </p:nvSpPr>
          <p:spPr>
            <a:xfrm>
              <a:off x="5956060" y="5824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78" name="tx1077"/>
            <p:cNvSpPr/>
            <p:nvPr/>
          </p:nvSpPr>
          <p:spPr>
            <a:xfrm>
              <a:off x="6396694" y="5824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2026-07-20T13:47:39Z</dcterms:modified>
  <cp:category/>
</cp:coreProperties>
</file>