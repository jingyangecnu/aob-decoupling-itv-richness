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84781" y="18659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19513" y="173022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98007" y="17959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95711" y="15961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07132" y="20805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24255" y="17837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62876" y="194370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32109" y="18479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503821" y="16884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75053" y="18029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8172" y="17228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11546" y="16355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00772" y="16222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46454" y="18209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80039" y="17807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82056" y="16830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0898" y="17578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39775" y="19045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91464" y="18497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809299" y="16013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43920" y="16232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7616" y="18026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00309" y="18516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822491" y="19447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70644" y="18440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88875" y="17298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67303" y="18386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22462" y="17404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2182" y="17219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5816" y="17476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11727" y="186418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9596" y="16481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25305" y="17403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39224" y="17545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18532" y="17861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45073" y="17412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4765" y="18286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15961" y="15155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64578" y="15783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43392" y="15569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72985" y="15271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62555" y="17247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12280" y="16932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08029" y="16233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77383" y="18552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81192" y="17625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17669" y="17215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83159" y="16663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54805" y="16223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21260" y="165832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10564" y="18165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28568" y="16751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51963" y="17922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38322" y="18630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34470" y="17322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52994" y="171681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21129" y="16738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62423" y="17909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398507" y="16891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392425" y="13508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87709" y="18000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396549" y="14240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8902" y="17353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381188" y="15458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51109" y="152250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4880" y="15353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386209" y="17802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95099" y="16546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93694" y="17601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84013" y="16998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389803" y="14484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45181" y="12890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502593" y="1641444"/>
              <a:ext cx="953946" cy="273678"/>
            </a:xfrm>
            <a:custGeom>
              <a:avLst/>
              <a:pathLst>
                <a:path w="953946" h="273678">
                  <a:moveTo>
                    <a:pt x="0" y="154751"/>
                  </a:moveTo>
                  <a:lnTo>
                    <a:pt x="503989" y="91934"/>
                  </a:lnTo>
                  <a:lnTo>
                    <a:pt x="635964" y="68852"/>
                  </a:lnTo>
                  <a:lnTo>
                    <a:pt x="821971" y="30320"/>
                  </a:lnTo>
                  <a:lnTo>
                    <a:pt x="953946" y="0"/>
                  </a:lnTo>
                  <a:lnTo>
                    <a:pt x="953946" y="93167"/>
                  </a:lnTo>
                  <a:lnTo>
                    <a:pt x="821971" y="109228"/>
                  </a:lnTo>
                  <a:lnTo>
                    <a:pt x="635964" y="136069"/>
                  </a:lnTo>
                  <a:lnTo>
                    <a:pt x="503989" y="159369"/>
                  </a:lnTo>
                  <a:lnTo>
                    <a:pt x="0" y="27367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02593" y="1641444"/>
              <a:ext cx="953946" cy="154751"/>
            </a:xfrm>
            <a:custGeom>
              <a:avLst/>
              <a:pathLst>
                <a:path w="953946" h="154751">
                  <a:moveTo>
                    <a:pt x="0" y="154751"/>
                  </a:moveTo>
                  <a:lnTo>
                    <a:pt x="503989" y="91934"/>
                  </a:lnTo>
                  <a:lnTo>
                    <a:pt x="635964" y="68852"/>
                  </a:lnTo>
                  <a:lnTo>
                    <a:pt x="821971" y="30320"/>
                  </a:lnTo>
                  <a:lnTo>
                    <a:pt x="953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02593" y="1734612"/>
              <a:ext cx="953946" cy="180511"/>
            </a:xfrm>
            <a:custGeom>
              <a:avLst/>
              <a:pathLst>
                <a:path w="953946" h="180511">
                  <a:moveTo>
                    <a:pt x="953946" y="0"/>
                  </a:moveTo>
                  <a:lnTo>
                    <a:pt x="821971" y="16061"/>
                  </a:lnTo>
                  <a:lnTo>
                    <a:pt x="635964" y="42901"/>
                  </a:lnTo>
                  <a:lnTo>
                    <a:pt x="503989" y="66202"/>
                  </a:lnTo>
                  <a:lnTo>
                    <a:pt x="0" y="180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02593" y="1688028"/>
              <a:ext cx="953946" cy="167631"/>
            </a:xfrm>
            <a:custGeom>
              <a:avLst/>
              <a:pathLst>
                <a:path w="953946" h="167631">
                  <a:moveTo>
                    <a:pt x="0" y="167631"/>
                  </a:moveTo>
                  <a:lnTo>
                    <a:pt x="503989" y="79068"/>
                  </a:lnTo>
                  <a:lnTo>
                    <a:pt x="635964" y="55877"/>
                  </a:lnTo>
                  <a:lnTo>
                    <a:pt x="821971" y="23191"/>
                  </a:lnTo>
                  <a:lnTo>
                    <a:pt x="95394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76845" y="132377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08951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8844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67942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5360" y="14743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35360" y="126933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376458" y="21259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9209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7158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76458" y="15108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76458" y="13057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50259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82057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13855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45653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1923" y="18299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85617" y="18208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29239" y="174940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902231" y="16982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66238" y="20209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0953" y="20701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79212" y="17507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926816" y="20337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48233" y="17509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912315" y="16304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180332" y="17593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236709" y="17913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63284" y="13755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35547" y="17443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51958" y="14384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25972" y="16788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15081" y="16349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13540" y="18242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11413" y="17599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78667" y="19445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31864" y="19555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08999" y="19005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26188" y="20767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48110" y="19833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62958" y="20169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48845" y="18886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19270" y="19601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23445" y="177478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29844" y="14811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18296" y="18280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48471" y="162337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17635" y="18144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71102" y="16832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494243" y="18144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491325" y="14404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29971" y="16775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16335" y="17355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18922" y="19135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03124" y="17463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73308" y="13592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499044" y="16326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491673" y="18128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12021" y="18191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63516" y="19089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497270" y="20565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47289" y="19607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54304" y="19312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0457" y="166313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91142" y="16244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80988" y="155525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16971" y="17268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39635" y="17873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69990" y="20805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27546" y="17910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85870" y="20805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85390" y="17369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03753" y="17985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30432" y="20022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61436" y="16964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20659" y="12890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60813" y="18405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12772" y="16238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25567" y="16558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79573" y="155269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66550" y="170278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59564" y="15663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3692" y="18532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58537" y="16742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34390" y="18212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89105" y="19938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26138" y="14176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40292" y="16160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925619" y="1653011"/>
              <a:ext cx="959161" cy="316992"/>
            </a:xfrm>
            <a:custGeom>
              <a:avLst/>
              <a:pathLst>
                <a:path w="959161" h="316992">
                  <a:moveTo>
                    <a:pt x="0" y="105616"/>
                  </a:moveTo>
                  <a:lnTo>
                    <a:pt x="506745" y="57066"/>
                  </a:lnTo>
                  <a:lnTo>
                    <a:pt x="639441" y="41694"/>
                  </a:lnTo>
                  <a:lnTo>
                    <a:pt x="826465" y="18076"/>
                  </a:lnTo>
                  <a:lnTo>
                    <a:pt x="959161" y="0"/>
                  </a:lnTo>
                  <a:lnTo>
                    <a:pt x="959161" y="200493"/>
                  </a:lnTo>
                  <a:lnTo>
                    <a:pt x="826465" y="213146"/>
                  </a:lnTo>
                  <a:lnTo>
                    <a:pt x="639441" y="232838"/>
                  </a:lnTo>
                  <a:lnTo>
                    <a:pt x="506745" y="248194"/>
                  </a:lnTo>
                  <a:lnTo>
                    <a:pt x="0" y="31699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925619" y="1653011"/>
              <a:ext cx="959161" cy="105616"/>
            </a:xfrm>
            <a:custGeom>
              <a:avLst/>
              <a:pathLst>
                <a:path w="959161" h="105616">
                  <a:moveTo>
                    <a:pt x="0" y="105616"/>
                  </a:moveTo>
                  <a:lnTo>
                    <a:pt x="506745" y="57066"/>
                  </a:lnTo>
                  <a:lnTo>
                    <a:pt x="639441" y="41694"/>
                  </a:lnTo>
                  <a:lnTo>
                    <a:pt x="826465" y="18076"/>
                  </a:lnTo>
                  <a:lnTo>
                    <a:pt x="959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925619" y="1853505"/>
              <a:ext cx="959161" cy="116498"/>
            </a:xfrm>
            <a:custGeom>
              <a:avLst/>
              <a:pathLst>
                <a:path w="959161" h="116498">
                  <a:moveTo>
                    <a:pt x="959161" y="0"/>
                  </a:moveTo>
                  <a:lnTo>
                    <a:pt x="826465" y="12652"/>
                  </a:lnTo>
                  <a:lnTo>
                    <a:pt x="639441" y="32344"/>
                  </a:lnTo>
                  <a:lnTo>
                    <a:pt x="506745" y="47700"/>
                  </a:lnTo>
                  <a:lnTo>
                    <a:pt x="0" y="116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925619" y="1753258"/>
              <a:ext cx="959161" cy="111057"/>
            </a:xfrm>
            <a:custGeom>
              <a:avLst/>
              <a:pathLst>
                <a:path w="959161" h="111057">
                  <a:moveTo>
                    <a:pt x="0" y="111057"/>
                  </a:moveTo>
                  <a:lnTo>
                    <a:pt x="506745" y="52383"/>
                  </a:lnTo>
                  <a:lnTo>
                    <a:pt x="639441" y="37019"/>
                  </a:lnTo>
                  <a:lnTo>
                    <a:pt x="826465" y="15364"/>
                  </a:lnTo>
                  <a:lnTo>
                    <a:pt x="95916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05087" y="132376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5178" y="19496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05178" y="16737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05178" y="13978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2561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324534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56506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88478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286604" y="19323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89314" y="19468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21529" y="20216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37085" y="17995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21088" y="18229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24232" y="17869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01970" y="20006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350833" y="19120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76952" y="1967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83584" y="16738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19664" y="20498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84210" y="19098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79701" y="16221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34550" y="19170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08278" y="20805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78701" y="20774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62637" y="19563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58217" y="2056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58268" y="16117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17957" y="1289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60823" y="18821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82394" y="19693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0634" y="19510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19870" y="19888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34357" y="18989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42582" y="18019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8370" y="185331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52434" y="191407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5007866" y="20348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62647" y="20442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79686" y="196779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56024" y="19469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19018" y="13407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20434" y="19663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5001640" y="16249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28485" y="16947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19601" y="20436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30713" y="13112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32335" y="20454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64495" y="20110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57218" y="16770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51893" y="19020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27850" y="19335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82240" y="13888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04561" y="19593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83413" y="19718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03291" y="17804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1243" y="18075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260766" y="19966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13872" y="20167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05087" y="20419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302976" y="19948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05297" y="16024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290116" y="20089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12590" y="17098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291047" y="204651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66178" y="13683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17288" y="13984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00768" y="19352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16828" y="19387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74540" y="18362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97189" y="19329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02506" y="18701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43532" y="20289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91157" y="20183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62335" y="18759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57876" y="19148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18430" y="17784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19862" y="13128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63774" y="17508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18860" y="19714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03138" y="17208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4358030" y="1782608"/>
              <a:ext cx="965726" cy="250310"/>
            </a:xfrm>
            <a:custGeom>
              <a:avLst/>
              <a:pathLst>
                <a:path w="965726" h="250310">
                  <a:moveTo>
                    <a:pt x="0" y="30563"/>
                  </a:moveTo>
                  <a:lnTo>
                    <a:pt x="510213" y="33353"/>
                  </a:lnTo>
                  <a:lnTo>
                    <a:pt x="643817" y="27250"/>
                  </a:lnTo>
                  <a:lnTo>
                    <a:pt x="832122" y="13249"/>
                  </a:lnTo>
                  <a:lnTo>
                    <a:pt x="965726" y="0"/>
                  </a:lnTo>
                  <a:lnTo>
                    <a:pt x="965726" y="192315"/>
                  </a:lnTo>
                  <a:lnTo>
                    <a:pt x="832122" y="191317"/>
                  </a:lnTo>
                  <a:lnTo>
                    <a:pt x="643817" y="194584"/>
                  </a:lnTo>
                  <a:lnTo>
                    <a:pt x="510213" y="200733"/>
                  </a:lnTo>
                  <a:lnTo>
                    <a:pt x="0" y="25031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4358030" y="1782608"/>
              <a:ext cx="965726" cy="33353"/>
            </a:xfrm>
            <a:custGeom>
              <a:avLst/>
              <a:pathLst>
                <a:path w="965726" h="33353">
                  <a:moveTo>
                    <a:pt x="0" y="30563"/>
                  </a:moveTo>
                  <a:lnTo>
                    <a:pt x="510213" y="33353"/>
                  </a:lnTo>
                  <a:lnTo>
                    <a:pt x="643817" y="27250"/>
                  </a:lnTo>
                  <a:lnTo>
                    <a:pt x="832122" y="13249"/>
                  </a:lnTo>
                  <a:lnTo>
                    <a:pt x="9657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58030" y="1973926"/>
              <a:ext cx="965726" cy="58992"/>
            </a:xfrm>
            <a:custGeom>
              <a:avLst/>
              <a:pathLst>
                <a:path w="965726" h="58992">
                  <a:moveTo>
                    <a:pt x="965726" y="997"/>
                  </a:moveTo>
                  <a:lnTo>
                    <a:pt x="832122" y="0"/>
                  </a:lnTo>
                  <a:lnTo>
                    <a:pt x="643817" y="3266"/>
                  </a:lnTo>
                  <a:lnTo>
                    <a:pt x="510213" y="9415"/>
                  </a:lnTo>
                  <a:lnTo>
                    <a:pt x="0" y="589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58030" y="1878766"/>
              <a:ext cx="965726" cy="44279"/>
            </a:xfrm>
            <a:custGeom>
              <a:avLst/>
              <a:pathLst>
                <a:path w="965726" h="44279">
                  <a:moveTo>
                    <a:pt x="0" y="44279"/>
                  </a:moveTo>
                  <a:lnTo>
                    <a:pt x="510213" y="20885"/>
                  </a:lnTo>
                  <a:lnTo>
                    <a:pt x="643817" y="14759"/>
                  </a:lnTo>
                  <a:lnTo>
                    <a:pt x="832122" y="6125"/>
                  </a:lnTo>
                  <a:lnTo>
                    <a:pt x="96572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4844062" y="132369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0.464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233897" y="19769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33897" y="17184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33897" y="14598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5803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67993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500184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532375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5749548" y="19097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5767264" y="183708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36017" y="179731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05672" y="19679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83865" y="19950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55963" y="14792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14429" y="191565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88984" y="17318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30711" y="19122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47283" y="19650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6058078" y="18320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6095016" y="19210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70908" y="16637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48548" y="19542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56980" y="19044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51609" y="17272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72394" y="19976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72951" y="19178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72920" y="18546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53947" y="13046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80600" y="15321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74154" y="18618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79039" y="18246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21555" y="19907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79228" y="18726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60719" y="18272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82245" y="19433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106027" y="19010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399293" y="20805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426963" y="1917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11262" y="190486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40416" y="18170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12239" y="14720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367325" y="14283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10556" y="16479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357635" y="17346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30290" y="17464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386678" y="16840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350048" y="17253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372528" y="16771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364574" y="19251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396058" y="18458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25724" y="19009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83142" y="16130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41090" y="16819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75795" y="18298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81560" y="17179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18110" y="12890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698717" y="17288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684796" y="18137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720917" y="17322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698628" y="17247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32782" y="17753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36667" y="17395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673373" y="16566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675761" y="172839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48581" y="18947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14956" y="15368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678656" y="18967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659549" y="18793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663566" y="18140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681823" y="17470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12211" y="17609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677236" y="189753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35913" y="166826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97867" y="17665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82966" y="18171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21849" y="17668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66619" y="18215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05456" y="15784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93206" y="17804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29768" y="17402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5784389" y="1675879"/>
              <a:ext cx="957901" cy="312066"/>
            </a:xfrm>
            <a:custGeom>
              <a:avLst/>
              <a:pathLst>
                <a:path w="957901" h="312066">
                  <a:moveTo>
                    <a:pt x="0" y="87531"/>
                  </a:moveTo>
                  <a:lnTo>
                    <a:pt x="506079" y="77760"/>
                  </a:lnTo>
                  <a:lnTo>
                    <a:pt x="638601" y="61661"/>
                  </a:lnTo>
                  <a:lnTo>
                    <a:pt x="825379" y="28519"/>
                  </a:lnTo>
                  <a:lnTo>
                    <a:pt x="957901" y="0"/>
                  </a:lnTo>
                  <a:lnTo>
                    <a:pt x="957901" y="197298"/>
                  </a:lnTo>
                  <a:lnTo>
                    <a:pt x="825379" y="196766"/>
                  </a:lnTo>
                  <a:lnTo>
                    <a:pt x="638601" y="203070"/>
                  </a:lnTo>
                  <a:lnTo>
                    <a:pt x="506079" y="214958"/>
                  </a:lnTo>
                  <a:lnTo>
                    <a:pt x="0" y="31206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5784389" y="1675879"/>
              <a:ext cx="957901" cy="87531"/>
            </a:xfrm>
            <a:custGeom>
              <a:avLst/>
              <a:pathLst>
                <a:path w="957901" h="87531">
                  <a:moveTo>
                    <a:pt x="0" y="87531"/>
                  </a:moveTo>
                  <a:lnTo>
                    <a:pt x="506079" y="77760"/>
                  </a:lnTo>
                  <a:lnTo>
                    <a:pt x="638601" y="61661"/>
                  </a:lnTo>
                  <a:lnTo>
                    <a:pt x="825379" y="28519"/>
                  </a:lnTo>
                  <a:lnTo>
                    <a:pt x="95790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5784389" y="1872646"/>
              <a:ext cx="957901" cy="115300"/>
            </a:xfrm>
            <a:custGeom>
              <a:avLst/>
              <a:pathLst>
                <a:path w="957901" h="115300">
                  <a:moveTo>
                    <a:pt x="957901" y="531"/>
                  </a:moveTo>
                  <a:lnTo>
                    <a:pt x="825379" y="0"/>
                  </a:lnTo>
                  <a:lnTo>
                    <a:pt x="638601" y="6304"/>
                  </a:lnTo>
                  <a:lnTo>
                    <a:pt x="506079" y="18192"/>
                  </a:lnTo>
                  <a:lnTo>
                    <a:pt x="0" y="1153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84389" y="1774528"/>
              <a:ext cx="957901" cy="101150"/>
            </a:xfrm>
            <a:custGeom>
              <a:avLst/>
              <a:pathLst>
                <a:path w="957901" h="101150">
                  <a:moveTo>
                    <a:pt x="0" y="101150"/>
                  </a:moveTo>
                  <a:lnTo>
                    <a:pt x="506079" y="47710"/>
                  </a:lnTo>
                  <a:lnTo>
                    <a:pt x="638601" y="33716"/>
                  </a:lnTo>
                  <a:lnTo>
                    <a:pt x="825379" y="13993"/>
                  </a:lnTo>
                  <a:lnTo>
                    <a:pt x="95790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6262596" y="132378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0.236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5662616" y="21176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5662616" y="19049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62616" y="16923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62616" y="14796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78438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610368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642299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674229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438635" y="32240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452353" y="33060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451675" y="308411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53965" y="30959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64057" y="340629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88622" y="31000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70500" y="33940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72382" y="34093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19513" y="33183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92337" y="31459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760685" y="31723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796126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13869" y="30527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93714" y="32520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71257" y="33360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98783" y="32598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80148" y="29854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58719" y="30964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57359" y="32231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46324" y="27404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92628" y="29906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36508" y="31719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64302" y="29105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810558" y="29110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41899" y="33439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85960" y="275259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68904" y="30317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58060" y="309823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71333" y="31328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11242" y="30844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28327" y="315553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98288" y="31627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69614" y="29552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142178" y="32103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67504" y="31016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99953" y="32651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00856" y="32600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78390" y="292731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92717" y="30168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34815" y="29270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83323" y="28915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72116" y="33460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41219" y="31974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95710" y="29534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69713" y="28032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49859" y="32689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39909" y="29693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18484" y="308417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55609" y="31639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417600" y="32306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410126" y="31929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54063" y="34045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87009" y="32499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49433" y="33026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18242" y="26718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395446" y="331398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62423" y="31837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00146" y="31061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30420" y="32546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35193" y="31154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41547" y="32711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04365" y="32801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34511" y="32854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12096" y="334774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57656" y="30528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20787" y="33024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54750" y="32257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24577" y="31575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25477" y="32187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10749" y="27187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01807" y="32098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389201" y="32498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488796" y="2956900"/>
              <a:ext cx="967691" cy="335283"/>
            </a:xfrm>
            <a:custGeom>
              <a:avLst/>
              <a:pathLst>
                <a:path w="967691" h="335283">
                  <a:moveTo>
                    <a:pt x="0" y="0"/>
                  </a:moveTo>
                  <a:lnTo>
                    <a:pt x="511251" y="94534"/>
                  </a:lnTo>
                  <a:lnTo>
                    <a:pt x="645127" y="105278"/>
                  </a:lnTo>
                  <a:lnTo>
                    <a:pt x="833815" y="109583"/>
                  </a:lnTo>
                  <a:lnTo>
                    <a:pt x="967691" y="107144"/>
                  </a:lnTo>
                  <a:lnTo>
                    <a:pt x="967691" y="335283"/>
                  </a:lnTo>
                  <a:lnTo>
                    <a:pt x="833815" y="307439"/>
                  </a:lnTo>
                  <a:lnTo>
                    <a:pt x="645127" y="275936"/>
                  </a:lnTo>
                  <a:lnTo>
                    <a:pt x="511251" y="261274"/>
                  </a:lnTo>
                  <a:lnTo>
                    <a:pt x="0" y="2587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488796" y="2956900"/>
              <a:ext cx="967691" cy="109583"/>
            </a:xfrm>
            <a:custGeom>
              <a:avLst/>
              <a:pathLst>
                <a:path w="967691" h="109583">
                  <a:moveTo>
                    <a:pt x="0" y="0"/>
                  </a:moveTo>
                  <a:lnTo>
                    <a:pt x="511251" y="94534"/>
                  </a:lnTo>
                  <a:lnTo>
                    <a:pt x="645127" y="105278"/>
                  </a:lnTo>
                  <a:lnTo>
                    <a:pt x="833815" y="109583"/>
                  </a:lnTo>
                  <a:lnTo>
                    <a:pt x="967691" y="10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488796" y="3215689"/>
              <a:ext cx="967691" cy="76495"/>
            </a:xfrm>
            <a:custGeom>
              <a:avLst/>
              <a:pathLst>
                <a:path w="967691" h="76495">
                  <a:moveTo>
                    <a:pt x="967691" y="76495"/>
                  </a:moveTo>
                  <a:lnTo>
                    <a:pt x="833815" y="48650"/>
                  </a:lnTo>
                  <a:lnTo>
                    <a:pt x="645127" y="17147"/>
                  </a:lnTo>
                  <a:lnTo>
                    <a:pt x="511251" y="2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488796" y="3086294"/>
              <a:ext cx="967691" cy="91819"/>
            </a:xfrm>
            <a:custGeom>
              <a:avLst/>
              <a:pathLst>
                <a:path w="967691" h="91819">
                  <a:moveTo>
                    <a:pt x="0" y="0"/>
                  </a:moveTo>
                  <a:lnTo>
                    <a:pt x="511251" y="48510"/>
                  </a:lnTo>
                  <a:lnTo>
                    <a:pt x="645127" y="61213"/>
                  </a:lnTo>
                  <a:lnTo>
                    <a:pt x="833815" y="79116"/>
                  </a:lnTo>
                  <a:lnTo>
                    <a:pt x="967691" y="9181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976794" y="265247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0.323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35360" y="337352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35360" y="316967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35360" y="296582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35360" y="276197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376458" y="34099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376458" y="32061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376458" y="30022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376458" y="27984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8879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81136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13392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2456488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48233" y="31635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874928" y="30113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872509" y="312920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05633" y="31315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72800" y="325337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923975" y="31142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79853" y="320514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67404" y="31639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71321" y="32770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903682" y="32940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186711" y="33486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233991" y="33261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206911" y="32184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232335" y="33130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252951" y="32267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28951" y="30768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200825" y="33301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214778" y="33221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66827" y="32156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40161" y="31028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23324" y="31702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17729" y="33238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212517" y="30466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47891" y="32318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50157" y="31365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09236" y="31275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197052" y="296678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43460" y="306238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569925" y="30798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491204" y="33848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534684" y="311362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512689" y="32792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27694" y="33026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22201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53261" y="29261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06769" y="30682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484647" y="32051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48043" y="31467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15954" y="33642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05594" y="32737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58589" y="32669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06679" y="32843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72928" y="31618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26841" y="33148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23357" y="325283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32718" y="30374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56555" y="32098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61235" y="261780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90082" y="31950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834981" y="32333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83351" y="29368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866980" y="33207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63619" y="30169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36100" y="32646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76436" y="32424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91142" y="30794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21773" y="29713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30686" y="32845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07433" y="31406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33726" y="32175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64862" y="309441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34025" y="33084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12602" y="30445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20339" y="30289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28076" y="322202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73240" y="30679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26860" y="30272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78235" y="32060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87042" y="303103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57143" y="33329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86826" y="32687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53916" y="33794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29075" y="3122307"/>
              <a:ext cx="956103" cy="163600"/>
            </a:xfrm>
            <a:custGeom>
              <a:avLst/>
              <a:pathLst>
                <a:path w="956103" h="163600">
                  <a:moveTo>
                    <a:pt x="0" y="17802"/>
                  </a:moveTo>
                  <a:lnTo>
                    <a:pt x="505129" y="18701"/>
                  </a:lnTo>
                  <a:lnTo>
                    <a:pt x="637402" y="15199"/>
                  </a:lnTo>
                  <a:lnTo>
                    <a:pt x="823830" y="7378"/>
                  </a:lnTo>
                  <a:lnTo>
                    <a:pt x="956103" y="0"/>
                  </a:lnTo>
                  <a:lnTo>
                    <a:pt x="956103" y="130705"/>
                  </a:lnTo>
                  <a:lnTo>
                    <a:pt x="823830" y="130340"/>
                  </a:lnTo>
                  <a:lnTo>
                    <a:pt x="637402" y="132405"/>
                  </a:lnTo>
                  <a:lnTo>
                    <a:pt x="505129" y="135917"/>
                  </a:lnTo>
                  <a:lnTo>
                    <a:pt x="0" y="16360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2929075" y="3122307"/>
              <a:ext cx="956103" cy="18701"/>
            </a:xfrm>
            <a:custGeom>
              <a:avLst/>
              <a:pathLst>
                <a:path w="956103" h="18701">
                  <a:moveTo>
                    <a:pt x="0" y="17802"/>
                  </a:moveTo>
                  <a:lnTo>
                    <a:pt x="505129" y="18701"/>
                  </a:lnTo>
                  <a:lnTo>
                    <a:pt x="637402" y="15199"/>
                  </a:lnTo>
                  <a:lnTo>
                    <a:pt x="823830" y="7378"/>
                  </a:lnTo>
                  <a:lnTo>
                    <a:pt x="9561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2929075" y="3252647"/>
              <a:ext cx="956103" cy="33259"/>
            </a:xfrm>
            <a:custGeom>
              <a:avLst/>
              <a:pathLst>
                <a:path w="956103" h="33259">
                  <a:moveTo>
                    <a:pt x="956103" y="364"/>
                  </a:moveTo>
                  <a:lnTo>
                    <a:pt x="823830" y="0"/>
                  </a:lnTo>
                  <a:lnTo>
                    <a:pt x="637402" y="2064"/>
                  </a:lnTo>
                  <a:lnTo>
                    <a:pt x="505129" y="5576"/>
                  </a:lnTo>
                  <a:lnTo>
                    <a:pt x="0" y="3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2929075" y="3187659"/>
              <a:ext cx="956103" cy="25349"/>
            </a:xfrm>
            <a:custGeom>
              <a:avLst/>
              <a:pathLst>
                <a:path w="956103" h="25349">
                  <a:moveTo>
                    <a:pt x="0" y="25349"/>
                  </a:moveTo>
                  <a:lnTo>
                    <a:pt x="505129" y="11956"/>
                  </a:lnTo>
                  <a:lnTo>
                    <a:pt x="637402" y="8449"/>
                  </a:lnTo>
                  <a:lnTo>
                    <a:pt x="823830" y="3506"/>
                  </a:lnTo>
                  <a:lnTo>
                    <a:pt x="95610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3405484" y="265249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0.491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05178" y="34553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05178" y="32092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2805178" y="29631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2805178" y="27170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92907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324777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356647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388517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328875" y="32323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357678" y="281725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276952" y="305498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322073" y="32514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301559" y="31462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309026" y="31477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361491" y="29087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61818" y="32356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318435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302579" y="32302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599266" y="33387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599432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632957" y="31188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607097" y="32928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622660" y="32354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595785" y="31896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11756" y="32535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72834" y="33653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09449" y="30647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68284" y="31601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79604" y="29543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06576" y="32219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29506" y="29967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29652" y="31240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75163" y="32537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30696" y="30570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29480" y="29068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596796" y="27104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69055" y="32791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33904" y="32121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955492" y="30381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952924" y="31872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920111" y="31323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32629" y="33400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77102" y="33012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44377" y="31493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70751" y="31292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27506" y="28912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46691" y="32169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94948" y="28948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19450" y="32535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23817" y="33559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94939" y="30967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62209" y="30099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46489" y="32955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20295" y="30989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36792" y="28776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64131" y="308629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310163" y="30515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304005" y="31064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263569" y="32047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242521" y="32503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269045" y="32402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03004" y="32206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292173" y="30062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248268" y="307673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288345" y="30164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246859" y="28277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00359" y="32522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285019" y="29179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266038" y="276097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278037" y="33234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285021" y="30402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06748" y="32602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284079" y="270488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19862" y="30592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09065" y="29731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234622" y="31423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241254" y="30627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262131" y="32310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296143" y="30067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266871" y="32572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4359153" y="3019615"/>
              <a:ext cx="956737" cy="228129"/>
            </a:xfrm>
            <a:custGeom>
              <a:avLst/>
              <a:pathLst>
                <a:path w="956737" h="228129">
                  <a:moveTo>
                    <a:pt x="0" y="41185"/>
                  </a:moveTo>
                  <a:lnTo>
                    <a:pt x="505464" y="32099"/>
                  </a:lnTo>
                  <a:lnTo>
                    <a:pt x="637825" y="25119"/>
                  </a:lnTo>
                  <a:lnTo>
                    <a:pt x="824377" y="11744"/>
                  </a:lnTo>
                  <a:lnTo>
                    <a:pt x="956737" y="0"/>
                  </a:lnTo>
                  <a:lnTo>
                    <a:pt x="956737" y="168344"/>
                  </a:lnTo>
                  <a:lnTo>
                    <a:pt x="824377" y="170568"/>
                  </a:lnTo>
                  <a:lnTo>
                    <a:pt x="637825" y="176881"/>
                  </a:lnTo>
                  <a:lnTo>
                    <a:pt x="505464" y="183870"/>
                  </a:lnTo>
                  <a:lnTo>
                    <a:pt x="0" y="22812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359153" y="3019615"/>
              <a:ext cx="956737" cy="41185"/>
            </a:xfrm>
            <a:custGeom>
              <a:avLst/>
              <a:pathLst>
                <a:path w="956737" h="41185">
                  <a:moveTo>
                    <a:pt x="0" y="41185"/>
                  </a:moveTo>
                  <a:lnTo>
                    <a:pt x="505464" y="32099"/>
                  </a:lnTo>
                  <a:lnTo>
                    <a:pt x="637825" y="25119"/>
                  </a:lnTo>
                  <a:lnTo>
                    <a:pt x="824377" y="11744"/>
                  </a:lnTo>
                  <a:lnTo>
                    <a:pt x="9567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4359153" y="3187959"/>
              <a:ext cx="956737" cy="59785"/>
            </a:xfrm>
            <a:custGeom>
              <a:avLst/>
              <a:pathLst>
                <a:path w="956737" h="59785">
                  <a:moveTo>
                    <a:pt x="956737" y="0"/>
                  </a:moveTo>
                  <a:lnTo>
                    <a:pt x="824377" y="2224"/>
                  </a:lnTo>
                  <a:lnTo>
                    <a:pt x="637825" y="8537"/>
                  </a:lnTo>
                  <a:lnTo>
                    <a:pt x="505464" y="15526"/>
                  </a:lnTo>
                  <a:lnTo>
                    <a:pt x="0" y="59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359153" y="3103787"/>
              <a:ext cx="956737" cy="50485"/>
            </a:xfrm>
            <a:custGeom>
              <a:avLst/>
              <a:pathLst>
                <a:path w="956737" h="50485">
                  <a:moveTo>
                    <a:pt x="0" y="50485"/>
                  </a:moveTo>
                  <a:lnTo>
                    <a:pt x="505464" y="23813"/>
                  </a:lnTo>
                  <a:lnTo>
                    <a:pt x="637825" y="16828"/>
                  </a:lnTo>
                  <a:lnTo>
                    <a:pt x="824377" y="6984"/>
                  </a:lnTo>
                  <a:lnTo>
                    <a:pt x="95673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4836197" y="265249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0.278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33897" y="32741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33897" y="30281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33897" y="27821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435915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67806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99697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531589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419513" y="44015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487784" y="45435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468869" y="453292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424399" y="42182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465887" y="45804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432449" y="44863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53221" y="46614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39939" y="46267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44661" y="43473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458550" y="44565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28803" y="45573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752922" y="436727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745523" y="44169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799373" y="47066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816689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773653" y="40742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800287" y="45601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90516" y="47120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811842" y="46759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812977" y="45548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31024" y="45170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29584" y="46402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87841" y="45996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58715" y="45634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61838" y="46512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809265" y="44938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74371" y="46295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805804" y="453325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140967" y="44077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34346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060674" y="45113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74393" y="46286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04909" y="42988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099740" y="4530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32687" y="43648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63831" y="45874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88232" y="44707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057549" y="45530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60274" y="46056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91162" y="41647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084380" y="45517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61605" y="46474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21903" y="42208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89159" y="43210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35544" y="44888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0965" y="46827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64994" y="45476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52906" y="446379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395022" y="45223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423066" y="45178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387669" y="45370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438361" y="46062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431184" y="45008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454121" y="44722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62423" y="44467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376676" y="45152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07344" y="46098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28620" y="43847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394550" y="46211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405757" y="45325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34087" y="45789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43262" y="46963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376374" y="46031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00288" y="46423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60023" y="459168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10803" y="44867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406508" y="461847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388901" y="44479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34166" y="45606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08652" y="44650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24892" y="45293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53211" y="46476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486392" y="4431475"/>
              <a:ext cx="972171" cy="204960"/>
            </a:xfrm>
            <a:custGeom>
              <a:avLst/>
              <a:pathLst>
                <a:path w="972171" h="204960">
                  <a:moveTo>
                    <a:pt x="0" y="0"/>
                  </a:moveTo>
                  <a:lnTo>
                    <a:pt x="513618" y="57458"/>
                  </a:lnTo>
                  <a:lnTo>
                    <a:pt x="648114" y="66971"/>
                  </a:lnTo>
                  <a:lnTo>
                    <a:pt x="837675" y="75873"/>
                  </a:lnTo>
                  <a:lnTo>
                    <a:pt x="972171" y="79539"/>
                  </a:lnTo>
                  <a:lnTo>
                    <a:pt x="972171" y="204960"/>
                  </a:lnTo>
                  <a:lnTo>
                    <a:pt x="837675" y="189669"/>
                  </a:lnTo>
                  <a:lnTo>
                    <a:pt x="648114" y="171852"/>
                  </a:lnTo>
                  <a:lnTo>
                    <a:pt x="513618" y="162409"/>
                  </a:lnTo>
                  <a:lnTo>
                    <a:pt x="0" y="14747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486392" y="4431475"/>
              <a:ext cx="972171" cy="79539"/>
            </a:xfrm>
            <a:custGeom>
              <a:avLst/>
              <a:pathLst>
                <a:path w="972171" h="79539">
                  <a:moveTo>
                    <a:pt x="0" y="0"/>
                  </a:moveTo>
                  <a:lnTo>
                    <a:pt x="513618" y="57458"/>
                  </a:lnTo>
                  <a:lnTo>
                    <a:pt x="648114" y="66971"/>
                  </a:lnTo>
                  <a:lnTo>
                    <a:pt x="837675" y="75873"/>
                  </a:lnTo>
                  <a:lnTo>
                    <a:pt x="972171" y="795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486392" y="4578949"/>
              <a:ext cx="972171" cy="57486"/>
            </a:xfrm>
            <a:custGeom>
              <a:avLst/>
              <a:pathLst>
                <a:path w="972171" h="57486">
                  <a:moveTo>
                    <a:pt x="972171" y="57486"/>
                  </a:moveTo>
                  <a:lnTo>
                    <a:pt x="837675" y="42195"/>
                  </a:lnTo>
                  <a:lnTo>
                    <a:pt x="648114" y="24379"/>
                  </a:lnTo>
                  <a:lnTo>
                    <a:pt x="513618" y="14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486392" y="4505212"/>
              <a:ext cx="972171" cy="68513"/>
            </a:xfrm>
            <a:custGeom>
              <a:avLst/>
              <a:pathLst>
                <a:path w="972171" h="68513">
                  <a:moveTo>
                    <a:pt x="0" y="0"/>
                  </a:moveTo>
                  <a:lnTo>
                    <a:pt x="513618" y="36196"/>
                  </a:lnTo>
                  <a:lnTo>
                    <a:pt x="648114" y="45675"/>
                  </a:lnTo>
                  <a:lnTo>
                    <a:pt x="837675" y="59034"/>
                  </a:lnTo>
                  <a:lnTo>
                    <a:pt x="972171" y="6851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978869" y="398121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0.121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35360" y="470185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35360" y="44247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35360" y="41477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376458" y="47382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376458" y="44612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376458" y="41841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48639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181044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13450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245856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45813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178219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10625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243030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902609" y="43267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874137" y="41249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905099" y="43587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854131" y="43350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848643" y="40235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916588" y="431027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920715" y="45775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48233" y="44911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98744" y="43413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92114" y="39775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3251532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249310" y="42881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3209273" y="43616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233819" y="46536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3212693" y="43668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238946" y="44785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08096" y="45398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229693" y="45971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76090" y="44383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85742" y="42090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207553" y="41736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241244" y="45341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96369" y="44205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62526" y="44514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54290" y="43652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40092" y="41357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62085" y="44965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66923" y="402439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539457" y="41038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522216" y="44008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555410" y="434123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522541" y="44848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499676" y="44676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543730" y="45455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494930" y="42922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15214" y="42095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15724" y="42147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490759" y="42533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59742" y="43772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40894" y="40529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495416" y="45610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07162" y="46426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17938" y="43252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48267" y="41685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51794" y="43789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17247" y="46402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490826" y="39465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64824" y="427397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857813" y="44953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871069" y="43723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891142" y="44885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861638" y="44762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808184" y="45387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837534" y="43253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85532" y="44489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06955" y="47064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71468" y="43764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51106" y="45344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78792" y="45432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50182" y="44218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40056" y="43450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10190" y="46044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27356" y="45469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89219" y="456346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80341" y="417899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64866" y="42783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90985" y="456969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39713" y="44170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75432" y="43086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59044" y="43380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87702" y="42935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67459" y="44862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924728" y="4244471"/>
              <a:ext cx="963151" cy="283391"/>
            </a:xfrm>
            <a:custGeom>
              <a:avLst/>
              <a:pathLst>
                <a:path w="963151" h="283391">
                  <a:moveTo>
                    <a:pt x="0" y="0"/>
                  </a:moveTo>
                  <a:lnTo>
                    <a:pt x="508852" y="85146"/>
                  </a:lnTo>
                  <a:lnTo>
                    <a:pt x="642100" y="101234"/>
                  </a:lnTo>
                  <a:lnTo>
                    <a:pt x="829903" y="118923"/>
                  </a:lnTo>
                  <a:lnTo>
                    <a:pt x="963151" y="128481"/>
                  </a:lnTo>
                  <a:lnTo>
                    <a:pt x="963151" y="283391"/>
                  </a:lnTo>
                  <a:lnTo>
                    <a:pt x="829903" y="260834"/>
                  </a:lnTo>
                  <a:lnTo>
                    <a:pt x="642100" y="233260"/>
                  </a:lnTo>
                  <a:lnTo>
                    <a:pt x="508852" y="217234"/>
                  </a:lnTo>
                  <a:lnTo>
                    <a:pt x="0" y="17974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2924728" y="4244471"/>
              <a:ext cx="963151" cy="128481"/>
            </a:xfrm>
            <a:custGeom>
              <a:avLst/>
              <a:pathLst>
                <a:path w="963151" h="128481">
                  <a:moveTo>
                    <a:pt x="0" y="0"/>
                  </a:moveTo>
                  <a:lnTo>
                    <a:pt x="508852" y="85146"/>
                  </a:lnTo>
                  <a:lnTo>
                    <a:pt x="642100" y="101234"/>
                  </a:lnTo>
                  <a:lnTo>
                    <a:pt x="829903" y="118923"/>
                  </a:lnTo>
                  <a:lnTo>
                    <a:pt x="963151" y="1284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2924728" y="4424213"/>
              <a:ext cx="963151" cy="103649"/>
            </a:xfrm>
            <a:custGeom>
              <a:avLst/>
              <a:pathLst>
                <a:path w="963151" h="103649">
                  <a:moveTo>
                    <a:pt x="963151" y="103649"/>
                  </a:moveTo>
                  <a:lnTo>
                    <a:pt x="829903" y="81092"/>
                  </a:lnTo>
                  <a:lnTo>
                    <a:pt x="642100" y="53518"/>
                  </a:lnTo>
                  <a:lnTo>
                    <a:pt x="508852" y="374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2924728" y="4334342"/>
              <a:ext cx="963151" cy="116065"/>
            </a:xfrm>
            <a:custGeom>
              <a:avLst/>
              <a:pathLst>
                <a:path w="963151" h="116065">
                  <a:moveTo>
                    <a:pt x="0" y="0"/>
                  </a:moveTo>
                  <a:lnTo>
                    <a:pt x="508852" y="61319"/>
                  </a:lnTo>
                  <a:lnTo>
                    <a:pt x="642100" y="77376"/>
                  </a:lnTo>
                  <a:lnTo>
                    <a:pt x="829903" y="100008"/>
                  </a:lnTo>
                  <a:lnTo>
                    <a:pt x="963151" y="11606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3408185" y="398123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0.027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05178" y="47436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05178" y="44697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05178" y="41958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92472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324577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356682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388787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289647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321752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353857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385962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337318" y="461800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303448" y="45240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345791" y="463272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294953" y="40649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345324" y="44480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343259" y="42999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294627" y="47380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335270" y="45278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329167" y="44393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76952" y="41911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48113" y="44226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604670" y="42436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670106" y="46200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640931" y="46661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672665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667632" y="40770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595902" y="47069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49734" y="46435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63396" y="46751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39284" y="46087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28691" y="45820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33681" y="46874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29124" y="45085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35782" y="4530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11925" y="43630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37217" y="44433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91118" y="46908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595816" y="459842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943814" y="46209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973590" y="45850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950607" y="458685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954706" y="45608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914215" y="45706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925178" y="46248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950816" y="46055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42778" y="43940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16209" y="46570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32478" y="447410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23745" y="46419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51883" y="45040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5000320" y="46318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39542" y="4661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40096" y="43251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12414" y="46002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37046" y="44278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36728" y="45403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62729" y="44610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44091" y="446913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5260821" y="46880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308830" y="45516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274892" y="44308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235264" y="45449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261294" y="44545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301070" y="459594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294945" y="452313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19862" y="4607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273917" y="44037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18198" y="44196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283801" y="45577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268217" y="46337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244902" y="45168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237206" y="46418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02713" y="45053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271395" y="46756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240839" y="43415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262895" y="46329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01530" y="46011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03797" y="45244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235316" y="44653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260540" y="45325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233370" y="45696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247693" y="46180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4349808" y="4359905"/>
              <a:ext cx="964586" cy="372573"/>
            </a:xfrm>
            <a:custGeom>
              <a:avLst/>
              <a:pathLst>
                <a:path w="964586" h="372573">
                  <a:moveTo>
                    <a:pt x="0" y="0"/>
                  </a:moveTo>
                  <a:lnTo>
                    <a:pt x="509610" y="121770"/>
                  </a:lnTo>
                  <a:lnTo>
                    <a:pt x="643057" y="128340"/>
                  </a:lnTo>
                  <a:lnTo>
                    <a:pt x="831139" y="119599"/>
                  </a:lnTo>
                  <a:lnTo>
                    <a:pt x="964586" y="106695"/>
                  </a:lnTo>
                  <a:lnTo>
                    <a:pt x="964586" y="372573"/>
                  </a:lnTo>
                  <a:lnTo>
                    <a:pt x="831139" y="334175"/>
                  </a:lnTo>
                  <a:lnTo>
                    <a:pt x="643057" y="289505"/>
                  </a:lnTo>
                  <a:lnTo>
                    <a:pt x="509610" y="270581"/>
                  </a:lnTo>
                  <a:lnTo>
                    <a:pt x="0" y="29499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4349808" y="4359905"/>
              <a:ext cx="964586" cy="128340"/>
            </a:xfrm>
            <a:custGeom>
              <a:avLst/>
              <a:pathLst>
                <a:path w="964586" h="128340">
                  <a:moveTo>
                    <a:pt x="0" y="0"/>
                  </a:moveTo>
                  <a:lnTo>
                    <a:pt x="509610" y="121770"/>
                  </a:lnTo>
                  <a:lnTo>
                    <a:pt x="643057" y="128340"/>
                  </a:lnTo>
                  <a:lnTo>
                    <a:pt x="831139" y="119599"/>
                  </a:lnTo>
                  <a:lnTo>
                    <a:pt x="964586" y="10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4349808" y="4630486"/>
              <a:ext cx="964586" cy="101992"/>
            </a:xfrm>
            <a:custGeom>
              <a:avLst/>
              <a:pathLst>
                <a:path w="964586" h="101992">
                  <a:moveTo>
                    <a:pt x="964586" y="101992"/>
                  </a:moveTo>
                  <a:lnTo>
                    <a:pt x="831139" y="63594"/>
                  </a:lnTo>
                  <a:lnTo>
                    <a:pt x="643057" y="18923"/>
                  </a:lnTo>
                  <a:lnTo>
                    <a:pt x="509610" y="0"/>
                  </a:lnTo>
                  <a:lnTo>
                    <a:pt x="0" y="2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4349808" y="4507404"/>
              <a:ext cx="964586" cy="92135"/>
            </a:xfrm>
            <a:custGeom>
              <a:avLst/>
              <a:pathLst>
                <a:path w="964586" h="92135">
                  <a:moveTo>
                    <a:pt x="0" y="0"/>
                  </a:moveTo>
                  <a:lnTo>
                    <a:pt x="509610" y="48677"/>
                  </a:lnTo>
                  <a:lnTo>
                    <a:pt x="643057" y="61423"/>
                  </a:lnTo>
                  <a:lnTo>
                    <a:pt x="831139" y="79388"/>
                  </a:lnTo>
                  <a:lnTo>
                    <a:pt x="964586" y="9213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4834700" y="398122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0.457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4233897" y="4731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33897" y="45422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33897" y="43529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33897" y="41635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33897" y="39742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434980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67133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99286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531439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432155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464308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496461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528613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734794" y="45094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719805" y="45570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758089" y="460288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733194" y="43115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765507" y="453594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754004" y="43291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725013" y="47064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788514" y="45988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78266" y="43389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05672" y="42763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6017655" y="44669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6089062" y="431436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6017913" y="45758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6064868" y="46982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6053411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6075192" y="401091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6102261" y="46544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6096031" y="47212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65596" y="47113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98110" y="46273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87864" y="46622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77537" y="46905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19243" y="46674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28486" y="46619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32144" y="46272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105316" y="45608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73554" y="47097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72020" y="45872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383525" y="45779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406043" y="47217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360970" y="465803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374905" y="46830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383125" y="45094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347018" y="46125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419622" y="44773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342212" y="45779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367327" y="461862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392480" y="45431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26641" y="46887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393099" y="43505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426340" y="46533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20129" y="46936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07488" y="42960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376474" y="45292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367680" y="44631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366988" y="46462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390985" y="45813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398085" y="44765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706640" y="46281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660630" y="460038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748203" y="45351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670404" y="46247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720602" y="45074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727569" y="45851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737303" y="45402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725671" y="456232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06858" y="45980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711997" y="439851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19729" y="46737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695714" y="46069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03099" y="46085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42549" y="46998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29145" y="45629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28672" y="46981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719815" y="450004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737502" y="460121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681001" y="46110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670846" y="45481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44014" y="45858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48581" y="45701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44968" y="45928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689364" y="4683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5780435" y="4388725"/>
              <a:ext cx="960194" cy="386895"/>
            </a:xfrm>
            <a:custGeom>
              <a:avLst/>
              <a:pathLst>
                <a:path w="960194" h="386895">
                  <a:moveTo>
                    <a:pt x="0" y="0"/>
                  </a:moveTo>
                  <a:lnTo>
                    <a:pt x="507290" y="126226"/>
                  </a:lnTo>
                  <a:lnTo>
                    <a:pt x="640129" y="130960"/>
                  </a:lnTo>
                  <a:lnTo>
                    <a:pt x="827355" y="118255"/>
                  </a:lnTo>
                  <a:lnTo>
                    <a:pt x="960194" y="102365"/>
                  </a:lnTo>
                  <a:lnTo>
                    <a:pt x="960194" y="386895"/>
                  </a:lnTo>
                  <a:lnTo>
                    <a:pt x="827355" y="346310"/>
                  </a:lnTo>
                  <a:lnTo>
                    <a:pt x="640129" y="298801"/>
                  </a:lnTo>
                  <a:lnTo>
                    <a:pt x="507290" y="278841"/>
                  </a:lnTo>
                  <a:lnTo>
                    <a:pt x="0" y="31076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5780435" y="4388725"/>
              <a:ext cx="960194" cy="130960"/>
            </a:xfrm>
            <a:custGeom>
              <a:avLst/>
              <a:pathLst>
                <a:path w="960194" h="130960">
                  <a:moveTo>
                    <a:pt x="0" y="0"/>
                  </a:moveTo>
                  <a:lnTo>
                    <a:pt x="507290" y="126226"/>
                  </a:lnTo>
                  <a:lnTo>
                    <a:pt x="640129" y="130960"/>
                  </a:lnTo>
                  <a:lnTo>
                    <a:pt x="827355" y="118255"/>
                  </a:lnTo>
                  <a:lnTo>
                    <a:pt x="960194" y="102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5780435" y="4667567"/>
              <a:ext cx="960194" cy="108054"/>
            </a:xfrm>
            <a:custGeom>
              <a:avLst/>
              <a:pathLst>
                <a:path w="960194" h="108054">
                  <a:moveTo>
                    <a:pt x="960194" y="108054"/>
                  </a:moveTo>
                  <a:lnTo>
                    <a:pt x="827355" y="67469"/>
                  </a:lnTo>
                  <a:lnTo>
                    <a:pt x="640129" y="19960"/>
                  </a:lnTo>
                  <a:lnTo>
                    <a:pt x="507290" y="0"/>
                  </a:lnTo>
                  <a:lnTo>
                    <a:pt x="0" y="319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5780435" y="4544107"/>
              <a:ext cx="960194" cy="89248"/>
            </a:xfrm>
            <a:custGeom>
              <a:avLst/>
              <a:pathLst>
                <a:path w="960194" h="89248">
                  <a:moveTo>
                    <a:pt x="0" y="0"/>
                  </a:moveTo>
                  <a:lnTo>
                    <a:pt x="507290" y="47151"/>
                  </a:lnTo>
                  <a:lnTo>
                    <a:pt x="640129" y="59499"/>
                  </a:lnTo>
                  <a:lnTo>
                    <a:pt x="827355" y="76901"/>
                  </a:lnTo>
                  <a:lnTo>
                    <a:pt x="960194" y="8924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6260936" y="398123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0.499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5662616" y="46248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5662616" y="43353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662616" y="40458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8043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610050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6420565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674063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575218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607224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6392310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671237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092563" y="54657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092563" y="57027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44445" y="54657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44445" y="570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990657" y="5465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990657" y="57027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4425621" y="5465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4425621" y="5702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4871833" y="54657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4871833" y="5702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2026-07-20T11:12:10Z</dcterms:modified>
  <cp:category/>
</cp:coreProperties>
</file>