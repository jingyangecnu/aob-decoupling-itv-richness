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652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09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723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652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457"/>
              <a:ext cx="1694663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652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09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75169" y="18654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41976" y="172433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66529" y="179466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59477" y="15957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33247" y="208059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60280" y="17846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74547" y="194454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57382" y="184802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19513" y="16882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57325" y="18036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98602" y="17226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54135" y="163608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78387" y="16262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86048" y="18206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93188" y="178110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39062" y="168347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51002" y="17582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33964" y="19023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90117" y="18491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74156" y="16049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29309" y="162372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70350" y="18061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39487" y="18507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39459" y="19455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58055" y="18420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59639" y="173049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94474" y="183887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49640" y="174078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072095" y="172234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63698" y="17483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39495" y="186298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87158" y="16452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76797" y="17407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097023" y="17542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088088" y="17862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59825" y="174166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063089" y="182446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064129" y="151448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00334" y="15777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50377" y="15575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096537" y="15268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91383" y="17266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00787" y="16959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76380" y="16238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83733" y="185778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40148" y="17610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52846" y="172230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03994" y="166685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39675" y="16242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18360" y="166059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19864" y="18163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57133" y="16765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38179" y="179425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62423" y="18640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25462" y="17326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03767" y="171710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59552" y="16743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00232" y="179027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392036" y="168971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379862" y="135621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62372" y="179918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61587" y="14219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10869" y="17370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32143" y="154868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44204" y="152316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371481" y="15427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43081" y="178061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56416" y="16553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18378" y="17584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79075" y="17000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13087" y="14533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395899" y="12890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84937" y="1642643"/>
              <a:ext cx="969973" cy="271756"/>
            </a:xfrm>
            <a:custGeom>
              <a:avLst/>
              <a:pathLst>
                <a:path w="969973" h="271756">
                  <a:moveTo>
                    <a:pt x="0" y="153357"/>
                  </a:moveTo>
                  <a:lnTo>
                    <a:pt x="512456" y="91290"/>
                  </a:lnTo>
                  <a:lnTo>
                    <a:pt x="646648" y="68403"/>
                  </a:lnTo>
                  <a:lnTo>
                    <a:pt x="835781" y="30132"/>
                  </a:lnTo>
                  <a:lnTo>
                    <a:pt x="969973" y="0"/>
                  </a:lnTo>
                  <a:lnTo>
                    <a:pt x="969973" y="92644"/>
                  </a:lnTo>
                  <a:lnTo>
                    <a:pt x="835781" y="108507"/>
                  </a:lnTo>
                  <a:lnTo>
                    <a:pt x="646648" y="135064"/>
                  </a:lnTo>
                  <a:lnTo>
                    <a:pt x="512456" y="158173"/>
                  </a:lnTo>
                  <a:lnTo>
                    <a:pt x="0" y="27175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84937" y="1642643"/>
              <a:ext cx="969973" cy="153357"/>
            </a:xfrm>
            <a:custGeom>
              <a:avLst/>
              <a:pathLst>
                <a:path w="969973" h="153357">
                  <a:moveTo>
                    <a:pt x="0" y="153357"/>
                  </a:moveTo>
                  <a:lnTo>
                    <a:pt x="512456" y="91290"/>
                  </a:lnTo>
                  <a:lnTo>
                    <a:pt x="646648" y="68403"/>
                  </a:lnTo>
                  <a:lnTo>
                    <a:pt x="835781" y="30132"/>
                  </a:lnTo>
                  <a:lnTo>
                    <a:pt x="96997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84937" y="1735287"/>
              <a:ext cx="969973" cy="179111"/>
            </a:xfrm>
            <a:custGeom>
              <a:avLst/>
              <a:pathLst>
                <a:path w="969973" h="179111">
                  <a:moveTo>
                    <a:pt x="969973" y="0"/>
                  </a:moveTo>
                  <a:lnTo>
                    <a:pt x="835781" y="15863"/>
                  </a:lnTo>
                  <a:lnTo>
                    <a:pt x="646648" y="42420"/>
                  </a:lnTo>
                  <a:lnTo>
                    <a:pt x="512456" y="65528"/>
                  </a:lnTo>
                  <a:lnTo>
                    <a:pt x="0" y="1791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84937" y="1688965"/>
              <a:ext cx="969973" cy="166234"/>
            </a:xfrm>
            <a:custGeom>
              <a:avLst/>
              <a:pathLst>
                <a:path w="969973" h="166234">
                  <a:moveTo>
                    <a:pt x="0" y="166234"/>
                  </a:moveTo>
                  <a:lnTo>
                    <a:pt x="512456" y="78409"/>
                  </a:lnTo>
                  <a:lnTo>
                    <a:pt x="646648" y="55411"/>
                  </a:lnTo>
                  <a:lnTo>
                    <a:pt x="835781" y="22997"/>
                  </a:lnTo>
                  <a:lnTo>
                    <a:pt x="96997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975216" y="132375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&lt; 0.001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492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360" y="208947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360" y="188467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360" y="167988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35360" y="147508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235360" y="127029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376458" y="21259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458" y="19211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458" y="17163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76458" y="15115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76458" y="13067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0492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8493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80826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213158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45491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 rot="-5400000">
              <a:off x="1029178" y="1676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404926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53142" y="18321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901848" y="181686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903748" y="175009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48233" y="16977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95409" y="20210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906239" y="20730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81417" y="175181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59976" y="20276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76761" y="17472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49018" y="16274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145105" y="17625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152425" y="179211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149600" y="13743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155636" y="17455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89194" y="14403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33148" y="167998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22486" y="16362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55293" y="18235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73674" y="17582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18462" y="19439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00234" y="19558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92506" y="18958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10050" y="20765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68050" y="19829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71277" y="20178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63781" y="188973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83808" y="19603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82126" y="177563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27788" y="148289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57029" y="18294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03549" y="162376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12964" y="18163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477290" y="16843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50765" y="18146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47000" y="144307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57588" y="16787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488594" y="173996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14462" y="191536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23991" y="17431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26355" y="13613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06214" y="16333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23556" y="18141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42437" y="18201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476887" y="190937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497103" y="20575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499162" y="195993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477651" y="193220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484139" y="166432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841390" y="16219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878917" y="15591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888081" y="17281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829773" y="17922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89783" y="20805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91142" y="17894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38578" y="207960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85778" y="173921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74120" y="17992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06973" y="20002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72070" y="16976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24714" y="12890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78535" y="184324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35033" y="16274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79948" y="16561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15425" y="155423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47215" y="170383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45631" y="156711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13416" y="18540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10842" y="16765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21183" y="18225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33278" y="19928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87457" y="14172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75648" y="16160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99532" y="1654526"/>
              <a:ext cx="983981" cy="314881"/>
            </a:xfrm>
            <a:custGeom>
              <a:avLst/>
              <a:pathLst>
                <a:path w="983981" h="314881">
                  <a:moveTo>
                    <a:pt x="0" y="103932"/>
                  </a:moveTo>
                  <a:lnTo>
                    <a:pt x="519857" y="56280"/>
                  </a:lnTo>
                  <a:lnTo>
                    <a:pt x="655987" y="41141"/>
                  </a:lnTo>
                  <a:lnTo>
                    <a:pt x="847851" y="17847"/>
                  </a:lnTo>
                  <a:lnTo>
                    <a:pt x="983981" y="0"/>
                  </a:lnTo>
                  <a:lnTo>
                    <a:pt x="983981" y="200054"/>
                  </a:lnTo>
                  <a:lnTo>
                    <a:pt x="847851" y="212470"/>
                  </a:lnTo>
                  <a:lnTo>
                    <a:pt x="655987" y="231833"/>
                  </a:lnTo>
                  <a:lnTo>
                    <a:pt x="519857" y="246957"/>
                  </a:lnTo>
                  <a:lnTo>
                    <a:pt x="0" y="31488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899532" y="1654526"/>
              <a:ext cx="983981" cy="103932"/>
            </a:xfrm>
            <a:custGeom>
              <a:avLst/>
              <a:pathLst>
                <a:path w="983981" h="103932">
                  <a:moveTo>
                    <a:pt x="0" y="103932"/>
                  </a:moveTo>
                  <a:lnTo>
                    <a:pt x="519857" y="56280"/>
                  </a:lnTo>
                  <a:lnTo>
                    <a:pt x="655987" y="41141"/>
                  </a:lnTo>
                  <a:lnTo>
                    <a:pt x="847851" y="17847"/>
                  </a:lnTo>
                  <a:lnTo>
                    <a:pt x="9839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899532" y="1854581"/>
              <a:ext cx="983981" cy="114827"/>
            </a:xfrm>
            <a:custGeom>
              <a:avLst/>
              <a:pathLst>
                <a:path w="983981" h="114827">
                  <a:moveTo>
                    <a:pt x="983981" y="0"/>
                  </a:moveTo>
                  <a:lnTo>
                    <a:pt x="847851" y="12416"/>
                  </a:lnTo>
                  <a:lnTo>
                    <a:pt x="655987" y="31778"/>
                  </a:lnTo>
                  <a:lnTo>
                    <a:pt x="519857" y="46903"/>
                  </a:lnTo>
                  <a:lnTo>
                    <a:pt x="0" y="1148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899532" y="1754554"/>
              <a:ext cx="983981" cy="109379"/>
            </a:xfrm>
            <a:custGeom>
              <a:avLst/>
              <a:pathLst>
                <a:path w="983981" h="109379">
                  <a:moveTo>
                    <a:pt x="0" y="109379"/>
                  </a:moveTo>
                  <a:lnTo>
                    <a:pt x="519857" y="51592"/>
                  </a:lnTo>
                  <a:lnTo>
                    <a:pt x="655987" y="36459"/>
                  </a:lnTo>
                  <a:lnTo>
                    <a:pt x="847851" y="15132"/>
                  </a:lnTo>
                  <a:lnTo>
                    <a:pt x="98398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03819" y="132375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0.006</a:t>
              </a:r>
            </a:p>
          </p:txBody>
        </p:sp>
        <p:sp>
          <p:nvSpPr>
            <p:cNvPr id="192" name="rc191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3364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05178" y="19501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05178" y="16750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05178" y="13999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3364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9953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322752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55552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883514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1"/>
            <p:cNvSpPr/>
            <p:nvPr/>
          </p:nvSpPr>
          <p:spPr>
            <a:xfrm>
              <a:off x="2833646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3" name="rc202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276952" y="19284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291434" y="194623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312511" y="202293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285452" y="179765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48440" y="182235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28943" y="17850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363426" y="200034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324973" y="19001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352201" y="19696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321958" y="16589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594864" y="20495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74910" y="19093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607343" y="161693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59908" y="19126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47484" y="20805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33741" y="20774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678139" y="195601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85669" y="20568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36512" y="16103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66335" y="12898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48559" y="18817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64452" y="19696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81358" y="19503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596822" y="19886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09623" y="18970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08117" y="180212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73888" y="185275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78592" y="191367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961474" y="203472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38260" y="20439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01873" y="196720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81359" y="19469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36096" y="13390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51020" y="19663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60006" y="16269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945548" y="16938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26586" y="204338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27376" y="12890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93473" y="20461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38755" y="201096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13472" y="16755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80016" y="19034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67127" y="19314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87062" y="13871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74377" y="19599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91411" y="19715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49398" y="17802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82435" y="180686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317841" y="199516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278874" y="201615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319862" y="204172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257442" y="19971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268643" y="160027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245083" y="20089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286494" y="17066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308368" y="204623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240747" y="13665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241165" y="14004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253315" y="193633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265214" y="19361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280430" y="183731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289062" y="19308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280009" y="187550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11284" y="202905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260856" y="20181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253995" y="18820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274409" y="191581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256254" y="17822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265821" y="13093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293082" y="17499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260476" y="19718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03001" y="17114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4358651" y="1781803"/>
              <a:ext cx="956938" cy="249597"/>
            </a:xfrm>
            <a:custGeom>
              <a:avLst/>
              <a:pathLst>
                <a:path w="956938" h="249597">
                  <a:moveTo>
                    <a:pt x="0" y="28121"/>
                  </a:moveTo>
                  <a:lnTo>
                    <a:pt x="505570" y="32262"/>
                  </a:lnTo>
                  <a:lnTo>
                    <a:pt x="637959" y="26490"/>
                  </a:lnTo>
                  <a:lnTo>
                    <a:pt x="824550" y="12941"/>
                  </a:lnTo>
                  <a:lnTo>
                    <a:pt x="956938" y="0"/>
                  </a:lnTo>
                  <a:lnTo>
                    <a:pt x="956938" y="193948"/>
                  </a:lnTo>
                  <a:lnTo>
                    <a:pt x="824550" y="192596"/>
                  </a:lnTo>
                  <a:lnTo>
                    <a:pt x="637959" y="195381"/>
                  </a:lnTo>
                  <a:lnTo>
                    <a:pt x="505570" y="201199"/>
                  </a:lnTo>
                  <a:lnTo>
                    <a:pt x="0" y="24959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4358651" y="1781803"/>
              <a:ext cx="956938" cy="32262"/>
            </a:xfrm>
            <a:custGeom>
              <a:avLst/>
              <a:pathLst>
                <a:path w="956938" h="32262">
                  <a:moveTo>
                    <a:pt x="0" y="28121"/>
                  </a:moveTo>
                  <a:lnTo>
                    <a:pt x="505570" y="32262"/>
                  </a:lnTo>
                  <a:lnTo>
                    <a:pt x="637959" y="26490"/>
                  </a:lnTo>
                  <a:lnTo>
                    <a:pt x="824550" y="12941"/>
                  </a:lnTo>
                  <a:lnTo>
                    <a:pt x="956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358651" y="1974400"/>
              <a:ext cx="956938" cy="57000"/>
            </a:xfrm>
            <a:custGeom>
              <a:avLst/>
              <a:pathLst>
                <a:path w="956938" h="57000">
                  <a:moveTo>
                    <a:pt x="956938" y="1351"/>
                  </a:moveTo>
                  <a:lnTo>
                    <a:pt x="824550" y="0"/>
                  </a:lnTo>
                  <a:lnTo>
                    <a:pt x="637959" y="2784"/>
                  </a:lnTo>
                  <a:lnTo>
                    <a:pt x="505570" y="8602"/>
                  </a:lnTo>
                  <a:lnTo>
                    <a:pt x="0" y="57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358651" y="1878778"/>
              <a:ext cx="956938" cy="41885"/>
            </a:xfrm>
            <a:custGeom>
              <a:avLst/>
              <a:pathLst>
                <a:path w="956938" h="41885">
                  <a:moveTo>
                    <a:pt x="0" y="41885"/>
                  </a:moveTo>
                  <a:lnTo>
                    <a:pt x="505570" y="19756"/>
                  </a:lnTo>
                  <a:lnTo>
                    <a:pt x="637959" y="13961"/>
                  </a:lnTo>
                  <a:lnTo>
                    <a:pt x="824550" y="5794"/>
                  </a:lnTo>
                  <a:lnTo>
                    <a:pt x="95693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tx279"/>
            <p:cNvSpPr/>
            <p:nvPr/>
          </p:nvSpPr>
          <p:spPr>
            <a:xfrm>
              <a:off x="4835895" y="132376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0.491</a:t>
              </a:r>
            </a:p>
          </p:txBody>
        </p:sp>
        <p:sp>
          <p:nvSpPr>
            <p:cNvPr id="281" name="rc280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426236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4233897" y="19766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233897" y="17174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33897" y="14582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6236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5865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67763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99661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531558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>
              <a:off x="4262365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2" name="rc291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5707054" y="191121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5737935" y="18383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705672" y="179597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60137" y="19683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773228" y="19950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747007" y="14870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34905" y="191735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727859" y="17312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57403" y="19149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709831" y="19670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6018099" y="18305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6059963" y="192097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070725" y="16657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88493" y="19530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75391" y="19044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09722" y="17272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71925" y="19976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75367" y="19168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060019" y="18541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77862" y="13052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52316" y="15321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10936" y="18605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007879" y="18239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066802" y="19888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96257" y="18716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49846" y="182650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14149" y="19433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55584" y="190106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371747" y="20805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368084" y="19186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412057" y="190226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415374" y="18170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375352" y="14719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421505" y="14142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379934" y="16453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424612" y="17346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15929" y="174424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366991" y="168538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01529" y="17212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417953" y="16770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19094" y="19259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353210" y="18437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03891" y="19007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27474" y="16129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392497" y="16817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25717" y="18281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06593" y="17191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374717" y="128907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698346" y="17287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698962" y="181373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714869" y="17309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672614" y="17244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701027" y="17766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692975" y="173790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717461" y="165599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686440" y="172875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43960" y="189469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670205" y="15320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720334" y="18986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734586" y="18809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732211" y="181318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696245" y="17474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46584" y="175980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684188" y="189695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37817" y="166827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45635" y="17707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05897" y="18177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01135" y="17676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38836" y="18211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72675" y="15744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48581" y="17792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08206" y="17425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5765815" y="1674304"/>
              <a:ext cx="979973" cy="314484"/>
            </a:xfrm>
            <a:custGeom>
              <a:avLst/>
              <a:pathLst>
                <a:path w="979973" h="314484">
                  <a:moveTo>
                    <a:pt x="0" y="88693"/>
                  </a:moveTo>
                  <a:lnTo>
                    <a:pt x="517740" y="78695"/>
                  </a:lnTo>
                  <a:lnTo>
                    <a:pt x="653315" y="62385"/>
                  </a:lnTo>
                  <a:lnTo>
                    <a:pt x="844397" y="28840"/>
                  </a:lnTo>
                  <a:lnTo>
                    <a:pt x="979973" y="0"/>
                  </a:lnTo>
                  <a:lnTo>
                    <a:pt x="979973" y="198491"/>
                  </a:lnTo>
                  <a:lnTo>
                    <a:pt x="844397" y="197968"/>
                  </a:lnTo>
                  <a:lnTo>
                    <a:pt x="653315" y="204335"/>
                  </a:lnTo>
                  <a:lnTo>
                    <a:pt x="517740" y="216342"/>
                  </a:lnTo>
                  <a:lnTo>
                    <a:pt x="0" y="31448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6" name="pl365"/>
            <p:cNvSpPr/>
            <p:nvPr/>
          </p:nvSpPr>
          <p:spPr>
            <a:xfrm>
              <a:off x="5765815" y="1674304"/>
              <a:ext cx="979973" cy="88693"/>
            </a:xfrm>
            <a:custGeom>
              <a:avLst/>
              <a:pathLst>
                <a:path w="979973" h="88693">
                  <a:moveTo>
                    <a:pt x="0" y="88693"/>
                  </a:moveTo>
                  <a:lnTo>
                    <a:pt x="517740" y="78695"/>
                  </a:lnTo>
                  <a:lnTo>
                    <a:pt x="653315" y="62385"/>
                  </a:lnTo>
                  <a:lnTo>
                    <a:pt x="844397" y="28840"/>
                  </a:lnTo>
                  <a:lnTo>
                    <a:pt x="97997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7" name="pl366"/>
            <p:cNvSpPr/>
            <p:nvPr/>
          </p:nvSpPr>
          <p:spPr>
            <a:xfrm>
              <a:off x="5765815" y="1872273"/>
              <a:ext cx="979973" cy="116516"/>
            </a:xfrm>
            <a:custGeom>
              <a:avLst/>
              <a:pathLst>
                <a:path w="979973" h="116516">
                  <a:moveTo>
                    <a:pt x="979973" y="522"/>
                  </a:moveTo>
                  <a:lnTo>
                    <a:pt x="844397" y="0"/>
                  </a:lnTo>
                  <a:lnTo>
                    <a:pt x="653315" y="6366"/>
                  </a:lnTo>
                  <a:lnTo>
                    <a:pt x="517740" y="18373"/>
                  </a:lnTo>
                  <a:lnTo>
                    <a:pt x="0" y="11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65815" y="1773550"/>
              <a:ext cx="979973" cy="102343"/>
            </a:xfrm>
            <a:custGeom>
              <a:avLst/>
              <a:pathLst>
                <a:path w="979973" h="102343">
                  <a:moveTo>
                    <a:pt x="0" y="102343"/>
                  </a:moveTo>
                  <a:lnTo>
                    <a:pt x="517740" y="48273"/>
                  </a:lnTo>
                  <a:lnTo>
                    <a:pt x="653315" y="34114"/>
                  </a:lnTo>
                  <a:lnTo>
                    <a:pt x="844397" y="14158"/>
                  </a:lnTo>
                  <a:lnTo>
                    <a:pt x="97997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9" name="tx368"/>
            <p:cNvSpPr/>
            <p:nvPr/>
          </p:nvSpPr>
          <p:spPr>
            <a:xfrm>
              <a:off x="6266094" y="132374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0.234</a:t>
              </a:r>
            </a:p>
          </p:txBody>
        </p:sp>
        <p:sp>
          <p:nvSpPr>
            <p:cNvPr id="370" name="rc369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569108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1"/>
            <p:cNvSpPr/>
            <p:nvPr/>
          </p:nvSpPr>
          <p:spPr>
            <a:xfrm>
              <a:off x="5662616" y="21176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5662616" y="19049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62616" y="16923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662616" y="14796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69108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765815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6092473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641913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6745788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>
              <a:off x="5691085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2" name="rc381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421931" y="322631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451194" y="331007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1460923" y="308548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462480" y="30971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452495" y="340850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435006" y="31085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460924" y="339615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419513" y="34093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479802" y="33231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481689" y="31477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802802" y="31703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789209" y="26178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781474" y="30596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807339" y="32560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732902" y="33380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70074" y="32616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66165" y="29864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814493" y="30960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97088" y="32231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35143" y="27406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810401" y="29916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51245" y="31778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60304" y="29113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79265" y="29118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803356" y="334610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66970" y="275717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47043" y="303289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83632" y="309960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83582" y="313428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41910" y="30833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087371" y="315827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56218" y="31560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052855" y="29562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83251" y="32104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74182" y="310344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24918" y="32669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080615" y="326231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056986" y="29283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111167" y="30162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84295" y="29279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08311" y="28933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079110" y="33446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094435" y="31992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071002" y="29544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98897" y="28105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19247" y="32681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31523" y="296553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39250" y="308550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456932" y="31616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391065" y="323244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456634" y="31972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37838" y="34084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383073" y="32529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382190" y="33052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429290" y="26728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397570" y="331928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23984" y="318537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12537" y="31078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15503" y="32551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399961" y="31183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62423" y="32727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37688" y="32756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382937" y="328806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61183" y="335257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17874" y="305404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12647" y="330299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46519" y="32262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32779" y="31593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36185" y="32210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59928" y="27227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11031" y="32092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45999" y="32462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478172" y="2958897"/>
              <a:ext cx="985098" cy="334469"/>
            </a:xfrm>
            <a:custGeom>
              <a:avLst/>
              <a:pathLst>
                <a:path w="985098" h="334469">
                  <a:moveTo>
                    <a:pt x="0" y="0"/>
                  </a:moveTo>
                  <a:lnTo>
                    <a:pt x="520448" y="94267"/>
                  </a:lnTo>
                  <a:lnTo>
                    <a:pt x="656732" y="104799"/>
                  </a:lnTo>
                  <a:lnTo>
                    <a:pt x="848814" y="108695"/>
                  </a:lnTo>
                  <a:lnTo>
                    <a:pt x="985098" y="105932"/>
                  </a:lnTo>
                  <a:lnTo>
                    <a:pt x="985098" y="334469"/>
                  </a:lnTo>
                  <a:lnTo>
                    <a:pt x="848814" y="306654"/>
                  </a:lnTo>
                  <a:lnTo>
                    <a:pt x="656732" y="275242"/>
                  </a:lnTo>
                  <a:lnTo>
                    <a:pt x="520448" y="260722"/>
                  </a:lnTo>
                  <a:lnTo>
                    <a:pt x="0" y="25932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6" name="pl455"/>
            <p:cNvSpPr/>
            <p:nvPr/>
          </p:nvSpPr>
          <p:spPr>
            <a:xfrm>
              <a:off x="1478172" y="2958897"/>
              <a:ext cx="985098" cy="108695"/>
            </a:xfrm>
            <a:custGeom>
              <a:avLst/>
              <a:pathLst>
                <a:path w="985098" h="108695">
                  <a:moveTo>
                    <a:pt x="0" y="0"/>
                  </a:moveTo>
                  <a:lnTo>
                    <a:pt x="520448" y="94267"/>
                  </a:lnTo>
                  <a:lnTo>
                    <a:pt x="656732" y="104799"/>
                  </a:lnTo>
                  <a:lnTo>
                    <a:pt x="848814" y="108695"/>
                  </a:lnTo>
                  <a:lnTo>
                    <a:pt x="985098" y="105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7" name="pl456"/>
            <p:cNvSpPr/>
            <p:nvPr/>
          </p:nvSpPr>
          <p:spPr>
            <a:xfrm>
              <a:off x="1478172" y="3218218"/>
              <a:ext cx="985098" cy="75148"/>
            </a:xfrm>
            <a:custGeom>
              <a:avLst/>
              <a:pathLst>
                <a:path w="985098" h="75148">
                  <a:moveTo>
                    <a:pt x="985098" y="75148"/>
                  </a:moveTo>
                  <a:lnTo>
                    <a:pt x="848814" y="47334"/>
                  </a:lnTo>
                  <a:lnTo>
                    <a:pt x="656732" y="15921"/>
                  </a:lnTo>
                  <a:lnTo>
                    <a:pt x="520448" y="14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8" name="pl457"/>
            <p:cNvSpPr/>
            <p:nvPr/>
          </p:nvSpPr>
          <p:spPr>
            <a:xfrm>
              <a:off x="1478172" y="3088558"/>
              <a:ext cx="985098" cy="90540"/>
            </a:xfrm>
            <a:custGeom>
              <a:avLst/>
              <a:pathLst>
                <a:path w="985098" h="90540">
                  <a:moveTo>
                    <a:pt x="0" y="0"/>
                  </a:moveTo>
                  <a:lnTo>
                    <a:pt x="520448" y="47834"/>
                  </a:lnTo>
                  <a:lnTo>
                    <a:pt x="656732" y="60360"/>
                  </a:lnTo>
                  <a:lnTo>
                    <a:pt x="848814" y="78014"/>
                  </a:lnTo>
                  <a:lnTo>
                    <a:pt x="985098" y="9054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9" name="tx458"/>
            <p:cNvSpPr/>
            <p:nvPr/>
          </p:nvSpPr>
          <p:spPr>
            <a:xfrm>
              <a:off x="1983577" y="265249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0.332</a:t>
              </a:r>
            </a:p>
          </p:txBody>
        </p:sp>
        <p:sp>
          <p:nvSpPr>
            <p:cNvPr id="460" name="rc459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0492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 rot="-5400000">
              <a:off x="1235360" y="337562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3" name="tx462"/>
            <p:cNvSpPr/>
            <p:nvPr/>
          </p:nvSpPr>
          <p:spPr>
            <a:xfrm rot="-5400000">
              <a:off x="1235360" y="317121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4" name="tx463"/>
            <p:cNvSpPr/>
            <p:nvPr/>
          </p:nvSpPr>
          <p:spPr>
            <a:xfrm rot="-5400000">
              <a:off x="1235360" y="296680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5" name="tx464"/>
            <p:cNvSpPr/>
            <p:nvPr/>
          </p:nvSpPr>
          <p:spPr>
            <a:xfrm rot="-5400000">
              <a:off x="1235360" y="276239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66" name="pl465"/>
            <p:cNvSpPr/>
            <p:nvPr/>
          </p:nvSpPr>
          <p:spPr>
            <a:xfrm>
              <a:off x="1376458" y="34120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6"/>
            <p:cNvSpPr/>
            <p:nvPr/>
          </p:nvSpPr>
          <p:spPr>
            <a:xfrm>
              <a:off x="1376458" y="32076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7"/>
            <p:cNvSpPr/>
            <p:nvPr/>
          </p:nvSpPr>
          <p:spPr>
            <a:xfrm>
              <a:off x="1376458" y="30032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376458" y="27988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40492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47817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806538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213490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246327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4"/>
            <p:cNvSpPr/>
            <p:nvPr/>
          </p:nvSpPr>
          <p:spPr>
            <a:xfrm rot="-5400000">
              <a:off x="1029178" y="3005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76" name="tx475"/>
            <p:cNvSpPr/>
            <p:nvPr/>
          </p:nvSpPr>
          <p:spPr>
            <a:xfrm>
              <a:off x="1404926" y="2439248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77" name="rc476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898783" y="31619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885688" y="301586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867145" y="313190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848233" y="313236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884790" y="325395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885883" y="311133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900459" y="32058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924801" y="31597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916417" y="32734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924379" y="32941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214478" y="33485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214956" y="332676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181188" y="322271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186680" y="33122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190630" y="32272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180277" y="307728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201320" y="33308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197632" y="33247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199758" y="32130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233904" y="31023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180334" y="31707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223750" y="33252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159483" y="30473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208780" y="32327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156809" y="31399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161851" y="312863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221601" y="296710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164023" y="306279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484389" y="308023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518202" y="33846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480594" y="311612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489585" y="32789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479838" y="33032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38305" y="34093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53931" y="292680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538095" y="30686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502966" y="320626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488529" y="31479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511063" y="33644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560375" y="32743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14488" y="32661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56154" y="32867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38794" y="31618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29041" y="33154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68787" y="325172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07552" y="303696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480628" y="32101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57947" y="261780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833273" y="319292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818888" y="323392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815727" y="29404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810946" y="33198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62429" y="30166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883267" y="32679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68588" y="32456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810179" y="308222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65098" y="297161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872278" y="32787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33532" y="31456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815172" y="321848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42967" y="309285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873168" y="33138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08937" y="304596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849554" y="302372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05967" y="322256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891142" y="30688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53996" y="302680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30717" y="32046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50705" y="30342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78060" y="33331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29047" y="32696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873748" y="33787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16051" y="3123198"/>
              <a:ext cx="969567" cy="162840"/>
            </a:xfrm>
            <a:custGeom>
              <a:avLst/>
              <a:pathLst>
                <a:path w="969567" h="162840">
                  <a:moveTo>
                    <a:pt x="0" y="17266"/>
                  </a:moveTo>
                  <a:lnTo>
                    <a:pt x="512242" y="18473"/>
                  </a:lnTo>
                  <a:lnTo>
                    <a:pt x="646378" y="15042"/>
                  </a:lnTo>
                  <a:lnTo>
                    <a:pt x="835431" y="7315"/>
                  </a:lnTo>
                  <a:lnTo>
                    <a:pt x="969567" y="0"/>
                  </a:lnTo>
                  <a:lnTo>
                    <a:pt x="969567" y="130448"/>
                  </a:lnTo>
                  <a:lnTo>
                    <a:pt x="835431" y="130002"/>
                  </a:lnTo>
                  <a:lnTo>
                    <a:pt x="646378" y="131958"/>
                  </a:lnTo>
                  <a:lnTo>
                    <a:pt x="512242" y="135398"/>
                  </a:lnTo>
                  <a:lnTo>
                    <a:pt x="0" y="16284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0"/>
            <p:cNvSpPr/>
            <p:nvPr/>
          </p:nvSpPr>
          <p:spPr>
            <a:xfrm>
              <a:off x="2916051" y="3123198"/>
              <a:ext cx="969567" cy="18473"/>
            </a:xfrm>
            <a:custGeom>
              <a:avLst/>
              <a:pathLst>
                <a:path w="969567" h="18473">
                  <a:moveTo>
                    <a:pt x="0" y="17266"/>
                  </a:moveTo>
                  <a:lnTo>
                    <a:pt x="512242" y="18473"/>
                  </a:lnTo>
                  <a:lnTo>
                    <a:pt x="646378" y="15042"/>
                  </a:lnTo>
                  <a:lnTo>
                    <a:pt x="835431" y="7315"/>
                  </a:lnTo>
                  <a:lnTo>
                    <a:pt x="96956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2" name="pl551"/>
            <p:cNvSpPr/>
            <p:nvPr/>
          </p:nvSpPr>
          <p:spPr>
            <a:xfrm>
              <a:off x="2916051" y="3253200"/>
              <a:ext cx="969567" cy="32837"/>
            </a:xfrm>
            <a:custGeom>
              <a:avLst/>
              <a:pathLst>
                <a:path w="969567" h="32837">
                  <a:moveTo>
                    <a:pt x="969567" y="445"/>
                  </a:moveTo>
                  <a:lnTo>
                    <a:pt x="835431" y="0"/>
                  </a:lnTo>
                  <a:lnTo>
                    <a:pt x="646378" y="1955"/>
                  </a:lnTo>
                  <a:lnTo>
                    <a:pt x="512242" y="5395"/>
                  </a:lnTo>
                  <a:lnTo>
                    <a:pt x="0" y="32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3" name="pl552"/>
            <p:cNvSpPr/>
            <p:nvPr/>
          </p:nvSpPr>
          <p:spPr>
            <a:xfrm>
              <a:off x="2916051" y="3188422"/>
              <a:ext cx="969567" cy="24829"/>
            </a:xfrm>
            <a:custGeom>
              <a:avLst/>
              <a:pathLst>
                <a:path w="969567" h="24829">
                  <a:moveTo>
                    <a:pt x="0" y="24829"/>
                  </a:moveTo>
                  <a:lnTo>
                    <a:pt x="512242" y="11711"/>
                  </a:lnTo>
                  <a:lnTo>
                    <a:pt x="646378" y="8276"/>
                  </a:lnTo>
                  <a:lnTo>
                    <a:pt x="835431" y="3435"/>
                  </a:lnTo>
                  <a:lnTo>
                    <a:pt x="96956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4" name="tx553"/>
            <p:cNvSpPr/>
            <p:nvPr/>
          </p:nvSpPr>
          <p:spPr>
            <a:xfrm>
              <a:off x="3533025" y="2652507"/>
              <a:ext cx="35259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0.5</a:t>
              </a:r>
            </a:p>
          </p:txBody>
        </p:sp>
        <p:sp>
          <p:nvSpPr>
            <p:cNvPr id="555" name="rc554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3364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05178" y="34560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2805178" y="32097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8"/>
            <p:cNvSpPr/>
            <p:nvPr/>
          </p:nvSpPr>
          <p:spPr>
            <a:xfrm>
              <a:off x="2805178" y="29634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59"/>
            <p:cNvSpPr/>
            <p:nvPr/>
          </p:nvSpPr>
          <p:spPr>
            <a:xfrm>
              <a:off x="2805178" y="27171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83364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91605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3239240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3562429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3885618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tx565"/>
            <p:cNvSpPr/>
            <p:nvPr/>
          </p:nvSpPr>
          <p:spPr>
            <a:xfrm>
              <a:off x="2833646" y="2439248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67" name="rc566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292115" y="32317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365709" y="28058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324624" y="305785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4354692" y="32493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327975" y="314539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276952" y="31591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298948" y="291055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339937" y="32439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280634" y="34093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278662" y="32270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645587" y="33378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658282" y="26178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666717" y="31192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670336" y="33031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601194" y="32345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667250" y="318863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624761" y="32524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68898" y="33628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18323" y="30465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600612" y="31586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615432" y="29537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66243" y="32173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677003" y="29983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46741" y="31149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632164" y="32543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682564" y="305149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621878" y="29064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598441" y="271030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951069" y="327813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972906" y="32125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925081" y="303370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001334" y="318930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978456" y="31314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16021" y="33392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003004" y="33002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60942" y="31485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990099" y="31302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99054" y="28846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5001483" y="32184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962468" y="289437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934883" y="32536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75607" y="33556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930273" y="309453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924104" y="30092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61058" y="32930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943697" y="30971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978818" y="287741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57568" y="308559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5248063" y="30479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304082" y="310064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299166" y="32041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5258602" y="32528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5277839" y="32393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15903" y="321716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317018" y="30055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260594" y="307965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262015" y="30157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318090" y="28236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261796" y="325672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277994" y="29237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272650" y="27608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312823" y="33258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274725" y="30349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316571" y="32589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07393" y="270466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239317" y="30572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319862" y="297223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241490" y="31396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284462" y="30559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13211" y="32357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267902" y="30009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300959" y="32574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4357407" y="3018219"/>
              <a:ext cx="958611" cy="229316"/>
            </a:xfrm>
            <a:custGeom>
              <a:avLst/>
              <a:pathLst>
                <a:path w="958611" h="229316">
                  <a:moveTo>
                    <a:pt x="0" y="41618"/>
                  </a:moveTo>
                  <a:lnTo>
                    <a:pt x="506454" y="32438"/>
                  </a:lnTo>
                  <a:lnTo>
                    <a:pt x="639074" y="25385"/>
                  </a:lnTo>
                  <a:lnTo>
                    <a:pt x="825991" y="11868"/>
                  </a:lnTo>
                  <a:lnTo>
                    <a:pt x="958611" y="0"/>
                  </a:lnTo>
                  <a:lnTo>
                    <a:pt x="958611" y="168906"/>
                  </a:lnTo>
                  <a:lnTo>
                    <a:pt x="825991" y="171153"/>
                  </a:lnTo>
                  <a:lnTo>
                    <a:pt x="639074" y="177530"/>
                  </a:lnTo>
                  <a:lnTo>
                    <a:pt x="506454" y="184592"/>
                  </a:lnTo>
                  <a:lnTo>
                    <a:pt x="0" y="22931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357407" y="3018219"/>
              <a:ext cx="958611" cy="41618"/>
            </a:xfrm>
            <a:custGeom>
              <a:avLst/>
              <a:pathLst>
                <a:path w="958611" h="41618">
                  <a:moveTo>
                    <a:pt x="0" y="41618"/>
                  </a:moveTo>
                  <a:lnTo>
                    <a:pt x="506454" y="32438"/>
                  </a:lnTo>
                  <a:lnTo>
                    <a:pt x="639074" y="25385"/>
                  </a:lnTo>
                  <a:lnTo>
                    <a:pt x="825991" y="11868"/>
                  </a:lnTo>
                  <a:lnTo>
                    <a:pt x="9586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2" name="pl641"/>
            <p:cNvSpPr/>
            <p:nvPr/>
          </p:nvSpPr>
          <p:spPr>
            <a:xfrm>
              <a:off x="4357407" y="3187125"/>
              <a:ext cx="958611" cy="60410"/>
            </a:xfrm>
            <a:custGeom>
              <a:avLst/>
              <a:pathLst>
                <a:path w="958611" h="60410">
                  <a:moveTo>
                    <a:pt x="958611" y="0"/>
                  </a:moveTo>
                  <a:lnTo>
                    <a:pt x="825991" y="2246"/>
                  </a:lnTo>
                  <a:lnTo>
                    <a:pt x="639074" y="8624"/>
                  </a:lnTo>
                  <a:lnTo>
                    <a:pt x="506454" y="15686"/>
                  </a:lnTo>
                  <a:lnTo>
                    <a:pt x="0" y="6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357407" y="3102672"/>
              <a:ext cx="958611" cy="51014"/>
            </a:xfrm>
            <a:custGeom>
              <a:avLst/>
              <a:pathLst>
                <a:path w="958611" h="51014">
                  <a:moveTo>
                    <a:pt x="0" y="51014"/>
                  </a:moveTo>
                  <a:lnTo>
                    <a:pt x="506454" y="24062"/>
                  </a:lnTo>
                  <a:lnTo>
                    <a:pt x="639074" y="17004"/>
                  </a:lnTo>
                  <a:lnTo>
                    <a:pt x="825991" y="7057"/>
                  </a:lnTo>
                  <a:lnTo>
                    <a:pt x="95861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4" name="tx643"/>
            <p:cNvSpPr/>
            <p:nvPr/>
          </p:nvSpPr>
          <p:spPr>
            <a:xfrm>
              <a:off x="4836324" y="265243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0.276</a:t>
              </a:r>
            </a:p>
          </p:txBody>
        </p:sp>
        <p:sp>
          <p:nvSpPr>
            <p:cNvPr id="645" name="rc644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262365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33897" y="32731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33897" y="30275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233897" y="27819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49"/>
            <p:cNvSpPr/>
            <p:nvPr/>
          </p:nvSpPr>
          <p:spPr>
            <a:xfrm>
              <a:off x="4262365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0"/>
            <p:cNvSpPr/>
            <p:nvPr/>
          </p:nvSpPr>
          <p:spPr>
            <a:xfrm>
              <a:off x="4357407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676944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99648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5316019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4"/>
            <p:cNvSpPr/>
            <p:nvPr/>
          </p:nvSpPr>
          <p:spPr>
            <a:xfrm>
              <a:off x="4262365" y="2439248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56" name="rc655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419513" y="440092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429231" y="45438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483784" y="453497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426640" y="42237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440669" y="458102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491562" y="448668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454035" y="466216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435390" y="46287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477633" y="43423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469800" y="44577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92680" y="45443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825184" y="436773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15502" y="44159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748060" y="47058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88179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785602" y="40744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805725" y="45607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781778" y="47082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757001" y="46788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793672" y="45550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811122" y="45177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47326" y="464095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757564" y="45994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803980" y="456575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735847" y="46498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91807" y="449309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816540" y="463028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739651" y="453389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056771" y="440831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35587" y="4738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123646" y="451012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82495" y="46277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107814" y="42993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45969" y="45330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129433" y="43636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111996" y="45880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133998" y="44685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069827" y="45536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76749" y="46054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72798" y="41651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40407" y="45521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78470" y="46480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103458" y="42197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08901" y="43215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56415" y="44858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94939" y="46839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075815" y="454908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099290" y="446434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379403" y="452075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437037" y="451943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384113" y="45364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417444" y="46081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400670" y="45011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445163" y="447223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393404" y="44560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43508" y="451703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376668" y="46106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382532" y="438577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437518" y="46216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423925" y="45321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49728" y="458167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432184" y="46973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462423" y="460518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33572" y="464422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381986" y="459245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401513" y="448662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388384" y="46198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377641" y="44513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49059" y="45619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382712" y="44662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433424" y="45282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417859" y="46501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1498960" y="4431238"/>
              <a:ext cx="960435" cy="206115"/>
            </a:xfrm>
            <a:custGeom>
              <a:avLst/>
              <a:pathLst>
                <a:path w="960435" h="206115">
                  <a:moveTo>
                    <a:pt x="0" y="0"/>
                  </a:moveTo>
                  <a:lnTo>
                    <a:pt x="507418" y="58170"/>
                  </a:lnTo>
                  <a:lnTo>
                    <a:pt x="640290" y="67855"/>
                  </a:lnTo>
                  <a:lnTo>
                    <a:pt x="827563" y="76984"/>
                  </a:lnTo>
                  <a:lnTo>
                    <a:pt x="960435" y="80805"/>
                  </a:lnTo>
                  <a:lnTo>
                    <a:pt x="960435" y="206115"/>
                  </a:lnTo>
                  <a:lnTo>
                    <a:pt x="827563" y="190636"/>
                  </a:lnTo>
                  <a:lnTo>
                    <a:pt x="640290" y="172564"/>
                  </a:lnTo>
                  <a:lnTo>
                    <a:pt x="507418" y="162950"/>
                  </a:lnTo>
                  <a:lnTo>
                    <a:pt x="0" y="14741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0" name="pl729"/>
            <p:cNvSpPr/>
            <p:nvPr/>
          </p:nvSpPr>
          <p:spPr>
            <a:xfrm>
              <a:off x="1498960" y="4431238"/>
              <a:ext cx="960435" cy="80805"/>
            </a:xfrm>
            <a:custGeom>
              <a:avLst/>
              <a:pathLst>
                <a:path w="960435" h="80805">
                  <a:moveTo>
                    <a:pt x="0" y="0"/>
                  </a:moveTo>
                  <a:lnTo>
                    <a:pt x="507418" y="58170"/>
                  </a:lnTo>
                  <a:lnTo>
                    <a:pt x="640290" y="67855"/>
                  </a:lnTo>
                  <a:lnTo>
                    <a:pt x="827563" y="76984"/>
                  </a:lnTo>
                  <a:lnTo>
                    <a:pt x="960435" y="80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1" name="pl730"/>
            <p:cNvSpPr/>
            <p:nvPr/>
          </p:nvSpPr>
          <p:spPr>
            <a:xfrm>
              <a:off x="1498960" y="4578657"/>
              <a:ext cx="960435" cy="58696"/>
            </a:xfrm>
            <a:custGeom>
              <a:avLst/>
              <a:pathLst>
                <a:path w="960435" h="58696">
                  <a:moveTo>
                    <a:pt x="960435" y="58696"/>
                  </a:moveTo>
                  <a:lnTo>
                    <a:pt x="827563" y="43217"/>
                  </a:lnTo>
                  <a:lnTo>
                    <a:pt x="640290" y="25145"/>
                  </a:lnTo>
                  <a:lnTo>
                    <a:pt x="507418" y="155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2" name="pl731"/>
            <p:cNvSpPr/>
            <p:nvPr/>
          </p:nvSpPr>
          <p:spPr>
            <a:xfrm>
              <a:off x="1498960" y="4504947"/>
              <a:ext cx="960435" cy="69750"/>
            </a:xfrm>
            <a:custGeom>
              <a:avLst/>
              <a:pathLst>
                <a:path w="960435" h="69750">
                  <a:moveTo>
                    <a:pt x="0" y="0"/>
                  </a:moveTo>
                  <a:lnTo>
                    <a:pt x="507418" y="36850"/>
                  </a:lnTo>
                  <a:lnTo>
                    <a:pt x="640290" y="46500"/>
                  </a:lnTo>
                  <a:lnTo>
                    <a:pt x="827563" y="60101"/>
                  </a:lnTo>
                  <a:lnTo>
                    <a:pt x="960435" y="6975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3" name="tx732"/>
            <p:cNvSpPr/>
            <p:nvPr/>
          </p:nvSpPr>
          <p:spPr>
            <a:xfrm>
              <a:off x="1979702" y="398123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0.115</a:t>
              </a:r>
            </a:p>
          </p:txBody>
        </p:sp>
        <p:sp>
          <p:nvSpPr>
            <p:cNvPr id="734" name="rc733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35" name="pl734"/>
            <p:cNvSpPr/>
            <p:nvPr/>
          </p:nvSpPr>
          <p:spPr>
            <a:xfrm>
              <a:off x="140492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5"/>
            <p:cNvSpPr/>
            <p:nvPr/>
          </p:nvSpPr>
          <p:spPr>
            <a:xfrm rot="-5400000">
              <a:off x="1235360" y="47026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37" name="tx736"/>
            <p:cNvSpPr/>
            <p:nvPr/>
          </p:nvSpPr>
          <p:spPr>
            <a:xfrm rot="-5400000">
              <a:off x="1235360" y="442532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38" name="tx737"/>
            <p:cNvSpPr/>
            <p:nvPr/>
          </p:nvSpPr>
          <p:spPr>
            <a:xfrm rot="-5400000">
              <a:off x="1235360" y="414795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39" name="pl738"/>
            <p:cNvSpPr/>
            <p:nvPr/>
          </p:nvSpPr>
          <p:spPr>
            <a:xfrm>
              <a:off x="1376458" y="47391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39"/>
            <p:cNvSpPr/>
            <p:nvPr/>
          </p:nvSpPr>
          <p:spPr>
            <a:xfrm>
              <a:off x="1376458" y="44617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0"/>
            <p:cNvSpPr/>
            <p:nvPr/>
          </p:nvSpPr>
          <p:spPr>
            <a:xfrm>
              <a:off x="1376458" y="41843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40492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49896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3"/>
            <p:cNvSpPr/>
            <p:nvPr/>
          </p:nvSpPr>
          <p:spPr>
            <a:xfrm>
              <a:off x="1819105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4"/>
            <p:cNvSpPr/>
            <p:nvPr/>
          </p:nvSpPr>
          <p:spPr>
            <a:xfrm>
              <a:off x="213925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5"/>
            <p:cNvSpPr/>
            <p:nvPr/>
          </p:nvSpPr>
          <p:spPr>
            <a:xfrm>
              <a:off x="245939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6"/>
            <p:cNvSpPr/>
            <p:nvPr/>
          </p:nvSpPr>
          <p:spPr>
            <a:xfrm>
              <a:off x="147070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8" name="tx747"/>
            <p:cNvSpPr/>
            <p:nvPr/>
          </p:nvSpPr>
          <p:spPr>
            <a:xfrm>
              <a:off x="1790850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9" name="tx748"/>
            <p:cNvSpPr/>
            <p:nvPr/>
          </p:nvSpPr>
          <p:spPr>
            <a:xfrm>
              <a:off x="211099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0" name="tx749"/>
            <p:cNvSpPr/>
            <p:nvPr/>
          </p:nvSpPr>
          <p:spPr>
            <a:xfrm>
              <a:off x="243114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1" name="tx750"/>
            <p:cNvSpPr/>
            <p:nvPr/>
          </p:nvSpPr>
          <p:spPr>
            <a:xfrm>
              <a:off x="171746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2" name="tx751"/>
            <p:cNvSpPr/>
            <p:nvPr/>
          </p:nvSpPr>
          <p:spPr>
            <a:xfrm rot="-5400000">
              <a:off x="1029178" y="433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53" name="tx752"/>
            <p:cNvSpPr/>
            <p:nvPr/>
          </p:nvSpPr>
          <p:spPr>
            <a:xfrm>
              <a:off x="1404926" y="3767982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54" name="rc753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890801" y="43336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856092" y="412853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864873" y="436507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848820" y="43334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848233" y="402907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889603" y="43108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81690" y="458231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70907" y="44952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880522" y="43323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884576" y="39861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3168419" y="4738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3213245" y="429261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3205774" y="43706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3232006" y="46569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3241960" y="43710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174899" y="44822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193166" y="45433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198947" y="46018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235966" y="44384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165951" y="42103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174445" y="417854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151306" y="45375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228390" y="44258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225914" y="445497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194438" y="43675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183826" y="414090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31299" y="450012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224181" y="40299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507383" y="410900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476276" y="44002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558054" y="434678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536029" y="44900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514911" y="44713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516702" y="45483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488187" y="429472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490718" y="421435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39874" y="421899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501720" y="426048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16565" y="43802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07869" y="40583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66264" y="45637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62885" y="46470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46119" y="43289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05742" y="417347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61835" y="43805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560457" y="46460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38817" y="394654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484344" y="427851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880197" y="44995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837099" y="437822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807096" y="44901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855328" y="44757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838435" y="454263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809607" y="433020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818936" y="44552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849049" y="47122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855609" y="43806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861951" y="45311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830716" y="45459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848680" y="44246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840379" y="435472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805700" y="46032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817205" y="45464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879767" y="456871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888137" y="418389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831977" y="428621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822527" y="45745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885062" y="44214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891142" y="43125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843614" y="433522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865924" y="42932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807239" y="44909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910264" y="4248645"/>
              <a:ext cx="974307" cy="282752"/>
            </a:xfrm>
            <a:custGeom>
              <a:avLst/>
              <a:pathLst>
                <a:path w="974307" h="282752">
                  <a:moveTo>
                    <a:pt x="0" y="0"/>
                  </a:moveTo>
                  <a:lnTo>
                    <a:pt x="514746" y="85240"/>
                  </a:lnTo>
                  <a:lnTo>
                    <a:pt x="649538" y="101335"/>
                  </a:lnTo>
                  <a:lnTo>
                    <a:pt x="839515" y="119014"/>
                  </a:lnTo>
                  <a:lnTo>
                    <a:pt x="974307" y="128557"/>
                  </a:lnTo>
                  <a:lnTo>
                    <a:pt x="974307" y="282752"/>
                  </a:lnTo>
                  <a:lnTo>
                    <a:pt x="839515" y="260169"/>
                  </a:lnTo>
                  <a:lnTo>
                    <a:pt x="649538" y="232568"/>
                  </a:lnTo>
                  <a:lnTo>
                    <a:pt x="514746" y="216536"/>
                  </a:lnTo>
                  <a:lnTo>
                    <a:pt x="0" y="17909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7"/>
            <p:cNvSpPr/>
            <p:nvPr/>
          </p:nvSpPr>
          <p:spPr>
            <a:xfrm>
              <a:off x="2910264" y="4248645"/>
              <a:ext cx="974307" cy="128557"/>
            </a:xfrm>
            <a:custGeom>
              <a:avLst/>
              <a:pathLst>
                <a:path w="974307" h="128557">
                  <a:moveTo>
                    <a:pt x="0" y="0"/>
                  </a:moveTo>
                  <a:lnTo>
                    <a:pt x="514746" y="85240"/>
                  </a:lnTo>
                  <a:lnTo>
                    <a:pt x="649538" y="101335"/>
                  </a:lnTo>
                  <a:lnTo>
                    <a:pt x="839515" y="119014"/>
                  </a:lnTo>
                  <a:lnTo>
                    <a:pt x="974307" y="128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9" name="pl828"/>
            <p:cNvSpPr/>
            <p:nvPr/>
          </p:nvSpPr>
          <p:spPr>
            <a:xfrm>
              <a:off x="2910264" y="4427737"/>
              <a:ext cx="974307" cy="103661"/>
            </a:xfrm>
            <a:custGeom>
              <a:avLst/>
              <a:pathLst>
                <a:path w="974307" h="103661">
                  <a:moveTo>
                    <a:pt x="974307" y="103661"/>
                  </a:moveTo>
                  <a:lnTo>
                    <a:pt x="839515" y="81077"/>
                  </a:lnTo>
                  <a:lnTo>
                    <a:pt x="649538" y="53477"/>
                  </a:lnTo>
                  <a:lnTo>
                    <a:pt x="514746" y="374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0" name="pl829"/>
            <p:cNvSpPr/>
            <p:nvPr/>
          </p:nvSpPr>
          <p:spPr>
            <a:xfrm>
              <a:off x="2910264" y="4338191"/>
              <a:ext cx="974307" cy="116109"/>
            </a:xfrm>
            <a:custGeom>
              <a:avLst/>
              <a:pathLst>
                <a:path w="974307" h="116109">
                  <a:moveTo>
                    <a:pt x="0" y="0"/>
                  </a:moveTo>
                  <a:lnTo>
                    <a:pt x="514746" y="61342"/>
                  </a:lnTo>
                  <a:lnTo>
                    <a:pt x="649538" y="77406"/>
                  </a:lnTo>
                  <a:lnTo>
                    <a:pt x="839515" y="100045"/>
                  </a:lnTo>
                  <a:lnTo>
                    <a:pt x="974307" y="11610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0"/>
            <p:cNvSpPr/>
            <p:nvPr/>
          </p:nvSpPr>
          <p:spPr>
            <a:xfrm>
              <a:off x="3404877" y="398123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0.027</a:t>
              </a:r>
            </a:p>
          </p:txBody>
        </p:sp>
        <p:sp>
          <p:nvSpPr>
            <p:cNvPr id="832" name="rc831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33" name="pl832"/>
            <p:cNvSpPr/>
            <p:nvPr/>
          </p:nvSpPr>
          <p:spPr>
            <a:xfrm>
              <a:off x="283364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05178" y="47464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05178" y="44736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05178" y="42008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283364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291026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8"/>
            <p:cNvSpPr/>
            <p:nvPr/>
          </p:nvSpPr>
          <p:spPr>
            <a:xfrm>
              <a:off x="323503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3559802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388457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tx841"/>
            <p:cNvSpPr/>
            <p:nvPr/>
          </p:nvSpPr>
          <p:spPr>
            <a:xfrm>
              <a:off x="288200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43" name="tx842"/>
            <p:cNvSpPr/>
            <p:nvPr/>
          </p:nvSpPr>
          <p:spPr>
            <a:xfrm>
              <a:off x="320677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44" name="tx843"/>
            <p:cNvSpPr/>
            <p:nvPr/>
          </p:nvSpPr>
          <p:spPr>
            <a:xfrm>
              <a:off x="3531547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5" name="tx844"/>
            <p:cNvSpPr/>
            <p:nvPr/>
          </p:nvSpPr>
          <p:spPr>
            <a:xfrm>
              <a:off x="385631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46" name="tx845"/>
            <p:cNvSpPr/>
            <p:nvPr/>
          </p:nvSpPr>
          <p:spPr>
            <a:xfrm>
              <a:off x="314618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47" name="tx846"/>
            <p:cNvSpPr/>
            <p:nvPr/>
          </p:nvSpPr>
          <p:spPr>
            <a:xfrm>
              <a:off x="2833646" y="3767982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48" name="rc847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4276952" y="462013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4285896" y="45240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4286070" y="463403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4335139" y="406056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4302336" y="44479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4326736" y="43006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4313457" y="47380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309919" y="45267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298266" y="44326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301908" y="42015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603254" y="44248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660353" y="424359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614021" y="46220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667099" y="46673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604819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598675" y="407698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604541" y="47068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672713" y="46444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39745" y="46760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29837" y="460927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589935" y="45819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655303" y="4687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601274" y="45069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659606" y="45301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612808" y="43655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607766" y="444325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597052" y="469068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26615" y="459831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943396" y="46208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925542" y="45851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953522" y="458661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978806" y="45607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967441" y="45705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939889" y="46242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985145" y="46063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911757" y="43939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914349" y="465611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995901" y="447292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952901" y="46449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946339" y="450394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959610" y="46328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4936064" y="46606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932518" y="43244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83229" y="46001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33757" y="44284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23977" y="45392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981837" y="446018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64542" y="446905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5248554" y="46876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5239754" y="45535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5288692" y="44290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5260358" y="45432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5261390" y="44548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5241659" y="45973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5319862" y="45236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281216" y="460862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238992" y="44037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244719" y="44171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263982" y="455526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250786" y="46328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234782" y="451798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279491" y="46414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300352" y="450423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268807" y="467581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231033" y="434145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285291" y="463337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12651" y="460017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255575" y="45254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240868" y="44682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285480" y="45327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230535" y="456761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233105" y="46192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4338957" y="4360478"/>
              <a:ext cx="975962" cy="371855"/>
            </a:xfrm>
            <a:custGeom>
              <a:avLst/>
              <a:pathLst>
                <a:path w="975962" h="371855">
                  <a:moveTo>
                    <a:pt x="0" y="0"/>
                  </a:moveTo>
                  <a:lnTo>
                    <a:pt x="515621" y="121360"/>
                  </a:lnTo>
                  <a:lnTo>
                    <a:pt x="650641" y="127836"/>
                  </a:lnTo>
                  <a:lnTo>
                    <a:pt x="840942" y="118972"/>
                  </a:lnTo>
                  <a:lnTo>
                    <a:pt x="975962" y="105980"/>
                  </a:lnTo>
                  <a:lnTo>
                    <a:pt x="975962" y="371855"/>
                  </a:lnTo>
                  <a:lnTo>
                    <a:pt x="840942" y="333567"/>
                  </a:lnTo>
                  <a:lnTo>
                    <a:pt x="650641" y="289050"/>
                  </a:lnTo>
                  <a:lnTo>
                    <a:pt x="515621" y="270231"/>
                  </a:lnTo>
                  <a:lnTo>
                    <a:pt x="0" y="29499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4338957" y="4360478"/>
              <a:ext cx="975962" cy="127836"/>
            </a:xfrm>
            <a:custGeom>
              <a:avLst/>
              <a:pathLst>
                <a:path w="975962" h="127836">
                  <a:moveTo>
                    <a:pt x="0" y="0"/>
                  </a:moveTo>
                  <a:lnTo>
                    <a:pt x="515621" y="121360"/>
                  </a:lnTo>
                  <a:lnTo>
                    <a:pt x="650641" y="127836"/>
                  </a:lnTo>
                  <a:lnTo>
                    <a:pt x="840942" y="118972"/>
                  </a:lnTo>
                  <a:lnTo>
                    <a:pt x="975962" y="105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4338957" y="4630709"/>
              <a:ext cx="975962" cy="101624"/>
            </a:xfrm>
            <a:custGeom>
              <a:avLst/>
              <a:pathLst>
                <a:path w="975962" h="101624">
                  <a:moveTo>
                    <a:pt x="975962" y="101624"/>
                  </a:moveTo>
                  <a:lnTo>
                    <a:pt x="840942" y="63335"/>
                  </a:lnTo>
                  <a:lnTo>
                    <a:pt x="650641" y="18819"/>
                  </a:lnTo>
                  <a:lnTo>
                    <a:pt x="515621" y="0"/>
                  </a:lnTo>
                  <a:lnTo>
                    <a:pt x="0" y="24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4338957" y="4507974"/>
              <a:ext cx="975962" cy="91421"/>
            </a:xfrm>
            <a:custGeom>
              <a:avLst/>
              <a:pathLst>
                <a:path w="975962" h="91421">
                  <a:moveTo>
                    <a:pt x="0" y="0"/>
                  </a:moveTo>
                  <a:lnTo>
                    <a:pt x="515621" y="48300"/>
                  </a:lnTo>
                  <a:lnTo>
                    <a:pt x="650641" y="60947"/>
                  </a:lnTo>
                  <a:lnTo>
                    <a:pt x="840942" y="78774"/>
                  </a:lnTo>
                  <a:lnTo>
                    <a:pt x="975962" y="91421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5" name="tx924"/>
            <p:cNvSpPr/>
            <p:nvPr/>
          </p:nvSpPr>
          <p:spPr>
            <a:xfrm>
              <a:off x="4898776" y="398122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0.46</a:t>
              </a:r>
            </a:p>
          </p:txBody>
        </p:sp>
        <p:sp>
          <p:nvSpPr>
            <p:cNvPr id="926" name="rc925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426236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4233897" y="47315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233897" y="45421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233897" y="43528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33897" y="41635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4233897" y="39742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426236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3"/>
            <p:cNvSpPr/>
            <p:nvPr/>
          </p:nvSpPr>
          <p:spPr>
            <a:xfrm>
              <a:off x="4338957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66427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98959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531492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tx937"/>
            <p:cNvSpPr/>
            <p:nvPr/>
          </p:nvSpPr>
          <p:spPr>
            <a:xfrm>
              <a:off x="4310702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463602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496134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528666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457490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4262365" y="3767982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44" name="rc943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764569" y="450820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752430" y="45584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709153" y="459810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713805" y="43118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785434" y="453517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779676" y="43260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705672" y="470492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750847" y="45955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736246" y="43381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712551" y="427809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6102526" y="44629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6109571" y="431388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6072525" y="45770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6033141" y="46967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6059127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6051752" y="401083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6020984" y="465348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6073938" y="47200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022059" y="47102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021242" y="46257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51056" y="46612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93806" y="46898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086389" y="46652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22441" y="46618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72980" y="46262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54093" y="45584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89046" y="47087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78944" y="458638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429769" y="457714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427145" y="47199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399873" y="465692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374567" y="46819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381006" y="45087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408238" y="46142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377468" y="447731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367468" y="457713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403628" y="46180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428118" y="45429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359062" y="46876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430235" y="43500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394119" y="46524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09304" y="46943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426534" y="42976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363421" y="45284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406571" y="44663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429074" y="46457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364138" y="45801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430523" y="447587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733171" y="46273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673407" y="460015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676513" y="45351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748581" y="46229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682093" y="45055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739248" y="45835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663269" y="45420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715763" y="456200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744340" y="45972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690722" y="44043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676770" y="46727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694932" y="46064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729075" y="460779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670325" y="46984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737725" y="456735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694644" y="469667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704110" y="449932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708353" y="46009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667178" y="46110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718041" y="45485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729034" y="45844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658849" y="45716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726179" y="459146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708780" y="46820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5785946" y="4387446"/>
              <a:ext cx="955608" cy="388175"/>
            </a:xfrm>
            <a:custGeom>
              <a:avLst/>
              <a:pathLst>
                <a:path w="955608" h="388175">
                  <a:moveTo>
                    <a:pt x="0" y="0"/>
                  </a:moveTo>
                  <a:lnTo>
                    <a:pt x="504867" y="126918"/>
                  </a:lnTo>
                  <a:lnTo>
                    <a:pt x="637072" y="131781"/>
                  </a:lnTo>
                  <a:lnTo>
                    <a:pt x="823404" y="119244"/>
                  </a:lnTo>
                  <a:lnTo>
                    <a:pt x="955608" y="103478"/>
                  </a:lnTo>
                  <a:lnTo>
                    <a:pt x="955608" y="388175"/>
                  </a:lnTo>
                  <a:lnTo>
                    <a:pt x="823404" y="347388"/>
                  </a:lnTo>
                  <a:lnTo>
                    <a:pt x="637072" y="299588"/>
                  </a:lnTo>
                  <a:lnTo>
                    <a:pt x="504867" y="279431"/>
                  </a:lnTo>
                  <a:lnTo>
                    <a:pt x="0" y="31080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7"/>
            <p:cNvSpPr/>
            <p:nvPr/>
          </p:nvSpPr>
          <p:spPr>
            <a:xfrm>
              <a:off x="5785946" y="4387446"/>
              <a:ext cx="955608" cy="131781"/>
            </a:xfrm>
            <a:custGeom>
              <a:avLst/>
              <a:pathLst>
                <a:path w="955608" h="131781">
                  <a:moveTo>
                    <a:pt x="0" y="0"/>
                  </a:moveTo>
                  <a:lnTo>
                    <a:pt x="504867" y="126918"/>
                  </a:lnTo>
                  <a:lnTo>
                    <a:pt x="637072" y="131781"/>
                  </a:lnTo>
                  <a:lnTo>
                    <a:pt x="823404" y="119244"/>
                  </a:lnTo>
                  <a:lnTo>
                    <a:pt x="955608" y="103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9" name="pl1018"/>
            <p:cNvSpPr/>
            <p:nvPr/>
          </p:nvSpPr>
          <p:spPr>
            <a:xfrm>
              <a:off x="5785946" y="4666877"/>
              <a:ext cx="955608" cy="108743"/>
            </a:xfrm>
            <a:custGeom>
              <a:avLst/>
              <a:pathLst>
                <a:path w="955608" h="108743">
                  <a:moveTo>
                    <a:pt x="955608" y="108743"/>
                  </a:moveTo>
                  <a:lnTo>
                    <a:pt x="823404" y="67957"/>
                  </a:lnTo>
                  <a:lnTo>
                    <a:pt x="637072" y="20156"/>
                  </a:lnTo>
                  <a:lnTo>
                    <a:pt x="504867" y="0"/>
                  </a:lnTo>
                  <a:lnTo>
                    <a:pt x="0" y="31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0" name="pl1019"/>
            <p:cNvSpPr/>
            <p:nvPr/>
          </p:nvSpPr>
          <p:spPr>
            <a:xfrm>
              <a:off x="5785946" y="4542847"/>
              <a:ext cx="955608" cy="90425"/>
            </a:xfrm>
            <a:custGeom>
              <a:avLst/>
              <a:pathLst>
                <a:path w="955608" h="90425">
                  <a:moveTo>
                    <a:pt x="0" y="0"/>
                  </a:moveTo>
                  <a:lnTo>
                    <a:pt x="504867" y="47773"/>
                  </a:lnTo>
                  <a:lnTo>
                    <a:pt x="637072" y="60283"/>
                  </a:lnTo>
                  <a:lnTo>
                    <a:pt x="823404" y="77915"/>
                  </a:lnTo>
                  <a:lnTo>
                    <a:pt x="955608" y="9042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1" name="tx1020"/>
            <p:cNvSpPr/>
            <p:nvPr/>
          </p:nvSpPr>
          <p:spPr>
            <a:xfrm>
              <a:off x="6261860" y="398123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0.493</a:t>
              </a:r>
            </a:p>
          </p:txBody>
        </p:sp>
        <p:sp>
          <p:nvSpPr>
            <p:cNvPr id="1022" name="rc1021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23" name="pl1022"/>
            <p:cNvSpPr/>
            <p:nvPr/>
          </p:nvSpPr>
          <p:spPr>
            <a:xfrm>
              <a:off x="569108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3"/>
            <p:cNvSpPr/>
            <p:nvPr/>
          </p:nvSpPr>
          <p:spPr>
            <a:xfrm>
              <a:off x="5662616" y="46240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4"/>
            <p:cNvSpPr/>
            <p:nvPr/>
          </p:nvSpPr>
          <p:spPr>
            <a:xfrm>
              <a:off x="5662616" y="43349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662616" y="40457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69108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8594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6104482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642301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0"/>
            <p:cNvSpPr/>
            <p:nvPr/>
          </p:nvSpPr>
          <p:spPr>
            <a:xfrm>
              <a:off x="674155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tx1031"/>
            <p:cNvSpPr/>
            <p:nvPr/>
          </p:nvSpPr>
          <p:spPr>
            <a:xfrm>
              <a:off x="575769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33" name="tx1032"/>
            <p:cNvSpPr/>
            <p:nvPr/>
          </p:nvSpPr>
          <p:spPr>
            <a:xfrm>
              <a:off x="6076227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34" name="tx1033"/>
            <p:cNvSpPr/>
            <p:nvPr/>
          </p:nvSpPr>
          <p:spPr>
            <a:xfrm>
              <a:off x="639476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35" name="tx1034"/>
            <p:cNvSpPr/>
            <p:nvPr/>
          </p:nvSpPr>
          <p:spPr>
            <a:xfrm>
              <a:off x="671329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36" name="tx1035"/>
            <p:cNvSpPr/>
            <p:nvPr/>
          </p:nvSpPr>
          <p:spPr>
            <a:xfrm>
              <a:off x="600362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37" name="tx1036"/>
            <p:cNvSpPr/>
            <p:nvPr/>
          </p:nvSpPr>
          <p:spPr>
            <a:xfrm>
              <a:off x="5691085" y="3767982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38" name="rc1037"/>
            <p:cNvSpPr/>
            <p:nvPr/>
          </p:nvSpPr>
          <p:spPr>
            <a:xfrm>
              <a:off x="3040122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tx1038"/>
            <p:cNvSpPr/>
            <p:nvPr/>
          </p:nvSpPr>
          <p:spPr>
            <a:xfrm>
              <a:off x="3905579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0" name="rc1039"/>
            <p:cNvSpPr/>
            <p:nvPr/>
          </p:nvSpPr>
          <p:spPr>
            <a:xfrm>
              <a:off x="304012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092563" y="54657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1"/>
            <p:cNvSpPr/>
            <p:nvPr/>
          </p:nvSpPr>
          <p:spPr>
            <a:xfrm>
              <a:off x="304012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092563" y="57027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3"/>
            <p:cNvSpPr/>
            <p:nvPr/>
          </p:nvSpPr>
          <p:spPr>
            <a:xfrm>
              <a:off x="3492003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544445" y="546579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5"/>
            <p:cNvSpPr/>
            <p:nvPr/>
          </p:nvSpPr>
          <p:spPr>
            <a:xfrm>
              <a:off x="3492003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544445" y="570272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7"/>
            <p:cNvSpPr/>
            <p:nvPr/>
          </p:nvSpPr>
          <p:spPr>
            <a:xfrm>
              <a:off x="3938215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990657" y="5465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49"/>
            <p:cNvSpPr/>
            <p:nvPr/>
          </p:nvSpPr>
          <p:spPr>
            <a:xfrm>
              <a:off x="3938215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990657" y="57027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1"/>
            <p:cNvSpPr/>
            <p:nvPr/>
          </p:nvSpPr>
          <p:spPr>
            <a:xfrm>
              <a:off x="4373180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4425621" y="54657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3"/>
            <p:cNvSpPr/>
            <p:nvPr/>
          </p:nvSpPr>
          <p:spPr>
            <a:xfrm>
              <a:off x="4373180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4425621" y="57027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5"/>
            <p:cNvSpPr/>
            <p:nvPr/>
          </p:nvSpPr>
          <p:spPr>
            <a:xfrm>
              <a:off x="4819392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4871833" y="54657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7"/>
            <p:cNvSpPr/>
            <p:nvPr/>
          </p:nvSpPr>
          <p:spPr>
            <a:xfrm>
              <a:off x="4819392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4871833" y="57027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tx1059"/>
            <p:cNvSpPr/>
            <p:nvPr/>
          </p:nvSpPr>
          <p:spPr>
            <a:xfrm>
              <a:off x="3277058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61" name="tx1060"/>
            <p:cNvSpPr/>
            <p:nvPr/>
          </p:nvSpPr>
          <p:spPr>
            <a:xfrm>
              <a:off x="3277058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62" name="tx1061"/>
            <p:cNvSpPr/>
            <p:nvPr/>
          </p:nvSpPr>
          <p:spPr>
            <a:xfrm>
              <a:off x="372893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63" name="tx1062"/>
            <p:cNvSpPr/>
            <p:nvPr/>
          </p:nvSpPr>
          <p:spPr>
            <a:xfrm>
              <a:off x="3728939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64" name="tx1063"/>
            <p:cNvSpPr/>
            <p:nvPr/>
          </p:nvSpPr>
          <p:spPr>
            <a:xfrm>
              <a:off x="4175151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65" name="tx1064"/>
            <p:cNvSpPr/>
            <p:nvPr/>
          </p:nvSpPr>
          <p:spPr>
            <a:xfrm>
              <a:off x="4175151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66" name="tx1065"/>
            <p:cNvSpPr/>
            <p:nvPr/>
          </p:nvSpPr>
          <p:spPr>
            <a:xfrm>
              <a:off x="4610116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67" name="tx1066"/>
            <p:cNvSpPr/>
            <p:nvPr/>
          </p:nvSpPr>
          <p:spPr>
            <a:xfrm>
              <a:off x="4610116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68" name="tx1067"/>
            <p:cNvSpPr/>
            <p:nvPr/>
          </p:nvSpPr>
          <p:spPr>
            <a:xfrm>
              <a:off x="5056328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69" name="tx1068"/>
            <p:cNvSpPr/>
            <p:nvPr/>
          </p:nvSpPr>
          <p:spPr>
            <a:xfrm>
              <a:off x="5056328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2026-07-20T11:39:30Z</dcterms:modified>
  <cp:category/>
</cp:coreProperties>
</file>