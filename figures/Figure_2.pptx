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10972800" cy="9144000"/>
            <a:chOff x="914400" y="914400"/>
            <a:chExt cx="10972800" cy="9144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10972800" cy="9144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10972800" cy="9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83989" y="983989"/>
              <a:ext cx="2974509" cy="26185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3958498" y="983989"/>
              <a:ext cx="2619704" cy="26185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6578202" y="983989"/>
              <a:ext cx="2619704" cy="26185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9197906" y="983989"/>
              <a:ext cx="2619704" cy="26185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83989" y="3602532"/>
              <a:ext cx="2974509" cy="26185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3958498" y="3602532"/>
              <a:ext cx="2619704" cy="26185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578202" y="3602532"/>
              <a:ext cx="2619704" cy="26185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983989" y="6221075"/>
              <a:ext cx="2974509" cy="376773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58498" y="6221075"/>
              <a:ext cx="2619704" cy="376773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6578202" y="6221075"/>
              <a:ext cx="2619704" cy="376773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9197906" y="6221075"/>
              <a:ext cx="2619704" cy="376773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1503277" y="1353673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703665" y="2792272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635170" y="2466505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715977" y="2621861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606875" y="2141667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648441" y="3304519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626134" y="2601958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570341" y="2975781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584378" y="2749355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644911" y="237813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628429" y="2627891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380470" y="244822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232915" y="2241823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269491" y="2222708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233362" y="268898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306181" y="2588502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363927" y="2355119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342578" y="2533854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366623" y="287738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2296830" y="275399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303330" y="2152122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278824" y="2212292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302818" y="265215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296035" y="2753940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2320240" y="2983822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2378451" y="2754230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399108" y="2467648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2235147" y="2726641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299420" y="2492128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2977057" y="2448008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911459" y="250494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3022612" y="2785228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906870" y="2266444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3020601" y="2491959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901748" y="252916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925234" y="2600940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974027" y="2494251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895622" y="2704145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954162" y="1959059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879133" y="210222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046458" y="2054082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875367" y="1982682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3007078" y="2461080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963198" y="2382383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889944" y="2212614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3002875" y="2763845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904258" y="2543285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3002913" y="2446645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982679" y="2315353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3529656" y="2207895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3542696" y="2298044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3662623" y="2673475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3652935" y="233648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3623062" y="2616817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3517577" y="2785029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3548727" y="2472737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3595066" y="2430599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3591087" y="2333179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3584168" y="2612059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3545792" y="2367578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3557190" y="1581324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3517465" y="2629272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3647544" y="173123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3582914" y="2480796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3543819" y="2032937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3547302" y="1971850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3597064" y="2002139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3653921" y="2586093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3687337" y="2295562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3664522" y="2538489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3646525" y="2399440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3556476" y="1801636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3651124" y="140963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1696748" y="2205886"/>
              <a:ext cx="1947671" cy="652165"/>
            </a:xfrm>
            <a:custGeom>
              <a:avLst/>
              <a:pathLst>
                <a:path w="1947671" h="652165">
                  <a:moveTo>
                    <a:pt x="0" y="368954"/>
                  </a:moveTo>
                  <a:lnTo>
                    <a:pt x="1028995" y="219309"/>
                  </a:lnTo>
                  <a:lnTo>
                    <a:pt x="1298447" y="164273"/>
                  </a:lnTo>
                  <a:lnTo>
                    <a:pt x="1678219" y="72344"/>
                  </a:lnTo>
                  <a:lnTo>
                    <a:pt x="1947671" y="0"/>
                  </a:lnTo>
                  <a:lnTo>
                    <a:pt x="1947671" y="221671"/>
                  </a:lnTo>
                  <a:lnTo>
                    <a:pt x="1678219" y="259927"/>
                  </a:lnTo>
                  <a:lnTo>
                    <a:pt x="1298447" y="323880"/>
                  </a:lnTo>
                  <a:lnTo>
                    <a:pt x="1028995" y="379444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696748" y="2205886"/>
              <a:ext cx="1947671" cy="368954"/>
            </a:xfrm>
            <a:custGeom>
              <a:avLst/>
              <a:pathLst>
                <a:path w="1947671" h="368954">
                  <a:moveTo>
                    <a:pt x="0" y="368954"/>
                  </a:moveTo>
                  <a:lnTo>
                    <a:pt x="1028995" y="219309"/>
                  </a:lnTo>
                  <a:lnTo>
                    <a:pt x="1298447" y="164273"/>
                  </a:lnTo>
                  <a:lnTo>
                    <a:pt x="1678219" y="72344"/>
                  </a:lnTo>
                  <a:lnTo>
                    <a:pt x="19476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696748" y="2427557"/>
              <a:ext cx="1947671" cy="430493"/>
            </a:xfrm>
            <a:custGeom>
              <a:avLst/>
              <a:pathLst>
                <a:path w="1947671" h="430493">
                  <a:moveTo>
                    <a:pt x="1947671" y="0"/>
                  </a:moveTo>
                  <a:lnTo>
                    <a:pt x="1678219" y="38255"/>
                  </a:lnTo>
                  <a:lnTo>
                    <a:pt x="1298447" y="102209"/>
                  </a:lnTo>
                  <a:lnTo>
                    <a:pt x="1028995" y="157773"/>
                  </a:lnTo>
                  <a:lnTo>
                    <a:pt x="0" y="4304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696748" y="2316721"/>
              <a:ext cx="1947671" cy="399724"/>
            </a:xfrm>
            <a:custGeom>
              <a:avLst/>
              <a:pathLst>
                <a:path w="1947671" h="399724">
                  <a:moveTo>
                    <a:pt x="0" y="399724"/>
                  </a:moveTo>
                  <a:lnTo>
                    <a:pt x="1028995" y="188541"/>
                  </a:lnTo>
                  <a:lnTo>
                    <a:pt x="1298447" y="133241"/>
                  </a:lnTo>
                  <a:lnTo>
                    <a:pt x="1678219" y="55300"/>
                  </a:lnTo>
                  <a:lnTo>
                    <a:pt x="1947671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tx93"/>
            <p:cNvSpPr/>
            <p:nvPr/>
          </p:nvSpPr>
          <p:spPr>
            <a:xfrm>
              <a:off x="3164725" y="2274672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&lt; 0.001</a:t>
              </a:r>
            </a:p>
          </p:txBody>
        </p:sp>
        <p:sp>
          <p:nvSpPr>
            <p:cNvPr id="95" name="rc94"/>
            <p:cNvSpPr/>
            <p:nvPr/>
          </p:nvSpPr>
          <p:spPr>
            <a:xfrm>
              <a:off x="1503277" y="1353673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503277" y="1353673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tx96"/>
            <p:cNvSpPr/>
            <p:nvPr/>
          </p:nvSpPr>
          <p:spPr>
            <a:xfrm rot="-5400000">
              <a:off x="1272281" y="3311743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98" name="tx97"/>
            <p:cNvSpPr/>
            <p:nvPr/>
          </p:nvSpPr>
          <p:spPr>
            <a:xfrm rot="-5400000">
              <a:off x="1272281" y="282213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99" name="tx98"/>
            <p:cNvSpPr/>
            <p:nvPr/>
          </p:nvSpPr>
          <p:spPr>
            <a:xfrm rot="-5400000">
              <a:off x="1272281" y="233251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100" name="tx99"/>
            <p:cNvSpPr/>
            <p:nvPr/>
          </p:nvSpPr>
          <p:spPr>
            <a:xfrm rot="-5400000">
              <a:off x="1272281" y="1842907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101" name="tx100"/>
            <p:cNvSpPr/>
            <p:nvPr/>
          </p:nvSpPr>
          <p:spPr>
            <a:xfrm rot="-5400000">
              <a:off x="1272281" y="1353295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102" name="pl101"/>
            <p:cNvSpPr/>
            <p:nvPr/>
          </p:nvSpPr>
          <p:spPr>
            <a:xfrm>
              <a:off x="1465319" y="336185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1465319" y="287224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1465319" y="238262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1465319" y="189301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5"/>
            <p:cNvSpPr/>
            <p:nvPr/>
          </p:nvSpPr>
          <p:spPr>
            <a:xfrm>
              <a:off x="1465319" y="140340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6"/>
            <p:cNvSpPr/>
            <p:nvPr/>
          </p:nvSpPr>
          <p:spPr>
            <a:xfrm>
              <a:off x="1503277" y="3438049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1696748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2345972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09"/>
            <p:cNvSpPr/>
            <p:nvPr/>
          </p:nvSpPr>
          <p:spPr>
            <a:xfrm>
              <a:off x="2995196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0"/>
            <p:cNvSpPr/>
            <p:nvPr/>
          </p:nvSpPr>
          <p:spPr>
            <a:xfrm>
              <a:off x="3644420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tx111"/>
            <p:cNvSpPr/>
            <p:nvPr/>
          </p:nvSpPr>
          <p:spPr>
            <a:xfrm rot="-5400000">
              <a:off x="1004992" y="2336425"/>
              <a:ext cx="256946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113" name="tx112"/>
            <p:cNvSpPr/>
            <p:nvPr/>
          </p:nvSpPr>
          <p:spPr>
            <a:xfrm>
              <a:off x="1503277" y="1110514"/>
              <a:ext cx="651510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MLA</a:t>
              </a:r>
            </a:p>
          </p:txBody>
        </p:sp>
        <p:sp>
          <p:nvSpPr>
            <p:cNvPr id="114" name="rc113"/>
            <p:cNvSpPr/>
            <p:nvPr/>
          </p:nvSpPr>
          <p:spPr>
            <a:xfrm>
              <a:off x="4122981" y="1353673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4296619" y="2709624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4233278" y="2681918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4306276" y="2512445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4263723" y="2393161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4254901" y="3161560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4306382" y="3284360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4241117" y="2516998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4190045" y="3177869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4205773" y="251284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4262774" y="2229487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4867402" y="2534280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4949456" y="2613509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4812068" y="1615195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4923427" y="250215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4971242" y="1771180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4851379" y="2345029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4917742" y="2240328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4867542" y="269276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4964141" y="2535560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4921552" y="2977090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4979064" y="3005615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4829514" y="287618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4791454" y="3294363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4976323" y="3072459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4875193" y="3161002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4827157" y="2844090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4846532" y="3016467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4846160" y="2574029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5581365" y="1873060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5607983" y="270587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5548163" y="2216966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5599606" y="2666038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5485234" y="2355534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5563805" y="266742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5617866" y="1790678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5601722" y="2342057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5498014" y="2485588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5511101" y="2907258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5642302" y="250041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5522960" y="1582044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5596030" y="2233527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5506451" y="266577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5469450" y="2681784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5545925" y="2894224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5517749" y="3251741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5605040" y="3016001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5474322" y="2948259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5625499" y="2307495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6147696" y="2214592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6302827" y="2045921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6149499" y="2460040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6219151" y="261650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6211486" y="3304519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6145324" y="2618316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6203938" y="3303696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6307041" y="2488391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6151239" y="2630602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6191181" y="3108851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6182451" y="2382385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6270382" y="1409632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6235247" y="2735654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6210905" y="220985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6172788" y="2290965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6172387" y="2048037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6136198" y="2402109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6224521" y="2067731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6234378" y="2762237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6193559" y="2337691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6239825" y="2684671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6211090" y="3095480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6199488" y="1725904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6270052" y="219760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4251114" y="2233607"/>
              <a:ext cx="2013930" cy="755198"/>
            </a:xfrm>
            <a:custGeom>
              <a:avLst/>
              <a:pathLst>
                <a:path w="2013930" h="755198">
                  <a:moveTo>
                    <a:pt x="0" y="250757"/>
                  </a:moveTo>
                  <a:lnTo>
                    <a:pt x="1064001" y="135665"/>
                  </a:lnTo>
                  <a:lnTo>
                    <a:pt x="1342620" y="99150"/>
                  </a:lnTo>
                  <a:lnTo>
                    <a:pt x="1735311" y="43002"/>
                  </a:lnTo>
                  <a:lnTo>
                    <a:pt x="2013930" y="0"/>
                  </a:lnTo>
                  <a:lnTo>
                    <a:pt x="2013930" y="478342"/>
                  </a:lnTo>
                  <a:lnTo>
                    <a:pt x="1735311" y="508332"/>
                  </a:lnTo>
                  <a:lnTo>
                    <a:pt x="1342620" y="555063"/>
                  </a:lnTo>
                  <a:lnTo>
                    <a:pt x="1064001" y="591541"/>
                  </a:lnTo>
                  <a:lnTo>
                    <a:pt x="0" y="755198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88" name="pl187"/>
            <p:cNvSpPr/>
            <p:nvPr/>
          </p:nvSpPr>
          <p:spPr>
            <a:xfrm>
              <a:off x="4251114" y="2233607"/>
              <a:ext cx="2013930" cy="250757"/>
            </a:xfrm>
            <a:custGeom>
              <a:avLst/>
              <a:pathLst>
                <a:path w="2013930" h="250757">
                  <a:moveTo>
                    <a:pt x="0" y="250757"/>
                  </a:moveTo>
                  <a:lnTo>
                    <a:pt x="1064001" y="135665"/>
                  </a:lnTo>
                  <a:lnTo>
                    <a:pt x="1342620" y="99150"/>
                  </a:lnTo>
                  <a:lnTo>
                    <a:pt x="1735311" y="43002"/>
                  </a:lnTo>
                  <a:lnTo>
                    <a:pt x="20139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9" name="pl188"/>
            <p:cNvSpPr/>
            <p:nvPr/>
          </p:nvSpPr>
          <p:spPr>
            <a:xfrm>
              <a:off x="4251114" y="2711950"/>
              <a:ext cx="2013930" cy="276856"/>
            </a:xfrm>
            <a:custGeom>
              <a:avLst/>
              <a:pathLst>
                <a:path w="2013930" h="276856">
                  <a:moveTo>
                    <a:pt x="2013930" y="0"/>
                  </a:moveTo>
                  <a:lnTo>
                    <a:pt x="1735311" y="29990"/>
                  </a:lnTo>
                  <a:lnTo>
                    <a:pt x="1342620" y="76720"/>
                  </a:lnTo>
                  <a:lnTo>
                    <a:pt x="1064001" y="113199"/>
                  </a:lnTo>
                  <a:lnTo>
                    <a:pt x="0" y="2768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90" name="pl189"/>
            <p:cNvSpPr/>
            <p:nvPr/>
          </p:nvSpPr>
          <p:spPr>
            <a:xfrm>
              <a:off x="4251114" y="2472779"/>
              <a:ext cx="2013930" cy="263806"/>
            </a:xfrm>
            <a:custGeom>
              <a:avLst/>
              <a:pathLst>
                <a:path w="2013930" h="263806">
                  <a:moveTo>
                    <a:pt x="0" y="263806"/>
                  </a:moveTo>
                  <a:lnTo>
                    <a:pt x="1064001" y="124432"/>
                  </a:lnTo>
                  <a:lnTo>
                    <a:pt x="1342620" y="87935"/>
                  </a:lnTo>
                  <a:lnTo>
                    <a:pt x="1735311" y="36496"/>
                  </a:lnTo>
                  <a:lnTo>
                    <a:pt x="2013930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tx190"/>
            <p:cNvSpPr/>
            <p:nvPr/>
          </p:nvSpPr>
          <p:spPr>
            <a:xfrm>
              <a:off x="5785350" y="2417138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0.005</a:t>
              </a:r>
            </a:p>
          </p:txBody>
        </p:sp>
        <p:sp>
          <p:nvSpPr>
            <p:cNvPr id="192" name="rc191"/>
            <p:cNvSpPr/>
            <p:nvPr/>
          </p:nvSpPr>
          <p:spPr>
            <a:xfrm>
              <a:off x="4122981" y="1353673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4122981" y="1353673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4085024" y="294064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4085024" y="228203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4085024" y="162342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4122981" y="3438049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4251114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4922424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199"/>
            <p:cNvSpPr/>
            <p:nvPr/>
          </p:nvSpPr>
          <p:spPr>
            <a:xfrm>
              <a:off x="5593734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0"/>
            <p:cNvSpPr/>
            <p:nvPr/>
          </p:nvSpPr>
          <p:spPr>
            <a:xfrm>
              <a:off x="6265045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tx201"/>
            <p:cNvSpPr/>
            <p:nvPr/>
          </p:nvSpPr>
          <p:spPr>
            <a:xfrm>
              <a:off x="4122981" y="1110514"/>
              <a:ext cx="631758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SLA</a:t>
              </a:r>
            </a:p>
          </p:txBody>
        </p:sp>
        <p:sp>
          <p:nvSpPr>
            <p:cNvPr id="203" name="rc202"/>
            <p:cNvSpPr/>
            <p:nvPr/>
          </p:nvSpPr>
          <p:spPr>
            <a:xfrm>
              <a:off x="6742685" y="1353673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6962269" y="2946118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6923520" y="2978608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6838122" y="3165893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6834863" y="2634231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6882628" y="2687310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6830351" y="2600782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6879193" y="3116012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6920449" y="2884535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6809749" y="303326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6946708" y="2343506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7467003" y="323055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7578816" y="2895316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7494798" y="2207989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7497314" y="2908880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7626424" y="3304519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7473628" y="3296983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7614762" y="3006762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7525689" y="325038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7475761" y="217601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7550825" y="1409632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7505507" y="2829109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7607503" y="303313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7456999" y="2993621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7458174" y="3087746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7598327" y="2878553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7479746" y="2640210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7524325" y="2759912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7604015" y="2905522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8171130" y="3194913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8247292" y="321687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8098916" y="3031570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8174377" y="2987737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8143584" y="1531902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8226604" y="303641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8263623" y="2208326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8218791" y="2380137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8179031" y="3213338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8167118" y="1454466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8151825" y="322115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8263687" y="3138114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8258215" y="2335185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8120598" y="286502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8278826" y="2950737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8233336" y="1647014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8130435" y="3018686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8171812" y="3042619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8116824" y="2589093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8270147" y="2650281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8831541" y="3103784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8810256" y="3149955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8901441" y="3212190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8880117" y="310145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8843566" y="2164212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8803283" y="3133979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8889946" y="2413560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8910554" y="3222743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8866036" y="1597821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8788887" y="1670423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8926745" y="2957904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8786512" y="2968291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8909949" y="2718700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8854893" y="294288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8889697" y="2803652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8780174" y="3179461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8779999" y="3155271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8856014" y="2824804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8836576" y="2910466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8821011" y="2593391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8748188" y="1478758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8866331" y="2514311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8862739" y="3039108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8845286" y="241068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6936110" y="2539654"/>
              <a:ext cx="1939690" cy="599371"/>
            </a:xfrm>
            <a:custGeom>
              <a:avLst/>
              <a:pathLst>
                <a:path w="1939690" h="599371">
                  <a:moveTo>
                    <a:pt x="0" y="73236"/>
                  </a:moveTo>
                  <a:lnTo>
                    <a:pt x="1024778" y="80037"/>
                  </a:lnTo>
                  <a:lnTo>
                    <a:pt x="1293126" y="65405"/>
                  </a:lnTo>
                  <a:lnTo>
                    <a:pt x="1671342" y="31803"/>
                  </a:lnTo>
                  <a:lnTo>
                    <a:pt x="1939690" y="0"/>
                  </a:lnTo>
                  <a:lnTo>
                    <a:pt x="1939690" y="460248"/>
                  </a:lnTo>
                  <a:lnTo>
                    <a:pt x="1671342" y="457823"/>
                  </a:lnTo>
                  <a:lnTo>
                    <a:pt x="1293126" y="465629"/>
                  </a:lnTo>
                  <a:lnTo>
                    <a:pt x="1024778" y="480376"/>
                  </a:lnTo>
                  <a:lnTo>
                    <a:pt x="0" y="599371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77" name="pl276"/>
            <p:cNvSpPr/>
            <p:nvPr/>
          </p:nvSpPr>
          <p:spPr>
            <a:xfrm>
              <a:off x="6936110" y="2539654"/>
              <a:ext cx="1939690" cy="80037"/>
            </a:xfrm>
            <a:custGeom>
              <a:avLst/>
              <a:pathLst>
                <a:path w="1939690" h="80037">
                  <a:moveTo>
                    <a:pt x="0" y="73236"/>
                  </a:moveTo>
                  <a:lnTo>
                    <a:pt x="1024778" y="80037"/>
                  </a:lnTo>
                  <a:lnTo>
                    <a:pt x="1293126" y="65405"/>
                  </a:lnTo>
                  <a:lnTo>
                    <a:pt x="1671342" y="31803"/>
                  </a:lnTo>
                  <a:lnTo>
                    <a:pt x="193969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8" name="pl277"/>
            <p:cNvSpPr/>
            <p:nvPr/>
          </p:nvSpPr>
          <p:spPr>
            <a:xfrm>
              <a:off x="6936110" y="2997477"/>
              <a:ext cx="1939690" cy="141547"/>
            </a:xfrm>
            <a:custGeom>
              <a:avLst/>
              <a:pathLst>
                <a:path w="1939690" h="141547">
                  <a:moveTo>
                    <a:pt x="1939690" y="2424"/>
                  </a:moveTo>
                  <a:lnTo>
                    <a:pt x="1671342" y="0"/>
                  </a:lnTo>
                  <a:lnTo>
                    <a:pt x="1293126" y="7805"/>
                  </a:lnTo>
                  <a:lnTo>
                    <a:pt x="1024778" y="22552"/>
                  </a:lnTo>
                  <a:lnTo>
                    <a:pt x="0" y="1415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9" name="pl278"/>
            <p:cNvSpPr/>
            <p:nvPr/>
          </p:nvSpPr>
          <p:spPr>
            <a:xfrm>
              <a:off x="6936110" y="2769778"/>
              <a:ext cx="1939690" cy="106179"/>
            </a:xfrm>
            <a:custGeom>
              <a:avLst/>
              <a:pathLst>
                <a:path w="1939690" h="106179">
                  <a:moveTo>
                    <a:pt x="0" y="106179"/>
                  </a:moveTo>
                  <a:lnTo>
                    <a:pt x="1024778" y="50082"/>
                  </a:lnTo>
                  <a:lnTo>
                    <a:pt x="1293126" y="35393"/>
                  </a:lnTo>
                  <a:lnTo>
                    <a:pt x="1671342" y="14689"/>
                  </a:lnTo>
                  <a:lnTo>
                    <a:pt x="1939690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0" name="tx279"/>
            <p:cNvSpPr/>
            <p:nvPr/>
          </p:nvSpPr>
          <p:spPr>
            <a:xfrm>
              <a:off x="8396106" y="2698374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0.464</a:t>
              </a:r>
            </a:p>
          </p:txBody>
        </p:sp>
        <p:sp>
          <p:nvSpPr>
            <p:cNvPr id="281" name="rc280"/>
            <p:cNvSpPr/>
            <p:nvPr/>
          </p:nvSpPr>
          <p:spPr>
            <a:xfrm>
              <a:off x="6742685" y="1353673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82" name="pl281"/>
            <p:cNvSpPr/>
            <p:nvPr/>
          </p:nvSpPr>
          <p:spPr>
            <a:xfrm>
              <a:off x="6742685" y="1353673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l282"/>
            <p:cNvSpPr/>
            <p:nvPr/>
          </p:nvSpPr>
          <p:spPr>
            <a:xfrm>
              <a:off x="6704728" y="300508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l283"/>
            <p:cNvSpPr/>
            <p:nvPr/>
          </p:nvSpPr>
          <p:spPr>
            <a:xfrm>
              <a:off x="6704728" y="238552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l284"/>
            <p:cNvSpPr/>
            <p:nvPr/>
          </p:nvSpPr>
          <p:spPr>
            <a:xfrm>
              <a:off x="6704728" y="176596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l285"/>
            <p:cNvSpPr/>
            <p:nvPr/>
          </p:nvSpPr>
          <p:spPr>
            <a:xfrm>
              <a:off x="6742685" y="3438049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l286"/>
            <p:cNvSpPr/>
            <p:nvPr/>
          </p:nvSpPr>
          <p:spPr>
            <a:xfrm>
              <a:off x="6936110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l287"/>
            <p:cNvSpPr/>
            <p:nvPr/>
          </p:nvSpPr>
          <p:spPr>
            <a:xfrm>
              <a:off x="7582673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l288"/>
            <p:cNvSpPr/>
            <p:nvPr/>
          </p:nvSpPr>
          <p:spPr>
            <a:xfrm>
              <a:off x="8229237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l289"/>
            <p:cNvSpPr/>
            <p:nvPr/>
          </p:nvSpPr>
          <p:spPr>
            <a:xfrm>
              <a:off x="8875800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tx290"/>
            <p:cNvSpPr/>
            <p:nvPr/>
          </p:nvSpPr>
          <p:spPr>
            <a:xfrm>
              <a:off x="6742685" y="1110514"/>
              <a:ext cx="779891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LDMC</a:t>
              </a:r>
            </a:p>
          </p:txBody>
        </p:sp>
        <p:sp>
          <p:nvSpPr>
            <p:cNvPr id="292" name="rc291"/>
            <p:cNvSpPr/>
            <p:nvPr/>
          </p:nvSpPr>
          <p:spPr>
            <a:xfrm>
              <a:off x="9362389" y="1353673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3" name="pt292"/>
            <p:cNvSpPr/>
            <p:nvPr/>
          </p:nvSpPr>
          <p:spPr>
            <a:xfrm>
              <a:off x="9582921" y="2896164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4" name="pt293"/>
            <p:cNvSpPr/>
            <p:nvPr/>
          </p:nvSpPr>
          <p:spPr>
            <a:xfrm>
              <a:off x="9540671" y="2719989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9496489" y="2624844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9469271" y="3034788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9512809" y="3099718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9483665" y="1868950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9429454" y="2915131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9472128" y="2470544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9480415" y="2903960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9456157" y="3025853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10190563" y="271149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10164014" y="2922382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10171324" y="2297662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10214512" y="299535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10226496" y="2882796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10121726" y="2458628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10123693" y="3105903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10087856" y="2915430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10102191" y="276486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10168358" y="1451976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10086523" y="1991472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10168949" y="278612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10117341" y="2697273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10130048" y="3089186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10121348" y="2805282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10103957" y="2697330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10239744" y="2975890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10175887" y="2874764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10814020" y="3304519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10746262" y="291927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10721738" y="2878755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10760389" y="2679249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10714040" y="1847452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10841674" y="169821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10824659" y="2272877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10867610" y="2476388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10789294" y="2503092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10859774" y="2362297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10887054" y="244209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10878604" y="2338571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10857853" y="2932590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10847146" y="273912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10860872" y="2875104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10724234" y="2185065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10770876" y="2353845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10785310" y="2706237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10709293" y="2439042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10830506" y="1409632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11546449" y="2464317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11504063" y="2666445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11535177" y="2468009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11467661" y="2454250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11454949" y="2573281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11415736" y="2480439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11380658" y="2282996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11463593" y="2459524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11448561" y="2859505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11379805" y="2001621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11474186" y="2861960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11361950" y="2835950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11469622" y="2674171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11365054" y="250782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11406939" y="2536184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11455810" y="2860463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11400286" y="2317419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11421117" y="2561677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11522242" y="2676353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11458824" y="2543851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11367726" y="2682336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11461667" y="2112424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11364828" y="2581456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11394198" y="248078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9535991" y="2282142"/>
              <a:ext cx="1956667" cy="751833"/>
            </a:xfrm>
            <a:custGeom>
              <a:avLst/>
              <a:pathLst>
                <a:path w="1956667" h="751833">
                  <a:moveTo>
                    <a:pt x="0" y="211577"/>
                  </a:moveTo>
                  <a:lnTo>
                    <a:pt x="1033748" y="188256"/>
                  </a:lnTo>
                  <a:lnTo>
                    <a:pt x="1304444" y="149298"/>
                  </a:lnTo>
                  <a:lnTo>
                    <a:pt x="1685970" y="69033"/>
                  </a:lnTo>
                  <a:lnTo>
                    <a:pt x="1956667" y="0"/>
                  </a:lnTo>
                  <a:lnTo>
                    <a:pt x="1956667" y="474509"/>
                  </a:lnTo>
                  <a:lnTo>
                    <a:pt x="1685970" y="473113"/>
                  </a:lnTo>
                  <a:lnTo>
                    <a:pt x="1304444" y="488178"/>
                  </a:lnTo>
                  <a:lnTo>
                    <a:pt x="1033748" y="516857"/>
                  </a:lnTo>
                  <a:lnTo>
                    <a:pt x="0" y="751833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66" name="pl365"/>
            <p:cNvSpPr/>
            <p:nvPr/>
          </p:nvSpPr>
          <p:spPr>
            <a:xfrm>
              <a:off x="9535991" y="2282142"/>
              <a:ext cx="1956667" cy="211577"/>
            </a:xfrm>
            <a:custGeom>
              <a:avLst/>
              <a:pathLst>
                <a:path w="1956667" h="211577">
                  <a:moveTo>
                    <a:pt x="0" y="211577"/>
                  </a:moveTo>
                  <a:lnTo>
                    <a:pt x="1033748" y="188256"/>
                  </a:lnTo>
                  <a:lnTo>
                    <a:pt x="1304444" y="149298"/>
                  </a:lnTo>
                  <a:lnTo>
                    <a:pt x="1685970" y="69033"/>
                  </a:lnTo>
                  <a:lnTo>
                    <a:pt x="195666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7" name="pl366"/>
            <p:cNvSpPr/>
            <p:nvPr/>
          </p:nvSpPr>
          <p:spPr>
            <a:xfrm>
              <a:off x="9535991" y="2755256"/>
              <a:ext cx="1956667" cy="278719"/>
            </a:xfrm>
            <a:custGeom>
              <a:avLst/>
              <a:pathLst>
                <a:path w="1956667" h="278719">
                  <a:moveTo>
                    <a:pt x="1956667" y="1395"/>
                  </a:moveTo>
                  <a:lnTo>
                    <a:pt x="1685970" y="0"/>
                  </a:lnTo>
                  <a:lnTo>
                    <a:pt x="1304444" y="15064"/>
                  </a:lnTo>
                  <a:lnTo>
                    <a:pt x="1033748" y="43743"/>
                  </a:lnTo>
                  <a:lnTo>
                    <a:pt x="0" y="2787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8" name="pl367"/>
            <p:cNvSpPr/>
            <p:nvPr/>
          </p:nvSpPr>
          <p:spPr>
            <a:xfrm>
              <a:off x="9535991" y="2519397"/>
              <a:ext cx="1956667" cy="244450"/>
            </a:xfrm>
            <a:custGeom>
              <a:avLst/>
              <a:pathLst>
                <a:path w="1956667" h="244450">
                  <a:moveTo>
                    <a:pt x="0" y="244450"/>
                  </a:moveTo>
                  <a:lnTo>
                    <a:pt x="1033748" y="115302"/>
                  </a:lnTo>
                  <a:lnTo>
                    <a:pt x="1304444" y="81483"/>
                  </a:lnTo>
                  <a:lnTo>
                    <a:pt x="1685970" y="33818"/>
                  </a:lnTo>
                  <a:lnTo>
                    <a:pt x="1956667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9" name="tx368"/>
            <p:cNvSpPr/>
            <p:nvPr/>
          </p:nvSpPr>
          <p:spPr>
            <a:xfrm>
              <a:off x="11012964" y="2461821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0.235</a:t>
              </a:r>
            </a:p>
          </p:txBody>
        </p:sp>
        <p:sp>
          <p:nvSpPr>
            <p:cNvPr id="370" name="rc369"/>
            <p:cNvSpPr/>
            <p:nvPr/>
          </p:nvSpPr>
          <p:spPr>
            <a:xfrm>
              <a:off x="9362389" y="1353673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71" name="pl370"/>
            <p:cNvSpPr/>
            <p:nvPr/>
          </p:nvSpPr>
          <p:spPr>
            <a:xfrm>
              <a:off x="9362389" y="1353673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l371"/>
            <p:cNvSpPr/>
            <p:nvPr/>
          </p:nvSpPr>
          <p:spPr>
            <a:xfrm>
              <a:off x="9324432" y="334207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l372"/>
            <p:cNvSpPr/>
            <p:nvPr/>
          </p:nvSpPr>
          <p:spPr>
            <a:xfrm>
              <a:off x="9324432" y="283296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l373"/>
            <p:cNvSpPr/>
            <p:nvPr/>
          </p:nvSpPr>
          <p:spPr>
            <a:xfrm>
              <a:off x="9324432" y="232384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l374"/>
            <p:cNvSpPr/>
            <p:nvPr/>
          </p:nvSpPr>
          <p:spPr>
            <a:xfrm>
              <a:off x="9324432" y="181472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l375"/>
            <p:cNvSpPr/>
            <p:nvPr/>
          </p:nvSpPr>
          <p:spPr>
            <a:xfrm>
              <a:off x="9362389" y="3438049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l376"/>
            <p:cNvSpPr/>
            <p:nvPr/>
          </p:nvSpPr>
          <p:spPr>
            <a:xfrm>
              <a:off x="9535991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l377"/>
            <p:cNvSpPr/>
            <p:nvPr/>
          </p:nvSpPr>
          <p:spPr>
            <a:xfrm>
              <a:off x="10188213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l378"/>
            <p:cNvSpPr/>
            <p:nvPr/>
          </p:nvSpPr>
          <p:spPr>
            <a:xfrm>
              <a:off x="10840436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l379"/>
            <p:cNvSpPr/>
            <p:nvPr/>
          </p:nvSpPr>
          <p:spPr>
            <a:xfrm>
              <a:off x="11492658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tx380"/>
            <p:cNvSpPr/>
            <p:nvPr/>
          </p:nvSpPr>
          <p:spPr>
            <a:xfrm>
              <a:off x="9362389" y="1110514"/>
              <a:ext cx="631576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LTO</a:t>
              </a:r>
            </a:p>
          </p:txBody>
        </p:sp>
        <p:sp>
          <p:nvSpPr>
            <p:cNvPr id="382" name="rc381"/>
            <p:cNvSpPr/>
            <p:nvPr/>
          </p:nvSpPr>
          <p:spPr>
            <a:xfrm>
              <a:off x="1503277" y="3972216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1726402" y="5474842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1716143" y="5674902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1689614" y="5152295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1666857" y="5172213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1688751" y="5916247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1697573" y="5183474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1570341" y="5888519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1655309" y="5923062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1580831" y="571778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1648561" y="5290150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2343592" y="534837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2215359" y="4028175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2342069" y="5076618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2263697" y="555310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2241302" y="5747974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2383732" y="5565598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2212762" y="4908509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2386263" y="517140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2231535" y="5463310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2328923" y="4347223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2390783" y="4920958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2354021" y="536019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2327457" y="4722417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2344924" y="4736231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2296526" y="5770710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2317236" y="4335803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2262862" y="5019352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2253010" y="5178619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2889498" y="5261467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2865567" y="514964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2961853" y="5318364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3007242" y="5338734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2882722" y="4836267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2990635" y="544414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3040752" y="5184193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2958667" y="5578343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2975111" y="5577089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2949033" y="4772769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2949080" y="499160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862902" y="4768787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904731" y="4690563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995105" y="5768740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872613" y="5413380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3005969" y="4831944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911149" y="4494898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3007751" y="5585833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3049204" y="4866968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933654" y="5144938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3602119" y="5328050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3652900" y="5493978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3523178" y="5412453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3650473" y="591752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3673637" y="5545595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3533462" y="5671541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3615890" y="4144479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3650179" y="5692384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3602201" y="5383441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3650027" y="5193616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3663502" y="5553032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3602606" y="5227827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3636344" y="5600358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3579599" y="561006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3518165" y="5632584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3542919" y="5784899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3598000" y="5069826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3589479" y="5656451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3649651" y="5481114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3620833" y="5328526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3543857" y="5464525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3673824" y="4269777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3547711" y="5443766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3687337" y="553542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1686180" y="4790867"/>
              <a:ext cx="1962429" cy="801368"/>
            </a:xfrm>
            <a:custGeom>
              <a:avLst/>
              <a:pathLst>
                <a:path w="1962429" h="801368">
                  <a:moveTo>
                    <a:pt x="0" y="0"/>
                  </a:moveTo>
                  <a:lnTo>
                    <a:pt x="1036792" y="226241"/>
                  </a:lnTo>
                  <a:lnTo>
                    <a:pt x="1308286" y="251816"/>
                  </a:lnTo>
                  <a:lnTo>
                    <a:pt x="1690935" y="261804"/>
                  </a:lnTo>
                  <a:lnTo>
                    <a:pt x="1962429" y="255709"/>
                  </a:lnTo>
                  <a:lnTo>
                    <a:pt x="1962429" y="801368"/>
                  </a:lnTo>
                  <a:lnTo>
                    <a:pt x="1690935" y="734715"/>
                  </a:lnTo>
                  <a:lnTo>
                    <a:pt x="1308286" y="659352"/>
                  </a:lnTo>
                  <a:lnTo>
                    <a:pt x="1036792" y="624369"/>
                  </a:lnTo>
                  <a:lnTo>
                    <a:pt x="0" y="619351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456" name="pl455"/>
            <p:cNvSpPr/>
            <p:nvPr/>
          </p:nvSpPr>
          <p:spPr>
            <a:xfrm>
              <a:off x="1686180" y="4790867"/>
              <a:ext cx="1962429" cy="261804"/>
            </a:xfrm>
            <a:custGeom>
              <a:avLst/>
              <a:pathLst>
                <a:path w="1962429" h="261804">
                  <a:moveTo>
                    <a:pt x="0" y="0"/>
                  </a:moveTo>
                  <a:lnTo>
                    <a:pt x="1036792" y="226241"/>
                  </a:lnTo>
                  <a:lnTo>
                    <a:pt x="1308286" y="251816"/>
                  </a:lnTo>
                  <a:lnTo>
                    <a:pt x="1690935" y="261804"/>
                  </a:lnTo>
                  <a:lnTo>
                    <a:pt x="1962429" y="255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57" name="pl456"/>
            <p:cNvSpPr/>
            <p:nvPr/>
          </p:nvSpPr>
          <p:spPr>
            <a:xfrm>
              <a:off x="1686180" y="5410218"/>
              <a:ext cx="1962429" cy="182017"/>
            </a:xfrm>
            <a:custGeom>
              <a:avLst/>
              <a:pathLst>
                <a:path w="1962429" h="182017">
                  <a:moveTo>
                    <a:pt x="1962429" y="182017"/>
                  </a:moveTo>
                  <a:lnTo>
                    <a:pt x="1690935" y="115364"/>
                  </a:lnTo>
                  <a:lnTo>
                    <a:pt x="1308286" y="40000"/>
                  </a:lnTo>
                  <a:lnTo>
                    <a:pt x="1036792" y="50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58" name="pl457"/>
            <p:cNvSpPr/>
            <p:nvPr/>
          </p:nvSpPr>
          <p:spPr>
            <a:xfrm>
              <a:off x="1686180" y="5100543"/>
              <a:ext cx="1962429" cy="218863"/>
            </a:xfrm>
            <a:custGeom>
              <a:avLst/>
              <a:pathLst>
                <a:path w="1962429" h="218863">
                  <a:moveTo>
                    <a:pt x="0" y="0"/>
                  </a:moveTo>
                  <a:lnTo>
                    <a:pt x="1036792" y="115630"/>
                  </a:lnTo>
                  <a:lnTo>
                    <a:pt x="1308286" y="145908"/>
                  </a:lnTo>
                  <a:lnTo>
                    <a:pt x="1690935" y="188584"/>
                  </a:lnTo>
                  <a:lnTo>
                    <a:pt x="1962429" y="218863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59" name="tx458"/>
            <p:cNvSpPr/>
            <p:nvPr/>
          </p:nvSpPr>
          <p:spPr>
            <a:xfrm>
              <a:off x="3168915" y="5040407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0.326</a:t>
              </a:r>
            </a:p>
          </p:txBody>
        </p:sp>
        <p:sp>
          <p:nvSpPr>
            <p:cNvPr id="460" name="rc459"/>
            <p:cNvSpPr/>
            <p:nvPr/>
          </p:nvSpPr>
          <p:spPr>
            <a:xfrm>
              <a:off x="1503277" y="3972216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61" name="pl460"/>
            <p:cNvSpPr/>
            <p:nvPr/>
          </p:nvSpPr>
          <p:spPr>
            <a:xfrm>
              <a:off x="1503277" y="3972216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tx461"/>
            <p:cNvSpPr/>
            <p:nvPr/>
          </p:nvSpPr>
          <p:spPr>
            <a:xfrm rot="-5400000">
              <a:off x="1272281" y="5823728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463" name="tx462"/>
            <p:cNvSpPr/>
            <p:nvPr/>
          </p:nvSpPr>
          <p:spPr>
            <a:xfrm rot="-5400000">
              <a:off x="1272281" y="5335632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464" name="tx463"/>
            <p:cNvSpPr/>
            <p:nvPr/>
          </p:nvSpPr>
          <p:spPr>
            <a:xfrm rot="-5400000">
              <a:off x="1272281" y="4847537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65" name="tx464"/>
            <p:cNvSpPr/>
            <p:nvPr/>
          </p:nvSpPr>
          <p:spPr>
            <a:xfrm rot="-5400000">
              <a:off x="1272281" y="435944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466" name="pl465"/>
            <p:cNvSpPr/>
            <p:nvPr/>
          </p:nvSpPr>
          <p:spPr>
            <a:xfrm>
              <a:off x="1465319" y="587383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l466"/>
            <p:cNvSpPr/>
            <p:nvPr/>
          </p:nvSpPr>
          <p:spPr>
            <a:xfrm>
              <a:off x="1465319" y="538574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l467"/>
            <p:cNvSpPr/>
            <p:nvPr/>
          </p:nvSpPr>
          <p:spPr>
            <a:xfrm>
              <a:off x="1465319" y="489764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l468"/>
            <p:cNvSpPr/>
            <p:nvPr/>
          </p:nvSpPr>
          <p:spPr>
            <a:xfrm>
              <a:off x="1465319" y="440955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l469"/>
            <p:cNvSpPr/>
            <p:nvPr/>
          </p:nvSpPr>
          <p:spPr>
            <a:xfrm>
              <a:off x="1503277" y="6056592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l470"/>
            <p:cNvSpPr/>
            <p:nvPr/>
          </p:nvSpPr>
          <p:spPr>
            <a:xfrm>
              <a:off x="1686180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l471"/>
            <p:cNvSpPr/>
            <p:nvPr/>
          </p:nvSpPr>
          <p:spPr>
            <a:xfrm>
              <a:off x="2340323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l472"/>
            <p:cNvSpPr/>
            <p:nvPr/>
          </p:nvSpPr>
          <p:spPr>
            <a:xfrm>
              <a:off x="2994466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l473"/>
            <p:cNvSpPr/>
            <p:nvPr/>
          </p:nvSpPr>
          <p:spPr>
            <a:xfrm>
              <a:off x="3648609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tx474"/>
            <p:cNvSpPr/>
            <p:nvPr/>
          </p:nvSpPr>
          <p:spPr>
            <a:xfrm rot="-5400000">
              <a:off x="1004992" y="4954968"/>
              <a:ext cx="256946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476" name="tx475"/>
            <p:cNvSpPr/>
            <p:nvPr/>
          </p:nvSpPr>
          <p:spPr>
            <a:xfrm>
              <a:off x="1503277" y="3729057"/>
              <a:ext cx="552846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Chl</a:t>
              </a:r>
            </a:p>
          </p:txBody>
        </p:sp>
        <p:sp>
          <p:nvSpPr>
            <p:cNvPr id="477" name="rc476"/>
            <p:cNvSpPr/>
            <p:nvPr/>
          </p:nvSpPr>
          <p:spPr>
            <a:xfrm>
              <a:off x="4122981" y="3972216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4191251" y="5336604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4254018" y="4967636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4253146" y="5250470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4200403" y="5264935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4338035" y="5552457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4230606" y="5209781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4248267" y="5438121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4190045" y="5332180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4274141" y="561508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4361785" y="5649978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4949957" y="578310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4915929" y="5726927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4960608" y="5476753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4983046" y="569040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4933094" y="5488517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5017552" y="5129090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4928045" y="5736647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4882788" y="572033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5005650" y="546078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4959446" y="5185170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4981582" y="5353111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4887137" y="572344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4889448" y="5054505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4857171" y="5497883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4942542" y="5265585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4994024" y="5252829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4963887" y="4865180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4931052" y="5094349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5652666" y="5136187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5592936" y="586437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5548787" y="5221037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5482065" y="5616524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5543134" y="5670640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5541961" y="592306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5567752" y="4775442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5619141" y="5108496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5541105" y="5437923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5582922" y="5299559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5534928" y="581135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5653653" y="5601291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5479722" y="5580421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5620887" y="562681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5627019" y="5331035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5546767" y="5699819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5611595" y="5548971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5642973" y="5036217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5635886" y="5447782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5588684" y="4028175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6272223" y="5403269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6143527" y="5505160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6257324" y="4798387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6152808" y="571192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6127865" y="4987443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6185574" y="5582635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6199593" y="5527131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6132467" y="5133098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6307041" y="4875930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6288076" y="5619253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6277758" y="5271258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6210506" y="5467464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6203959" y="5172153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6154785" y="568770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6191058" y="5066453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6195683" y="5000177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6190641" y="5477292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6172093" y="5103398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6185486" y="5008190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6143979" y="5438268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6253366" y="5028261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6177024" y="5741477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6303268" y="5585980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6169143" y="585651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4317026" y="5186701"/>
              <a:ext cx="1941679" cy="391469"/>
            </a:xfrm>
            <a:custGeom>
              <a:avLst/>
              <a:pathLst>
                <a:path w="1941679" h="391469">
                  <a:moveTo>
                    <a:pt x="0" y="42394"/>
                  </a:moveTo>
                  <a:lnTo>
                    <a:pt x="1025829" y="44714"/>
                  </a:lnTo>
                  <a:lnTo>
                    <a:pt x="1294452" y="36356"/>
                  </a:lnTo>
                  <a:lnTo>
                    <a:pt x="1673055" y="17655"/>
                  </a:lnTo>
                  <a:lnTo>
                    <a:pt x="1941679" y="0"/>
                  </a:lnTo>
                  <a:lnTo>
                    <a:pt x="1941679" y="312873"/>
                  </a:lnTo>
                  <a:lnTo>
                    <a:pt x="1673055" y="311956"/>
                  </a:lnTo>
                  <a:lnTo>
                    <a:pt x="1294452" y="316846"/>
                  </a:lnTo>
                  <a:lnTo>
                    <a:pt x="1025829" y="325227"/>
                  </a:lnTo>
                  <a:lnTo>
                    <a:pt x="0" y="391469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551" name="pl550"/>
            <p:cNvSpPr/>
            <p:nvPr/>
          </p:nvSpPr>
          <p:spPr>
            <a:xfrm>
              <a:off x="4317026" y="5186701"/>
              <a:ext cx="1941679" cy="44714"/>
            </a:xfrm>
            <a:custGeom>
              <a:avLst/>
              <a:pathLst>
                <a:path w="1941679" h="44714">
                  <a:moveTo>
                    <a:pt x="0" y="42394"/>
                  </a:moveTo>
                  <a:lnTo>
                    <a:pt x="1025829" y="44714"/>
                  </a:lnTo>
                  <a:lnTo>
                    <a:pt x="1294452" y="36356"/>
                  </a:lnTo>
                  <a:lnTo>
                    <a:pt x="1673055" y="17655"/>
                  </a:lnTo>
                  <a:lnTo>
                    <a:pt x="194167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52" name="pl551"/>
            <p:cNvSpPr/>
            <p:nvPr/>
          </p:nvSpPr>
          <p:spPr>
            <a:xfrm>
              <a:off x="4317026" y="5498657"/>
              <a:ext cx="1941679" cy="79512"/>
            </a:xfrm>
            <a:custGeom>
              <a:avLst/>
              <a:pathLst>
                <a:path w="1941679" h="79512">
                  <a:moveTo>
                    <a:pt x="1941679" y="917"/>
                  </a:moveTo>
                  <a:lnTo>
                    <a:pt x="1673055" y="0"/>
                  </a:lnTo>
                  <a:lnTo>
                    <a:pt x="1294452" y="4890"/>
                  </a:lnTo>
                  <a:lnTo>
                    <a:pt x="1025829" y="13271"/>
                  </a:lnTo>
                  <a:lnTo>
                    <a:pt x="0" y="795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53" name="pl552"/>
            <p:cNvSpPr/>
            <p:nvPr/>
          </p:nvSpPr>
          <p:spPr>
            <a:xfrm>
              <a:off x="4317026" y="5343137"/>
              <a:ext cx="1941679" cy="60495"/>
            </a:xfrm>
            <a:custGeom>
              <a:avLst/>
              <a:pathLst>
                <a:path w="1941679" h="60495">
                  <a:moveTo>
                    <a:pt x="0" y="60495"/>
                  </a:moveTo>
                  <a:lnTo>
                    <a:pt x="1025829" y="28534"/>
                  </a:lnTo>
                  <a:lnTo>
                    <a:pt x="1294452" y="20165"/>
                  </a:lnTo>
                  <a:lnTo>
                    <a:pt x="1673055" y="8369"/>
                  </a:lnTo>
                  <a:lnTo>
                    <a:pt x="1941679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54" name="tx553"/>
            <p:cNvSpPr/>
            <p:nvPr/>
          </p:nvSpPr>
          <p:spPr>
            <a:xfrm>
              <a:off x="5779011" y="5267165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0.493</a:t>
              </a:r>
            </a:p>
          </p:txBody>
        </p:sp>
        <p:sp>
          <p:nvSpPr>
            <p:cNvPr id="555" name="rc554"/>
            <p:cNvSpPr/>
            <p:nvPr/>
          </p:nvSpPr>
          <p:spPr>
            <a:xfrm>
              <a:off x="4122981" y="3972216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56" name="pl555"/>
            <p:cNvSpPr/>
            <p:nvPr/>
          </p:nvSpPr>
          <p:spPr>
            <a:xfrm>
              <a:off x="4122981" y="3972216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l556"/>
            <p:cNvSpPr/>
            <p:nvPr/>
          </p:nvSpPr>
          <p:spPr>
            <a:xfrm>
              <a:off x="4085024" y="598558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l557"/>
            <p:cNvSpPr/>
            <p:nvPr/>
          </p:nvSpPr>
          <p:spPr>
            <a:xfrm>
              <a:off x="4085024" y="539537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l558"/>
            <p:cNvSpPr/>
            <p:nvPr/>
          </p:nvSpPr>
          <p:spPr>
            <a:xfrm>
              <a:off x="4085024" y="480516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l559"/>
            <p:cNvSpPr/>
            <p:nvPr/>
          </p:nvSpPr>
          <p:spPr>
            <a:xfrm>
              <a:off x="4085024" y="421495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l560"/>
            <p:cNvSpPr/>
            <p:nvPr/>
          </p:nvSpPr>
          <p:spPr>
            <a:xfrm>
              <a:off x="4122981" y="6056592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l561"/>
            <p:cNvSpPr/>
            <p:nvPr/>
          </p:nvSpPr>
          <p:spPr>
            <a:xfrm>
              <a:off x="4317026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l562"/>
            <p:cNvSpPr/>
            <p:nvPr/>
          </p:nvSpPr>
          <p:spPr>
            <a:xfrm>
              <a:off x="4964252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l563"/>
            <p:cNvSpPr/>
            <p:nvPr/>
          </p:nvSpPr>
          <p:spPr>
            <a:xfrm>
              <a:off x="5611478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l564"/>
            <p:cNvSpPr/>
            <p:nvPr/>
          </p:nvSpPr>
          <p:spPr>
            <a:xfrm>
              <a:off x="6258705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tx565"/>
            <p:cNvSpPr/>
            <p:nvPr/>
          </p:nvSpPr>
          <p:spPr>
            <a:xfrm>
              <a:off x="4122981" y="3729057"/>
              <a:ext cx="779708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Height</a:t>
              </a:r>
            </a:p>
          </p:txBody>
        </p:sp>
        <p:sp>
          <p:nvSpPr>
            <p:cNvPr id="567" name="rc566"/>
            <p:cNvSpPr/>
            <p:nvPr/>
          </p:nvSpPr>
          <p:spPr>
            <a:xfrm>
              <a:off x="6742685" y="3972216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6923408" y="5500685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6828410" y="4478648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6879183" y="5080266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6914255" y="5543924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6941630" y="5293325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6940653" y="5317115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6839956" y="4732270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6809749" y="5516056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6826578" y="592306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6857022" y="5481612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7448410" y="576155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7616195" y="4028175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7612340" y="5217836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7435755" y="566358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7496659" y="5506714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7433998" y="5397034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7471775" y="5550220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7576121" y="581026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7483487" y="510063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7605183" y="5325205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7605951" y="4833813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7588402" y="549013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7606236" y="4931807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7532110" y="5228080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7530194" y="5544824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7437295" y="5063722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7476975" y="4720441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7498383" y="4249939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8260196" y="5611335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8201027" y="544348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8102000" y="5028600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8213834" y="5399450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8150628" y="5260004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8292154" y="5751080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8130539" y="5662389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8245058" y="5300635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8240863" y="5257660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8288019" y="4690062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8193407" y="546558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8105416" y="4691474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8263872" y="5555825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8108509" y="580336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8233291" y="5171525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8219152" y="4966908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8233648" y="5651056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8121325" y="5172356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8203488" y="4646484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8180823" y="5149753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8804038" y="5058546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8900121" y="5191042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8872406" y="5431632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8804426" y="552602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8778101" y="5519672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8841713" y="5469376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8845611" y="4969389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8826456" y="5126433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8926745" y="4982352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8889773" y="4499310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8861830" y="5556784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8876971" y="4759683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8852609" y="4374794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8818694" y="571376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8886452" y="5033487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8894814" y="5559463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8839769" y="4236577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8924439" y="5081907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8821423" y="4874296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8843769" y="5274126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8826541" y="5100879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8818559" y="5496730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8817831" y="4961598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8798459" y="554111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pg639"/>
            <p:cNvSpPr/>
            <p:nvPr/>
          </p:nvSpPr>
          <p:spPr>
            <a:xfrm>
              <a:off x="6887096" y="4935725"/>
              <a:ext cx="2025639" cy="550792"/>
            </a:xfrm>
            <a:custGeom>
              <a:avLst/>
              <a:pathLst>
                <a:path w="2025639" h="550792">
                  <a:moveTo>
                    <a:pt x="0" y="101856"/>
                  </a:moveTo>
                  <a:lnTo>
                    <a:pt x="1070187" y="78359"/>
                  </a:lnTo>
                  <a:lnTo>
                    <a:pt x="1350426" y="61199"/>
                  </a:lnTo>
                  <a:lnTo>
                    <a:pt x="1745400" y="28556"/>
                  </a:lnTo>
                  <a:lnTo>
                    <a:pt x="2025639" y="0"/>
                  </a:lnTo>
                  <a:lnTo>
                    <a:pt x="2025639" y="404435"/>
                  </a:lnTo>
                  <a:lnTo>
                    <a:pt x="1745400" y="410218"/>
                  </a:lnTo>
                  <a:lnTo>
                    <a:pt x="1350426" y="425973"/>
                  </a:lnTo>
                  <a:lnTo>
                    <a:pt x="1070187" y="443152"/>
                  </a:lnTo>
                  <a:lnTo>
                    <a:pt x="0" y="550792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641" name="pl640"/>
            <p:cNvSpPr/>
            <p:nvPr/>
          </p:nvSpPr>
          <p:spPr>
            <a:xfrm>
              <a:off x="6887096" y="4935725"/>
              <a:ext cx="2025639" cy="101856"/>
            </a:xfrm>
            <a:custGeom>
              <a:avLst/>
              <a:pathLst>
                <a:path w="2025639" h="101856">
                  <a:moveTo>
                    <a:pt x="0" y="101856"/>
                  </a:moveTo>
                  <a:lnTo>
                    <a:pt x="1070187" y="78359"/>
                  </a:lnTo>
                  <a:lnTo>
                    <a:pt x="1350426" y="61199"/>
                  </a:lnTo>
                  <a:lnTo>
                    <a:pt x="1745400" y="28556"/>
                  </a:lnTo>
                  <a:lnTo>
                    <a:pt x="202563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42" name="pl641"/>
            <p:cNvSpPr/>
            <p:nvPr/>
          </p:nvSpPr>
          <p:spPr>
            <a:xfrm>
              <a:off x="6887096" y="5340160"/>
              <a:ext cx="2025639" cy="146357"/>
            </a:xfrm>
            <a:custGeom>
              <a:avLst/>
              <a:pathLst>
                <a:path w="2025639" h="146357">
                  <a:moveTo>
                    <a:pt x="2025639" y="0"/>
                  </a:moveTo>
                  <a:lnTo>
                    <a:pt x="1745400" y="5783"/>
                  </a:lnTo>
                  <a:lnTo>
                    <a:pt x="1350426" y="21538"/>
                  </a:lnTo>
                  <a:lnTo>
                    <a:pt x="1070187" y="38717"/>
                  </a:lnTo>
                  <a:lnTo>
                    <a:pt x="0" y="1463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43" name="pl642"/>
            <p:cNvSpPr/>
            <p:nvPr/>
          </p:nvSpPr>
          <p:spPr>
            <a:xfrm>
              <a:off x="6887096" y="5137942"/>
              <a:ext cx="2025639" cy="124106"/>
            </a:xfrm>
            <a:custGeom>
              <a:avLst/>
              <a:pathLst>
                <a:path w="2025639" h="124106">
                  <a:moveTo>
                    <a:pt x="0" y="124106"/>
                  </a:moveTo>
                  <a:lnTo>
                    <a:pt x="1070187" y="58538"/>
                  </a:lnTo>
                  <a:lnTo>
                    <a:pt x="1350426" y="41368"/>
                  </a:lnTo>
                  <a:lnTo>
                    <a:pt x="1745400" y="17169"/>
                  </a:lnTo>
                  <a:lnTo>
                    <a:pt x="2025639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44" name="tx643"/>
            <p:cNvSpPr/>
            <p:nvPr/>
          </p:nvSpPr>
          <p:spPr>
            <a:xfrm>
              <a:off x="8433042" y="5068331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0.266</a:t>
              </a:r>
            </a:p>
          </p:txBody>
        </p:sp>
        <p:sp>
          <p:nvSpPr>
            <p:cNvPr id="645" name="rc644"/>
            <p:cNvSpPr/>
            <p:nvPr/>
          </p:nvSpPr>
          <p:spPr>
            <a:xfrm>
              <a:off x="6742685" y="3972216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46" name="pl645"/>
            <p:cNvSpPr/>
            <p:nvPr/>
          </p:nvSpPr>
          <p:spPr>
            <a:xfrm>
              <a:off x="6742685" y="3972216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l646"/>
            <p:cNvSpPr/>
            <p:nvPr/>
          </p:nvSpPr>
          <p:spPr>
            <a:xfrm>
              <a:off x="6704728" y="554833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l647"/>
            <p:cNvSpPr/>
            <p:nvPr/>
          </p:nvSpPr>
          <p:spPr>
            <a:xfrm>
              <a:off x="6704728" y="495945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l648"/>
            <p:cNvSpPr/>
            <p:nvPr/>
          </p:nvSpPr>
          <p:spPr>
            <a:xfrm>
              <a:off x="6704728" y="437057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l649"/>
            <p:cNvSpPr/>
            <p:nvPr/>
          </p:nvSpPr>
          <p:spPr>
            <a:xfrm>
              <a:off x="6742685" y="6056592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l650"/>
            <p:cNvSpPr/>
            <p:nvPr/>
          </p:nvSpPr>
          <p:spPr>
            <a:xfrm>
              <a:off x="6887096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l651"/>
            <p:cNvSpPr/>
            <p:nvPr/>
          </p:nvSpPr>
          <p:spPr>
            <a:xfrm>
              <a:off x="7562309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l652"/>
            <p:cNvSpPr/>
            <p:nvPr/>
          </p:nvSpPr>
          <p:spPr>
            <a:xfrm>
              <a:off x="8237523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l653"/>
            <p:cNvSpPr/>
            <p:nvPr/>
          </p:nvSpPr>
          <p:spPr>
            <a:xfrm>
              <a:off x="8912736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tx654"/>
            <p:cNvSpPr/>
            <p:nvPr/>
          </p:nvSpPr>
          <p:spPr>
            <a:xfrm>
              <a:off x="6742685" y="3729057"/>
              <a:ext cx="641817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(g) SSD</a:t>
              </a:r>
            </a:p>
          </p:txBody>
        </p:sp>
        <p:sp>
          <p:nvSpPr>
            <p:cNvPr id="656" name="rc655"/>
            <p:cNvSpPr/>
            <p:nvPr/>
          </p:nvSpPr>
          <p:spPr>
            <a:xfrm>
              <a:off x="1503277" y="6590760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1695760" y="7738577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1641813" y="8078649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1584629" y="8036882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1745801" y="7303731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1588357" y="8165236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1707505" y="7935791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1671640" y="8361939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1570341" y="8277836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1608172" y="759299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1708288" y="7876283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2360408" y="813431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2214573" y="7654792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2225825" y="7758431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2280420" y="846411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2376473" y="6646718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2342597" y="6952906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2285923" y="8116585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2227341" y="847490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2342310" y="840259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6" name="pt675"/>
            <p:cNvSpPr/>
            <p:nvPr/>
          </p:nvSpPr>
          <p:spPr>
            <a:xfrm>
              <a:off x="2240934" y="8106350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7" name="pt676"/>
            <p:cNvSpPr/>
            <p:nvPr/>
          </p:nvSpPr>
          <p:spPr>
            <a:xfrm>
              <a:off x="2262306" y="8013661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8" name="pt677"/>
            <p:cNvSpPr/>
            <p:nvPr/>
          </p:nvSpPr>
          <p:spPr>
            <a:xfrm>
              <a:off x="2258730" y="830878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9" name="pt678"/>
            <p:cNvSpPr/>
            <p:nvPr/>
          </p:nvSpPr>
          <p:spPr>
            <a:xfrm>
              <a:off x="2275721" y="8214316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0" name="pt679"/>
            <p:cNvSpPr/>
            <p:nvPr/>
          </p:nvSpPr>
          <p:spPr>
            <a:xfrm>
              <a:off x="2395442" y="8126247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1" name="pt680"/>
            <p:cNvSpPr/>
            <p:nvPr/>
          </p:nvSpPr>
          <p:spPr>
            <a:xfrm>
              <a:off x="2353945" y="8334286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2" name="pt681"/>
            <p:cNvSpPr/>
            <p:nvPr/>
          </p:nvSpPr>
          <p:spPr>
            <a:xfrm>
              <a:off x="2319019" y="7952266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3" name="pt682"/>
            <p:cNvSpPr/>
            <p:nvPr/>
          </p:nvSpPr>
          <p:spPr>
            <a:xfrm>
              <a:off x="2368685" y="8282988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4" name="pt683"/>
            <p:cNvSpPr/>
            <p:nvPr/>
          </p:nvSpPr>
          <p:spPr>
            <a:xfrm>
              <a:off x="2271689" y="8052414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5" name="pt684"/>
            <p:cNvSpPr/>
            <p:nvPr/>
          </p:nvSpPr>
          <p:spPr>
            <a:xfrm>
              <a:off x="3022521" y="7751793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6" name="pt685"/>
            <p:cNvSpPr/>
            <p:nvPr/>
          </p:nvSpPr>
          <p:spPr>
            <a:xfrm>
              <a:off x="2888338" y="854160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7" name="pt686"/>
            <p:cNvSpPr/>
            <p:nvPr/>
          </p:nvSpPr>
          <p:spPr>
            <a:xfrm>
              <a:off x="2991943" y="8001667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8" name="pt687"/>
            <p:cNvSpPr/>
            <p:nvPr/>
          </p:nvSpPr>
          <p:spPr>
            <a:xfrm>
              <a:off x="2908490" y="8279428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9" name="pt688"/>
            <p:cNvSpPr/>
            <p:nvPr/>
          </p:nvSpPr>
          <p:spPr>
            <a:xfrm>
              <a:off x="2993685" y="7490955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0" name="pt689"/>
            <p:cNvSpPr/>
            <p:nvPr/>
          </p:nvSpPr>
          <p:spPr>
            <a:xfrm>
              <a:off x="3014635" y="804644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2976300" y="7644291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2883393" y="8182059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2876841" y="7899223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2978803" y="8106298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3007849" y="821873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3023638" y="7169850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2972105" y="8099218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2947234" y="832357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2994733" y="7299032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3050160" y="7544226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2926117" y="7914300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2982583" y="8411666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2993390" y="8087243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2880723" y="7885950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3590221" y="8024105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3619142" y="8017500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3547500" y="8062790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3539350" y="8230430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3637435" y="7976777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3614190" y="7908279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3565973" y="7834004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3672119" y="8016877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3670855" y="8236180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3636177" y="7685526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3671382" y="8265447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3658991" y="8053451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3521338" y="8171580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3563309" y="844212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3579003" y="8215066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3575070" y="8310566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3640130" y="8192524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3653263" y="7946880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3557941" y="8258972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3687337" y="7852318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3612495" y="8118026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3655582" y="7881814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3642691" y="8040209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3538478" y="832523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9" name="pg728"/>
            <p:cNvSpPr/>
            <p:nvPr/>
          </p:nvSpPr>
          <p:spPr>
            <a:xfrm>
              <a:off x="1694615" y="7755808"/>
              <a:ext cx="1958651" cy="492601"/>
            </a:xfrm>
            <a:custGeom>
              <a:avLst/>
              <a:pathLst>
                <a:path w="1958651" h="492601">
                  <a:moveTo>
                    <a:pt x="0" y="0"/>
                  </a:moveTo>
                  <a:lnTo>
                    <a:pt x="1034796" y="138072"/>
                  </a:lnTo>
                  <a:lnTo>
                    <a:pt x="1305767" y="160964"/>
                  </a:lnTo>
                  <a:lnTo>
                    <a:pt x="1687680" y="182427"/>
                  </a:lnTo>
                  <a:lnTo>
                    <a:pt x="1958651" y="191300"/>
                  </a:lnTo>
                  <a:lnTo>
                    <a:pt x="1958651" y="492601"/>
                  </a:lnTo>
                  <a:lnTo>
                    <a:pt x="1687680" y="455858"/>
                  </a:lnTo>
                  <a:lnTo>
                    <a:pt x="1305767" y="413028"/>
                  </a:lnTo>
                  <a:lnTo>
                    <a:pt x="1034796" y="390304"/>
                  </a:lnTo>
                  <a:lnTo>
                    <a:pt x="0" y="354175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730" name="pl729"/>
            <p:cNvSpPr/>
            <p:nvPr/>
          </p:nvSpPr>
          <p:spPr>
            <a:xfrm>
              <a:off x="1694615" y="7755808"/>
              <a:ext cx="1958651" cy="191300"/>
            </a:xfrm>
            <a:custGeom>
              <a:avLst/>
              <a:pathLst>
                <a:path w="1958651" h="191300">
                  <a:moveTo>
                    <a:pt x="0" y="0"/>
                  </a:moveTo>
                  <a:lnTo>
                    <a:pt x="1034796" y="138072"/>
                  </a:lnTo>
                  <a:lnTo>
                    <a:pt x="1305767" y="160964"/>
                  </a:lnTo>
                  <a:lnTo>
                    <a:pt x="1687680" y="182427"/>
                  </a:lnTo>
                  <a:lnTo>
                    <a:pt x="1958651" y="1913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1" name="pl730"/>
            <p:cNvSpPr/>
            <p:nvPr/>
          </p:nvSpPr>
          <p:spPr>
            <a:xfrm>
              <a:off x="1694615" y="8109983"/>
              <a:ext cx="1958651" cy="138426"/>
            </a:xfrm>
            <a:custGeom>
              <a:avLst/>
              <a:pathLst>
                <a:path w="1958651" h="138426">
                  <a:moveTo>
                    <a:pt x="1958651" y="138426"/>
                  </a:moveTo>
                  <a:lnTo>
                    <a:pt x="1687680" y="101683"/>
                  </a:lnTo>
                  <a:lnTo>
                    <a:pt x="1305767" y="58853"/>
                  </a:lnTo>
                  <a:lnTo>
                    <a:pt x="1034796" y="3612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2" name="pl731"/>
            <p:cNvSpPr/>
            <p:nvPr/>
          </p:nvSpPr>
          <p:spPr>
            <a:xfrm>
              <a:off x="1694615" y="7932896"/>
              <a:ext cx="1958651" cy="164863"/>
            </a:xfrm>
            <a:custGeom>
              <a:avLst/>
              <a:pathLst>
                <a:path w="1958651" h="164863">
                  <a:moveTo>
                    <a:pt x="0" y="0"/>
                  </a:moveTo>
                  <a:lnTo>
                    <a:pt x="1034796" y="87100"/>
                  </a:lnTo>
                  <a:lnTo>
                    <a:pt x="1305767" y="109909"/>
                  </a:lnTo>
                  <a:lnTo>
                    <a:pt x="1687680" y="142055"/>
                  </a:lnTo>
                  <a:lnTo>
                    <a:pt x="1958651" y="164863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33" name="tx732"/>
            <p:cNvSpPr/>
            <p:nvPr/>
          </p:nvSpPr>
          <p:spPr>
            <a:xfrm>
              <a:off x="3173572" y="7867361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0.121</a:t>
              </a:r>
            </a:p>
          </p:txBody>
        </p:sp>
        <p:sp>
          <p:nvSpPr>
            <p:cNvPr id="734" name="rc733"/>
            <p:cNvSpPr/>
            <p:nvPr/>
          </p:nvSpPr>
          <p:spPr>
            <a:xfrm>
              <a:off x="1503277" y="6590760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35" name="pl734"/>
            <p:cNvSpPr/>
            <p:nvPr/>
          </p:nvSpPr>
          <p:spPr>
            <a:xfrm>
              <a:off x="1503277" y="6590760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tx735"/>
            <p:cNvSpPr/>
            <p:nvPr/>
          </p:nvSpPr>
          <p:spPr>
            <a:xfrm rot="-5400000">
              <a:off x="1272281" y="844234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737" name="tx736"/>
            <p:cNvSpPr/>
            <p:nvPr/>
          </p:nvSpPr>
          <p:spPr>
            <a:xfrm rot="-5400000">
              <a:off x="1272281" y="7778543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738" name="tx737"/>
            <p:cNvSpPr/>
            <p:nvPr/>
          </p:nvSpPr>
          <p:spPr>
            <a:xfrm rot="-5400000">
              <a:off x="1272281" y="7114742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739" name="pl738"/>
            <p:cNvSpPr/>
            <p:nvPr/>
          </p:nvSpPr>
          <p:spPr>
            <a:xfrm>
              <a:off x="1465319" y="849245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l739"/>
            <p:cNvSpPr/>
            <p:nvPr/>
          </p:nvSpPr>
          <p:spPr>
            <a:xfrm>
              <a:off x="1465319" y="782865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l740"/>
            <p:cNvSpPr/>
            <p:nvPr/>
          </p:nvSpPr>
          <p:spPr>
            <a:xfrm>
              <a:off x="1465319" y="716485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l741"/>
            <p:cNvSpPr/>
            <p:nvPr/>
          </p:nvSpPr>
          <p:spPr>
            <a:xfrm>
              <a:off x="1503277" y="8675135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l742"/>
            <p:cNvSpPr/>
            <p:nvPr/>
          </p:nvSpPr>
          <p:spPr>
            <a:xfrm>
              <a:off x="1694615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l743"/>
            <p:cNvSpPr/>
            <p:nvPr/>
          </p:nvSpPr>
          <p:spPr>
            <a:xfrm>
              <a:off x="2347498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l744"/>
            <p:cNvSpPr/>
            <p:nvPr/>
          </p:nvSpPr>
          <p:spPr>
            <a:xfrm>
              <a:off x="3000382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l745"/>
            <p:cNvSpPr/>
            <p:nvPr/>
          </p:nvSpPr>
          <p:spPr>
            <a:xfrm>
              <a:off x="3653266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tx746"/>
            <p:cNvSpPr/>
            <p:nvPr/>
          </p:nvSpPr>
          <p:spPr>
            <a:xfrm>
              <a:off x="1655753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48" name="tx747"/>
            <p:cNvSpPr/>
            <p:nvPr/>
          </p:nvSpPr>
          <p:spPr>
            <a:xfrm>
              <a:off x="2308636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49" name="tx748"/>
            <p:cNvSpPr/>
            <p:nvPr/>
          </p:nvSpPr>
          <p:spPr>
            <a:xfrm>
              <a:off x="2961520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50" name="tx749"/>
            <p:cNvSpPr/>
            <p:nvPr/>
          </p:nvSpPr>
          <p:spPr>
            <a:xfrm>
              <a:off x="3614404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751" name="tx750"/>
            <p:cNvSpPr/>
            <p:nvPr/>
          </p:nvSpPr>
          <p:spPr>
            <a:xfrm>
              <a:off x="2300585" y="8956323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752" name="tx751"/>
            <p:cNvSpPr/>
            <p:nvPr/>
          </p:nvSpPr>
          <p:spPr>
            <a:xfrm rot="-5400000">
              <a:off x="1004992" y="7573512"/>
              <a:ext cx="256946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753" name="tx752"/>
            <p:cNvSpPr/>
            <p:nvPr/>
          </p:nvSpPr>
          <p:spPr>
            <a:xfrm>
              <a:off x="1503277" y="6347601"/>
              <a:ext cx="631758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(h) SRL</a:t>
              </a:r>
            </a:p>
          </p:txBody>
        </p:sp>
        <p:sp>
          <p:nvSpPr>
            <p:cNvPr id="754" name="rc753"/>
            <p:cNvSpPr/>
            <p:nvPr/>
          </p:nvSpPr>
          <p:spPr>
            <a:xfrm>
              <a:off x="4122981" y="6590760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4231245" y="7567348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4190045" y="7081128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4293352" y="7628459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4372138" y="7579856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4367210" y="6847923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4350689" y="7524325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4353454" y="8159647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4190702" y="7942703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4258638" y="759503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4226728" y="6735580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4989703" y="854160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4865559" y="7476378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4896813" y="7655209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4846750" y="834783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4920852" y="7663473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4880285" y="7928918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5012744" y="8073890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4850995" y="821292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5006727" y="783619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4858201" y="7293984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5012233" y="7204833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4939066" y="805876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5007695" y="7798683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4886019" y="7869539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4902573" y="7670185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4927625" y="7096841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4918378" y="7970898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4915746" y="6850232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5627588" y="7038354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5626924" y="773419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5589920" y="7604742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5555703" y="7945429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5504992" y="7902904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5514064" y="809186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5494540" y="7486816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5552476" y="7289257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5584719" y="7310452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5621531" y="7407175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5552864" y="767606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5609435" y="6917550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5591766" y="8126539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5554719" y="832511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5506483" y="7557218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5578929" y="7192316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5535331" y="7689565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5644053" y="8320066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5603251" y="6646718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5482372" y="7442369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6292873" y="7973500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6187911" y="7678025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6245649" y="7950476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6140135" y="792628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6271321" y="8068066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6251453" y="7564965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6221359" y="7860030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6307041" y="8480280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6157240" y="7686576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6161068" y="8060518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6263036" y="8080581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6134042" y="7794232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6171992" y="7626507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6295072" y="821540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6154605" y="8089899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6139995" y="8139324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6148129" y="7216688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6248886" y="7448673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6160120" y="8145054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6239891" y="7776051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6207266" y="7528386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6264498" y="7577760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6298457" y="7478527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6221937" y="793852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7" name="pg826"/>
            <p:cNvSpPr/>
            <p:nvPr/>
          </p:nvSpPr>
          <p:spPr>
            <a:xfrm>
              <a:off x="4318672" y="7319319"/>
              <a:ext cx="1938250" cy="676549"/>
            </a:xfrm>
            <a:custGeom>
              <a:avLst/>
              <a:pathLst>
                <a:path w="1938250" h="676549">
                  <a:moveTo>
                    <a:pt x="0" y="0"/>
                  </a:moveTo>
                  <a:lnTo>
                    <a:pt x="1024017" y="204306"/>
                  </a:lnTo>
                  <a:lnTo>
                    <a:pt x="1292166" y="242922"/>
                  </a:lnTo>
                  <a:lnTo>
                    <a:pt x="1670101" y="285382"/>
                  </a:lnTo>
                  <a:lnTo>
                    <a:pt x="1938250" y="308336"/>
                  </a:lnTo>
                  <a:lnTo>
                    <a:pt x="1938250" y="676549"/>
                  </a:lnTo>
                  <a:lnTo>
                    <a:pt x="1670101" y="622422"/>
                  </a:lnTo>
                  <a:lnTo>
                    <a:pt x="1292166" y="556242"/>
                  </a:lnTo>
                  <a:lnTo>
                    <a:pt x="1024017" y="517777"/>
                  </a:lnTo>
                  <a:lnTo>
                    <a:pt x="0" y="427722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828" name="pl827"/>
            <p:cNvSpPr/>
            <p:nvPr/>
          </p:nvSpPr>
          <p:spPr>
            <a:xfrm>
              <a:off x="4318672" y="7319319"/>
              <a:ext cx="1938250" cy="308336"/>
            </a:xfrm>
            <a:custGeom>
              <a:avLst/>
              <a:pathLst>
                <a:path w="1938250" h="308336">
                  <a:moveTo>
                    <a:pt x="0" y="0"/>
                  </a:moveTo>
                  <a:lnTo>
                    <a:pt x="1024017" y="204306"/>
                  </a:lnTo>
                  <a:lnTo>
                    <a:pt x="1292166" y="242922"/>
                  </a:lnTo>
                  <a:lnTo>
                    <a:pt x="1670101" y="285382"/>
                  </a:lnTo>
                  <a:lnTo>
                    <a:pt x="1938250" y="3083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29" name="pl828"/>
            <p:cNvSpPr/>
            <p:nvPr/>
          </p:nvSpPr>
          <p:spPr>
            <a:xfrm>
              <a:off x="4318672" y="7747042"/>
              <a:ext cx="1938250" cy="248826"/>
            </a:xfrm>
            <a:custGeom>
              <a:avLst/>
              <a:pathLst>
                <a:path w="1938250" h="248826">
                  <a:moveTo>
                    <a:pt x="1938250" y="248826"/>
                  </a:moveTo>
                  <a:lnTo>
                    <a:pt x="1670101" y="194699"/>
                  </a:lnTo>
                  <a:lnTo>
                    <a:pt x="1292166" y="128519"/>
                  </a:lnTo>
                  <a:lnTo>
                    <a:pt x="1024017" y="900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30" name="pl829"/>
            <p:cNvSpPr/>
            <p:nvPr/>
          </p:nvSpPr>
          <p:spPr>
            <a:xfrm>
              <a:off x="4318672" y="7533180"/>
              <a:ext cx="1938250" cy="278581"/>
            </a:xfrm>
            <a:custGeom>
              <a:avLst/>
              <a:pathLst>
                <a:path w="1938250" h="278581">
                  <a:moveTo>
                    <a:pt x="0" y="0"/>
                  </a:moveTo>
                  <a:lnTo>
                    <a:pt x="1024017" y="147180"/>
                  </a:lnTo>
                  <a:lnTo>
                    <a:pt x="1292166" y="185720"/>
                  </a:lnTo>
                  <a:lnTo>
                    <a:pt x="1670101" y="240040"/>
                  </a:lnTo>
                  <a:lnTo>
                    <a:pt x="1938250" y="278581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tx830"/>
            <p:cNvSpPr/>
            <p:nvPr/>
          </p:nvSpPr>
          <p:spPr>
            <a:xfrm>
              <a:off x="5777228" y="7479017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0.027</a:t>
              </a:r>
            </a:p>
          </p:txBody>
        </p:sp>
        <p:sp>
          <p:nvSpPr>
            <p:cNvPr id="832" name="rc831"/>
            <p:cNvSpPr/>
            <p:nvPr/>
          </p:nvSpPr>
          <p:spPr>
            <a:xfrm>
              <a:off x="4122981" y="6590760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33" name="pl832"/>
            <p:cNvSpPr/>
            <p:nvPr/>
          </p:nvSpPr>
          <p:spPr>
            <a:xfrm>
              <a:off x="4122981" y="6590760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l833"/>
            <p:cNvSpPr/>
            <p:nvPr/>
          </p:nvSpPr>
          <p:spPr>
            <a:xfrm>
              <a:off x="4085024" y="850798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l834"/>
            <p:cNvSpPr/>
            <p:nvPr/>
          </p:nvSpPr>
          <p:spPr>
            <a:xfrm>
              <a:off x="4085024" y="785742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l835"/>
            <p:cNvSpPr/>
            <p:nvPr/>
          </p:nvSpPr>
          <p:spPr>
            <a:xfrm>
              <a:off x="4085024" y="720685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l836"/>
            <p:cNvSpPr/>
            <p:nvPr/>
          </p:nvSpPr>
          <p:spPr>
            <a:xfrm>
              <a:off x="4122981" y="8675135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l837"/>
            <p:cNvSpPr/>
            <p:nvPr/>
          </p:nvSpPr>
          <p:spPr>
            <a:xfrm>
              <a:off x="4318672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l838"/>
            <p:cNvSpPr/>
            <p:nvPr/>
          </p:nvSpPr>
          <p:spPr>
            <a:xfrm>
              <a:off x="4964756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l839"/>
            <p:cNvSpPr/>
            <p:nvPr/>
          </p:nvSpPr>
          <p:spPr>
            <a:xfrm>
              <a:off x="5610839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l840"/>
            <p:cNvSpPr/>
            <p:nvPr/>
          </p:nvSpPr>
          <p:spPr>
            <a:xfrm>
              <a:off x="6256922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tx841"/>
            <p:cNvSpPr/>
            <p:nvPr/>
          </p:nvSpPr>
          <p:spPr>
            <a:xfrm>
              <a:off x="4279810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43" name="tx842"/>
            <p:cNvSpPr/>
            <p:nvPr/>
          </p:nvSpPr>
          <p:spPr>
            <a:xfrm>
              <a:off x="4925894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44" name="tx843"/>
            <p:cNvSpPr/>
            <p:nvPr/>
          </p:nvSpPr>
          <p:spPr>
            <a:xfrm>
              <a:off x="5571977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45" name="tx844"/>
            <p:cNvSpPr/>
            <p:nvPr/>
          </p:nvSpPr>
          <p:spPr>
            <a:xfrm>
              <a:off x="6218060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846" name="tx845"/>
            <p:cNvSpPr/>
            <p:nvPr/>
          </p:nvSpPr>
          <p:spPr>
            <a:xfrm>
              <a:off x="4920289" y="8956323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847" name="tx846"/>
            <p:cNvSpPr/>
            <p:nvPr/>
          </p:nvSpPr>
          <p:spPr>
            <a:xfrm>
              <a:off x="4122981" y="6347601"/>
              <a:ext cx="473842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(i) RD</a:t>
              </a:r>
            </a:p>
          </p:txBody>
        </p:sp>
        <p:sp>
          <p:nvSpPr>
            <p:cNvPr id="848" name="rc847"/>
            <p:cNvSpPr/>
            <p:nvPr/>
          </p:nvSpPr>
          <p:spPr>
            <a:xfrm>
              <a:off x="6742685" y="6590760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6939126" y="8257142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6967614" y="8030416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6828212" y="8292783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6882368" y="6924957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6854563" y="7848255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6895091" y="7500046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6897744" y="8541605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6823011" y="8039156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6809749" y="781996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6853555" y="7261670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7479787" y="779333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7591096" y="7358462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7508414" y="8261665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7518263" y="837214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7486621" y="6646718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7586163" y="6959216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7632076" y="8468500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7596372" y="831906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7468188" y="838946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7606207" y="8238845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7486884" y="8169443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7608214" y="8421970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7597194" y="7993129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7483325" y="8046259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7484377" y="7662175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7589190" y="7835890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7488640" y="8429843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7526664" y="8208468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8167077" y="8262532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8131082" y="817417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8178351" y="8177091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8249685" y="8116219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8255065" y="8141927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8245691" y="826657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8250309" y="8226362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8172254" y="7718841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8175972" y="8345177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8245005" y="7901139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8218166" y="830849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8138698" y="7982339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9" name="pt888"/>
            <p:cNvSpPr/>
            <p:nvPr/>
          </p:nvSpPr>
          <p:spPr>
            <a:xfrm>
              <a:off x="8112649" y="8290392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0" name="pt889"/>
            <p:cNvSpPr/>
            <p:nvPr/>
          </p:nvSpPr>
          <p:spPr>
            <a:xfrm>
              <a:off x="8121681" y="836019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1" name="pt890"/>
            <p:cNvSpPr/>
            <p:nvPr/>
          </p:nvSpPr>
          <p:spPr>
            <a:xfrm>
              <a:off x="8113101" y="7547260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2" name="pt891"/>
            <p:cNvSpPr/>
            <p:nvPr/>
          </p:nvSpPr>
          <p:spPr>
            <a:xfrm>
              <a:off x="8113285" y="8212980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3" name="pt892"/>
            <p:cNvSpPr/>
            <p:nvPr/>
          </p:nvSpPr>
          <p:spPr>
            <a:xfrm>
              <a:off x="8153579" y="7800518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8124269" y="8066378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8159196" y="7880907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8105208" y="7898828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8816731" y="8423754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8887380" y="8099705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8909929" y="7806561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8881607" y="807257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8926745" y="7863872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8839986" y="8207854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8830170" y="8030472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8843802" y="8233007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8778052" y="7742185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8890077" y="7782083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8913261" y="8112798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8833575" y="8293538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8878080" y="8012794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8819765" y="831151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8776415" y="7996298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8824969" y="8395244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8775728" y="7593020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8904518" y="8291567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8924575" y="8218868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8873516" y="8033348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8920430" y="7892199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8777500" y="8051550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8817103" y="8133969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8835163" y="8257760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1" name="pg920"/>
            <p:cNvSpPr/>
            <p:nvPr/>
          </p:nvSpPr>
          <p:spPr>
            <a:xfrm>
              <a:off x="6924689" y="7588398"/>
              <a:ext cx="1961623" cy="889300"/>
            </a:xfrm>
            <a:custGeom>
              <a:avLst/>
              <a:pathLst>
                <a:path w="1961623" h="889300">
                  <a:moveTo>
                    <a:pt x="0" y="0"/>
                  </a:moveTo>
                  <a:lnTo>
                    <a:pt x="1036366" y="290112"/>
                  </a:lnTo>
                  <a:lnTo>
                    <a:pt x="1307748" y="305440"/>
                  </a:lnTo>
                  <a:lnTo>
                    <a:pt x="1690240" y="283949"/>
                  </a:lnTo>
                  <a:lnTo>
                    <a:pt x="1961623" y="252656"/>
                  </a:lnTo>
                  <a:lnTo>
                    <a:pt x="1961623" y="889300"/>
                  </a:lnTo>
                  <a:lnTo>
                    <a:pt x="1690240" y="797729"/>
                  </a:lnTo>
                  <a:lnTo>
                    <a:pt x="1307748" y="691280"/>
                  </a:lnTo>
                  <a:lnTo>
                    <a:pt x="1036366" y="646329"/>
                  </a:lnTo>
                  <a:lnTo>
                    <a:pt x="0" y="706247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22" name="pl921"/>
            <p:cNvSpPr/>
            <p:nvPr/>
          </p:nvSpPr>
          <p:spPr>
            <a:xfrm>
              <a:off x="6924689" y="7588398"/>
              <a:ext cx="1961623" cy="305440"/>
            </a:xfrm>
            <a:custGeom>
              <a:avLst/>
              <a:pathLst>
                <a:path w="1961623" h="305440">
                  <a:moveTo>
                    <a:pt x="0" y="0"/>
                  </a:moveTo>
                  <a:lnTo>
                    <a:pt x="1036366" y="290112"/>
                  </a:lnTo>
                  <a:lnTo>
                    <a:pt x="1307748" y="305440"/>
                  </a:lnTo>
                  <a:lnTo>
                    <a:pt x="1690240" y="283949"/>
                  </a:lnTo>
                  <a:lnTo>
                    <a:pt x="1961623" y="2526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3" name="pl922"/>
            <p:cNvSpPr/>
            <p:nvPr/>
          </p:nvSpPr>
          <p:spPr>
            <a:xfrm>
              <a:off x="6924689" y="8234728"/>
              <a:ext cx="1961623" cy="242970"/>
            </a:xfrm>
            <a:custGeom>
              <a:avLst/>
              <a:pathLst>
                <a:path w="1961623" h="242970">
                  <a:moveTo>
                    <a:pt x="1961623" y="242970"/>
                  </a:moveTo>
                  <a:lnTo>
                    <a:pt x="1690240" y="151399"/>
                  </a:lnTo>
                  <a:lnTo>
                    <a:pt x="1307748" y="44950"/>
                  </a:lnTo>
                  <a:lnTo>
                    <a:pt x="1036366" y="0"/>
                  </a:lnTo>
                  <a:lnTo>
                    <a:pt x="0" y="599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4" name="pl923"/>
            <p:cNvSpPr/>
            <p:nvPr/>
          </p:nvSpPr>
          <p:spPr>
            <a:xfrm>
              <a:off x="6924689" y="7941522"/>
              <a:ext cx="1961623" cy="217855"/>
            </a:xfrm>
            <a:custGeom>
              <a:avLst/>
              <a:pathLst>
                <a:path w="1961623" h="217855">
                  <a:moveTo>
                    <a:pt x="0" y="0"/>
                  </a:moveTo>
                  <a:lnTo>
                    <a:pt x="1036366" y="115097"/>
                  </a:lnTo>
                  <a:lnTo>
                    <a:pt x="1307748" y="145236"/>
                  </a:lnTo>
                  <a:lnTo>
                    <a:pt x="1690240" y="187715"/>
                  </a:lnTo>
                  <a:lnTo>
                    <a:pt x="1961623" y="217855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25" name="tx924"/>
            <p:cNvSpPr/>
            <p:nvPr/>
          </p:nvSpPr>
          <p:spPr>
            <a:xfrm>
              <a:off x="8406618" y="7881286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0.462</a:t>
              </a:r>
            </a:p>
          </p:txBody>
        </p:sp>
        <p:sp>
          <p:nvSpPr>
            <p:cNvPr id="926" name="rc925"/>
            <p:cNvSpPr/>
            <p:nvPr/>
          </p:nvSpPr>
          <p:spPr>
            <a:xfrm>
              <a:off x="6742685" y="6590760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27" name="pl926"/>
            <p:cNvSpPr/>
            <p:nvPr/>
          </p:nvSpPr>
          <p:spPr>
            <a:xfrm>
              <a:off x="6742685" y="6590760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l927"/>
            <p:cNvSpPr/>
            <p:nvPr/>
          </p:nvSpPr>
          <p:spPr>
            <a:xfrm>
              <a:off x="6704728" y="847647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l928"/>
            <p:cNvSpPr/>
            <p:nvPr/>
          </p:nvSpPr>
          <p:spPr>
            <a:xfrm>
              <a:off x="6704728" y="802280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l929"/>
            <p:cNvSpPr/>
            <p:nvPr/>
          </p:nvSpPr>
          <p:spPr>
            <a:xfrm>
              <a:off x="6704728" y="756912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l930"/>
            <p:cNvSpPr/>
            <p:nvPr/>
          </p:nvSpPr>
          <p:spPr>
            <a:xfrm>
              <a:off x="6704728" y="711545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l931"/>
            <p:cNvSpPr/>
            <p:nvPr/>
          </p:nvSpPr>
          <p:spPr>
            <a:xfrm>
              <a:off x="6704728" y="666178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l932"/>
            <p:cNvSpPr/>
            <p:nvPr/>
          </p:nvSpPr>
          <p:spPr>
            <a:xfrm>
              <a:off x="6742685" y="8675135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l933"/>
            <p:cNvSpPr/>
            <p:nvPr/>
          </p:nvSpPr>
          <p:spPr>
            <a:xfrm>
              <a:off x="6924689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l934"/>
            <p:cNvSpPr/>
            <p:nvPr/>
          </p:nvSpPr>
          <p:spPr>
            <a:xfrm>
              <a:off x="7578564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l935"/>
            <p:cNvSpPr/>
            <p:nvPr/>
          </p:nvSpPr>
          <p:spPr>
            <a:xfrm>
              <a:off x="8232438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l936"/>
            <p:cNvSpPr/>
            <p:nvPr/>
          </p:nvSpPr>
          <p:spPr>
            <a:xfrm>
              <a:off x="8886313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tx937"/>
            <p:cNvSpPr/>
            <p:nvPr/>
          </p:nvSpPr>
          <p:spPr>
            <a:xfrm>
              <a:off x="6885827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939" name="tx938"/>
            <p:cNvSpPr/>
            <p:nvPr/>
          </p:nvSpPr>
          <p:spPr>
            <a:xfrm>
              <a:off x="7539702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940" name="tx939"/>
            <p:cNvSpPr/>
            <p:nvPr/>
          </p:nvSpPr>
          <p:spPr>
            <a:xfrm>
              <a:off x="8193576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941" name="tx940"/>
            <p:cNvSpPr/>
            <p:nvPr/>
          </p:nvSpPr>
          <p:spPr>
            <a:xfrm>
              <a:off x="8847451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942" name="tx941"/>
            <p:cNvSpPr/>
            <p:nvPr/>
          </p:nvSpPr>
          <p:spPr>
            <a:xfrm>
              <a:off x="7539993" y="8956323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943" name="tx942"/>
            <p:cNvSpPr/>
            <p:nvPr/>
          </p:nvSpPr>
          <p:spPr>
            <a:xfrm>
              <a:off x="6742685" y="6347601"/>
              <a:ext cx="582381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(j) RTD</a:t>
              </a:r>
            </a:p>
          </p:txBody>
        </p:sp>
        <p:sp>
          <p:nvSpPr>
            <p:cNvPr id="944" name="rc943"/>
            <p:cNvSpPr/>
            <p:nvPr/>
          </p:nvSpPr>
          <p:spPr>
            <a:xfrm>
              <a:off x="9362389" y="6590760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5" name="pt944"/>
            <p:cNvSpPr/>
            <p:nvPr/>
          </p:nvSpPr>
          <p:spPr>
            <a:xfrm>
              <a:off x="9542102" y="7990285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46" name="pt945"/>
            <p:cNvSpPr/>
            <p:nvPr/>
          </p:nvSpPr>
          <p:spPr>
            <a:xfrm>
              <a:off x="9569841" y="8105045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47" name="pt946"/>
            <p:cNvSpPr/>
            <p:nvPr/>
          </p:nvSpPr>
          <p:spPr>
            <a:xfrm>
              <a:off x="9488860" y="8221119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48" name="pt947"/>
            <p:cNvSpPr/>
            <p:nvPr/>
          </p:nvSpPr>
          <p:spPr>
            <a:xfrm>
              <a:off x="9572993" y="7520643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49" name="pt948"/>
            <p:cNvSpPr/>
            <p:nvPr/>
          </p:nvSpPr>
          <p:spPr>
            <a:xfrm>
              <a:off x="9545737" y="8056041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0" name="pt949"/>
            <p:cNvSpPr/>
            <p:nvPr/>
          </p:nvSpPr>
          <p:spPr>
            <a:xfrm>
              <a:off x="9493402" y="7559258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1" name="pt950"/>
            <p:cNvSpPr/>
            <p:nvPr/>
          </p:nvSpPr>
          <p:spPr>
            <a:xfrm>
              <a:off x="9483434" y="8462879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2" name="pt951"/>
            <p:cNvSpPr/>
            <p:nvPr/>
          </p:nvSpPr>
          <p:spPr>
            <a:xfrm>
              <a:off x="9429454" y="8208615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9476703" y="758364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9542399" y="7421712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10245752" y="788623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10122270" y="7526208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10072581" y="8153153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10143470" y="844095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10105058" y="6646718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10087069" y="6800634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10131870" y="8339300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10069304" y="849387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10163910" y="847496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10100022" y="8276200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10212189" y="8357974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t965"/>
            <p:cNvSpPr/>
            <p:nvPr/>
          </p:nvSpPr>
          <p:spPr>
            <a:xfrm>
              <a:off x="10168903" y="842593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7" name="pt966"/>
            <p:cNvSpPr/>
            <p:nvPr/>
          </p:nvSpPr>
          <p:spPr>
            <a:xfrm>
              <a:off x="10085028" y="8369630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8" name="pt967"/>
            <p:cNvSpPr/>
            <p:nvPr/>
          </p:nvSpPr>
          <p:spPr>
            <a:xfrm>
              <a:off x="10073015" y="8360235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9" name="pt968"/>
            <p:cNvSpPr/>
            <p:nvPr/>
          </p:nvSpPr>
          <p:spPr>
            <a:xfrm>
              <a:off x="10121184" y="8263832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0" name="pt969"/>
            <p:cNvSpPr/>
            <p:nvPr/>
          </p:nvSpPr>
          <p:spPr>
            <a:xfrm>
              <a:off x="10220649" y="8115327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1" name="pt970"/>
            <p:cNvSpPr/>
            <p:nvPr/>
          </p:nvSpPr>
          <p:spPr>
            <a:xfrm>
              <a:off x="10210198" y="8471631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2" name="pt971"/>
            <p:cNvSpPr/>
            <p:nvPr/>
          </p:nvSpPr>
          <p:spPr>
            <a:xfrm>
              <a:off x="10215106" y="8178662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3" name="pt972"/>
            <p:cNvSpPr/>
            <p:nvPr/>
          </p:nvSpPr>
          <p:spPr>
            <a:xfrm>
              <a:off x="10795113" y="8156535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4" name="pt973"/>
            <p:cNvSpPr/>
            <p:nvPr/>
          </p:nvSpPr>
          <p:spPr>
            <a:xfrm>
              <a:off x="10898889" y="849767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5" name="pt974"/>
            <p:cNvSpPr/>
            <p:nvPr/>
          </p:nvSpPr>
          <p:spPr>
            <a:xfrm>
              <a:off x="10741356" y="8345244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6" name="pt975"/>
            <p:cNvSpPr/>
            <p:nvPr/>
          </p:nvSpPr>
          <p:spPr>
            <a:xfrm>
              <a:off x="10782896" y="8405810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7" name="pt976"/>
            <p:cNvSpPr/>
            <p:nvPr/>
          </p:nvSpPr>
          <p:spPr>
            <a:xfrm>
              <a:off x="10732693" y="7992760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8" name="pt977"/>
            <p:cNvSpPr/>
            <p:nvPr/>
          </p:nvSpPr>
          <p:spPr>
            <a:xfrm>
              <a:off x="10805680" y="824372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9" name="pt978"/>
            <p:cNvSpPr/>
            <p:nvPr/>
          </p:nvSpPr>
          <p:spPr>
            <a:xfrm>
              <a:off x="10756058" y="7910462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0" name="pt979"/>
            <p:cNvSpPr/>
            <p:nvPr/>
          </p:nvSpPr>
          <p:spPr>
            <a:xfrm>
              <a:off x="10824742" y="8156526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10773460" y="8256608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2" name="pt981"/>
            <p:cNvSpPr/>
            <p:nvPr/>
          </p:nvSpPr>
          <p:spPr>
            <a:xfrm>
              <a:off x="10812197" y="8073868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3" name="pt982"/>
            <p:cNvSpPr/>
            <p:nvPr/>
          </p:nvSpPr>
          <p:spPr>
            <a:xfrm>
              <a:off x="10807780" y="842095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4" name="pt983"/>
            <p:cNvSpPr/>
            <p:nvPr/>
          </p:nvSpPr>
          <p:spPr>
            <a:xfrm>
              <a:off x="10798818" y="7612851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5" name="pt984"/>
            <p:cNvSpPr/>
            <p:nvPr/>
          </p:nvSpPr>
          <p:spPr>
            <a:xfrm>
              <a:off x="10761451" y="8336594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6" name="pt985"/>
            <p:cNvSpPr/>
            <p:nvPr/>
          </p:nvSpPr>
          <p:spPr>
            <a:xfrm>
              <a:off x="10801008" y="843160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7" name="pt986"/>
            <p:cNvSpPr/>
            <p:nvPr/>
          </p:nvSpPr>
          <p:spPr>
            <a:xfrm>
              <a:off x="10853257" y="7489134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8" name="pt987"/>
            <p:cNvSpPr/>
            <p:nvPr/>
          </p:nvSpPr>
          <p:spPr>
            <a:xfrm>
              <a:off x="10852964" y="8039987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9" name="pt988"/>
            <p:cNvSpPr/>
            <p:nvPr/>
          </p:nvSpPr>
          <p:spPr>
            <a:xfrm>
              <a:off x="10763768" y="7892304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10868644" y="8319424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1" name="pt990"/>
            <p:cNvSpPr/>
            <p:nvPr/>
          </p:nvSpPr>
          <p:spPr>
            <a:xfrm>
              <a:off x="10833166" y="8165615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2" name="pt991"/>
            <p:cNvSpPr/>
            <p:nvPr/>
          </p:nvSpPr>
          <p:spPr>
            <a:xfrm>
              <a:off x="10847741" y="7914069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11473163" y="8276879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11511809" y="8214940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11418510" y="8056613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11526236" y="826371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11448234" y="7986375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11406147" y="8173024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11534307" y="8059327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11444834" y="8122461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11533415" y="8204606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11546449" y="7755798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11391857" y="8392370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11474862" y="8229695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11509243" y="8234437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11443002" y="844739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11474453" y="8140070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11403642" y="8444297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11486365" y="7970210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11472817" y="8211073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11441400" y="8237465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11468124" y="8079355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11485999" y="8177782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11453860" y="8129542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11490372" y="8189950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11421916" y="840613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7" name="pg1016"/>
            <p:cNvSpPr/>
            <p:nvPr/>
          </p:nvSpPr>
          <p:spPr>
            <a:xfrm>
              <a:off x="9550467" y="7651048"/>
              <a:ext cx="1941890" cy="929343"/>
            </a:xfrm>
            <a:custGeom>
              <a:avLst/>
              <a:pathLst>
                <a:path w="1941890" h="929343">
                  <a:moveTo>
                    <a:pt x="0" y="0"/>
                  </a:moveTo>
                  <a:lnTo>
                    <a:pt x="1025941" y="303979"/>
                  </a:lnTo>
                  <a:lnTo>
                    <a:pt x="1294593" y="315723"/>
                  </a:lnTo>
                  <a:lnTo>
                    <a:pt x="1673237" y="285882"/>
                  </a:lnTo>
                  <a:lnTo>
                    <a:pt x="1941890" y="248263"/>
                  </a:lnTo>
                  <a:lnTo>
                    <a:pt x="1941890" y="929343"/>
                  </a:lnTo>
                  <a:lnTo>
                    <a:pt x="1673237" y="831692"/>
                  </a:lnTo>
                  <a:lnTo>
                    <a:pt x="1294593" y="717239"/>
                  </a:lnTo>
                  <a:lnTo>
                    <a:pt x="1025941" y="668950"/>
                  </a:lnTo>
                  <a:lnTo>
                    <a:pt x="0" y="743673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l1017"/>
            <p:cNvSpPr/>
            <p:nvPr/>
          </p:nvSpPr>
          <p:spPr>
            <a:xfrm>
              <a:off x="9550467" y="7651048"/>
              <a:ext cx="1941890" cy="315723"/>
            </a:xfrm>
            <a:custGeom>
              <a:avLst/>
              <a:pathLst>
                <a:path w="1941890" h="315723">
                  <a:moveTo>
                    <a:pt x="0" y="0"/>
                  </a:moveTo>
                  <a:lnTo>
                    <a:pt x="1025941" y="303979"/>
                  </a:lnTo>
                  <a:lnTo>
                    <a:pt x="1294593" y="315723"/>
                  </a:lnTo>
                  <a:lnTo>
                    <a:pt x="1673237" y="285882"/>
                  </a:lnTo>
                  <a:lnTo>
                    <a:pt x="1941890" y="2482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19" name="pl1018"/>
            <p:cNvSpPr/>
            <p:nvPr/>
          </p:nvSpPr>
          <p:spPr>
            <a:xfrm>
              <a:off x="9550467" y="8319998"/>
              <a:ext cx="1941890" cy="260392"/>
            </a:xfrm>
            <a:custGeom>
              <a:avLst/>
              <a:pathLst>
                <a:path w="1941890" h="260392">
                  <a:moveTo>
                    <a:pt x="1941890" y="260392"/>
                  </a:moveTo>
                  <a:lnTo>
                    <a:pt x="1673237" y="162741"/>
                  </a:lnTo>
                  <a:lnTo>
                    <a:pt x="1294593" y="48288"/>
                  </a:lnTo>
                  <a:lnTo>
                    <a:pt x="1025941" y="0"/>
                  </a:lnTo>
                  <a:lnTo>
                    <a:pt x="0" y="747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20" name="pl1019"/>
            <p:cNvSpPr/>
            <p:nvPr/>
          </p:nvSpPr>
          <p:spPr>
            <a:xfrm>
              <a:off x="9550467" y="8022884"/>
              <a:ext cx="1941890" cy="216966"/>
            </a:xfrm>
            <a:custGeom>
              <a:avLst/>
              <a:pathLst>
                <a:path w="1941890" h="216966">
                  <a:moveTo>
                    <a:pt x="0" y="0"/>
                  </a:moveTo>
                  <a:lnTo>
                    <a:pt x="1025941" y="114627"/>
                  </a:lnTo>
                  <a:lnTo>
                    <a:pt x="1294593" y="144644"/>
                  </a:lnTo>
                  <a:lnTo>
                    <a:pt x="1673237" y="186950"/>
                  </a:lnTo>
                  <a:lnTo>
                    <a:pt x="1941890" y="216966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21" name="tx1020"/>
            <p:cNvSpPr/>
            <p:nvPr/>
          </p:nvSpPr>
          <p:spPr>
            <a:xfrm>
              <a:off x="11012663" y="7962559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0.492</a:t>
              </a:r>
            </a:p>
          </p:txBody>
        </p:sp>
        <p:sp>
          <p:nvSpPr>
            <p:cNvPr id="1022" name="rc1021"/>
            <p:cNvSpPr/>
            <p:nvPr/>
          </p:nvSpPr>
          <p:spPr>
            <a:xfrm>
              <a:off x="9362389" y="6590760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23" name="pl1022"/>
            <p:cNvSpPr/>
            <p:nvPr/>
          </p:nvSpPr>
          <p:spPr>
            <a:xfrm>
              <a:off x="9362389" y="6590760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l1023"/>
            <p:cNvSpPr/>
            <p:nvPr/>
          </p:nvSpPr>
          <p:spPr>
            <a:xfrm>
              <a:off x="9324432" y="821769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l1024"/>
            <p:cNvSpPr/>
            <p:nvPr/>
          </p:nvSpPr>
          <p:spPr>
            <a:xfrm>
              <a:off x="9324432" y="752541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l1025"/>
            <p:cNvSpPr/>
            <p:nvPr/>
          </p:nvSpPr>
          <p:spPr>
            <a:xfrm>
              <a:off x="9324432" y="683312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l1026"/>
            <p:cNvSpPr/>
            <p:nvPr/>
          </p:nvSpPr>
          <p:spPr>
            <a:xfrm>
              <a:off x="9362389" y="8675135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l1027"/>
            <p:cNvSpPr/>
            <p:nvPr/>
          </p:nvSpPr>
          <p:spPr>
            <a:xfrm>
              <a:off x="9550467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l1028"/>
            <p:cNvSpPr/>
            <p:nvPr/>
          </p:nvSpPr>
          <p:spPr>
            <a:xfrm>
              <a:off x="10197764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l1029"/>
            <p:cNvSpPr/>
            <p:nvPr/>
          </p:nvSpPr>
          <p:spPr>
            <a:xfrm>
              <a:off x="10845061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l1030"/>
            <p:cNvSpPr/>
            <p:nvPr/>
          </p:nvSpPr>
          <p:spPr>
            <a:xfrm>
              <a:off x="11492358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tx1031"/>
            <p:cNvSpPr/>
            <p:nvPr/>
          </p:nvSpPr>
          <p:spPr>
            <a:xfrm>
              <a:off x="9511605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033" name="tx1032"/>
            <p:cNvSpPr/>
            <p:nvPr/>
          </p:nvSpPr>
          <p:spPr>
            <a:xfrm>
              <a:off x="10158902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034" name="tx1033"/>
            <p:cNvSpPr/>
            <p:nvPr/>
          </p:nvSpPr>
          <p:spPr>
            <a:xfrm>
              <a:off x="10806199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035" name="tx1034"/>
            <p:cNvSpPr/>
            <p:nvPr/>
          </p:nvSpPr>
          <p:spPr>
            <a:xfrm>
              <a:off x="11453496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036" name="tx1035"/>
            <p:cNvSpPr/>
            <p:nvPr/>
          </p:nvSpPr>
          <p:spPr>
            <a:xfrm>
              <a:off x="10159697" y="8956323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037" name="tx1036"/>
            <p:cNvSpPr/>
            <p:nvPr/>
          </p:nvSpPr>
          <p:spPr>
            <a:xfrm>
              <a:off x="9362389" y="6347601"/>
              <a:ext cx="641908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(k) SRA</a:t>
              </a:r>
            </a:p>
          </p:txBody>
        </p:sp>
        <p:sp>
          <p:nvSpPr>
            <p:cNvPr id="1038" name="rc1037"/>
            <p:cNvSpPr/>
            <p:nvPr/>
          </p:nvSpPr>
          <p:spPr>
            <a:xfrm>
              <a:off x="5289520" y="9207076"/>
              <a:ext cx="2615321" cy="6552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9" name="tx1038"/>
            <p:cNvSpPr/>
            <p:nvPr/>
          </p:nvSpPr>
          <p:spPr>
            <a:xfrm>
              <a:off x="6309099" y="9223901"/>
              <a:ext cx="576163" cy="1097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1040" name="rc1039"/>
            <p:cNvSpPr/>
            <p:nvPr/>
          </p:nvSpPr>
          <p:spPr>
            <a:xfrm>
              <a:off x="5289520" y="9426370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5340735" y="9477584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2" name="rc1041"/>
            <p:cNvSpPr/>
            <p:nvPr/>
          </p:nvSpPr>
          <p:spPr>
            <a:xfrm>
              <a:off x="5289520" y="9682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5340735" y="9733499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4" name="rc1043"/>
            <p:cNvSpPr/>
            <p:nvPr/>
          </p:nvSpPr>
          <p:spPr>
            <a:xfrm>
              <a:off x="5838612" y="9426370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5889827" y="9477584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6" name="rc1045"/>
            <p:cNvSpPr/>
            <p:nvPr/>
          </p:nvSpPr>
          <p:spPr>
            <a:xfrm>
              <a:off x="5838612" y="9682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5889827" y="9733499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8" name="rc1047"/>
            <p:cNvSpPr/>
            <p:nvPr/>
          </p:nvSpPr>
          <p:spPr>
            <a:xfrm>
              <a:off x="6379932" y="9426370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6431147" y="9477584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0" name="rc1049"/>
            <p:cNvSpPr/>
            <p:nvPr/>
          </p:nvSpPr>
          <p:spPr>
            <a:xfrm>
              <a:off x="6379932" y="9682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6431147" y="9733499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2" name="rc1051"/>
            <p:cNvSpPr/>
            <p:nvPr/>
          </p:nvSpPr>
          <p:spPr>
            <a:xfrm>
              <a:off x="6905798" y="9426370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6957013" y="9477584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4" name="rc1053"/>
            <p:cNvSpPr/>
            <p:nvPr/>
          </p:nvSpPr>
          <p:spPr>
            <a:xfrm>
              <a:off x="6905798" y="9682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6957013" y="973349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6" name="rc1055"/>
            <p:cNvSpPr/>
            <p:nvPr/>
          </p:nvSpPr>
          <p:spPr>
            <a:xfrm>
              <a:off x="7447118" y="9426370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7498333" y="9477584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8" name="rc1057"/>
            <p:cNvSpPr/>
            <p:nvPr/>
          </p:nvSpPr>
          <p:spPr>
            <a:xfrm>
              <a:off x="7447118" y="9682285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7498333" y="9733499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60" name="tx1059"/>
            <p:cNvSpPr/>
            <p:nvPr/>
          </p:nvSpPr>
          <p:spPr>
            <a:xfrm>
              <a:off x="5545436" y="9466260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1061" name="tx1060"/>
            <p:cNvSpPr/>
            <p:nvPr/>
          </p:nvSpPr>
          <p:spPr>
            <a:xfrm>
              <a:off x="5545436" y="9722176"/>
              <a:ext cx="21726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1062" name="tx1061"/>
            <p:cNvSpPr/>
            <p:nvPr/>
          </p:nvSpPr>
          <p:spPr>
            <a:xfrm>
              <a:off x="6094528" y="9466260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1063" name="tx1062"/>
            <p:cNvSpPr/>
            <p:nvPr/>
          </p:nvSpPr>
          <p:spPr>
            <a:xfrm>
              <a:off x="6094528" y="9722176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1064" name="tx1063"/>
            <p:cNvSpPr/>
            <p:nvPr/>
          </p:nvSpPr>
          <p:spPr>
            <a:xfrm>
              <a:off x="6635847" y="9466260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1065" name="tx1064"/>
            <p:cNvSpPr/>
            <p:nvPr/>
          </p:nvSpPr>
          <p:spPr>
            <a:xfrm>
              <a:off x="6635847" y="9722176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1066" name="tx1065"/>
            <p:cNvSpPr/>
            <p:nvPr/>
          </p:nvSpPr>
          <p:spPr>
            <a:xfrm>
              <a:off x="7161714" y="9466260"/>
              <a:ext cx="17858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1067" name="tx1066"/>
            <p:cNvSpPr/>
            <p:nvPr/>
          </p:nvSpPr>
          <p:spPr>
            <a:xfrm>
              <a:off x="7161714" y="9722176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1068" name="tx1067"/>
            <p:cNvSpPr/>
            <p:nvPr/>
          </p:nvSpPr>
          <p:spPr>
            <a:xfrm>
              <a:off x="7703033" y="9466260"/>
              <a:ext cx="2018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1069" name="tx1068"/>
            <p:cNvSpPr/>
            <p:nvPr/>
          </p:nvSpPr>
          <p:spPr>
            <a:xfrm>
              <a:off x="7703033" y="9722176"/>
              <a:ext cx="18635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2026-07-20T00:30:38Z</dcterms:modified>
  <cp:category/>
</cp:coreProperties>
</file>