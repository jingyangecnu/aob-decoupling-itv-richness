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36011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19666"/>
              <a:ext cx="1704152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18609" y="19751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31952" y="17897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43312" y="186927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78139" y="160348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20365" y="227735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33756" y="18633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79672" y="208397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17312" y="19493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92849" y="17284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98100" y="18850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42496" y="17753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06433" y="165485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50139" y="16342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15149" y="19135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54232" y="18579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45905" y="172119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06223" y="18259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08409" y="20271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05826" y="19555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04037" y="16092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42825" y="16375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19286" y="18924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89562" y="19550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90451" y="20898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49601" y="19451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20794" y="17886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40099" y="193885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14885" y="18014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14207" y="17756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45835" y="18062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61595" y="197376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1059" y="16824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8568" y="18013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83923" y="18141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56368" y="18719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15276" y="18026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70738" y="19147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21012" y="14932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92211" y="15729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90421" y="15448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44245" y="15027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84021" y="17805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69897" y="17355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27873" y="16377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61833" y="19613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40310" y="18322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74447" y="17758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9050" y="16979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96179" y="16352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24557" y="168667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84564" y="19064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68584" y="17127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08546" y="18753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97767" y="19736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83325" y="17842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03129" y="176997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09545" y="17083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51008" y="18677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69719" y="17306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68803" y="12610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40718" y="18825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76927" y="13489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79098" y="18030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11138" y="15333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75202" y="149668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21516" y="15184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39118" y="18574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77073" y="16824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19742" y="182833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95070" y="174594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11401" y="13962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93105" y="11839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20048" y="1649277"/>
              <a:ext cx="1089640" cy="380150"/>
            </a:xfrm>
            <a:custGeom>
              <a:avLst/>
              <a:pathLst>
                <a:path w="1089640" h="380150">
                  <a:moveTo>
                    <a:pt x="0" y="214818"/>
                  </a:moveTo>
                  <a:lnTo>
                    <a:pt x="575679" y="127579"/>
                  </a:lnTo>
                  <a:lnTo>
                    <a:pt x="726427" y="95540"/>
                  </a:lnTo>
                  <a:lnTo>
                    <a:pt x="938893" y="42073"/>
                  </a:lnTo>
                  <a:lnTo>
                    <a:pt x="1089640" y="0"/>
                  </a:lnTo>
                  <a:lnTo>
                    <a:pt x="1089640" y="129608"/>
                  </a:lnTo>
                  <a:lnTo>
                    <a:pt x="938893" y="151915"/>
                  </a:lnTo>
                  <a:lnTo>
                    <a:pt x="726427" y="189187"/>
                  </a:lnTo>
                  <a:lnTo>
                    <a:pt x="575679" y="221529"/>
                  </a:lnTo>
                  <a:lnTo>
                    <a:pt x="0" y="38015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20048" y="1649277"/>
              <a:ext cx="1089640" cy="214818"/>
            </a:xfrm>
            <a:custGeom>
              <a:avLst/>
              <a:pathLst>
                <a:path w="1089640" h="214818">
                  <a:moveTo>
                    <a:pt x="0" y="214818"/>
                  </a:moveTo>
                  <a:lnTo>
                    <a:pt x="575679" y="127579"/>
                  </a:lnTo>
                  <a:lnTo>
                    <a:pt x="726427" y="95540"/>
                  </a:lnTo>
                  <a:lnTo>
                    <a:pt x="938893" y="42073"/>
                  </a:lnTo>
                  <a:lnTo>
                    <a:pt x="10896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20048" y="1778886"/>
              <a:ext cx="1089640" cy="250542"/>
            </a:xfrm>
            <a:custGeom>
              <a:avLst/>
              <a:pathLst>
                <a:path w="1089640" h="250542">
                  <a:moveTo>
                    <a:pt x="1089640" y="0"/>
                  </a:moveTo>
                  <a:lnTo>
                    <a:pt x="938893" y="22307"/>
                  </a:lnTo>
                  <a:lnTo>
                    <a:pt x="726427" y="59579"/>
                  </a:lnTo>
                  <a:lnTo>
                    <a:pt x="575679" y="91920"/>
                  </a:lnTo>
                  <a:lnTo>
                    <a:pt x="0" y="250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20048" y="1714081"/>
              <a:ext cx="1089640" cy="232680"/>
            </a:xfrm>
            <a:custGeom>
              <a:avLst/>
              <a:pathLst>
                <a:path w="1089640" h="232680">
                  <a:moveTo>
                    <a:pt x="0" y="232680"/>
                  </a:moveTo>
                  <a:lnTo>
                    <a:pt x="575679" y="109750"/>
                  </a:lnTo>
                  <a:lnTo>
                    <a:pt x="726427" y="77560"/>
                  </a:lnTo>
                  <a:lnTo>
                    <a:pt x="938893" y="32190"/>
                  </a:lnTo>
                  <a:lnTo>
                    <a:pt x="108964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2020804" y="122496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2093545" y="122496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10032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40466" y="228935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200253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40466" y="17157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40466" y="14289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114209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281564" y="23257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20389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281564" y="17521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281564" y="14653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281564" y="11785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0032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2004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783261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4647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50968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10032" y="990315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70824" y="19334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44852" y="19160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30326" y="181948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49320" y="17502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62665" y="21958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32777" y="22671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80130" y="18252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799500" y="22102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50862" y="18243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70161" y="16543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166782" y="18400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50128" y="188003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78554" y="13089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134493" y="18157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93850" y="13948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16647" y="17254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35274" y="16650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94017" y="19218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13550" y="18315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87235" y="20909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44995" y="21059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01676" y="20273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63890" y="22721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34253" y="21440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31476" y="21906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40764" y="20150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4651" y="21122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96450" y="185731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29451" y="14535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09712" y="19305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27326" y="164817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498973" y="19103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18207" y="17314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06031" y="19113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01692" y="14142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82817" y="17236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39901" y="18051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45340" y="20484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82463" y="18168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64136" y="12858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497966" y="16625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18452" y="19092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33368" y="19185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91813" y="20418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30865" y="22465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25104" y="21117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07201" y="20737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76509" y="17037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89786" y="16502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912446" y="15555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58825" y="17915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902882" y="18815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70150" y="22773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59424" y="188117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27069" y="22766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59364" y="180775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85812" y="18899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11931" y="216529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24656" y="17525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53842" y="11839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26245" y="19509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47489" y="16483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88157" y="16971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63141" y="155379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58016" y="175831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4694" y="15720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06528" y="19659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48774" y="17210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59725" y="19236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11459" y="215645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70877" y="13631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70686" y="16427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56711" y="1676741"/>
              <a:ext cx="1091339" cy="434043"/>
            </a:xfrm>
            <a:custGeom>
              <a:avLst/>
              <a:pathLst>
                <a:path w="1091339" h="434043">
                  <a:moveTo>
                    <a:pt x="0" y="143580"/>
                  </a:moveTo>
                  <a:lnTo>
                    <a:pt x="576577" y="77659"/>
                  </a:lnTo>
                  <a:lnTo>
                    <a:pt x="727559" y="56753"/>
                  </a:lnTo>
                  <a:lnTo>
                    <a:pt x="940356" y="24612"/>
                  </a:lnTo>
                  <a:lnTo>
                    <a:pt x="1091339" y="0"/>
                  </a:lnTo>
                  <a:lnTo>
                    <a:pt x="1091339" y="275547"/>
                  </a:lnTo>
                  <a:lnTo>
                    <a:pt x="940356" y="292725"/>
                  </a:lnTo>
                  <a:lnTo>
                    <a:pt x="727559" y="319485"/>
                  </a:lnTo>
                  <a:lnTo>
                    <a:pt x="576577" y="340370"/>
                  </a:lnTo>
                  <a:lnTo>
                    <a:pt x="0" y="43404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56711" y="1676741"/>
              <a:ext cx="1091339" cy="143580"/>
            </a:xfrm>
            <a:custGeom>
              <a:avLst/>
              <a:pathLst>
                <a:path w="1091339" h="143580">
                  <a:moveTo>
                    <a:pt x="0" y="143580"/>
                  </a:moveTo>
                  <a:lnTo>
                    <a:pt x="576577" y="77659"/>
                  </a:lnTo>
                  <a:lnTo>
                    <a:pt x="727559" y="56753"/>
                  </a:lnTo>
                  <a:lnTo>
                    <a:pt x="940356" y="24612"/>
                  </a:lnTo>
                  <a:lnTo>
                    <a:pt x="109133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56711" y="1952288"/>
              <a:ext cx="1091339" cy="158496"/>
            </a:xfrm>
            <a:custGeom>
              <a:avLst/>
              <a:pathLst>
                <a:path w="1091339" h="158496">
                  <a:moveTo>
                    <a:pt x="1091339" y="0"/>
                  </a:moveTo>
                  <a:lnTo>
                    <a:pt x="940356" y="17178"/>
                  </a:lnTo>
                  <a:lnTo>
                    <a:pt x="727559" y="43938"/>
                  </a:lnTo>
                  <a:lnTo>
                    <a:pt x="576577" y="64823"/>
                  </a:lnTo>
                  <a:lnTo>
                    <a:pt x="0" y="15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56711" y="1814515"/>
              <a:ext cx="1091339" cy="151038"/>
            </a:xfrm>
            <a:custGeom>
              <a:avLst/>
              <a:pathLst>
                <a:path w="1091339" h="151038">
                  <a:moveTo>
                    <a:pt x="0" y="151038"/>
                  </a:moveTo>
                  <a:lnTo>
                    <a:pt x="576577" y="71241"/>
                  </a:lnTo>
                  <a:lnTo>
                    <a:pt x="727559" y="50346"/>
                  </a:lnTo>
                  <a:lnTo>
                    <a:pt x="940356" y="20895"/>
                  </a:lnTo>
                  <a:lnTo>
                    <a:pt x="109133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59166" y="122499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531906" y="1224998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0.005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748241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719773" y="20837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719773" y="17043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719773" y="13248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748241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56711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22049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58427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394805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>
              <a:off x="2748241" y="990315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08370" y="20706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302632" y="20914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306526" y="219863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281350" y="18851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227906" y="19203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252503" y="18676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98469" y="216637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81942" y="20403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83777" y="21204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51252" y="171586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40721" y="22333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599458" y="204057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03171" y="16391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598276" y="20462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32301" y="22773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593393" y="22729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63410" y="21050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39685" y="22452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571976" y="16189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572976" y="11839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17072" y="20023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8349" y="21205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12186" y="20980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13610" y="21500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576223" y="20252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582665" y="18896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03805" y="19622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32198" y="204651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44814" y="22139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81169" y="22259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77199" y="211860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32633" y="20935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53118" y="12518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37355" y="21184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5019841" y="164527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5013892" y="17425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39404" y="22256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36092" y="11977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29953" y="22286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39446" y="21811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06605" y="17183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46397" y="20268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05095" y="20731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08974" y="13184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88178" y="21110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85765" y="21255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33456" y="186201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55029" y="189883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42220" y="21603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94635" y="21877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333834" y="22236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54096" y="21591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30711" y="16096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60768" y="21795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93473" y="17606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97934" y="223108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31278" y="12899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43702" y="13212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69778" y="20756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10831" y="20790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94615" y="19406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64098" y="20700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19834" y="20016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14920" y="22059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37111" y="219098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65196" y="19965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95304" y="20477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69389" y="18673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74303" y="11949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33624" y="18171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37588" y="21245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34112" y="17851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4293474" y="1848659"/>
              <a:ext cx="1091674" cy="348236"/>
            </a:xfrm>
            <a:custGeom>
              <a:avLst/>
              <a:pathLst>
                <a:path w="1091674" h="348236">
                  <a:moveTo>
                    <a:pt x="0" y="41932"/>
                  </a:moveTo>
                  <a:lnTo>
                    <a:pt x="576754" y="46137"/>
                  </a:lnTo>
                  <a:lnTo>
                    <a:pt x="727782" y="37726"/>
                  </a:lnTo>
                  <a:lnTo>
                    <a:pt x="940645" y="18358"/>
                  </a:lnTo>
                  <a:lnTo>
                    <a:pt x="1091674" y="0"/>
                  </a:lnTo>
                  <a:lnTo>
                    <a:pt x="1091674" y="268118"/>
                  </a:lnTo>
                  <a:lnTo>
                    <a:pt x="940645" y="266645"/>
                  </a:lnTo>
                  <a:lnTo>
                    <a:pt x="727782" y="271074"/>
                  </a:lnTo>
                  <a:lnTo>
                    <a:pt x="576754" y="279550"/>
                  </a:lnTo>
                  <a:lnTo>
                    <a:pt x="0" y="34823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293474" y="1848659"/>
              <a:ext cx="1091674" cy="46137"/>
            </a:xfrm>
            <a:custGeom>
              <a:avLst/>
              <a:pathLst>
                <a:path w="1091674" h="46137">
                  <a:moveTo>
                    <a:pt x="0" y="41932"/>
                  </a:moveTo>
                  <a:lnTo>
                    <a:pt x="576754" y="46137"/>
                  </a:lnTo>
                  <a:lnTo>
                    <a:pt x="727782" y="37726"/>
                  </a:lnTo>
                  <a:lnTo>
                    <a:pt x="940645" y="18358"/>
                  </a:lnTo>
                  <a:lnTo>
                    <a:pt x="10916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293474" y="2115305"/>
              <a:ext cx="1091674" cy="81590"/>
            </a:xfrm>
            <a:custGeom>
              <a:avLst/>
              <a:pathLst>
                <a:path w="1091674" h="81590">
                  <a:moveTo>
                    <a:pt x="1091674" y="1472"/>
                  </a:moveTo>
                  <a:lnTo>
                    <a:pt x="940645" y="0"/>
                  </a:lnTo>
                  <a:lnTo>
                    <a:pt x="727782" y="4429"/>
                  </a:lnTo>
                  <a:lnTo>
                    <a:pt x="576754" y="12904"/>
                  </a:lnTo>
                  <a:lnTo>
                    <a:pt x="0" y="8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4293474" y="1982719"/>
              <a:ext cx="1091674" cy="61025"/>
            </a:xfrm>
            <a:custGeom>
              <a:avLst/>
              <a:pathLst>
                <a:path w="1091674" h="61025">
                  <a:moveTo>
                    <a:pt x="0" y="61025"/>
                  </a:moveTo>
                  <a:lnTo>
                    <a:pt x="576754" y="28784"/>
                  </a:lnTo>
                  <a:lnTo>
                    <a:pt x="727782" y="20341"/>
                  </a:lnTo>
                  <a:lnTo>
                    <a:pt x="940645" y="8442"/>
                  </a:lnTo>
                  <a:lnTo>
                    <a:pt x="109167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4896265" y="12250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2" name="tx281"/>
            <p:cNvSpPr/>
            <p:nvPr/>
          </p:nvSpPr>
          <p:spPr>
            <a:xfrm>
              <a:off x="4969005" y="122501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0.468</a:t>
              </a:r>
            </a:p>
          </p:txBody>
        </p:sp>
        <p:sp>
          <p:nvSpPr>
            <p:cNvPr id="283" name="rc282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186450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157982" y="21192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157982" y="17608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157982" y="14023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186450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9347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65736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5021257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5385149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>
              <a:off x="4186450" y="990315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4" name="rc293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646579" y="20402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23943" y="19463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684534" y="188632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17795" y="21213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658799" y="215919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649106" y="14565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16079" y="204970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07679" y="17920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727511" y="20488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725933" y="21168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29286" y="19328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102397" y="20568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88768" y="17101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11764" y="21002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05504" y="20340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19619" y="17892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103628" y="21627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104683" y="20528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56237" y="19661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18088" y="12118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13581" y="15197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21313" y="19728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10155" y="19249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72104" y="21504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33962" y="19890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105922" y="192443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23560" y="20877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19201" y="202936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439982" y="22773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378371" y="20477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22200" y="20333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383340" y="19145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458635" y="14366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384255" y="13588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62537" y="16790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40085" y="179951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378816" y="18121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39435" y="17300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34142" y="17826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11192" y="17199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10813" y="20629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67240" y="19559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82690" y="20293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91549" y="163141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46865" y="17248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76810" y="19326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49514" y="177611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394653" y="11839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28749" y="17905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804027" y="19085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94296" y="17969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836143" y="17852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800889" y="18542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40949" y="18054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50962" y="16913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37974" y="179170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09724" y="20205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25294" y="15101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67243" y="20205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58010" y="200614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77306" y="19075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76575" y="18155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15760" y="18355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94621" y="201673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91587" y="170779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21018" y="1842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66096" y="191424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50965" y="18435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78100" y="19235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20914" y="157953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42818" y="18647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92751" y="18085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5725732" y="1702029"/>
              <a:ext cx="1096263" cy="434511"/>
            </a:xfrm>
            <a:custGeom>
              <a:avLst/>
              <a:pathLst>
                <a:path w="1096263" h="434511">
                  <a:moveTo>
                    <a:pt x="0" y="123514"/>
                  </a:moveTo>
                  <a:lnTo>
                    <a:pt x="579178" y="108843"/>
                  </a:lnTo>
                  <a:lnTo>
                    <a:pt x="730842" y="86216"/>
                  </a:lnTo>
                  <a:lnTo>
                    <a:pt x="944600" y="39837"/>
                  </a:lnTo>
                  <a:lnTo>
                    <a:pt x="1096263" y="0"/>
                  </a:lnTo>
                  <a:lnTo>
                    <a:pt x="1096263" y="273407"/>
                  </a:lnTo>
                  <a:lnTo>
                    <a:pt x="944600" y="272945"/>
                  </a:lnTo>
                  <a:lnTo>
                    <a:pt x="730842" y="282063"/>
                  </a:lnTo>
                  <a:lnTo>
                    <a:pt x="579178" y="298812"/>
                  </a:lnTo>
                  <a:lnTo>
                    <a:pt x="0" y="43451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25732" y="1702029"/>
              <a:ext cx="1096263" cy="123514"/>
            </a:xfrm>
            <a:custGeom>
              <a:avLst/>
              <a:pathLst>
                <a:path w="1096263" h="123514">
                  <a:moveTo>
                    <a:pt x="0" y="123514"/>
                  </a:moveTo>
                  <a:lnTo>
                    <a:pt x="579178" y="108843"/>
                  </a:lnTo>
                  <a:lnTo>
                    <a:pt x="730842" y="86216"/>
                  </a:lnTo>
                  <a:lnTo>
                    <a:pt x="944600" y="39837"/>
                  </a:lnTo>
                  <a:lnTo>
                    <a:pt x="10962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9" name="pl368"/>
            <p:cNvSpPr/>
            <p:nvPr/>
          </p:nvSpPr>
          <p:spPr>
            <a:xfrm>
              <a:off x="5725732" y="1974975"/>
              <a:ext cx="1096263" cy="161566"/>
            </a:xfrm>
            <a:custGeom>
              <a:avLst/>
              <a:pathLst>
                <a:path w="1096263" h="161566">
                  <a:moveTo>
                    <a:pt x="1096263" y="462"/>
                  </a:moveTo>
                  <a:lnTo>
                    <a:pt x="944600" y="0"/>
                  </a:lnTo>
                  <a:lnTo>
                    <a:pt x="730842" y="9118"/>
                  </a:lnTo>
                  <a:lnTo>
                    <a:pt x="579178" y="25867"/>
                  </a:lnTo>
                  <a:lnTo>
                    <a:pt x="0" y="161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5725732" y="1838733"/>
              <a:ext cx="1096263" cy="142309"/>
            </a:xfrm>
            <a:custGeom>
              <a:avLst/>
              <a:pathLst>
                <a:path w="1096263" h="142309">
                  <a:moveTo>
                    <a:pt x="0" y="142309"/>
                  </a:moveTo>
                  <a:lnTo>
                    <a:pt x="579178" y="67124"/>
                  </a:lnTo>
                  <a:lnTo>
                    <a:pt x="730842" y="47436"/>
                  </a:lnTo>
                  <a:lnTo>
                    <a:pt x="944600" y="19687"/>
                  </a:lnTo>
                  <a:lnTo>
                    <a:pt x="109626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1" name="tx370"/>
            <p:cNvSpPr/>
            <p:nvPr/>
          </p:nvSpPr>
          <p:spPr>
            <a:xfrm>
              <a:off x="6333111" y="122497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2" name="tx371"/>
            <p:cNvSpPr/>
            <p:nvPr/>
          </p:nvSpPr>
          <p:spPr>
            <a:xfrm>
              <a:off x="6405852" y="122497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0.229</a:t>
              </a:r>
            </a:p>
          </p:txBody>
        </p:sp>
        <p:sp>
          <p:nvSpPr>
            <p:cNvPr id="373" name="rc372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24659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596191" y="23142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596191" y="20204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596191" y="17266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5596191" y="14329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624659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25732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6091153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45657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682199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5624659" y="990315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357584" y="35054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388192" y="36195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365321" y="33172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331952" y="33283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391378" y="376000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13081" y="33414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363378" y="374185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333591" y="37610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337977" y="36418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365580" y="33944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32798" y="34275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13069" y="26676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77982" y="327211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691025" y="35502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68406" y="36627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67312" y="35572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87719" y="317695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82393" y="33314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696318" y="34966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39544" y="28430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65932" y="31842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85539" y="34354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76108" y="30764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42634" y="30706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33779" y="36740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68825" y="285726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89861" y="32411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32331" y="333328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76561" y="33812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065093" y="33220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129232" y="34132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60679" y="34247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94356" y="31351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9842" y="34801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95995" y="33328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40976" y="35645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93367" y="35593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06153" y="30931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09568" y="32270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08025" y="30962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25251" y="30508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45933" y="36744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60533" y="34695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01126" y="31327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096765" y="29346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83197" y="35695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24472" y="31508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97445" y="33138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30644" y="34212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423269" y="35167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75515" y="34665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55825" y="37599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506192" y="35434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21516" y="36173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52242" y="274010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88272" y="363047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51495" y="34518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66347" y="334108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60197" y="35492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500271" y="33555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81366" y="35704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72625" y="35805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39474" y="35986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89096" y="36815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76959" y="327035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37495" y="36150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77238" y="35097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64653" y="34181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9889" y="35041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62964" y="28034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20246" y="34876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02265" y="35384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415111" y="3122724"/>
              <a:ext cx="1094170" cy="464788"/>
            </a:xfrm>
            <a:custGeom>
              <a:avLst/>
              <a:pathLst>
                <a:path w="1094170" h="464788">
                  <a:moveTo>
                    <a:pt x="0" y="0"/>
                  </a:moveTo>
                  <a:lnTo>
                    <a:pt x="578073" y="131188"/>
                  </a:lnTo>
                  <a:lnTo>
                    <a:pt x="729447" y="146061"/>
                  </a:lnTo>
                  <a:lnTo>
                    <a:pt x="942796" y="151964"/>
                  </a:lnTo>
                  <a:lnTo>
                    <a:pt x="1094170" y="148531"/>
                  </a:lnTo>
                  <a:lnTo>
                    <a:pt x="1094170" y="464788"/>
                  </a:lnTo>
                  <a:lnTo>
                    <a:pt x="942796" y="426118"/>
                  </a:lnTo>
                  <a:lnTo>
                    <a:pt x="729447" y="382358"/>
                  </a:lnTo>
                  <a:lnTo>
                    <a:pt x="578073" y="361994"/>
                  </a:lnTo>
                  <a:lnTo>
                    <a:pt x="0" y="3586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9" name="pl458"/>
            <p:cNvSpPr/>
            <p:nvPr/>
          </p:nvSpPr>
          <p:spPr>
            <a:xfrm>
              <a:off x="1415111" y="3122724"/>
              <a:ext cx="1094170" cy="151964"/>
            </a:xfrm>
            <a:custGeom>
              <a:avLst/>
              <a:pathLst>
                <a:path w="1094170" h="151964">
                  <a:moveTo>
                    <a:pt x="0" y="0"/>
                  </a:moveTo>
                  <a:lnTo>
                    <a:pt x="578073" y="131188"/>
                  </a:lnTo>
                  <a:lnTo>
                    <a:pt x="729447" y="146061"/>
                  </a:lnTo>
                  <a:lnTo>
                    <a:pt x="942796" y="151964"/>
                  </a:lnTo>
                  <a:lnTo>
                    <a:pt x="1094170" y="148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0" name="pl459"/>
            <p:cNvSpPr/>
            <p:nvPr/>
          </p:nvSpPr>
          <p:spPr>
            <a:xfrm>
              <a:off x="1415111" y="3481345"/>
              <a:ext cx="1094170" cy="106166"/>
            </a:xfrm>
            <a:custGeom>
              <a:avLst/>
              <a:pathLst>
                <a:path w="1094170" h="106166">
                  <a:moveTo>
                    <a:pt x="1094170" y="106166"/>
                  </a:moveTo>
                  <a:lnTo>
                    <a:pt x="942796" y="67497"/>
                  </a:lnTo>
                  <a:lnTo>
                    <a:pt x="729447" y="23737"/>
                  </a:lnTo>
                  <a:lnTo>
                    <a:pt x="578073" y="3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15111" y="3302035"/>
              <a:ext cx="1094170" cy="127349"/>
            </a:xfrm>
            <a:custGeom>
              <a:avLst/>
              <a:pathLst>
                <a:path w="1094170" h="127349">
                  <a:moveTo>
                    <a:pt x="0" y="0"/>
                  </a:moveTo>
                  <a:lnTo>
                    <a:pt x="578073" y="67281"/>
                  </a:lnTo>
                  <a:lnTo>
                    <a:pt x="729447" y="84899"/>
                  </a:lnTo>
                  <a:lnTo>
                    <a:pt x="942796" y="109730"/>
                  </a:lnTo>
                  <a:lnTo>
                    <a:pt x="1094170" y="12734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>
              <a:off x="2020398" y="27086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63" name="tx462"/>
            <p:cNvSpPr/>
            <p:nvPr/>
          </p:nvSpPr>
          <p:spPr>
            <a:xfrm>
              <a:off x="2093138" y="270866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0.323</a:t>
              </a:r>
            </a:p>
          </p:txBody>
        </p:sp>
        <p:sp>
          <p:nvSpPr>
            <p:cNvPr id="464" name="rc463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5" name="pl464"/>
            <p:cNvSpPr/>
            <p:nvPr/>
          </p:nvSpPr>
          <p:spPr>
            <a:xfrm>
              <a:off x="1310032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tx465"/>
            <p:cNvSpPr/>
            <p:nvPr/>
          </p:nvSpPr>
          <p:spPr>
            <a:xfrm rot="-5400000">
              <a:off x="1140466" y="371421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7" name="tx466"/>
            <p:cNvSpPr/>
            <p:nvPr/>
          </p:nvSpPr>
          <p:spPr>
            <a:xfrm rot="-5400000">
              <a:off x="1140466" y="343180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8" name="tx467"/>
            <p:cNvSpPr/>
            <p:nvPr/>
          </p:nvSpPr>
          <p:spPr>
            <a:xfrm rot="-5400000">
              <a:off x="1140466" y="314940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9" name="tx468"/>
            <p:cNvSpPr/>
            <p:nvPr/>
          </p:nvSpPr>
          <p:spPr>
            <a:xfrm rot="-5400000">
              <a:off x="1140466" y="286699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70" name="pl469"/>
            <p:cNvSpPr/>
            <p:nvPr/>
          </p:nvSpPr>
          <p:spPr>
            <a:xfrm>
              <a:off x="1281564" y="37506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281564" y="34682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281564" y="31858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1281564" y="29034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10032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15111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779834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2144558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2509282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8"/>
            <p:cNvSpPr/>
            <p:nvPr/>
          </p:nvSpPr>
          <p:spPr>
            <a:xfrm rot="-5400000">
              <a:off x="129703" y="3206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80" name="tx479"/>
            <p:cNvSpPr/>
            <p:nvPr/>
          </p:nvSpPr>
          <p:spPr>
            <a:xfrm>
              <a:off x="1310032" y="2473969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774396" y="34180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770161" y="32040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04505" y="338070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780679" y="33797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774776" y="35459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66538" y="33563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812095" y="348035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862715" y="34205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777788" y="35748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790366" y="35943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51128" y="36749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22565" y="36465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178643" y="35039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154027" y="36245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218739" y="35090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156822" y="33019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142086" y="36520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29655" y="36425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220035" y="34949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227696" y="33421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13082" y="34310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196962" y="36465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186967" y="32584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164096" y="35168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137575" y="33861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193912" y="33696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231672" y="31498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212263" y="32819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31183" y="330605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16036" y="37243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26654" y="335316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33946" y="35809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37729" y="36140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82575" y="37610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86268" y="30921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80151" y="32901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09983" y="34810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86119" y="34048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41164" y="36982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32875" y="357411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07698" y="35660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08051" y="35844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43953" y="34186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66961" y="36308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554350" y="35456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94275" y="32464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24912" y="34849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01454" y="26676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947735" y="34626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91828" y="35182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929588" y="31230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913932" y="36356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919440" y="32193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955907" y="35644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73805" y="35307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69347" y="33071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67554" y="315609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955201" y="35853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914435" y="339195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959725" y="34955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67587" y="33261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949233" y="36235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934562" y="325741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82980" y="322929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89168" y="350257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955854" y="32925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955834" y="32259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97006" y="34805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25731" y="32442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09508" y="36547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24399" y="356851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82982" y="37182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855803" y="3350745"/>
              <a:ext cx="1091607" cy="225299"/>
            </a:xfrm>
            <a:custGeom>
              <a:avLst/>
              <a:pathLst>
                <a:path w="1091607" h="225299">
                  <a:moveTo>
                    <a:pt x="0" y="24142"/>
                  </a:moveTo>
                  <a:lnTo>
                    <a:pt x="576719" y="25518"/>
                  </a:lnTo>
                  <a:lnTo>
                    <a:pt x="727738" y="20752"/>
                  </a:lnTo>
                  <a:lnTo>
                    <a:pt x="940588" y="10080"/>
                  </a:lnTo>
                  <a:lnTo>
                    <a:pt x="1091607" y="0"/>
                  </a:lnTo>
                  <a:lnTo>
                    <a:pt x="1091607" y="180452"/>
                  </a:lnTo>
                  <a:lnTo>
                    <a:pt x="940588" y="179916"/>
                  </a:lnTo>
                  <a:lnTo>
                    <a:pt x="727738" y="182696"/>
                  </a:lnTo>
                  <a:lnTo>
                    <a:pt x="576719" y="187475"/>
                  </a:lnTo>
                  <a:lnTo>
                    <a:pt x="0" y="22529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5" name="pl554"/>
            <p:cNvSpPr/>
            <p:nvPr/>
          </p:nvSpPr>
          <p:spPr>
            <a:xfrm>
              <a:off x="2855803" y="3350745"/>
              <a:ext cx="1091607" cy="25518"/>
            </a:xfrm>
            <a:custGeom>
              <a:avLst/>
              <a:pathLst>
                <a:path w="1091607" h="25518">
                  <a:moveTo>
                    <a:pt x="0" y="24142"/>
                  </a:moveTo>
                  <a:lnTo>
                    <a:pt x="576719" y="25518"/>
                  </a:lnTo>
                  <a:lnTo>
                    <a:pt x="727738" y="20752"/>
                  </a:lnTo>
                  <a:lnTo>
                    <a:pt x="940588" y="10080"/>
                  </a:lnTo>
                  <a:lnTo>
                    <a:pt x="10916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55803" y="3530662"/>
              <a:ext cx="1091607" cy="45382"/>
            </a:xfrm>
            <a:custGeom>
              <a:avLst/>
              <a:pathLst>
                <a:path w="1091607" h="45382">
                  <a:moveTo>
                    <a:pt x="1091607" y="536"/>
                  </a:moveTo>
                  <a:lnTo>
                    <a:pt x="940588" y="0"/>
                  </a:lnTo>
                  <a:lnTo>
                    <a:pt x="727738" y="2780"/>
                  </a:lnTo>
                  <a:lnTo>
                    <a:pt x="576719" y="7558"/>
                  </a:lnTo>
                  <a:lnTo>
                    <a:pt x="0" y="45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55803" y="3440972"/>
              <a:ext cx="1091607" cy="34494"/>
            </a:xfrm>
            <a:custGeom>
              <a:avLst/>
              <a:pathLst>
                <a:path w="1091607" h="34494">
                  <a:moveTo>
                    <a:pt x="0" y="34494"/>
                  </a:moveTo>
                  <a:lnTo>
                    <a:pt x="576719" y="16270"/>
                  </a:lnTo>
                  <a:lnTo>
                    <a:pt x="727738" y="11498"/>
                  </a:lnTo>
                  <a:lnTo>
                    <a:pt x="940588" y="4772"/>
                  </a:lnTo>
                  <a:lnTo>
                    <a:pt x="109160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" name="tx557"/>
            <p:cNvSpPr/>
            <p:nvPr/>
          </p:nvSpPr>
          <p:spPr>
            <a:xfrm>
              <a:off x="3458527" y="270862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59" name="tx558"/>
            <p:cNvSpPr/>
            <p:nvPr/>
          </p:nvSpPr>
          <p:spPr>
            <a:xfrm>
              <a:off x="3531268" y="270862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0.496</a:t>
              </a:r>
            </a:p>
          </p:txBody>
        </p:sp>
        <p:sp>
          <p:nvSpPr>
            <p:cNvPr id="560" name="rc559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748241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719773" y="38107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2719773" y="34706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2719773" y="31305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719773" y="27904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748241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85580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7"/>
            <p:cNvSpPr/>
            <p:nvPr/>
          </p:nvSpPr>
          <p:spPr>
            <a:xfrm>
              <a:off x="321967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8"/>
            <p:cNvSpPr/>
            <p:nvPr/>
          </p:nvSpPr>
          <p:spPr>
            <a:xfrm>
              <a:off x="3583542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69"/>
            <p:cNvSpPr/>
            <p:nvPr/>
          </p:nvSpPr>
          <p:spPr>
            <a:xfrm>
              <a:off x="3947411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tx570"/>
            <p:cNvSpPr/>
            <p:nvPr/>
          </p:nvSpPr>
          <p:spPr>
            <a:xfrm>
              <a:off x="2748241" y="2473969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72" name="rc571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74146" y="35185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28285" y="290875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237351" y="327923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15591" y="35514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94412" y="340135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254367" y="34075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296823" y="30762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208370" y="35329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270558" y="37610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222252" y="35044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59798" y="36727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18243" y="26676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28607" y="33568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575194" y="36188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26253" y="35251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571814" y="34615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17960" y="35503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561154" y="37024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563677" y="32857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590670" y="34176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19655" y="31348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55469" y="35159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20615" y="31920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596316" y="33569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10043" y="35494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594015" y="32732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586335" y="306899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52997" y="279623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30085" y="358581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62249" y="34865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29026" y="32469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24383" y="34615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43049" y="33820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97447" y="36676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27666" y="36155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5017828" y="340564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41717" y="33814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62838" y="30479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43683" y="35056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96968" y="30522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42898" y="35528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34947" y="36911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74662" y="33301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955003" y="32120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015177" y="36076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024944" y="33338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61413" y="30276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990251" y="331809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51183" y="32713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91067" y="33407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355943" y="34812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57207" y="35480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57910" y="35299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50280" y="349628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35041" y="32110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89163" y="33080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23936" y="32210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308226" y="29535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18202" y="355465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56126" y="30942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85839" y="28627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23523" y="36448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97934" y="32494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19695" y="35599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69599" y="278851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299444" y="32754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45406" y="31616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297327" y="33979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22019" y="32900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63622" y="35199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34222" y="31913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92345" y="35530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4282237" y="3209788"/>
              <a:ext cx="1103252" cy="316633"/>
            </a:xfrm>
            <a:custGeom>
              <a:avLst/>
              <a:pathLst>
                <a:path w="1103252" h="316633">
                  <a:moveTo>
                    <a:pt x="0" y="55715"/>
                  </a:moveTo>
                  <a:lnTo>
                    <a:pt x="582871" y="43909"/>
                  </a:lnTo>
                  <a:lnTo>
                    <a:pt x="735501" y="34416"/>
                  </a:lnTo>
                  <a:lnTo>
                    <a:pt x="950622" y="16119"/>
                  </a:lnTo>
                  <a:lnTo>
                    <a:pt x="1103252" y="0"/>
                  </a:lnTo>
                  <a:lnTo>
                    <a:pt x="1103252" y="235040"/>
                  </a:lnTo>
                  <a:lnTo>
                    <a:pt x="950622" y="237917"/>
                  </a:lnTo>
                  <a:lnTo>
                    <a:pt x="735501" y="246393"/>
                  </a:lnTo>
                  <a:lnTo>
                    <a:pt x="582871" y="255896"/>
                  </a:lnTo>
                  <a:lnTo>
                    <a:pt x="0" y="31663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82237" y="3209788"/>
              <a:ext cx="1103252" cy="55715"/>
            </a:xfrm>
            <a:custGeom>
              <a:avLst/>
              <a:pathLst>
                <a:path w="1103252" h="55715">
                  <a:moveTo>
                    <a:pt x="0" y="55715"/>
                  </a:moveTo>
                  <a:lnTo>
                    <a:pt x="582871" y="43909"/>
                  </a:lnTo>
                  <a:lnTo>
                    <a:pt x="735501" y="34416"/>
                  </a:lnTo>
                  <a:lnTo>
                    <a:pt x="950622" y="16119"/>
                  </a:lnTo>
                  <a:lnTo>
                    <a:pt x="11032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82237" y="3444828"/>
              <a:ext cx="1103252" cy="81592"/>
            </a:xfrm>
            <a:custGeom>
              <a:avLst/>
              <a:pathLst>
                <a:path w="1103252" h="81592">
                  <a:moveTo>
                    <a:pt x="1103252" y="0"/>
                  </a:moveTo>
                  <a:lnTo>
                    <a:pt x="950622" y="2876"/>
                  </a:lnTo>
                  <a:lnTo>
                    <a:pt x="735501" y="11352"/>
                  </a:lnTo>
                  <a:lnTo>
                    <a:pt x="582871" y="20856"/>
                  </a:lnTo>
                  <a:lnTo>
                    <a:pt x="0" y="815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82237" y="3327308"/>
              <a:ext cx="1103252" cy="68654"/>
            </a:xfrm>
            <a:custGeom>
              <a:avLst/>
              <a:pathLst>
                <a:path w="1103252" h="68654">
                  <a:moveTo>
                    <a:pt x="0" y="68654"/>
                  </a:moveTo>
                  <a:lnTo>
                    <a:pt x="582871" y="32382"/>
                  </a:lnTo>
                  <a:lnTo>
                    <a:pt x="735501" y="22884"/>
                  </a:lnTo>
                  <a:lnTo>
                    <a:pt x="950622" y="9498"/>
                  </a:lnTo>
                  <a:lnTo>
                    <a:pt x="110325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9" name="tx648"/>
            <p:cNvSpPr/>
            <p:nvPr/>
          </p:nvSpPr>
          <p:spPr>
            <a:xfrm>
              <a:off x="4896606" y="270862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4969346" y="270862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0.289</a:t>
              </a:r>
            </a:p>
          </p:txBody>
        </p:sp>
        <p:sp>
          <p:nvSpPr>
            <p:cNvPr id="651" name="rc650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186450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157982" y="35643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4157982" y="32227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157982" y="28812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5"/>
            <p:cNvSpPr/>
            <p:nvPr/>
          </p:nvSpPr>
          <p:spPr>
            <a:xfrm>
              <a:off x="4186450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6"/>
            <p:cNvSpPr/>
            <p:nvPr/>
          </p:nvSpPr>
          <p:spPr>
            <a:xfrm>
              <a:off x="4282237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649988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8"/>
            <p:cNvSpPr/>
            <p:nvPr/>
          </p:nvSpPr>
          <p:spPr>
            <a:xfrm>
              <a:off x="5017739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5385490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tx660"/>
            <p:cNvSpPr/>
            <p:nvPr/>
          </p:nvSpPr>
          <p:spPr>
            <a:xfrm>
              <a:off x="4186450" y="2473969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62" name="rc661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344847" y="47789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331952" y="49782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351637" y="495102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369062" y="45280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385306" y="50245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365456" y="48880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341165" y="51369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347410" y="50896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399341" y="46935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407658" y="48552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726862" y="49813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72045" y="47310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699065" y="47935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55625" y="51967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89524" y="41512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02511" y="43273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48227" y="49966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45610" y="51987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07366" y="51596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36354" y="49898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15492" y="49373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03906" y="51045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757830" y="50523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694189" y="50048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697750" y="51215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772177" y="490381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707771" y="509226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10480" y="495967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21419" y="47868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129621" y="52446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135996" y="492943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29569" y="50908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99149" y="46367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140445" y="49575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084135" y="47261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146407" y="50342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01583" y="48666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48484" y="49839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04274" y="50552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124450" y="44521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074235" y="49842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1698" y="51176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155968" y="45277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66677" y="466742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092573" y="48842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56831" y="51653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064088" y="49800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98399" y="48639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463794" y="49446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521516" y="493872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79655" y="49656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70992" y="50615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516468" y="49104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486037" y="487878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97769" y="48354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513472" y="493644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505910" y="506537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55211" y="47529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502360" y="50840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33793" y="49618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483607" y="50246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52593" y="51861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97277" y="50578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82184" y="510881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46190" y="504031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94571" y="48989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90041" y="507699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475678" y="48481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434848" y="49983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74186" y="48683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503106" y="49545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37524" y="51205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1399791" y="4803136"/>
              <a:ext cx="1122612" cy="285001"/>
            </a:xfrm>
            <a:custGeom>
              <a:avLst/>
              <a:pathLst>
                <a:path w="1122612" h="285001">
                  <a:moveTo>
                    <a:pt x="0" y="0"/>
                  </a:moveTo>
                  <a:lnTo>
                    <a:pt x="593099" y="80641"/>
                  </a:lnTo>
                  <a:lnTo>
                    <a:pt x="748408" y="94102"/>
                  </a:lnTo>
                  <a:lnTo>
                    <a:pt x="967303" y="106831"/>
                  </a:lnTo>
                  <a:lnTo>
                    <a:pt x="1122612" y="112195"/>
                  </a:lnTo>
                  <a:lnTo>
                    <a:pt x="1122612" y="285001"/>
                  </a:lnTo>
                  <a:lnTo>
                    <a:pt x="967303" y="263544"/>
                  </a:lnTo>
                  <a:lnTo>
                    <a:pt x="748408" y="238469"/>
                  </a:lnTo>
                  <a:lnTo>
                    <a:pt x="593099" y="225108"/>
                  </a:lnTo>
                  <a:lnTo>
                    <a:pt x="0" y="2033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6" name="pl735"/>
            <p:cNvSpPr/>
            <p:nvPr/>
          </p:nvSpPr>
          <p:spPr>
            <a:xfrm>
              <a:off x="1399791" y="4803136"/>
              <a:ext cx="1122612" cy="112195"/>
            </a:xfrm>
            <a:custGeom>
              <a:avLst/>
              <a:pathLst>
                <a:path w="1122612" h="112195">
                  <a:moveTo>
                    <a:pt x="0" y="0"/>
                  </a:moveTo>
                  <a:lnTo>
                    <a:pt x="593099" y="80641"/>
                  </a:lnTo>
                  <a:lnTo>
                    <a:pt x="748408" y="94102"/>
                  </a:lnTo>
                  <a:lnTo>
                    <a:pt x="967303" y="106831"/>
                  </a:lnTo>
                  <a:lnTo>
                    <a:pt x="1122612" y="1121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7" name="pl736"/>
            <p:cNvSpPr/>
            <p:nvPr/>
          </p:nvSpPr>
          <p:spPr>
            <a:xfrm>
              <a:off x="1399791" y="5006457"/>
              <a:ext cx="1122612" cy="81680"/>
            </a:xfrm>
            <a:custGeom>
              <a:avLst/>
              <a:pathLst>
                <a:path w="1122612" h="81680">
                  <a:moveTo>
                    <a:pt x="1122612" y="81680"/>
                  </a:moveTo>
                  <a:lnTo>
                    <a:pt x="967303" y="60223"/>
                  </a:lnTo>
                  <a:lnTo>
                    <a:pt x="748408" y="35148"/>
                  </a:lnTo>
                  <a:lnTo>
                    <a:pt x="593099" y="217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8" name="pl737"/>
            <p:cNvSpPr/>
            <p:nvPr/>
          </p:nvSpPr>
          <p:spPr>
            <a:xfrm>
              <a:off x="1399791" y="4904797"/>
              <a:ext cx="1122612" cy="96938"/>
            </a:xfrm>
            <a:custGeom>
              <a:avLst/>
              <a:pathLst>
                <a:path w="1122612" h="96938">
                  <a:moveTo>
                    <a:pt x="0" y="0"/>
                  </a:moveTo>
                  <a:lnTo>
                    <a:pt x="593099" y="51214"/>
                  </a:lnTo>
                  <a:lnTo>
                    <a:pt x="748408" y="64625"/>
                  </a:lnTo>
                  <a:lnTo>
                    <a:pt x="967303" y="83527"/>
                  </a:lnTo>
                  <a:lnTo>
                    <a:pt x="1122612" y="9693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9" name="tx738"/>
            <p:cNvSpPr/>
            <p:nvPr/>
          </p:nvSpPr>
          <p:spPr>
            <a:xfrm>
              <a:off x="2033519" y="419228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40" name="tx739"/>
            <p:cNvSpPr/>
            <p:nvPr/>
          </p:nvSpPr>
          <p:spPr>
            <a:xfrm>
              <a:off x="2106260" y="419228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0.113</a:t>
              </a:r>
            </a:p>
          </p:txBody>
        </p:sp>
        <p:sp>
          <p:nvSpPr>
            <p:cNvPr id="741" name="rc740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310032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2"/>
            <p:cNvSpPr/>
            <p:nvPr/>
          </p:nvSpPr>
          <p:spPr>
            <a:xfrm rot="-5400000">
              <a:off x="1140466" y="51915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44" name="tx743"/>
            <p:cNvSpPr/>
            <p:nvPr/>
          </p:nvSpPr>
          <p:spPr>
            <a:xfrm rot="-5400000">
              <a:off x="1140466" y="480982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45" name="tx744"/>
            <p:cNvSpPr/>
            <p:nvPr/>
          </p:nvSpPr>
          <p:spPr>
            <a:xfrm rot="-5400000">
              <a:off x="1140466" y="442806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46" name="pl745"/>
            <p:cNvSpPr/>
            <p:nvPr/>
          </p:nvSpPr>
          <p:spPr>
            <a:xfrm>
              <a:off x="1281564" y="52280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6"/>
            <p:cNvSpPr/>
            <p:nvPr/>
          </p:nvSpPr>
          <p:spPr>
            <a:xfrm>
              <a:off x="1281564" y="48462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7"/>
            <p:cNvSpPr/>
            <p:nvPr/>
          </p:nvSpPr>
          <p:spPr>
            <a:xfrm>
              <a:off x="1281564" y="44645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8"/>
            <p:cNvSpPr/>
            <p:nvPr/>
          </p:nvSpPr>
          <p:spPr>
            <a:xfrm>
              <a:off x="1310032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49"/>
            <p:cNvSpPr/>
            <p:nvPr/>
          </p:nvSpPr>
          <p:spPr>
            <a:xfrm>
              <a:off x="139979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0"/>
            <p:cNvSpPr/>
            <p:nvPr/>
          </p:nvSpPr>
          <p:spPr>
            <a:xfrm>
              <a:off x="1773995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1"/>
            <p:cNvSpPr/>
            <p:nvPr/>
          </p:nvSpPr>
          <p:spPr>
            <a:xfrm>
              <a:off x="2148199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252240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tx753"/>
            <p:cNvSpPr/>
            <p:nvPr/>
          </p:nvSpPr>
          <p:spPr>
            <a:xfrm>
              <a:off x="137153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5" name="tx754"/>
            <p:cNvSpPr/>
            <p:nvPr/>
          </p:nvSpPr>
          <p:spPr>
            <a:xfrm>
              <a:off x="1745740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6" name="tx755"/>
            <p:cNvSpPr/>
            <p:nvPr/>
          </p:nvSpPr>
          <p:spPr>
            <a:xfrm>
              <a:off x="2119944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249414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8" name="tx757"/>
            <p:cNvSpPr/>
            <p:nvPr/>
          </p:nvSpPr>
          <p:spPr>
            <a:xfrm>
              <a:off x="1703231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9" name="tx758"/>
            <p:cNvSpPr/>
            <p:nvPr/>
          </p:nvSpPr>
          <p:spPr>
            <a:xfrm>
              <a:off x="1310032" y="39576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60" name="rc759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09243" y="468079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770306" y="44054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777176" y="473007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780090" y="46881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770161" y="42628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824907" y="46464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821943" y="50222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802109" y="49036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786458" y="46992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850381" y="41880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04958" y="52446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143687" y="46268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24301" y="47342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63573" y="51278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73265" y="47351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138151" y="48888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143682" y="49731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165730" y="50496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10475" y="48323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75467" y="451881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71340" y="44693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196666" y="49635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119559" y="48094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61025" y="48529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172534" y="47361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192713" y="44142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167309" y="49135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185959" y="42639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87501" y="43732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81959" y="47742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39443" y="47037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494956" y="48968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58174" y="48738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17887" y="49842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77048" y="46346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17050" y="45187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15793" y="45204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03127" y="45832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17768" y="47414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45233" y="43033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91490" y="50017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00625" y="51159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542066" y="46724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491430" y="44622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575179" y="47461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95787" y="51146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18166" y="41512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08280" y="460736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870697" y="49064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900609" y="47417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87078" y="49020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67285" y="48764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906188" y="49696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959725" y="46819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894085" y="484148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948745" y="52055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903302" y="47484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939076" y="495057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945801" y="49738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947390" y="48150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66986" y="471273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916380" y="50591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946480" y="49831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938342" y="50088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67809" y="447668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952676" y="46037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940960" y="501720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889579" y="48005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897906" y="465113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955083" y="46917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926162" y="46359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892865" y="48993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2836342" y="4552052"/>
              <a:ext cx="1116451" cy="389626"/>
            </a:xfrm>
            <a:custGeom>
              <a:avLst/>
              <a:pathLst>
                <a:path w="1116451" h="389626">
                  <a:moveTo>
                    <a:pt x="0" y="0"/>
                  </a:moveTo>
                  <a:lnTo>
                    <a:pt x="589844" y="117216"/>
                  </a:lnTo>
                  <a:lnTo>
                    <a:pt x="744300" y="139303"/>
                  </a:lnTo>
                  <a:lnTo>
                    <a:pt x="961994" y="163514"/>
                  </a:lnTo>
                  <a:lnTo>
                    <a:pt x="1116451" y="176543"/>
                  </a:lnTo>
                  <a:lnTo>
                    <a:pt x="1116451" y="389626"/>
                  </a:lnTo>
                  <a:lnTo>
                    <a:pt x="961994" y="358569"/>
                  </a:lnTo>
                  <a:lnTo>
                    <a:pt x="744300" y="320643"/>
                  </a:lnTo>
                  <a:lnTo>
                    <a:pt x="589844" y="298643"/>
                  </a:lnTo>
                  <a:lnTo>
                    <a:pt x="0" y="24749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36342" y="4552052"/>
              <a:ext cx="1116451" cy="176543"/>
            </a:xfrm>
            <a:custGeom>
              <a:avLst/>
              <a:pathLst>
                <a:path w="1116451" h="176543">
                  <a:moveTo>
                    <a:pt x="0" y="0"/>
                  </a:moveTo>
                  <a:lnTo>
                    <a:pt x="589844" y="117216"/>
                  </a:lnTo>
                  <a:lnTo>
                    <a:pt x="744300" y="139303"/>
                  </a:lnTo>
                  <a:lnTo>
                    <a:pt x="961994" y="163514"/>
                  </a:lnTo>
                  <a:lnTo>
                    <a:pt x="1116451" y="176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36342" y="4799551"/>
              <a:ext cx="1116451" cy="142128"/>
            </a:xfrm>
            <a:custGeom>
              <a:avLst/>
              <a:pathLst>
                <a:path w="1116451" h="142128">
                  <a:moveTo>
                    <a:pt x="1116451" y="142128"/>
                  </a:moveTo>
                  <a:lnTo>
                    <a:pt x="961994" y="111070"/>
                  </a:lnTo>
                  <a:lnTo>
                    <a:pt x="744300" y="73144"/>
                  </a:lnTo>
                  <a:lnTo>
                    <a:pt x="589844" y="511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36342" y="4675802"/>
              <a:ext cx="1116451" cy="159335"/>
            </a:xfrm>
            <a:custGeom>
              <a:avLst/>
              <a:pathLst>
                <a:path w="1116451" h="159335">
                  <a:moveTo>
                    <a:pt x="0" y="0"/>
                  </a:moveTo>
                  <a:lnTo>
                    <a:pt x="589844" y="84180"/>
                  </a:lnTo>
                  <a:lnTo>
                    <a:pt x="744300" y="106223"/>
                  </a:lnTo>
                  <a:lnTo>
                    <a:pt x="961994" y="137292"/>
                  </a:lnTo>
                  <a:lnTo>
                    <a:pt x="1116451" y="15933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tx836"/>
            <p:cNvSpPr/>
            <p:nvPr/>
          </p:nvSpPr>
          <p:spPr>
            <a:xfrm>
              <a:off x="3463909" y="41923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38" name="tx837"/>
            <p:cNvSpPr/>
            <p:nvPr/>
          </p:nvSpPr>
          <p:spPr>
            <a:xfrm>
              <a:off x="3536649" y="419231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839" name="rc838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2748241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2719773" y="52394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1"/>
            <p:cNvSpPr/>
            <p:nvPr/>
          </p:nvSpPr>
          <p:spPr>
            <a:xfrm>
              <a:off x="2719773" y="48626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2"/>
            <p:cNvSpPr/>
            <p:nvPr/>
          </p:nvSpPr>
          <p:spPr>
            <a:xfrm>
              <a:off x="2719773" y="44858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3"/>
            <p:cNvSpPr/>
            <p:nvPr/>
          </p:nvSpPr>
          <p:spPr>
            <a:xfrm>
              <a:off x="2748241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4"/>
            <p:cNvSpPr/>
            <p:nvPr/>
          </p:nvSpPr>
          <p:spPr>
            <a:xfrm>
              <a:off x="283634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5"/>
            <p:cNvSpPr/>
            <p:nvPr/>
          </p:nvSpPr>
          <p:spPr>
            <a:xfrm>
              <a:off x="320849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6"/>
            <p:cNvSpPr/>
            <p:nvPr/>
          </p:nvSpPr>
          <p:spPr>
            <a:xfrm>
              <a:off x="358064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7"/>
            <p:cNvSpPr/>
            <p:nvPr/>
          </p:nvSpPr>
          <p:spPr>
            <a:xfrm>
              <a:off x="395279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tx848"/>
            <p:cNvSpPr/>
            <p:nvPr/>
          </p:nvSpPr>
          <p:spPr>
            <a:xfrm>
              <a:off x="280808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50" name="tx849"/>
            <p:cNvSpPr/>
            <p:nvPr/>
          </p:nvSpPr>
          <p:spPr>
            <a:xfrm>
              <a:off x="318023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51" name="tx850"/>
            <p:cNvSpPr/>
            <p:nvPr/>
          </p:nvSpPr>
          <p:spPr>
            <a:xfrm>
              <a:off x="355238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52" name="tx851"/>
            <p:cNvSpPr/>
            <p:nvPr/>
          </p:nvSpPr>
          <p:spPr>
            <a:xfrm>
              <a:off x="392453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53" name="tx852"/>
            <p:cNvSpPr/>
            <p:nvPr/>
          </p:nvSpPr>
          <p:spPr>
            <a:xfrm>
              <a:off x="3141440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54" name="tx853"/>
            <p:cNvSpPr/>
            <p:nvPr/>
          </p:nvSpPr>
          <p:spPr>
            <a:xfrm>
              <a:off x="2748241" y="39576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55" name="rc854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301865" y="50783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08370" y="49512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12403" y="510096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233806" y="43062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248376" y="484479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260779" y="463238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208610" y="52446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215481" y="49573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260377" y="48203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227907" y="44940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11879" y="48071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30954" y="45621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594190" y="50847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57198" y="51472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65783" y="41512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37670" y="43316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585037" y="52028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575526" y="51155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568438" y="51598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579079" y="50697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54122" y="50301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651591" y="51757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591019" y="49287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67096" y="49600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659932" y="47302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599779" y="48379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668884" y="518051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592229" y="505281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5018175" y="50840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5009028" y="50374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5030356" y="50351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5037630" y="50017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5014462" y="50143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5018072" y="50869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5034637" y="50633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5024257" y="47700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37478" y="51345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47980" y="48756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64761" y="51122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81193" y="49222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41106" y="51002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969802" y="51402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961468" y="46730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943711" y="50553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003627" y="48150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989930" y="49703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031673" y="486255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938750" y="48739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82333" y="517654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319507" y="498957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336488" y="48201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56537" y="49729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386054" y="48547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366539" y="50548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64687" y="49485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46081" y="50676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03384" y="47835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328579" y="48040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365116" y="50006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93715" y="51011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24025" y="49400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380302" y="51121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371983" y="49258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61882" y="516058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338592" y="469748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389021" y="50999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331599" y="50536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322412" y="49468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72859" y="48717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97934" y="49625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65612" y="50112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92595" y="50805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4291089" y="4708376"/>
              <a:ext cx="1097622" cy="515524"/>
            </a:xfrm>
            <a:custGeom>
              <a:avLst/>
              <a:pathLst>
                <a:path w="1097622" h="515524">
                  <a:moveTo>
                    <a:pt x="0" y="0"/>
                  </a:moveTo>
                  <a:lnTo>
                    <a:pt x="579897" y="168644"/>
                  </a:lnTo>
                  <a:lnTo>
                    <a:pt x="731748" y="177789"/>
                  </a:lnTo>
                  <a:lnTo>
                    <a:pt x="945771" y="165762"/>
                  </a:lnTo>
                  <a:lnTo>
                    <a:pt x="1097622" y="147952"/>
                  </a:lnTo>
                  <a:lnTo>
                    <a:pt x="1097622" y="515524"/>
                  </a:lnTo>
                  <a:lnTo>
                    <a:pt x="945771" y="462376"/>
                  </a:lnTo>
                  <a:lnTo>
                    <a:pt x="731748" y="400542"/>
                  </a:lnTo>
                  <a:lnTo>
                    <a:pt x="579897" y="374349"/>
                  </a:lnTo>
                  <a:lnTo>
                    <a:pt x="0" y="40804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91089" y="4708376"/>
              <a:ext cx="1097622" cy="177789"/>
            </a:xfrm>
            <a:custGeom>
              <a:avLst/>
              <a:pathLst>
                <a:path w="1097622" h="177789">
                  <a:moveTo>
                    <a:pt x="0" y="0"/>
                  </a:moveTo>
                  <a:lnTo>
                    <a:pt x="579897" y="168644"/>
                  </a:lnTo>
                  <a:lnTo>
                    <a:pt x="731748" y="177789"/>
                  </a:lnTo>
                  <a:lnTo>
                    <a:pt x="945771" y="165762"/>
                  </a:lnTo>
                  <a:lnTo>
                    <a:pt x="1097622" y="147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91089" y="5082725"/>
              <a:ext cx="1097622" cy="141174"/>
            </a:xfrm>
            <a:custGeom>
              <a:avLst/>
              <a:pathLst>
                <a:path w="1097622" h="141174">
                  <a:moveTo>
                    <a:pt x="1097622" y="141174"/>
                  </a:moveTo>
                  <a:lnTo>
                    <a:pt x="945771" y="88026"/>
                  </a:lnTo>
                  <a:lnTo>
                    <a:pt x="731748" y="26193"/>
                  </a:lnTo>
                  <a:lnTo>
                    <a:pt x="579897" y="0"/>
                  </a:lnTo>
                  <a:lnTo>
                    <a:pt x="0" y="33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91089" y="4912398"/>
              <a:ext cx="1097622" cy="127716"/>
            </a:xfrm>
            <a:custGeom>
              <a:avLst/>
              <a:pathLst>
                <a:path w="1097622" h="127716">
                  <a:moveTo>
                    <a:pt x="0" y="0"/>
                  </a:moveTo>
                  <a:lnTo>
                    <a:pt x="579897" y="67475"/>
                  </a:lnTo>
                  <a:lnTo>
                    <a:pt x="731748" y="85144"/>
                  </a:lnTo>
                  <a:lnTo>
                    <a:pt x="945771" y="110047"/>
                  </a:lnTo>
                  <a:lnTo>
                    <a:pt x="1097622" y="12771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2" name="tx931"/>
            <p:cNvSpPr/>
            <p:nvPr/>
          </p:nvSpPr>
          <p:spPr>
            <a:xfrm>
              <a:off x="4899828" y="419226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972568" y="419226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0.456</a:t>
              </a:r>
            </a:p>
          </p:txBody>
        </p:sp>
        <p:sp>
          <p:nvSpPr>
            <p:cNvPr id="934" name="rc933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186450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157982" y="52226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4157982" y="49607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7"/>
            <p:cNvSpPr/>
            <p:nvPr/>
          </p:nvSpPr>
          <p:spPr>
            <a:xfrm>
              <a:off x="4157982" y="46988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8"/>
            <p:cNvSpPr/>
            <p:nvPr/>
          </p:nvSpPr>
          <p:spPr>
            <a:xfrm>
              <a:off x="4157982" y="44370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39"/>
            <p:cNvSpPr/>
            <p:nvPr/>
          </p:nvSpPr>
          <p:spPr>
            <a:xfrm>
              <a:off x="4157982" y="41751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0"/>
            <p:cNvSpPr/>
            <p:nvPr/>
          </p:nvSpPr>
          <p:spPr>
            <a:xfrm>
              <a:off x="4186450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1"/>
            <p:cNvSpPr/>
            <p:nvPr/>
          </p:nvSpPr>
          <p:spPr>
            <a:xfrm>
              <a:off x="4291089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2"/>
            <p:cNvSpPr/>
            <p:nvPr/>
          </p:nvSpPr>
          <p:spPr>
            <a:xfrm>
              <a:off x="465696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5022837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538871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tx945"/>
            <p:cNvSpPr/>
            <p:nvPr/>
          </p:nvSpPr>
          <p:spPr>
            <a:xfrm>
              <a:off x="4262834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462870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4994582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536045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4579649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186450" y="39576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52" name="rc951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672658" y="49331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10142" y="500186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646579" y="50543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697787" y="46611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693527" y="496490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671923" y="46751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740463" y="52002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720459" y="50558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650506" y="47152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712270" y="46075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63908" y="48591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92214" y="465902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11811" y="50210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50739" y="51872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94916" y="41512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83148" y="424013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15739" y="51284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92026" y="52188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25461" y="52069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72947" y="50896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010322" y="51392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043652" y="51785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049331" y="51459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036225" y="51392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054802" y="50902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074186" y="49993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096733" y="52048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030079" y="503568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391165" y="50229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75618" y="52200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64326" y="513393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31520" y="51662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425135" y="49283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19177" y="50696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06765" y="48816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53832" y="50229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03310" y="50821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56901" y="49717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408539" y="5176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08386" y="47090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424426" y="51261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445531" y="51814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422436" y="46340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463083" y="495563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414669" y="48658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376486" y="51166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460552" y="502775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455755" y="48829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817527" y="50923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823049" y="50562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94742" y="49647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822901" y="50835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56688" y="49246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58975" y="50326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836143" y="49706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54142" y="50034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821346" y="50506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828940" y="47819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805939" y="51569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768159" y="50649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59304" y="50662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824508" y="51898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831313" y="50116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749415" y="51883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791969" y="49153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797515" y="50541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822649" y="50693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798276" y="49814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833816" y="50338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821532" y="50106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818492" y="504470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774633" y="51674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5730293" y="4746447"/>
              <a:ext cx="1104294" cy="535777"/>
            </a:xfrm>
            <a:custGeom>
              <a:avLst/>
              <a:pathLst>
                <a:path w="1104294" h="535777">
                  <a:moveTo>
                    <a:pt x="0" y="0"/>
                  </a:moveTo>
                  <a:lnTo>
                    <a:pt x="583421" y="174673"/>
                  </a:lnTo>
                  <a:lnTo>
                    <a:pt x="736196" y="181155"/>
                  </a:lnTo>
                  <a:lnTo>
                    <a:pt x="951520" y="163473"/>
                  </a:lnTo>
                  <a:lnTo>
                    <a:pt x="1104294" y="141416"/>
                  </a:lnTo>
                  <a:lnTo>
                    <a:pt x="1104294" y="535777"/>
                  </a:lnTo>
                  <a:lnTo>
                    <a:pt x="951520" y="479568"/>
                  </a:lnTo>
                  <a:lnTo>
                    <a:pt x="736196" y="413752"/>
                  </a:lnTo>
                  <a:lnTo>
                    <a:pt x="583421" y="386082"/>
                  </a:lnTo>
                  <a:lnTo>
                    <a:pt x="0" y="43033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730293" y="4746447"/>
              <a:ext cx="1104294" cy="181155"/>
            </a:xfrm>
            <a:custGeom>
              <a:avLst/>
              <a:pathLst>
                <a:path w="1104294" h="181155">
                  <a:moveTo>
                    <a:pt x="0" y="0"/>
                  </a:moveTo>
                  <a:lnTo>
                    <a:pt x="583421" y="174673"/>
                  </a:lnTo>
                  <a:lnTo>
                    <a:pt x="736196" y="181155"/>
                  </a:lnTo>
                  <a:lnTo>
                    <a:pt x="951520" y="163473"/>
                  </a:lnTo>
                  <a:lnTo>
                    <a:pt x="1104294" y="141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730293" y="5132529"/>
              <a:ext cx="1104294" cy="149695"/>
            </a:xfrm>
            <a:custGeom>
              <a:avLst/>
              <a:pathLst>
                <a:path w="1104294" h="149695">
                  <a:moveTo>
                    <a:pt x="1104294" y="149695"/>
                  </a:moveTo>
                  <a:lnTo>
                    <a:pt x="951520" y="93486"/>
                  </a:lnTo>
                  <a:lnTo>
                    <a:pt x="736196" y="27669"/>
                  </a:lnTo>
                  <a:lnTo>
                    <a:pt x="583421" y="0"/>
                  </a:lnTo>
                  <a:lnTo>
                    <a:pt x="0" y="44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30293" y="4961614"/>
              <a:ext cx="1104294" cy="123429"/>
            </a:xfrm>
            <a:custGeom>
              <a:avLst/>
              <a:pathLst>
                <a:path w="1104294" h="123429">
                  <a:moveTo>
                    <a:pt x="0" y="0"/>
                  </a:moveTo>
                  <a:lnTo>
                    <a:pt x="583421" y="65210"/>
                  </a:lnTo>
                  <a:lnTo>
                    <a:pt x="736196" y="82286"/>
                  </a:lnTo>
                  <a:lnTo>
                    <a:pt x="951520" y="106353"/>
                  </a:lnTo>
                  <a:lnTo>
                    <a:pt x="1104294" y="12342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9" name="tx1028"/>
            <p:cNvSpPr/>
            <p:nvPr/>
          </p:nvSpPr>
          <p:spPr>
            <a:xfrm>
              <a:off x="6345704" y="41922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30" name="tx1029"/>
            <p:cNvSpPr/>
            <p:nvPr/>
          </p:nvSpPr>
          <p:spPr>
            <a:xfrm>
              <a:off x="6418445" y="419228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0.499</a:t>
              </a:r>
            </a:p>
          </p:txBody>
        </p:sp>
        <p:sp>
          <p:nvSpPr>
            <p:cNvPr id="1031" name="rc1030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32" name="pl1031"/>
            <p:cNvSpPr/>
            <p:nvPr/>
          </p:nvSpPr>
          <p:spPr>
            <a:xfrm>
              <a:off x="5624659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2"/>
            <p:cNvSpPr/>
            <p:nvPr/>
          </p:nvSpPr>
          <p:spPr>
            <a:xfrm>
              <a:off x="5596191" y="50733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3"/>
            <p:cNvSpPr/>
            <p:nvPr/>
          </p:nvSpPr>
          <p:spPr>
            <a:xfrm>
              <a:off x="5596191" y="46737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4"/>
            <p:cNvSpPr/>
            <p:nvPr/>
          </p:nvSpPr>
          <p:spPr>
            <a:xfrm>
              <a:off x="5596191" y="42740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5"/>
            <p:cNvSpPr/>
            <p:nvPr/>
          </p:nvSpPr>
          <p:spPr>
            <a:xfrm>
              <a:off x="5624659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6"/>
            <p:cNvSpPr/>
            <p:nvPr/>
          </p:nvSpPr>
          <p:spPr>
            <a:xfrm>
              <a:off x="573029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7"/>
            <p:cNvSpPr/>
            <p:nvPr/>
          </p:nvSpPr>
          <p:spPr>
            <a:xfrm>
              <a:off x="609839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8"/>
            <p:cNvSpPr/>
            <p:nvPr/>
          </p:nvSpPr>
          <p:spPr>
            <a:xfrm>
              <a:off x="646649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39"/>
            <p:cNvSpPr/>
            <p:nvPr/>
          </p:nvSpPr>
          <p:spPr>
            <a:xfrm>
              <a:off x="6834588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tx1040"/>
            <p:cNvSpPr/>
            <p:nvPr/>
          </p:nvSpPr>
          <p:spPr>
            <a:xfrm>
              <a:off x="570203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42" name="tx1041"/>
            <p:cNvSpPr/>
            <p:nvPr/>
          </p:nvSpPr>
          <p:spPr>
            <a:xfrm>
              <a:off x="607013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43" name="tx1042"/>
            <p:cNvSpPr/>
            <p:nvPr/>
          </p:nvSpPr>
          <p:spPr>
            <a:xfrm>
              <a:off x="643823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44" name="tx1043"/>
            <p:cNvSpPr/>
            <p:nvPr/>
          </p:nvSpPr>
          <p:spPr>
            <a:xfrm>
              <a:off x="6806333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45" name="tx1044"/>
            <p:cNvSpPr/>
            <p:nvPr/>
          </p:nvSpPr>
          <p:spPr>
            <a:xfrm>
              <a:off x="6017858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46" name="tx1045"/>
            <p:cNvSpPr/>
            <p:nvPr/>
          </p:nvSpPr>
          <p:spPr>
            <a:xfrm>
              <a:off x="5624659" y="39576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47" name="rc1046"/>
            <p:cNvSpPr/>
            <p:nvPr/>
          </p:nvSpPr>
          <p:spPr>
            <a:xfrm>
              <a:off x="1711003" y="5770484"/>
              <a:ext cx="482120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tx1047"/>
            <p:cNvSpPr/>
            <p:nvPr/>
          </p:nvSpPr>
          <p:spPr>
            <a:xfrm>
              <a:off x="1711003" y="5819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9" name="rc1048"/>
            <p:cNvSpPr/>
            <p:nvPr/>
          </p:nvSpPr>
          <p:spPr>
            <a:xfrm>
              <a:off x="21999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252435" y="58229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0"/>
            <p:cNvSpPr/>
            <p:nvPr/>
          </p:nvSpPr>
          <p:spPr>
            <a:xfrm>
              <a:off x="2646206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698647" y="58229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2"/>
            <p:cNvSpPr/>
            <p:nvPr/>
          </p:nvSpPr>
          <p:spPr>
            <a:xfrm>
              <a:off x="3098087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150529" y="58229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4"/>
            <p:cNvSpPr/>
            <p:nvPr/>
          </p:nvSpPr>
          <p:spPr>
            <a:xfrm>
              <a:off x="353305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85493" y="58229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6"/>
            <p:cNvSpPr/>
            <p:nvPr/>
          </p:nvSpPr>
          <p:spPr>
            <a:xfrm>
              <a:off x="397926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4031705" y="58229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8"/>
            <p:cNvSpPr/>
            <p:nvPr/>
          </p:nvSpPr>
          <p:spPr>
            <a:xfrm>
              <a:off x="441422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4466670" y="58229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0"/>
            <p:cNvSpPr/>
            <p:nvPr/>
          </p:nvSpPr>
          <p:spPr>
            <a:xfrm>
              <a:off x="48491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4901635" y="58229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2"/>
            <p:cNvSpPr/>
            <p:nvPr/>
          </p:nvSpPr>
          <p:spPr>
            <a:xfrm>
              <a:off x="527291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5325353" y="58229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4"/>
            <p:cNvSpPr/>
            <p:nvPr/>
          </p:nvSpPr>
          <p:spPr>
            <a:xfrm>
              <a:off x="571912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5771565" y="58229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6"/>
            <p:cNvSpPr/>
            <p:nvPr/>
          </p:nvSpPr>
          <p:spPr>
            <a:xfrm>
              <a:off x="6159758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6212199" y="58229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2436930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2883142" y="5824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3335023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376998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4216200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4651165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75" name="tx1074"/>
            <p:cNvSpPr/>
            <p:nvPr/>
          </p:nvSpPr>
          <p:spPr>
            <a:xfrm>
              <a:off x="5086130" y="5824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76" name="tx1075"/>
            <p:cNvSpPr/>
            <p:nvPr/>
          </p:nvSpPr>
          <p:spPr>
            <a:xfrm>
              <a:off x="550984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77" name="tx1076"/>
            <p:cNvSpPr/>
            <p:nvPr/>
          </p:nvSpPr>
          <p:spPr>
            <a:xfrm>
              <a:off x="5956060" y="5824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78" name="tx1077"/>
            <p:cNvSpPr/>
            <p:nvPr/>
          </p:nvSpPr>
          <p:spPr>
            <a:xfrm>
              <a:off x="6396694" y="5824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2026-07-20T13:54:59Z</dcterms:modified>
  <cp:category/>
</cp:coreProperties>
</file>