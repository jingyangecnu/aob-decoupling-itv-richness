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591772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055778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19783" y="952357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626762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591772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055778" y="2426189"/>
              <a:ext cx="1464005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626762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591772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055778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19783" y="3900020"/>
              <a:ext cx="1464005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20017" y="19686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1381" y="17906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12862" y="187695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64733" y="16165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79159" y="226538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38407" y="186780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31261" y="208319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59173" y="19534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89462" y="17436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62980" y="18832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49811" y="17736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92701" y="16656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3663" y="16563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32527" y="19174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9461" y="186131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46352" y="17296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83142" y="18304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16410" y="20275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685528" y="19545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9975" y="162376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47152" y="16489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93643" y="18952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52414" y="195436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68411" y="20847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05608" y="19498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61628" y="178900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42954" y="19393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689207" y="180694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080673" y="17820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14002" y="18175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09598" y="197155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6361" y="16866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96489" y="18068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31641" y="18269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68105" y="186906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03943" y="18081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58652" y="19213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22497" y="151034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95904" y="15887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86366" y="15597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98926" y="15188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57069" y="17866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27017" y="17429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04682" y="164920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10081" y="19629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81671" y="18355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02245" y="17806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27993" y="17072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07095" y="16459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31408" y="16968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375077" y="19094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364851" y="17204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365713" y="18772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57356" y="197673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19914" y="17945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21285" y="177430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04890" y="17172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5992" y="186386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358931" y="17425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48717" y="12903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96607" y="188744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23630" y="13799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381641" y="179836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34393" y="154756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28622" y="15133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5061" y="15371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9055" y="185889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69605" y="16929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392772" y="18353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07616" y="17558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45399" y="14186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23243" y="1200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31080" y="1662274"/>
              <a:ext cx="1012495" cy="366465"/>
            </a:xfrm>
            <a:custGeom>
              <a:avLst/>
              <a:pathLst>
                <a:path w="1012495" h="366465">
                  <a:moveTo>
                    <a:pt x="0" y="207362"/>
                  </a:moveTo>
                  <a:lnTo>
                    <a:pt x="534922" y="123279"/>
                  </a:lnTo>
                  <a:lnTo>
                    <a:pt x="674996" y="92346"/>
                  </a:lnTo>
                  <a:lnTo>
                    <a:pt x="872420" y="40669"/>
                  </a:lnTo>
                  <a:lnTo>
                    <a:pt x="1012495" y="0"/>
                  </a:lnTo>
                  <a:lnTo>
                    <a:pt x="1012495" y="124494"/>
                  </a:lnTo>
                  <a:lnTo>
                    <a:pt x="872420" y="145988"/>
                  </a:lnTo>
                  <a:lnTo>
                    <a:pt x="674996" y="181925"/>
                  </a:lnTo>
                  <a:lnTo>
                    <a:pt x="534922" y="213155"/>
                  </a:lnTo>
                  <a:lnTo>
                    <a:pt x="0" y="3664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31080" y="1662274"/>
              <a:ext cx="1012495" cy="207362"/>
            </a:xfrm>
            <a:custGeom>
              <a:avLst/>
              <a:pathLst>
                <a:path w="1012495" h="207362">
                  <a:moveTo>
                    <a:pt x="0" y="207362"/>
                  </a:moveTo>
                  <a:lnTo>
                    <a:pt x="534922" y="123279"/>
                  </a:lnTo>
                  <a:lnTo>
                    <a:pt x="674996" y="92346"/>
                  </a:lnTo>
                  <a:lnTo>
                    <a:pt x="872420" y="40669"/>
                  </a:lnTo>
                  <a:lnTo>
                    <a:pt x="10124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31080" y="1786768"/>
              <a:ext cx="1012495" cy="241970"/>
            </a:xfrm>
            <a:custGeom>
              <a:avLst/>
              <a:pathLst>
                <a:path w="1012495" h="241970">
                  <a:moveTo>
                    <a:pt x="1012495" y="0"/>
                  </a:moveTo>
                  <a:lnTo>
                    <a:pt x="872420" y="21494"/>
                  </a:lnTo>
                  <a:lnTo>
                    <a:pt x="674996" y="57430"/>
                  </a:lnTo>
                  <a:lnTo>
                    <a:pt x="534922" y="88660"/>
                  </a:lnTo>
                  <a:lnTo>
                    <a:pt x="0" y="2419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31080" y="1724521"/>
              <a:ext cx="1012495" cy="224666"/>
            </a:xfrm>
            <a:custGeom>
              <a:avLst/>
              <a:pathLst>
                <a:path w="1012495" h="224666">
                  <a:moveTo>
                    <a:pt x="0" y="224666"/>
                  </a:moveTo>
                  <a:lnTo>
                    <a:pt x="534922" y="105970"/>
                  </a:lnTo>
                  <a:lnTo>
                    <a:pt x="674996" y="74888"/>
                  </a:lnTo>
                  <a:lnTo>
                    <a:pt x="872420" y="31081"/>
                  </a:lnTo>
                  <a:lnTo>
                    <a:pt x="101249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00367" y="12271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1981163" y="12271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42663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52636" y="227281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9965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52636" y="17202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52636" y="144391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11676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311032" y="23138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20375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11032" y="17612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11032" y="14849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311032" y="12086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42663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3108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6857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0607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44357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65838" y="19286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36982" y="191244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74517" y="182127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45734" y="17533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23179" y="218518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4006" y="225211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89394" y="18225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70372" y="22041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75029" y="18203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57109" y="16565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03237" y="18345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159241" y="187731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69824" y="13133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4117" y="18111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98117" y="14042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55741" y="172653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29207" y="16676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76035" y="19248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89157" y="18362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53420" y="208299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7067" y="2097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37753" y="20207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80869" y="22603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93003" y="21350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0181" y="21802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06739" y="20090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37329" y="210365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8044" y="185515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43336" y="146143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493691" y="19281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496175" y="165428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78260" y="190892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77258" y="17323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6847" y="19093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46465" y="139798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3343" y="17247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06325" y="180477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00044" y="20436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01785" y="18134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72231" y="129795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2949" y="16668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72926" y="19091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62738" y="191519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491209" y="203499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31783" y="22335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8101" y="21029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485554" y="206388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28957" y="17054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902837" y="165516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99899" y="155886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69047" y="179215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95463" y="18773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11264" y="22653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20126" y="18797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40094" y="226321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63979" y="18046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49622" y="18869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41924" y="21612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31156" y="17489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36974" y="12003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05565" y="194419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54767" y="16524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40859" y="169580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80121" y="156245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40488" y="175858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27169" y="15821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12723" y="19584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07466" y="17232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30497" y="191234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70030" y="21466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96984" y="13748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10694" y="164088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01343" y="1679881"/>
              <a:ext cx="1001575" cy="424067"/>
            </a:xfrm>
            <a:custGeom>
              <a:avLst/>
              <a:pathLst>
                <a:path w="1001575" h="424067">
                  <a:moveTo>
                    <a:pt x="0" y="140345"/>
                  </a:moveTo>
                  <a:lnTo>
                    <a:pt x="529153" y="76059"/>
                  </a:lnTo>
                  <a:lnTo>
                    <a:pt x="667716" y="55609"/>
                  </a:lnTo>
                  <a:lnTo>
                    <a:pt x="863011" y="24129"/>
                  </a:lnTo>
                  <a:lnTo>
                    <a:pt x="1001575" y="0"/>
                  </a:lnTo>
                  <a:lnTo>
                    <a:pt x="1001575" y="268922"/>
                  </a:lnTo>
                  <a:lnTo>
                    <a:pt x="863011" y="285672"/>
                  </a:lnTo>
                  <a:lnTo>
                    <a:pt x="667716" y="311809"/>
                  </a:lnTo>
                  <a:lnTo>
                    <a:pt x="529153" y="332239"/>
                  </a:lnTo>
                  <a:lnTo>
                    <a:pt x="0" y="42406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01343" y="1679881"/>
              <a:ext cx="1001575" cy="140345"/>
            </a:xfrm>
            <a:custGeom>
              <a:avLst/>
              <a:pathLst>
                <a:path w="1001575" h="140345">
                  <a:moveTo>
                    <a:pt x="0" y="140345"/>
                  </a:moveTo>
                  <a:lnTo>
                    <a:pt x="529153" y="76059"/>
                  </a:lnTo>
                  <a:lnTo>
                    <a:pt x="667716" y="55609"/>
                  </a:lnTo>
                  <a:lnTo>
                    <a:pt x="863011" y="24129"/>
                  </a:lnTo>
                  <a:lnTo>
                    <a:pt x="100157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01343" y="1948803"/>
              <a:ext cx="1001575" cy="155144"/>
            </a:xfrm>
            <a:custGeom>
              <a:avLst/>
              <a:pathLst>
                <a:path w="1001575" h="155144">
                  <a:moveTo>
                    <a:pt x="1001575" y="0"/>
                  </a:moveTo>
                  <a:lnTo>
                    <a:pt x="863011" y="16750"/>
                  </a:lnTo>
                  <a:lnTo>
                    <a:pt x="667716" y="42887"/>
                  </a:lnTo>
                  <a:lnTo>
                    <a:pt x="529153" y="63317"/>
                  </a:lnTo>
                  <a:lnTo>
                    <a:pt x="0" y="155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01343" y="1814342"/>
              <a:ext cx="1001575" cy="147745"/>
            </a:xfrm>
            <a:custGeom>
              <a:avLst/>
              <a:pathLst>
                <a:path w="1001575" h="147745">
                  <a:moveTo>
                    <a:pt x="0" y="147745"/>
                  </a:moveTo>
                  <a:lnTo>
                    <a:pt x="529153" y="69688"/>
                  </a:lnTo>
                  <a:lnTo>
                    <a:pt x="667716" y="49248"/>
                  </a:lnTo>
                  <a:lnTo>
                    <a:pt x="863011" y="20439"/>
                  </a:lnTo>
                  <a:lnTo>
                    <a:pt x="100157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359709" y="122722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2" name="tx191"/>
            <p:cNvSpPr/>
            <p:nvPr/>
          </p:nvSpPr>
          <p:spPr>
            <a:xfrm>
              <a:off x="3440506" y="122713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0.006</a:t>
              </a:r>
            </a:p>
          </p:txBody>
        </p:sp>
        <p:sp>
          <p:nvSpPr>
            <p:cNvPr id="193" name="rc192"/>
            <p:cNvSpPr/>
            <p:nvPr/>
          </p:nvSpPr>
          <p:spPr>
            <a:xfrm>
              <a:off x="2806669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666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tx194"/>
            <p:cNvSpPr/>
            <p:nvPr/>
          </p:nvSpPr>
          <p:spPr>
            <a:xfrm rot="-5400000">
              <a:off x="2616642" y="20362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96" name="tx195"/>
            <p:cNvSpPr/>
            <p:nvPr/>
          </p:nvSpPr>
          <p:spPr>
            <a:xfrm rot="-5400000">
              <a:off x="2616642" y="16662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97" name="tx196"/>
            <p:cNvSpPr/>
            <p:nvPr/>
          </p:nvSpPr>
          <p:spPr>
            <a:xfrm rot="-5400000">
              <a:off x="2616642" y="129631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98" name="pl197"/>
            <p:cNvSpPr/>
            <p:nvPr/>
          </p:nvSpPr>
          <p:spPr>
            <a:xfrm>
              <a:off x="2775038" y="20772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775038" y="1707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775038" y="13373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806669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90134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323520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356905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390291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tx205"/>
            <p:cNvSpPr/>
            <p:nvPr/>
          </p:nvSpPr>
          <p:spPr>
            <a:xfrm>
              <a:off x="280666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7" name="rc206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51174" y="20635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34742" y="208552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53653" y="218927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91348" y="18891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87185" y="192079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353435" y="18792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75798" y="216006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361429" y="20407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21702" y="21164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21177" y="172929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85940" y="22231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38132" y="20368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96709" y="164967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97412" y="20422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94347" y="22653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61159" y="22613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50300" y="20991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7251" y="22347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65621" y="16290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97876" y="12003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77557" y="19998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31777" y="21182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38990" y="20917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20059" y="21448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45602" y="20241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28809" y="18927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8976" y="19612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702792" y="204263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58175" y="220434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030574" y="22178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5005965" y="211220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93690" y="20878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59988" y="127507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67001" y="21094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42279" y="164681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10758" y="17490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30639" y="221496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92380" y="12273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84213" y="221917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62786" y="21726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91521" y="17250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86470" y="20243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54160" y="20678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66409" y="133950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40742" y="210690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60644" y="211898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18599" y="186395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043312" y="189997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289757" y="215252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37709" y="21797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293801" y="22139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296246" y="21541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91447" y="16239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41571" y="21712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29858" y="17604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37264" y="222078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67171" y="13120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83055" y="13419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9341" y="207044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13005" y="20751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28097" y="19391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98297" y="206170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50347" y="199460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76729" y="21949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16847" y="218198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31012" y="19864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51918" y="204523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09096" y="18662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51519" y="122565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03249" y="18257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64189" y="21193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20430" y="178346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4366077" y="1852482"/>
              <a:ext cx="1002246" cy="338271"/>
            </a:xfrm>
            <a:custGeom>
              <a:avLst/>
              <a:pathLst>
                <a:path w="1002246" h="338271">
                  <a:moveTo>
                    <a:pt x="0" y="42673"/>
                  </a:moveTo>
                  <a:lnTo>
                    <a:pt x="529507" y="45746"/>
                  </a:lnTo>
                  <a:lnTo>
                    <a:pt x="668164" y="37309"/>
                  </a:lnTo>
                  <a:lnTo>
                    <a:pt x="863589" y="18107"/>
                  </a:lnTo>
                  <a:lnTo>
                    <a:pt x="1002246" y="0"/>
                  </a:lnTo>
                  <a:lnTo>
                    <a:pt x="1002246" y="258501"/>
                  </a:lnTo>
                  <a:lnTo>
                    <a:pt x="863589" y="257333"/>
                  </a:lnTo>
                  <a:lnTo>
                    <a:pt x="668164" y="262007"/>
                  </a:lnTo>
                  <a:lnTo>
                    <a:pt x="529507" y="270509"/>
                  </a:lnTo>
                  <a:lnTo>
                    <a:pt x="0" y="3382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4366077" y="1852482"/>
              <a:ext cx="1002246" cy="45746"/>
            </a:xfrm>
            <a:custGeom>
              <a:avLst/>
              <a:pathLst>
                <a:path w="1002246" h="45746">
                  <a:moveTo>
                    <a:pt x="0" y="42673"/>
                  </a:moveTo>
                  <a:lnTo>
                    <a:pt x="529507" y="45746"/>
                  </a:lnTo>
                  <a:lnTo>
                    <a:pt x="668164" y="37309"/>
                  </a:lnTo>
                  <a:lnTo>
                    <a:pt x="863589" y="18107"/>
                  </a:lnTo>
                  <a:lnTo>
                    <a:pt x="10022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366077" y="2109816"/>
              <a:ext cx="1002246" cy="80937"/>
            </a:xfrm>
            <a:custGeom>
              <a:avLst/>
              <a:pathLst>
                <a:path w="1002246" h="80937">
                  <a:moveTo>
                    <a:pt x="1002246" y="1167"/>
                  </a:moveTo>
                  <a:lnTo>
                    <a:pt x="863589" y="0"/>
                  </a:lnTo>
                  <a:lnTo>
                    <a:pt x="668164" y="4673"/>
                  </a:lnTo>
                  <a:lnTo>
                    <a:pt x="529507" y="13175"/>
                  </a:lnTo>
                  <a:lnTo>
                    <a:pt x="0" y="809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366077" y="1981733"/>
              <a:ext cx="1002246" cy="61222"/>
            </a:xfrm>
            <a:custGeom>
              <a:avLst/>
              <a:pathLst>
                <a:path w="1002246" h="61222">
                  <a:moveTo>
                    <a:pt x="0" y="61222"/>
                  </a:moveTo>
                  <a:lnTo>
                    <a:pt x="529507" y="28877"/>
                  </a:lnTo>
                  <a:lnTo>
                    <a:pt x="668164" y="20407"/>
                  </a:lnTo>
                  <a:lnTo>
                    <a:pt x="863589" y="8469"/>
                  </a:lnTo>
                  <a:lnTo>
                    <a:pt x="100224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>
              <a:off x="4825115" y="122728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5" name="tx284"/>
            <p:cNvSpPr/>
            <p:nvPr/>
          </p:nvSpPr>
          <p:spPr>
            <a:xfrm>
              <a:off x="4905911" y="1227195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0.452</a:t>
              </a:r>
            </a:p>
          </p:txBody>
        </p:sp>
        <p:sp>
          <p:nvSpPr>
            <p:cNvPr id="286" name="rc285"/>
            <p:cNvSpPr/>
            <p:nvPr/>
          </p:nvSpPr>
          <p:spPr>
            <a:xfrm>
              <a:off x="4270675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7067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tx287"/>
            <p:cNvSpPr/>
            <p:nvPr/>
          </p:nvSpPr>
          <p:spPr>
            <a:xfrm rot="-5400000">
              <a:off x="4080648" y="20735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4080648" y="172737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4080648" y="138123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1" name="pl290"/>
            <p:cNvSpPr/>
            <p:nvPr/>
          </p:nvSpPr>
          <p:spPr>
            <a:xfrm>
              <a:off x="4239044" y="21145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39044" y="17683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39044" y="14222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70675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6607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70015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503424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536832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4270675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0" name="rc299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54902" y="20368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51190" y="19399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786668" y="18776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807995" y="211554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5817393" y="215028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5753446" y="14696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815504" y="204458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93322" y="17935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831519" y="20430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831120" y="210811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38732" y="19292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168528" y="205060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132962" y="16995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163028" y="20911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131173" y="202835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105346" y="178994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92997" y="21537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131710" y="20451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169525" y="19624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4214" y="122234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154899" y="152738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15610" y="19677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91547" y="19227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124321" y="21418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76254" y="19869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96362" y="192207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83589" y="208067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04388" y="202383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457713" y="226538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17382" y="20441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87054" y="202675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27215" y="191322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18948" y="14464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37979" y="13919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39695" y="16837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43835" y="17999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28156" y="181318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42489" y="173647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55764" y="17807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44977" y="172246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32578" y="20568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504865" y="19476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67801" y="20238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38209" y="163619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33533" y="17295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70820" y="19313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83187" y="177922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79725" y="120035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808068" y="17928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840734" y="190492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22796" y="17980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08339" y="17843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827993" y="18552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831811" y="18049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55284" y="169447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47415" y="179021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57767" y="20152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52375" y="15193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62429" y="20131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66353" y="19980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09467" y="19075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10631" y="18152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84027" y="183208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08298" y="201605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34782" y="17105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27760" y="184278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27502" y="19132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11645" y="18438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82434" y="191789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32832" y="158752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71276" y="186253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03817" y="18026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5823709" y="1707750"/>
              <a:ext cx="1009939" cy="419965"/>
            </a:xfrm>
            <a:custGeom>
              <a:avLst/>
              <a:pathLst>
                <a:path w="1009939" h="419965">
                  <a:moveTo>
                    <a:pt x="0" y="118748"/>
                  </a:moveTo>
                  <a:lnTo>
                    <a:pt x="533572" y="104824"/>
                  </a:lnTo>
                  <a:lnTo>
                    <a:pt x="673293" y="83061"/>
                  </a:lnTo>
                  <a:lnTo>
                    <a:pt x="870218" y="38398"/>
                  </a:lnTo>
                  <a:lnTo>
                    <a:pt x="1009939" y="0"/>
                  </a:lnTo>
                  <a:lnTo>
                    <a:pt x="1009939" y="264599"/>
                  </a:lnTo>
                  <a:lnTo>
                    <a:pt x="870218" y="264123"/>
                  </a:lnTo>
                  <a:lnTo>
                    <a:pt x="673293" y="272909"/>
                  </a:lnTo>
                  <a:lnTo>
                    <a:pt x="533572" y="289069"/>
                  </a:lnTo>
                  <a:lnTo>
                    <a:pt x="0" y="4199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823709" y="1707750"/>
              <a:ext cx="1009939" cy="118748"/>
            </a:xfrm>
            <a:custGeom>
              <a:avLst/>
              <a:pathLst>
                <a:path w="1009939" h="118748">
                  <a:moveTo>
                    <a:pt x="0" y="118748"/>
                  </a:moveTo>
                  <a:lnTo>
                    <a:pt x="533572" y="104824"/>
                  </a:lnTo>
                  <a:lnTo>
                    <a:pt x="673293" y="83061"/>
                  </a:lnTo>
                  <a:lnTo>
                    <a:pt x="870218" y="38398"/>
                  </a:lnTo>
                  <a:lnTo>
                    <a:pt x="100993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823709" y="1971873"/>
              <a:ext cx="1009939" cy="155842"/>
            </a:xfrm>
            <a:custGeom>
              <a:avLst/>
              <a:pathLst>
                <a:path w="1009939" h="155842">
                  <a:moveTo>
                    <a:pt x="1009939" y="476"/>
                  </a:moveTo>
                  <a:lnTo>
                    <a:pt x="870218" y="0"/>
                  </a:lnTo>
                  <a:lnTo>
                    <a:pt x="673293" y="8785"/>
                  </a:lnTo>
                  <a:lnTo>
                    <a:pt x="533572" y="24946"/>
                  </a:lnTo>
                  <a:lnTo>
                    <a:pt x="0" y="155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823709" y="1840049"/>
              <a:ext cx="1009939" cy="137057"/>
            </a:xfrm>
            <a:custGeom>
              <a:avLst/>
              <a:pathLst>
                <a:path w="1009939" h="137057">
                  <a:moveTo>
                    <a:pt x="0" y="137057"/>
                  </a:moveTo>
                  <a:lnTo>
                    <a:pt x="533572" y="64647"/>
                  </a:lnTo>
                  <a:lnTo>
                    <a:pt x="673293" y="45685"/>
                  </a:lnTo>
                  <a:lnTo>
                    <a:pt x="870218" y="18961"/>
                  </a:lnTo>
                  <a:lnTo>
                    <a:pt x="100993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7" name="tx376"/>
            <p:cNvSpPr/>
            <p:nvPr/>
          </p:nvSpPr>
          <p:spPr>
            <a:xfrm>
              <a:off x="6290440" y="122723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8" name="tx377"/>
            <p:cNvSpPr/>
            <p:nvPr/>
          </p:nvSpPr>
          <p:spPr>
            <a:xfrm>
              <a:off x="6371237" y="122714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0.231</a:t>
              </a:r>
            </a:p>
          </p:txBody>
        </p:sp>
        <p:sp>
          <p:nvSpPr>
            <p:cNvPr id="379" name="rc378"/>
            <p:cNvSpPr/>
            <p:nvPr/>
          </p:nvSpPr>
          <p:spPr>
            <a:xfrm>
              <a:off x="5734681" y="1185068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34681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 rot="-5400000">
              <a:off x="5544653" y="226164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382" name="tx381"/>
            <p:cNvSpPr/>
            <p:nvPr/>
          </p:nvSpPr>
          <p:spPr>
            <a:xfrm rot="-5400000">
              <a:off x="5544653" y="197550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83" name="tx382"/>
            <p:cNvSpPr/>
            <p:nvPr/>
          </p:nvSpPr>
          <p:spPr>
            <a:xfrm rot="-5400000">
              <a:off x="5544653" y="168935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384" name="tx383"/>
            <p:cNvSpPr/>
            <p:nvPr/>
          </p:nvSpPr>
          <p:spPr>
            <a:xfrm rot="-5400000">
              <a:off x="5544653" y="14032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85" name="pl384"/>
            <p:cNvSpPr/>
            <p:nvPr/>
          </p:nvSpPr>
          <p:spPr>
            <a:xfrm>
              <a:off x="5703049" y="23026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03049" y="20165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03049" y="17303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03049" y="14442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34681" y="2356600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82370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616035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649700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683364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tx393"/>
            <p:cNvSpPr/>
            <p:nvPr/>
          </p:nvSpPr>
          <p:spPr>
            <a:xfrm>
              <a:off x="5734681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95" name="rc394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430540" y="34857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380530" y="35951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433882" y="331667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424761" y="332001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382478" y="37344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430588" y="33280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59173" y="371852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93703" y="373921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1993" y="36167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72222" y="33817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26028" y="34247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14454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12205" y="32656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56088" y="35332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690975" y="363994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41745" y="35375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40789" y="316854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690184" y="33178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55706" y="34777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65584" y="284780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32247" y="31755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71014" y="34238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692175" y="30698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676525" y="30671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03979" y="365461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695196" y="28516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56095" y="323077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02313" y="332022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19259" y="336673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07822" y="32983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95331" y="339797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65002" y="34075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3823" y="31279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033651" y="34659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73860" y="33231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037296" y="35446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032229" y="35457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00078" y="310021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75262" y="32134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88118" y="309007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93028" y="304567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64627" y="36539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86631" y="34538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075018" y="31255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015756" y="29396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70037" y="354740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048734" y="314481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021379" y="330131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393985" y="340837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398010" y="349662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25498" y="34490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48717" y="37358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39955" y="35268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20302" y="359510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30503" y="274835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08853" y="361105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386033" y="34352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375314" y="333062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6621" y="35325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45527" y="33447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382282" y="355076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354971" y="355889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352770" y="35753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380300" y="36577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36132" y="325914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16664" y="359080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06211" y="34902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01568" y="34001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383537" y="348101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27907" y="280195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43932" y="34706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45106" y="35223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24584" y="3121390"/>
              <a:ext cx="1013549" cy="446404"/>
            </a:xfrm>
            <a:custGeom>
              <a:avLst/>
              <a:pathLst>
                <a:path w="1013549" h="446404">
                  <a:moveTo>
                    <a:pt x="0" y="0"/>
                  </a:moveTo>
                  <a:lnTo>
                    <a:pt x="535479" y="125546"/>
                  </a:lnTo>
                  <a:lnTo>
                    <a:pt x="675699" y="139629"/>
                  </a:lnTo>
                  <a:lnTo>
                    <a:pt x="873328" y="144921"/>
                  </a:lnTo>
                  <a:lnTo>
                    <a:pt x="1013549" y="141305"/>
                  </a:lnTo>
                  <a:lnTo>
                    <a:pt x="1013549" y="446404"/>
                  </a:lnTo>
                  <a:lnTo>
                    <a:pt x="873328" y="409414"/>
                  </a:lnTo>
                  <a:lnTo>
                    <a:pt x="675699" y="367670"/>
                  </a:lnTo>
                  <a:lnTo>
                    <a:pt x="535479" y="348380"/>
                  </a:lnTo>
                  <a:lnTo>
                    <a:pt x="0" y="34648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424584" y="3121390"/>
              <a:ext cx="1013549" cy="144921"/>
            </a:xfrm>
            <a:custGeom>
              <a:avLst/>
              <a:pathLst>
                <a:path w="1013549" h="144921">
                  <a:moveTo>
                    <a:pt x="0" y="0"/>
                  </a:moveTo>
                  <a:lnTo>
                    <a:pt x="535479" y="125546"/>
                  </a:lnTo>
                  <a:lnTo>
                    <a:pt x="675699" y="139629"/>
                  </a:lnTo>
                  <a:lnTo>
                    <a:pt x="873328" y="144921"/>
                  </a:lnTo>
                  <a:lnTo>
                    <a:pt x="1013549" y="1413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24584" y="3467872"/>
              <a:ext cx="1013549" cy="99922"/>
            </a:xfrm>
            <a:custGeom>
              <a:avLst/>
              <a:pathLst>
                <a:path w="1013549" h="99922">
                  <a:moveTo>
                    <a:pt x="1013549" y="99922"/>
                  </a:moveTo>
                  <a:lnTo>
                    <a:pt x="873328" y="62932"/>
                  </a:lnTo>
                  <a:lnTo>
                    <a:pt x="675699" y="21188"/>
                  </a:lnTo>
                  <a:lnTo>
                    <a:pt x="535479" y="18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24584" y="3294631"/>
              <a:ext cx="1013549" cy="120613"/>
            </a:xfrm>
            <a:custGeom>
              <a:avLst/>
              <a:pathLst>
                <a:path w="1013549" h="120613">
                  <a:moveTo>
                    <a:pt x="0" y="0"/>
                  </a:moveTo>
                  <a:lnTo>
                    <a:pt x="535479" y="63722"/>
                  </a:lnTo>
                  <a:lnTo>
                    <a:pt x="675699" y="80409"/>
                  </a:lnTo>
                  <a:lnTo>
                    <a:pt x="873328" y="103927"/>
                  </a:lnTo>
                  <a:lnTo>
                    <a:pt x="1013549" y="1206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2" name="tx471"/>
            <p:cNvSpPr/>
            <p:nvPr/>
          </p:nvSpPr>
          <p:spPr>
            <a:xfrm>
              <a:off x="1894925" y="270106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73" name="tx472"/>
            <p:cNvSpPr/>
            <p:nvPr/>
          </p:nvSpPr>
          <p:spPr>
            <a:xfrm>
              <a:off x="1975721" y="2700975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0.332</a:t>
              </a:r>
            </a:p>
          </p:txBody>
        </p:sp>
        <p:sp>
          <p:nvSpPr>
            <p:cNvPr id="474" name="rc473"/>
            <p:cNvSpPr/>
            <p:nvPr/>
          </p:nvSpPr>
          <p:spPr>
            <a:xfrm>
              <a:off x="1342663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tx475"/>
            <p:cNvSpPr/>
            <p:nvPr/>
          </p:nvSpPr>
          <p:spPr>
            <a:xfrm rot="-5400000">
              <a:off x="1152636" y="368580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77" name="tx476"/>
            <p:cNvSpPr/>
            <p:nvPr/>
          </p:nvSpPr>
          <p:spPr>
            <a:xfrm rot="-5400000">
              <a:off x="1152636" y="341170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78" name="tx477"/>
            <p:cNvSpPr/>
            <p:nvPr/>
          </p:nvSpPr>
          <p:spPr>
            <a:xfrm rot="-5400000">
              <a:off x="1152636" y="313761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9" name="tx478"/>
            <p:cNvSpPr/>
            <p:nvPr/>
          </p:nvSpPr>
          <p:spPr>
            <a:xfrm rot="-5400000">
              <a:off x="1152636" y="286352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80" name="pl479"/>
            <p:cNvSpPr/>
            <p:nvPr/>
          </p:nvSpPr>
          <p:spPr>
            <a:xfrm>
              <a:off x="1311032" y="37268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311032" y="34527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1032" y="31786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311032" y="29045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342663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42458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76243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210028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243813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490" name="tx48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91" name="rc490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890048" y="340878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854417" y="31974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823179" y="336273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882316" y="336738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844590" y="35299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839715" y="33407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843234" y="346679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903394" y="34059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899614" y="35533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899228" y="35848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27029" y="36561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14864" y="36280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06715" y="34763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29213" y="36052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235753" y="34941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72004" y="32922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195769" y="36334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236043" y="36258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235383" y="34780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149925" y="33262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220944" y="34181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60094" y="36249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90482" y="32507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52951" y="350113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09617" y="337023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65160" y="335880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62924" y="314415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95712" y="32728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491958" y="329622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21169" y="370806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15961" y="334371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482027" y="35649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38211" y="35964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57309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493186" y="30872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43582" y="32807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488074" y="346514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00854" y="33896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493045" y="36759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44190" y="35574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43775" y="35476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7573" y="35676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35739" y="34070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487853" y="361275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43969" y="353025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72363" y="32383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484546" y="347016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01803" y="26741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54733" y="344919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42704" y="350319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96831" y="310614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96921" y="36192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18656" y="321229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80925" y="35493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69511" y="35167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58844" y="329573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12165" y="31502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21282" y="35702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57366" y="33756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12723" y="34805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88803" y="33163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10133" y="360925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36747" y="32509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05883" y="322480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73472" y="348772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46841" y="328803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75592" y="32211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29716" y="34637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58873" y="323430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18972" y="363626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56858" y="35521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90980" y="37002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2894652" y="3341570"/>
              <a:ext cx="1008768" cy="218043"/>
            </a:xfrm>
            <a:custGeom>
              <a:avLst/>
              <a:pathLst>
                <a:path w="1008768" h="218043">
                  <a:moveTo>
                    <a:pt x="0" y="21854"/>
                  </a:moveTo>
                  <a:lnTo>
                    <a:pt x="532953" y="24243"/>
                  </a:lnTo>
                  <a:lnTo>
                    <a:pt x="672512" y="19815"/>
                  </a:lnTo>
                  <a:lnTo>
                    <a:pt x="869209" y="9670"/>
                  </a:lnTo>
                  <a:lnTo>
                    <a:pt x="1008768" y="0"/>
                  </a:lnTo>
                  <a:lnTo>
                    <a:pt x="1008768" y="175782"/>
                  </a:lnTo>
                  <a:lnTo>
                    <a:pt x="869209" y="174982"/>
                  </a:lnTo>
                  <a:lnTo>
                    <a:pt x="672512" y="177339"/>
                  </a:lnTo>
                  <a:lnTo>
                    <a:pt x="532953" y="181780"/>
                  </a:lnTo>
                  <a:lnTo>
                    <a:pt x="0" y="21804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894652" y="3341570"/>
              <a:ext cx="1008768" cy="24243"/>
            </a:xfrm>
            <a:custGeom>
              <a:avLst/>
              <a:pathLst>
                <a:path w="1008768" h="24243">
                  <a:moveTo>
                    <a:pt x="0" y="21854"/>
                  </a:moveTo>
                  <a:lnTo>
                    <a:pt x="532953" y="24243"/>
                  </a:lnTo>
                  <a:lnTo>
                    <a:pt x="672512" y="19815"/>
                  </a:lnTo>
                  <a:lnTo>
                    <a:pt x="869209" y="9670"/>
                  </a:lnTo>
                  <a:lnTo>
                    <a:pt x="1008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894652" y="3516552"/>
              <a:ext cx="1008768" cy="43061"/>
            </a:xfrm>
            <a:custGeom>
              <a:avLst/>
              <a:pathLst>
                <a:path w="1008768" h="43061">
                  <a:moveTo>
                    <a:pt x="1008768" y="800"/>
                  </a:moveTo>
                  <a:lnTo>
                    <a:pt x="869209" y="0"/>
                  </a:lnTo>
                  <a:lnTo>
                    <a:pt x="672512" y="2357"/>
                  </a:lnTo>
                  <a:lnTo>
                    <a:pt x="532953" y="6798"/>
                  </a:lnTo>
                  <a:lnTo>
                    <a:pt x="0" y="43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894652" y="3429461"/>
              <a:ext cx="1008768" cy="32057"/>
            </a:xfrm>
            <a:custGeom>
              <a:avLst/>
              <a:pathLst>
                <a:path w="1008768" h="32057">
                  <a:moveTo>
                    <a:pt x="0" y="32057"/>
                  </a:moveTo>
                  <a:lnTo>
                    <a:pt x="532953" y="15120"/>
                  </a:lnTo>
                  <a:lnTo>
                    <a:pt x="672512" y="10685"/>
                  </a:lnTo>
                  <a:lnTo>
                    <a:pt x="869209" y="4435"/>
                  </a:lnTo>
                  <a:lnTo>
                    <a:pt x="100876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8" name="tx567"/>
            <p:cNvSpPr/>
            <p:nvPr/>
          </p:nvSpPr>
          <p:spPr>
            <a:xfrm>
              <a:off x="3360212" y="270105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69" name="tx568"/>
            <p:cNvSpPr/>
            <p:nvPr/>
          </p:nvSpPr>
          <p:spPr>
            <a:xfrm>
              <a:off x="3441009" y="270096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0.518</a:t>
              </a:r>
            </a:p>
          </p:txBody>
        </p:sp>
        <p:sp>
          <p:nvSpPr>
            <p:cNvPr id="570" name="rc569"/>
            <p:cNvSpPr/>
            <p:nvPr/>
          </p:nvSpPr>
          <p:spPr>
            <a:xfrm>
              <a:off x="2806669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1" name="pl570"/>
            <p:cNvSpPr/>
            <p:nvPr/>
          </p:nvSpPr>
          <p:spPr>
            <a:xfrm>
              <a:off x="2806669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1"/>
            <p:cNvSpPr/>
            <p:nvPr/>
          </p:nvSpPr>
          <p:spPr>
            <a:xfrm rot="-5400000">
              <a:off x="2616642" y="374839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573" name="tx572"/>
            <p:cNvSpPr/>
            <p:nvPr/>
          </p:nvSpPr>
          <p:spPr>
            <a:xfrm rot="-5400000">
              <a:off x="2616642" y="341699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74" name="tx573"/>
            <p:cNvSpPr/>
            <p:nvPr/>
          </p:nvSpPr>
          <p:spPr>
            <a:xfrm rot="-5400000">
              <a:off x="2616642" y="308559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5" name="tx574"/>
            <p:cNvSpPr/>
            <p:nvPr/>
          </p:nvSpPr>
          <p:spPr>
            <a:xfrm rot="-5400000">
              <a:off x="2616642" y="275419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76" name="pl575"/>
            <p:cNvSpPr/>
            <p:nvPr/>
          </p:nvSpPr>
          <p:spPr>
            <a:xfrm>
              <a:off x="2775038" y="37894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775038" y="34580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775038" y="31266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775038" y="27952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06669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9465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323090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356716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390342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tx584"/>
            <p:cNvSpPr/>
            <p:nvPr/>
          </p:nvSpPr>
          <p:spPr>
            <a:xfrm>
              <a:off x="2806669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86" name="rc585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308509" y="349962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323818" y="290643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287185" y="326612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334742" y="352174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312871" y="33835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376791" y="33884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372213" y="30686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312336" y="35147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316999" y="37392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316193" y="34901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70068" y="36439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628272" y="26741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677235" y="33428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83076" y="35984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657562" y="35031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634338" y="344177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698370" y="352765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707229" y="36723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626142" y="32656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664378" y="340545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26348" y="31260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97591" y="34909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708382" y="318569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48776" y="334530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49504" y="352821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34817" y="326223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24036" y="306213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8035" y="279838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5006613" y="356186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047634" y="34640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955550" y="323453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036823" y="343852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042838" y="33648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77765" y="36422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012074" y="359273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986327" y="338754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000000" y="33633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024360" y="30392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986166" y="34821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64568" y="30459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10535" y="352880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88073" y="36677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82881" y="331513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32266" y="32004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80897" y="358485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03092" y="331396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56575" y="302923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043379" y="330290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31200" y="32501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11689" y="332722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04826" y="34630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86207" y="35232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27647" y="350937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11217" y="34785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30381" y="31969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42056" y="328761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49123" y="32093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36891" y="29507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23340" y="35266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67315" y="308548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287858" y="287574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76729" y="36239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289879" y="32340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49858" y="353970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11728" y="279100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26183" y="326026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288909" y="31482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23470" y="33767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57315" y="32695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08073" y="34961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13606" y="320522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14153" y="35353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4372651" y="3200537"/>
              <a:ext cx="998564" cy="306316"/>
            </a:xfrm>
            <a:custGeom>
              <a:avLst/>
              <a:pathLst>
                <a:path w="998564" h="306316">
                  <a:moveTo>
                    <a:pt x="0" y="54284"/>
                  </a:moveTo>
                  <a:lnTo>
                    <a:pt x="527562" y="42717"/>
                  </a:lnTo>
                  <a:lnTo>
                    <a:pt x="665709" y="33475"/>
                  </a:lnTo>
                  <a:lnTo>
                    <a:pt x="860417" y="15674"/>
                  </a:lnTo>
                  <a:lnTo>
                    <a:pt x="998564" y="0"/>
                  </a:lnTo>
                  <a:lnTo>
                    <a:pt x="998564" y="226919"/>
                  </a:lnTo>
                  <a:lnTo>
                    <a:pt x="860417" y="229738"/>
                  </a:lnTo>
                  <a:lnTo>
                    <a:pt x="665709" y="238003"/>
                  </a:lnTo>
                  <a:lnTo>
                    <a:pt x="527562" y="247256"/>
                  </a:lnTo>
                  <a:lnTo>
                    <a:pt x="0" y="30631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4372651" y="3200537"/>
              <a:ext cx="998564" cy="54284"/>
            </a:xfrm>
            <a:custGeom>
              <a:avLst/>
              <a:pathLst>
                <a:path w="998564" h="54284">
                  <a:moveTo>
                    <a:pt x="0" y="54284"/>
                  </a:moveTo>
                  <a:lnTo>
                    <a:pt x="527562" y="42717"/>
                  </a:lnTo>
                  <a:lnTo>
                    <a:pt x="665709" y="33475"/>
                  </a:lnTo>
                  <a:lnTo>
                    <a:pt x="860417" y="15674"/>
                  </a:lnTo>
                  <a:lnTo>
                    <a:pt x="99856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4372651" y="3427456"/>
              <a:ext cx="998564" cy="79397"/>
            </a:xfrm>
            <a:custGeom>
              <a:avLst/>
              <a:pathLst>
                <a:path w="998564" h="79397">
                  <a:moveTo>
                    <a:pt x="998564" y="0"/>
                  </a:moveTo>
                  <a:lnTo>
                    <a:pt x="860417" y="2819"/>
                  </a:lnTo>
                  <a:lnTo>
                    <a:pt x="665709" y="11084"/>
                  </a:lnTo>
                  <a:lnTo>
                    <a:pt x="527562" y="20337"/>
                  </a:lnTo>
                  <a:lnTo>
                    <a:pt x="0" y="793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62" name="pl661"/>
            <p:cNvSpPr/>
            <p:nvPr/>
          </p:nvSpPr>
          <p:spPr>
            <a:xfrm>
              <a:off x="4372651" y="3313996"/>
              <a:ext cx="998564" cy="66841"/>
            </a:xfrm>
            <a:custGeom>
              <a:avLst/>
              <a:pathLst>
                <a:path w="998564" h="66841">
                  <a:moveTo>
                    <a:pt x="0" y="66841"/>
                  </a:moveTo>
                  <a:lnTo>
                    <a:pt x="527562" y="31527"/>
                  </a:lnTo>
                  <a:lnTo>
                    <a:pt x="665709" y="22280"/>
                  </a:lnTo>
                  <a:lnTo>
                    <a:pt x="860417" y="9247"/>
                  </a:lnTo>
                  <a:lnTo>
                    <a:pt x="99856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63" name="tx662"/>
            <p:cNvSpPr/>
            <p:nvPr/>
          </p:nvSpPr>
          <p:spPr>
            <a:xfrm>
              <a:off x="4828007" y="270099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908803" y="270090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0.287</a:t>
              </a:r>
            </a:p>
          </p:txBody>
        </p:sp>
        <p:sp>
          <p:nvSpPr>
            <p:cNvPr id="665" name="rc664"/>
            <p:cNvSpPr/>
            <p:nvPr/>
          </p:nvSpPr>
          <p:spPr>
            <a:xfrm>
              <a:off x="4270675" y="2658900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66" name="pl665"/>
            <p:cNvSpPr/>
            <p:nvPr/>
          </p:nvSpPr>
          <p:spPr>
            <a:xfrm>
              <a:off x="427067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tx666"/>
            <p:cNvSpPr/>
            <p:nvPr/>
          </p:nvSpPr>
          <p:spPr>
            <a:xfrm rot="-5400000">
              <a:off x="4048872" y="3501733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668" name="tx667"/>
            <p:cNvSpPr/>
            <p:nvPr/>
          </p:nvSpPr>
          <p:spPr>
            <a:xfrm rot="-5400000">
              <a:off x="4048872" y="317151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669" name="tx668"/>
            <p:cNvSpPr/>
            <p:nvPr/>
          </p:nvSpPr>
          <p:spPr>
            <a:xfrm rot="-5400000">
              <a:off x="4048872" y="284129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670" name="pl669"/>
            <p:cNvSpPr/>
            <p:nvPr/>
          </p:nvSpPr>
          <p:spPr>
            <a:xfrm>
              <a:off x="4239044" y="35427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39044" y="32125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39044" y="28823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70675" y="3830431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7265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70550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503836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537121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tx677"/>
            <p:cNvSpPr/>
            <p:nvPr/>
          </p:nvSpPr>
          <p:spPr>
            <a:xfrm>
              <a:off x="4270675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79" name="rc678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361423" y="47555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443843" y="495329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437166" y="493187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362678" y="45201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362671" y="499999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421952" y="487261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376831" y="510934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359173" y="50621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448440" y="46697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417982" y="48359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04599" y="49706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4141" y="47134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731187" y="478157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55232" y="51634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695844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752606" y="431966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703911" y="497275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730034" y="517362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713757" y="51307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742988" y="49632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730122" y="49149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14731" y="50820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693039" y="50263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65677" y="49783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695193" y="50917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33590" y="488121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697038" y="50661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72695" y="49367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068246" y="476797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046743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64573" y="490465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69691" y="50638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065885" y="46215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092222" y="49390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111601" y="470695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082260" y="500937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43707" y="48530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70360" y="49662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30030" y="50338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032979" y="444151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44110" y="496179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071780" y="50912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45251" y="45151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84430" y="465157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40162" y="48697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45117" y="51381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29776" y="49564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14830" y="484319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26717" y="492400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356519" y="491568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38853" y="49415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377389" y="50328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11901" y="48926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12915" y="485829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23093" y="48244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390406" y="491328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407744" y="50398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423315" y="47245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390551" y="50543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425659" y="493651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48717" y="500223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368252" y="51559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14808" y="503243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399651" y="508134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388398" y="501520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360217" y="487481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356958" y="505391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38642" y="482332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34426" y="49748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381049" y="484680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373390" y="49316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393246" y="50925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1443977" y="4786056"/>
              <a:ext cx="997013" cy="277195"/>
            </a:xfrm>
            <a:custGeom>
              <a:avLst/>
              <a:pathLst>
                <a:path w="997013" h="277195">
                  <a:moveTo>
                    <a:pt x="0" y="0"/>
                  </a:moveTo>
                  <a:lnTo>
                    <a:pt x="526743" y="78243"/>
                  </a:lnTo>
                  <a:lnTo>
                    <a:pt x="664675" y="91257"/>
                  </a:lnTo>
                  <a:lnTo>
                    <a:pt x="859080" y="103504"/>
                  </a:lnTo>
                  <a:lnTo>
                    <a:pt x="997013" y="108614"/>
                  </a:lnTo>
                  <a:lnTo>
                    <a:pt x="997013" y="277195"/>
                  </a:lnTo>
                  <a:lnTo>
                    <a:pt x="859080" y="256373"/>
                  </a:lnTo>
                  <a:lnTo>
                    <a:pt x="664675" y="232072"/>
                  </a:lnTo>
                  <a:lnTo>
                    <a:pt x="526743" y="219155"/>
                  </a:lnTo>
                  <a:lnTo>
                    <a:pt x="0" y="1983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1443977" y="4786056"/>
              <a:ext cx="997013" cy="108614"/>
            </a:xfrm>
            <a:custGeom>
              <a:avLst/>
              <a:pathLst>
                <a:path w="997013" h="108614">
                  <a:moveTo>
                    <a:pt x="0" y="0"/>
                  </a:moveTo>
                  <a:lnTo>
                    <a:pt x="526743" y="78243"/>
                  </a:lnTo>
                  <a:lnTo>
                    <a:pt x="664675" y="91257"/>
                  </a:lnTo>
                  <a:lnTo>
                    <a:pt x="859080" y="103504"/>
                  </a:lnTo>
                  <a:lnTo>
                    <a:pt x="997013" y="108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4" name="pl753"/>
            <p:cNvSpPr/>
            <p:nvPr/>
          </p:nvSpPr>
          <p:spPr>
            <a:xfrm>
              <a:off x="1443977" y="4984428"/>
              <a:ext cx="997013" cy="78823"/>
            </a:xfrm>
            <a:custGeom>
              <a:avLst/>
              <a:pathLst>
                <a:path w="997013" h="78823">
                  <a:moveTo>
                    <a:pt x="997013" y="78823"/>
                  </a:moveTo>
                  <a:lnTo>
                    <a:pt x="859080" y="58001"/>
                  </a:lnTo>
                  <a:lnTo>
                    <a:pt x="664675" y="33700"/>
                  </a:lnTo>
                  <a:lnTo>
                    <a:pt x="526743" y="207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5" name="pl754"/>
            <p:cNvSpPr/>
            <p:nvPr/>
          </p:nvSpPr>
          <p:spPr>
            <a:xfrm>
              <a:off x="1443977" y="4885242"/>
              <a:ext cx="997013" cy="93719"/>
            </a:xfrm>
            <a:custGeom>
              <a:avLst/>
              <a:pathLst>
                <a:path w="997013" h="93719">
                  <a:moveTo>
                    <a:pt x="0" y="0"/>
                  </a:moveTo>
                  <a:lnTo>
                    <a:pt x="526743" y="49513"/>
                  </a:lnTo>
                  <a:lnTo>
                    <a:pt x="664675" y="62479"/>
                  </a:lnTo>
                  <a:lnTo>
                    <a:pt x="859080" y="80753"/>
                  </a:lnTo>
                  <a:lnTo>
                    <a:pt x="997013" y="9371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6" name="tx755"/>
            <p:cNvSpPr/>
            <p:nvPr/>
          </p:nvSpPr>
          <p:spPr>
            <a:xfrm>
              <a:off x="1897782" y="417482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1978578" y="417473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0.116</a:t>
              </a:r>
            </a:p>
          </p:txBody>
        </p:sp>
        <p:sp>
          <p:nvSpPr>
            <p:cNvPr id="758" name="rc757"/>
            <p:cNvSpPr/>
            <p:nvPr/>
          </p:nvSpPr>
          <p:spPr>
            <a:xfrm>
              <a:off x="1342663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59" name="pl758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59"/>
            <p:cNvSpPr/>
            <p:nvPr/>
          </p:nvSpPr>
          <p:spPr>
            <a:xfrm rot="-5400000">
              <a:off x="1152636" y="515877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61" name="tx760"/>
            <p:cNvSpPr/>
            <p:nvPr/>
          </p:nvSpPr>
          <p:spPr>
            <a:xfrm rot="-5400000">
              <a:off x="1152636" y="47863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62" name="tx761"/>
            <p:cNvSpPr/>
            <p:nvPr/>
          </p:nvSpPr>
          <p:spPr>
            <a:xfrm rot="-5400000">
              <a:off x="1152636" y="44138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63" name="pl762"/>
            <p:cNvSpPr/>
            <p:nvPr/>
          </p:nvSpPr>
          <p:spPr>
            <a:xfrm>
              <a:off x="1311032" y="51997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311032" y="4827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311032" y="44548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342663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4397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77631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210865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244099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tx770"/>
            <p:cNvSpPr/>
            <p:nvPr/>
          </p:nvSpPr>
          <p:spPr>
            <a:xfrm>
              <a:off x="141220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72" name="tx771"/>
            <p:cNvSpPr/>
            <p:nvPr/>
          </p:nvSpPr>
          <p:spPr>
            <a:xfrm>
              <a:off x="174453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3" name="tx772"/>
            <p:cNvSpPr/>
            <p:nvPr/>
          </p:nvSpPr>
          <p:spPr>
            <a:xfrm>
              <a:off x="207687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4" name="tx773"/>
            <p:cNvSpPr/>
            <p:nvPr/>
          </p:nvSpPr>
          <p:spPr>
            <a:xfrm>
              <a:off x="240921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75" name="tx774"/>
            <p:cNvSpPr/>
            <p:nvPr/>
          </p:nvSpPr>
          <p:spPr>
            <a:xfrm>
              <a:off x="165460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76" name="tx775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77" name="rc776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01636" y="46609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2824926" y="439620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87552" y="470021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2854552" y="46722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907830" y="425889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823179" y="46392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892980" y="499279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825521" y="48766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878843" y="46707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893838" y="41899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219170" y="52130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245467" y="46116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246597" y="471346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241316" y="51002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179424" y="471671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161947" y="48656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160857" y="49473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168117" y="50227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187187" y="48063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161400" y="45026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160822" y="445899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243833" y="49397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166397" y="47875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186279" y="48278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172246" y="47224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88276" y="44094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52933" y="488951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34614" y="425998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505843" y="436589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16052" y="47717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33585" y="46892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504923" y="48780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543663" y="48510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537837" y="494994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514590" y="461525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494796" y="45068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500722" y="45108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563439" y="45694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506445" y="47222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494845" y="429808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500831" y="49741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512959" y="50843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513673" y="465892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73075" y="44521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00905" y="47312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41741" y="50857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52623" y="414801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62763" y="459276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91194" y="488192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855937" y="472185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889212" y="48762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820095" y="48599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850122" y="494568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906362" y="466817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861361" y="482683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859901" y="517299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905142" y="47295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912723" y="49405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908501" y="49561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878410" y="478560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893863" y="469428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828060" y="50313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879527" y="494830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846858" y="498118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864044" y="446617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00111" y="45999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56127" y="499086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02646" y="47931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21487" y="46424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00576" y="46813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56433" y="46099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24445" y="48741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2902902" y="4539310"/>
              <a:ext cx="1003001" cy="380810"/>
            </a:xfrm>
            <a:custGeom>
              <a:avLst/>
              <a:pathLst>
                <a:path w="1003001" h="380810">
                  <a:moveTo>
                    <a:pt x="0" y="0"/>
                  </a:moveTo>
                  <a:lnTo>
                    <a:pt x="529906" y="115334"/>
                  </a:lnTo>
                  <a:lnTo>
                    <a:pt x="668667" y="137197"/>
                  </a:lnTo>
                  <a:lnTo>
                    <a:pt x="864240" y="161306"/>
                  </a:lnTo>
                  <a:lnTo>
                    <a:pt x="1003001" y="174393"/>
                  </a:lnTo>
                  <a:lnTo>
                    <a:pt x="1003001" y="380810"/>
                  </a:lnTo>
                  <a:lnTo>
                    <a:pt x="864240" y="350257"/>
                  </a:lnTo>
                  <a:lnTo>
                    <a:pt x="668667" y="312859"/>
                  </a:lnTo>
                  <a:lnTo>
                    <a:pt x="529906" y="291081"/>
                  </a:lnTo>
                  <a:lnTo>
                    <a:pt x="0" y="23976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51" name="pl850"/>
            <p:cNvSpPr/>
            <p:nvPr/>
          </p:nvSpPr>
          <p:spPr>
            <a:xfrm>
              <a:off x="2902902" y="4539310"/>
              <a:ext cx="1003001" cy="174393"/>
            </a:xfrm>
            <a:custGeom>
              <a:avLst/>
              <a:pathLst>
                <a:path w="1003001" h="174393">
                  <a:moveTo>
                    <a:pt x="0" y="0"/>
                  </a:moveTo>
                  <a:lnTo>
                    <a:pt x="529906" y="115334"/>
                  </a:lnTo>
                  <a:lnTo>
                    <a:pt x="668667" y="137197"/>
                  </a:lnTo>
                  <a:lnTo>
                    <a:pt x="864240" y="161306"/>
                  </a:lnTo>
                  <a:lnTo>
                    <a:pt x="1003001" y="1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2" name="pl851"/>
            <p:cNvSpPr/>
            <p:nvPr/>
          </p:nvSpPr>
          <p:spPr>
            <a:xfrm>
              <a:off x="2902902" y="4779070"/>
              <a:ext cx="1003001" cy="141050"/>
            </a:xfrm>
            <a:custGeom>
              <a:avLst/>
              <a:pathLst>
                <a:path w="1003001" h="141050">
                  <a:moveTo>
                    <a:pt x="1003001" y="141050"/>
                  </a:moveTo>
                  <a:lnTo>
                    <a:pt x="864240" y="110497"/>
                  </a:lnTo>
                  <a:lnTo>
                    <a:pt x="668667" y="73098"/>
                  </a:lnTo>
                  <a:lnTo>
                    <a:pt x="529906" y="513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3" name="pl852"/>
            <p:cNvSpPr/>
            <p:nvPr/>
          </p:nvSpPr>
          <p:spPr>
            <a:xfrm>
              <a:off x="2902902" y="4659190"/>
              <a:ext cx="1003001" cy="157722"/>
            </a:xfrm>
            <a:custGeom>
              <a:avLst/>
              <a:pathLst>
                <a:path w="1003001" h="157722">
                  <a:moveTo>
                    <a:pt x="0" y="0"/>
                  </a:moveTo>
                  <a:lnTo>
                    <a:pt x="529906" y="83327"/>
                  </a:lnTo>
                  <a:lnTo>
                    <a:pt x="668667" y="105148"/>
                  </a:lnTo>
                  <a:lnTo>
                    <a:pt x="864240" y="135901"/>
                  </a:lnTo>
                  <a:lnTo>
                    <a:pt x="1003001" y="15772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tx853"/>
            <p:cNvSpPr/>
            <p:nvPr/>
          </p:nvSpPr>
          <p:spPr>
            <a:xfrm>
              <a:off x="3362695" y="417493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55" name="tx854"/>
            <p:cNvSpPr/>
            <p:nvPr/>
          </p:nvSpPr>
          <p:spPr>
            <a:xfrm>
              <a:off x="3443492" y="417484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0.025</a:t>
              </a:r>
            </a:p>
          </p:txBody>
        </p:sp>
        <p:sp>
          <p:nvSpPr>
            <p:cNvPr id="856" name="rc855"/>
            <p:cNvSpPr/>
            <p:nvPr/>
          </p:nvSpPr>
          <p:spPr>
            <a:xfrm>
              <a:off x="2806669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57" name="pl856"/>
            <p:cNvSpPr/>
            <p:nvPr/>
          </p:nvSpPr>
          <p:spPr>
            <a:xfrm>
              <a:off x="280666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tx857"/>
            <p:cNvSpPr/>
            <p:nvPr/>
          </p:nvSpPr>
          <p:spPr>
            <a:xfrm rot="-5400000">
              <a:off x="2616642" y="51660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859" name="tx858"/>
            <p:cNvSpPr/>
            <p:nvPr/>
          </p:nvSpPr>
          <p:spPr>
            <a:xfrm rot="-5400000">
              <a:off x="2616642" y="480079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860" name="tx859"/>
            <p:cNvSpPr/>
            <p:nvPr/>
          </p:nvSpPr>
          <p:spPr>
            <a:xfrm rot="-5400000">
              <a:off x="2616642" y="443556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861" name="pl860"/>
            <p:cNvSpPr/>
            <p:nvPr/>
          </p:nvSpPr>
          <p:spPr>
            <a:xfrm>
              <a:off x="2775038" y="52070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1"/>
            <p:cNvSpPr/>
            <p:nvPr/>
          </p:nvSpPr>
          <p:spPr>
            <a:xfrm>
              <a:off x="2775038" y="48418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2"/>
            <p:cNvSpPr/>
            <p:nvPr/>
          </p:nvSpPr>
          <p:spPr>
            <a:xfrm>
              <a:off x="2775038" y="44765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3"/>
            <p:cNvSpPr/>
            <p:nvPr/>
          </p:nvSpPr>
          <p:spPr>
            <a:xfrm>
              <a:off x="2806669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90290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323723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357157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390590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tx868"/>
            <p:cNvSpPr/>
            <p:nvPr/>
          </p:nvSpPr>
          <p:spPr>
            <a:xfrm>
              <a:off x="287112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70" name="tx869"/>
            <p:cNvSpPr/>
            <p:nvPr/>
          </p:nvSpPr>
          <p:spPr>
            <a:xfrm>
              <a:off x="320546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71" name="tx870"/>
            <p:cNvSpPr/>
            <p:nvPr/>
          </p:nvSpPr>
          <p:spPr>
            <a:xfrm>
              <a:off x="353979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72" name="tx871"/>
            <p:cNvSpPr/>
            <p:nvPr/>
          </p:nvSpPr>
          <p:spPr>
            <a:xfrm>
              <a:off x="387412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73" name="tx872"/>
            <p:cNvSpPr/>
            <p:nvPr/>
          </p:nvSpPr>
          <p:spPr>
            <a:xfrm>
              <a:off x="311861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74" name="tx873"/>
            <p:cNvSpPr/>
            <p:nvPr/>
          </p:nvSpPr>
          <p:spPr>
            <a:xfrm>
              <a:off x="2806669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75" name="rc874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320548" y="50520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287185" y="49212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363124" y="507426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330327" y="430868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291326" y="482243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353416" y="46371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311507" y="52130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376113" y="49303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356406" y="48137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312854" y="44886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662428" y="47870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675251" y="45475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672785" y="50555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642860" y="511530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630177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681261" y="432346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650287" y="517059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662497" y="50889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639479" y="512659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682101" y="504044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628165" y="50027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622673" y="51446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710643" y="490477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666040" y="493380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676990" y="470867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650398" y="48142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43592" y="514890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55683" y="502468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991775" y="505503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969236" y="50087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026440" y="500793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041041" y="497477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987013" y="49872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957087" y="50588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010955" y="50348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022314" y="474981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984503" y="51024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972710" y="485355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033633" y="508389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956231" y="489773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042508" y="506991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986011" y="51098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003126" y="46552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037820" y="50271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983755" y="479365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41359" y="494480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30166" y="484078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70655" y="485082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04178" y="51444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27186" y="496606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63205" y="47958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291632" y="494937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286229" y="48324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310657" y="502712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329781" y="49232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285742" y="503560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286144" y="47629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5374330" y="47870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376729" y="49750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328409" y="50727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307969" y="491638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332085" y="50840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341410" y="49051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345916" y="512927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22769" y="467918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36419" y="50705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14732" y="502761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74428" y="49282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72203" y="484761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16086" y="49344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39412" y="498391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295042" y="50506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4369870" y="4691705"/>
              <a:ext cx="997665" cy="501365"/>
            </a:xfrm>
            <a:custGeom>
              <a:avLst/>
              <a:pathLst>
                <a:path w="997665" h="501365">
                  <a:moveTo>
                    <a:pt x="0" y="0"/>
                  </a:moveTo>
                  <a:lnTo>
                    <a:pt x="527087" y="163479"/>
                  </a:lnTo>
                  <a:lnTo>
                    <a:pt x="665110" y="172082"/>
                  </a:lnTo>
                  <a:lnTo>
                    <a:pt x="859642" y="159930"/>
                  </a:lnTo>
                  <a:lnTo>
                    <a:pt x="997665" y="142272"/>
                  </a:lnTo>
                  <a:lnTo>
                    <a:pt x="997665" y="501365"/>
                  </a:lnTo>
                  <a:lnTo>
                    <a:pt x="859642" y="449731"/>
                  </a:lnTo>
                  <a:lnTo>
                    <a:pt x="665110" y="389691"/>
                  </a:lnTo>
                  <a:lnTo>
                    <a:pt x="527087" y="364317"/>
                  </a:lnTo>
                  <a:lnTo>
                    <a:pt x="0" y="39804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4369870" y="4691705"/>
              <a:ext cx="997665" cy="172082"/>
            </a:xfrm>
            <a:custGeom>
              <a:avLst/>
              <a:pathLst>
                <a:path w="997665" h="172082">
                  <a:moveTo>
                    <a:pt x="0" y="0"/>
                  </a:moveTo>
                  <a:lnTo>
                    <a:pt x="527087" y="163479"/>
                  </a:lnTo>
                  <a:lnTo>
                    <a:pt x="665110" y="172082"/>
                  </a:lnTo>
                  <a:lnTo>
                    <a:pt x="859642" y="159930"/>
                  </a:lnTo>
                  <a:lnTo>
                    <a:pt x="997665" y="142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4369870" y="5056022"/>
              <a:ext cx="997665" cy="137047"/>
            </a:xfrm>
            <a:custGeom>
              <a:avLst/>
              <a:pathLst>
                <a:path w="997665" h="137047">
                  <a:moveTo>
                    <a:pt x="997665" y="137047"/>
                  </a:moveTo>
                  <a:lnTo>
                    <a:pt x="859642" y="85413"/>
                  </a:lnTo>
                  <a:lnTo>
                    <a:pt x="665110" y="25373"/>
                  </a:lnTo>
                  <a:lnTo>
                    <a:pt x="527087" y="0"/>
                  </a:lnTo>
                  <a:lnTo>
                    <a:pt x="0" y="3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369870" y="4890728"/>
              <a:ext cx="997665" cy="122796"/>
            </a:xfrm>
            <a:custGeom>
              <a:avLst/>
              <a:pathLst>
                <a:path w="997665" h="122796">
                  <a:moveTo>
                    <a:pt x="0" y="0"/>
                  </a:moveTo>
                  <a:lnTo>
                    <a:pt x="527087" y="64875"/>
                  </a:lnTo>
                  <a:lnTo>
                    <a:pt x="665110" y="81864"/>
                  </a:lnTo>
                  <a:lnTo>
                    <a:pt x="859642" y="105807"/>
                  </a:lnTo>
                  <a:lnTo>
                    <a:pt x="997665" y="12279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2" name="tx951"/>
            <p:cNvSpPr/>
            <p:nvPr/>
          </p:nvSpPr>
          <p:spPr>
            <a:xfrm>
              <a:off x="4824327" y="417489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3" name="tx952"/>
            <p:cNvSpPr/>
            <p:nvPr/>
          </p:nvSpPr>
          <p:spPr>
            <a:xfrm>
              <a:off x="4905124" y="417480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0.462</a:t>
              </a:r>
            </a:p>
          </p:txBody>
        </p:sp>
        <p:sp>
          <p:nvSpPr>
            <p:cNvPr id="954" name="rc953"/>
            <p:cNvSpPr/>
            <p:nvPr/>
          </p:nvSpPr>
          <p:spPr>
            <a:xfrm>
              <a:off x="4270675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5" name="pl954"/>
            <p:cNvSpPr/>
            <p:nvPr/>
          </p:nvSpPr>
          <p:spPr>
            <a:xfrm>
              <a:off x="427067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tx955"/>
            <p:cNvSpPr/>
            <p:nvPr/>
          </p:nvSpPr>
          <p:spPr>
            <a:xfrm rot="-5400000">
              <a:off x="4048872" y="515025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957" name="tx956"/>
            <p:cNvSpPr/>
            <p:nvPr/>
          </p:nvSpPr>
          <p:spPr>
            <a:xfrm rot="-5400000">
              <a:off x="4048872" y="4895617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4048872" y="464097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959" name="tx958"/>
            <p:cNvSpPr/>
            <p:nvPr/>
          </p:nvSpPr>
          <p:spPr>
            <a:xfrm rot="-5400000">
              <a:off x="4048872" y="438633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960" name="tx959"/>
            <p:cNvSpPr/>
            <p:nvPr/>
          </p:nvSpPr>
          <p:spPr>
            <a:xfrm rot="-5400000">
              <a:off x="4048872" y="413169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4239044" y="51912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4239044" y="49366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4239044" y="46819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39044" y="44273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39044" y="41727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0675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69870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7024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503498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536753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tx970"/>
            <p:cNvSpPr/>
            <p:nvPr/>
          </p:nvSpPr>
          <p:spPr>
            <a:xfrm>
              <a:off x="433809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2" name="tx971"/>
            <p:cNvSpPr/>
            <p:nvPr/>
          </p:nvSpPr>
          <p:spPr>
            <a:xfrm>
              <a:off x="467065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500320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533576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58262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4270675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77" name="rc976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5805371" y="49080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5801595" y="498084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5778698" y="502701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5757507" y="464269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5768386" y="494043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5776666" y="46580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5791359" y="51696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5751190" y="502682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5772783" y="46773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5838783" y="458722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104532" y="48372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127162" y="464252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160716" y="499635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159011" y="515888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170013" y="41480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150455" y="423455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152885" y="509968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174733" y="51876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111716" y="51755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093079" y="50606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115291" y="51101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107354" y="514900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102229" y="51159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177471" y="511031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126043" y="506381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108606" y="49744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112554" y="517409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119995" y="50093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426018" y="499693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457369" y="518926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443251" y="510386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491299" y="51379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489805" y="49048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504713" y="50454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451514" y="48588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453242" y="49969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502903" y="50523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493418" y="495108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482174" y="51463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435368" y="46912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424669" y="509806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480634" y="51534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478689" y="461534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37948" y="493139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89044" y="48460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41528" y="50891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89578" y="50023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36751" y="486060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840734" y="50648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749282" y="50303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838820" y="49402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779730" y="50562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795657" y="49014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774522" y="500614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791024" y="49475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776340" y="497504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789837" y="50239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831128" y="476425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750910" y="51261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749638" y="50368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755912" y="50398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828183" y="516131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777351" y="498387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766810" y="515833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760868" y="489216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24859" y="50278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22686" y="50413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52335" y="495886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81620" y="50046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52134" y="498874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64816" y="501655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23418" y="513851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g1049"/>
            <p:cNvSpPr/>
            <p:nvPr/>
          </p:nvSpPr>
          <p:spPr>
            <a:xfrm>
              <a:off x="5835423" y="4729063"/>
              <a:ext cx="999784" cy="521948"/>
            </a:xfrm>
            <a:custGeom>
              <a:avLst/>
              <a:pathLst>
                <a:path w="999784" h="521948">
                  <a:moveTo>
                    <a:pt x="0" y="0"/>
                  </a:moveTo>
                  <a:lnTo>
                    <a:pt x="528207" y="170530"/>
                  </a:lnTo>
                  <a:lnTo>
                    <a:pt x="666523" y="177012"/>
                  </a:lnTo>
                  <a:lnTo>
                    <a:pt x="861468" y="160037"/>
                  </a:lnTo>
                  <a:lnTo>
                    <a:pt x="999784" y="138736"/>
                  </a:lnTo>
                  <a:lnTo>
                    <a:pt x="999784" y="521948"/>
                  </a:lnTo>
                  <a:lnTo>
                    <a:pt x="861468" y="467143"/>
                  </a:lnTo>
                  <a:lnTo>
                    <a:pt x="666523" y="402947"/>
                  </a:lnTo>
                  <a:lnTo>
                    <a:pt x="528207" y="375924"/>
                  </a:lnTo>
                  <a:lnTo>
                    <a:pt x="0" y="41850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l1050"/>
            <p:cNvSpPr/>
            <p:nvPr/>
          </p:nvSpPr>
          <p:spPr>
            <a:xfrm>
              <a:off x="5835423" y="4729063"/>
              <a:ext cx="999784" cy="177012"/>
            </a:xfrm>
            <a:custGeom>
              <a:avLst/>
              <a:pathLst>
                <a:path w="999784" h="177012">
                  <a:moveTo>
                    <a:pt x="0" y="0"/>
                  </a:moveTo>
                  <a:lnTo>
                    <a:pt x="528207" y="170530"/>
                  </a:lnTo>
                  <a:lnTo>
                    <a:pt x="666523" y="177012"/>
                  </a:lnTo>
                  <a:lnTo>
                    <a:pt x="861468" y="160037"/>
                  </a:lnTo>
                  <a:lnTo>
                    <a:pt x="999784" y="138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2" name="pl1051"/>
            <p:cNvSpPr/>
            <p:nvPr/>
          </p:nvSpPr>
          <p:spPr>
            <a:xfrm>
              <a:off x="5835423" y="5104987"/>
              <a:ext cx="999784" cy="146024"/>
            </a:xfrm>
            <a:custGeom>
              <a:avLst/>
              <a:pathLst>
                <a:path w="999784" h="146024">
                  <a:moveTo>
                    <a:pt x="999784" y="146024"/>
                  </a:moveTo>
                  <a:lnTo>
                    <a:pt x="861468" y="91218"/>
                  </a:lnTo>
                  <a:lnTo>
                    <a:pt x="666523" y="27022"/>
                  </a:lnTo>
                  <a:lnTo>
                    <a:pt x="528207" y="0"/>
                  </a:lnTo>
                  <a:lnTo>
                    <a:pt x="0" y="42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53" name="pl1052"/>
            <p:cNvSpPr/>
            <p:nvPr/>
          </p:nvSpPr>
          <p:spPr>
            <a:xfrm>
              <a:off x="5835423" y="4938317"/>
              <a:ext cx="999784" cy="121088"/>
            </a:xfrm>
            <a:custGeom>
              <a:avLst/>
              <a:pathLst>
                <a:path w="999784" h="121088">
                  <a:moveTo>
                    <a:pt x="0" y="0"/>
                  </a:moveTo>
                  <a:lnTo>
                    <a:pt x="528207" y="63973"/>
                  </a:lnTo>
                  <a:lnTo>
                    <a:pt x="666523" y="80725"/>
                  </a:lnTo>
                  <a:lnTo>
                    <a:pt x="861468" y="104336"/>
                  </a:lnTo>
                  <a:lnTo>
                    <a:pt x="999784" y="12108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54" name="tx1053"/>
            <p:cNvSpPr/>
            <p:nvPr/>
          </p:nvSpPr>
          <p:spPr>
            <a:xfrm>
              <a:off x="6292000" y="4174894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55" name="tx1054"/>
            <p:cNvSpPr/>
            <p:nvPr/>
          </p:nvSpPr>
          <p:spPr>
            <a:xfrm>
              <a:off x="6372796" y="4174802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0.496</a:t>
              </a:r>
            </a:p>
          </p:txBody>
        </p:sp>
        <p:sp>
          <p:nvSpPr>
            <p:cNvPr id="1056" name="rc1055"/>
            <p:cNvSpPr/>
            <p:nvPr/>
          </p:nvSpPr>
          <p:spPr>
            <a:xfrm>
              <a:off x="5734681" y="4132731"/>
              <a:ext cx="1198498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57" name="pl1056"/>
            <p:cNvSpPr/>
            <p:nvPr/>
          </p:nvSpPr>
          <p:spPr>
            <a:xfrm>
              <a:off x="5734681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7"/>
            <p:cNvSpPr/>
            <p:nvPr/>
          </p:nvSpPr>
          <p:spPr>
            <a:xfrm rot="-5400000">
              <a:off x="5544653" y="500646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1059" name="tx1058"/>
            <p:cNvSpPr/>
            <p:nvPr/>
          </p:nvSpPr>
          <p:spPr>
            <a:xfrm rot="-5400000">
              <a:off x="5544653" y="461722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60" name="tx1059"/>
            <p:cNvSpPr/>
            <p:nvPr/>
          </p:nvSpPr>
          <p:spPr>
            <a:xfrm rot="-5400000">
              <a:off x="5544653" y="42279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061" name="pl1060"/>
            <p:cNvSpPr/>
            <p:nvPr/>
          </p:nvSpPr>
          <p:spPr>
            <a:xfrm>
              <a:off x="5703049" y="50474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1"/>
            <p:cNvSpPr/>
            <p:nvPr/>
          </p:nvSpPr>
          <p:spPr>
            <a:xfrm>
              <a:off x="5703049" y="46582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2"/>
            <p:cNvSpPr/>
            <p:nvPr/>
          </p:nvSpPr>
          <p:spPr>
            <a:xfrm>
              <a:off x="5703049" y="42689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3"/>
            <p:cNvSpPr/>
            <p:nvPr/>
          </p:nvSpPr>
          <p:spPr>
            <a:xfrm>
              <a:off x="5734681" y="5304263"/>
              <a:ext cx="1198498" cy="0"/>
            </a:xfrm>
            <a:custGeom>
              <a:avLst/>
              <a:pathLst>
                <a:path w="1198498" h="0">
                  <a:moveTo>
                    <a:pt x="0" y="0"/>
                  </a:moveTo>
                  <a:lnTo>
                    <a:pt x="1198498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83542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616868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650194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683520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tx1068"/>
            <p:cNvSpPr/>
            <p:nvPr/>
          </p:nvSpPr>
          <p:spPr>
            <a:xfrm>
              <a:off x="580364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0" name="tx1069"/>
            <p:cNvSpPr/>
            <p:nvPr/>
          </p:nvSpPr>
          <p:spPr>
            <a:xfrm>
              <a:off x="613691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1" name="tx1070"/>
            <p:cNvSpPr/>
            <p:nvPr/>
          </p:nvSpPr>
          <p:spPr>
            <a:xfrm>
              <a:off x="647017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680343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6046625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5734681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75" name="rc1074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tx1075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77" name="rc1076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144517" y="5822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8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622492" y="5822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0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3106777" y="5822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2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3572134" y="5822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4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4050110" y="5822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6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4515466" y="5822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8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4980823" y="5822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0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5433470" y="5822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2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5911445" y="5822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4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6383112" y="5822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tx1096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99" name="tx1098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00" name="tx1099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01" name="tx1100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02" name="tx1101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03" name="tx1102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04" name="tx1103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05" name="tx1104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06" name="tx1105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2026-07-20T17:44:02Z</dcterms:modified>
  <cp:category/>
</cp:coreProperties>
</file>