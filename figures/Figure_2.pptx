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034400" y="914400"/>
              <a:ext cx="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1704152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69163" y="939705"/>
              <a:ext cx="1438208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7371" y="939705"/>
              <a:ext cx="1438208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45580" y="939705"/>
              <a:ext cx="1438208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2297961"/>
              <a:ext cx="1704152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69163" y="2297961"/>
              <a:ext cx="1438208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07371" y="2297961"/>
              <a:ext cx="1438208" cy="135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65010" y="3656218"/>
              <a:ext cx="1704152" cy="2344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69163" y="3656218"/>
              <a:ext cx="1438208" cy="2344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07371" y="3656218"/>
              <a:ext cx="1438208" cy="2344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45580" y="3656218"/>
              <a:ext cx="1438208" cy="23448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310032" y="1141550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396387" y="189259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382156" y="170386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331952" y="179297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385080" y="154168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17201" y="215651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370194" y="178533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414758" y="198297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416806" y="186506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399595" y="16614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384664" y="180712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37264" y="169983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10363" y="159055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24654" y="158197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24875" y="183081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19650" y="177519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21153" y="165085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53663" y="174608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61585" y="19299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74355" y="186141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57085" y="154672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50747" y="157480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46895" y="18047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95837" y="186390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57276" y="198535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23264" y="185683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706806" y="171218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38750" y="184878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10074" y="172384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00950" y="170031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45698" y="17308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062815" y="188146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36930" y="160665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095923" y="172375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099437" y="173792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096043" y="178338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69565" y="172496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079519" y="183443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65597" y="144153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12612" y="15183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065897" y="149053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64889" y="145240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097722" y="170299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62600" y="166407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09391" y="157496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41637" y="187235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122870" y="175095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22618" y="169847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48483" y="162967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41932" y="157261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44858" y="162131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60722" y="182007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497514" y="163995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499956" y="178947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521516" y="188383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44611" y="171233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467228" y="168839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505112" y="163920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506436" y="178322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465828" y="165902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53441" y="123192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443548" y="179782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457197" y="131459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63133" y="171970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63925" y="147886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90643" y="144670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96880" y="146502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469435" y="177417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75494" y="161906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506379" y="17478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463910" y="166684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82489" y="135705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518003" y="11541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1411347" y="1587603"/>
              <a:ext cx="1109411" cy="349573"/>
            </a:xfrm>
            <a:custGeom>
              <a:avLst/>
              <a:pathLst>
                <a:path w="1109411" h="349573">
                  <a:moveTo>
                    <a:pt x="0" y="198764"/>
                  </a:moveTo>
                  <a:lnTo>
                    <a:pt x="586125" y="117707"/>
                  </a:lnTo>
                  <a:lnTo>
                    <a:pt x="739607" y="88093"/>
                  </a:lnTo>
                  <a:lnTo>
                    <a:pt x="955928" y="38770"/>
                  </a:lnTo>
                  <a:lnTo>
                    <a:pt x="1109411" y="0"/>
                  </a:lnTo>
                  <a:lnTo>
                    <a:pt x="1109411" y="118215"/>
                  </a:lnTo>
                  <a:lnTo>
                    <a:pt x="955928" y="138950"/>
                  </a:lnTo>
                  <a:lnTo>
                    <a:pt x="739607" y="173496"/>
                  </a:lnTo>
                  <a:lnTo>
                    <a:pt x="586125" y="203387"/>
                  </a:lnTo>
                  <a:lnTo>
                    <a:pt x="0" y="34957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11347" y="1587603"/>
              <a:ext cx="1109411" cy="198764"/>
            </a:xfrm>
            <a:custGeom>
              <a:avLst/>
              <a:pathLst>
                <a:path w="1109411" h="198764">
                  <a:moveTo>
                    <a:pt x="0" y="198764"/>
                  </a:moveTo>
                  <a:lnTo>
                    <a:pt x="586125" y="117707"/>
                  </a:lnTo>
                  <a:lnTo>
                    <a:pt x="739607" y="88093"/>
                  </a:lnTo>
                  <a:lnTo>
                    <a:pt x="955928" y="38770"/>
                  </a:lnTo>
                  <a:lnTo>
                    <a:pt x="11094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11347" y="1705819"/>
              <a:ext cx="1109411" cy="231357"/>
            </a:xfrm>
            <a:custGeom>
              <a:avLst/>
              <a:pathLst>
                <a:path w="1109411" h="231357">
                  <a:moveTo>
                    <a:pt x="1109411" y="0"/>
                  </a:moveTo>
                  <a:lnTo>
                    <a:pt x="955928" y="20735"/>
                  </a:lnTo>
                  <a:lnTo>
                    <a:pt x="739607" y="55280"/>
                  </a:lnTo>
                  <a:lnTo>
                    <a:pt x="586125" y="85171"/>
                  </a:lnTo>
                  <a:lnTo>
                    <a:pt x="0" y="231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11347" y="1646711"/>
              <a:ext cx="1109411" cy="215061"/>
            </a:xfrm>
            <a:custGeom>
              <a:avLst/>
              <a:pathLst>
                <a:path w="1109411" h="215061">
                  <a:moveTo>
                    <a:pt x="0" y="215061"/>
                  </a:moveTo>
                  <a:lnTo>
                    <a:pt x="586125" y="101439"/>
                  </a:lnTo>
                  <a:lnTo>
                    <a:pt x="739607" y="71687"/>
                  </a:lnTo>
                  <a:lnTo>
                    <a:pt x="955928" y="29752"/>
                  </a:lnTo>
                  <a:lnTo>
                    <a:pt x="1109411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2031874" y="118604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5" name="tx94"/>
            <p:cNvSpPr/>
            <p:nvPr/>
          </p:nvSpPr>
          <p:spPr>
            <a:xfrm>
              <a:off x="2104614" y="1186043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96" name="rc95"/>
            <p:cNvSpPr/>
            <p:nvPr/>
          </p:nvSpPr>
          <p:spPr>
            <a:xfrm>
              <a:off x="1310032" y="1141550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310032" y="1141550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tx97"/>
            <p:cNvSpPr/>
            <p:nvPr/>
          </p:nvSpPr>
          <p:spPr>
            <a:xfrm rot="-5400000">
              <a:off x="1140466" y="216752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140466" y="190675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140466" y="164598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1" name="tx100"/>
            <p:cNvSpPr/>
            <p:nvPr/>
          </p:nvSpPr>
          <p:spPr>
            <a:xfrm rot="-5400000">
              <a:off x="1140466" y="138521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2" name="tx101"/>
            <p:cNvSpPr/>
            <p:nvPr/>
          </p:nvSpPr>
          <p:spPr>
            <a:xfrm rot="-5400000">
              <a:off x="1140466" y="112444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3" name="pl102"/>
            <p:cNvSpPr/>
            <p:nvPr/>
          </p:nvSpPr>
          <p:spPr>
            <a:xfrm>
              <a:off x="1281564" y="22039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281564" y="19431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281564" y="16824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281564" y="142165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281564" y="11608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310032" y="2244188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411347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781150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2150954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2520758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tx112"/>
            <p:cNvSpPr/>
            <p:nvPr/>
          </p:nvSpPr>
          <p:spPr>
            <a:xfrm rot="-5400000">
              <a:off x="934284" y="1647286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4" name="tx113"/>
            <p:cNvSpPr/>
            <p:nvPr/>
          </p:nvSpPr>
          <p:spPr>
            <a:xfrm>
              <a:off x="1310032" y="965010"/>
              <a:ext cx="46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5" name="rc114"/>
            <p:cNvSpPr/>
            <p:nvPr/>
          </p:nvSpPr>
          <p:spPr>
            <a:xfrm>
              <a:off x="2748241" y="1141550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810707" y="184009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814965" y="182484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855078" y="173693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770161" y="167471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791316" y="208132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775349" y="214221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48920" y="174089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812875" y="209839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796645" y="173732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810205" y="158585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3207691" y="17535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3145325" y="179117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3126500" y="125604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207510" y="173281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219226" y="134535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211339" y="164917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139896" y="159369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183252" y="183164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174060" y="175111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216758" y="198531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196674" y="199875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129531" y="192949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217425" y="215201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229185" y="20334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168327" y="20748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207582" y="191572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180153" y="200440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144812" y="177033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590914" y="139928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579591" y="183783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557914" y="158321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590725" y="181836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89351" y="165464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519890" y="181857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503723" y="135586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12989" y="164749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91899" y="172222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33251" y="194698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11878" y="17310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71053" y="124524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14307" y="159211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493596" y="18202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541134" y="182870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558920" y="193974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553542" y="212802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24292" y="200382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69693" y="196831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533944" y="162917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876908" y="157919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880144" y="149326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926604" y="17119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881987" y="178997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893867" y="215651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956113" y="179202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948188" y="215560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883843" y="172729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928415" y="180030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927196" y="205886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874251" y="167021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936550" y="115411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924502" y="185527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890246" y="15816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861285" y="161962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946421" y="149073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871978" y="167927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916240" y="150441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867425" y="187028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959725" y="164428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955493" y="182782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907246" y="204677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857770" y="131492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929686" y="15702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848617" y="1607192"/>
              <a:ext cx="1097302" cy="399511"/>
            </a:xfrm>
            <a:custGeom>
              <a:avLst/>
              <a:pathLst>
                <a:path w="1097302" h="399511">
                  <a:moveTo>
                    <a:pt x="0" y="132189"/>
                  </a:moveTo>
                  <a:lnTo>
                    <a:pt x="579728" y="71564"/>
                  </a:lnTo>
                  <a:lnTo>
                    <a:pt x="731535" y="52310"/>
                  </a:lnTo>
                  <a:lnTo>
                    <a:pt x="945495" y="22691"/>
                  </a:lnTo>
                  <a:lnTo>
                    <a:pt x="1097302" y="0"/>
                  </a:lnTo>
                  <a:lnTo>
                    <a:pt x="1097302" y="253492"/>
                  </a:lnTo>
                  <a:lnTo>
                    <a:pt x="945495" y="269289"/>
                  </a:lnTo>
                  <a:lnTo>
                    <a:pt x="731535" y="293918"/>
                  </a:lnTo>
                  <a:lnTo>
                    <a:pt x="579728" y="313153"/>
                  </a:lnTo>
                  <a:lnTo>
                    <a:pt x="0" y="39951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2848617" y="1607192"/>
              <a:ext cx="1097302" cy="132189"/>
            </a:xfrm>
            <a:custGeom>
              <a:avLst/>
              <a:pathLst>
                <a:path w="1097302" h="132189">
                  <a:moveTo>
                    <a:pt x="0" y="132189"/>
                  </a:moveTo>
                  <a:lnTo>
                    <a:pt x="579728" y="71564"/>
                  </a:lnTo>
                  <a:lnTo>
                    <a:pt x="731535" y="52310"/>
                  </a:lnTo>
                  <a:lnTo>
                    <a:pt x="945495" y="22691"/>
                  </a:lnTo>
                  <a:lnTo>
                    <a:pt x="10973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2848617" y="1860685"/>
              <a:ext cx="1097302" cy="146018"/>
            </a:xfrm>
            <a:custGeom>
              <a:avLst/>
              <a:pathLst>
                <a:path w="1097302" h="146018">
                  <a:moveTo>
                    <a:pt x="1097302" y="0"/>
                  </a:moveTo>
                  <a:lnTo>
                    <a:pt x="945495" y="15797"/>
                  </a:lnTo>
                  <a:lnTo>
                    <a:pt x="731535" y="40425"/>
                  </a:lnTo>
                  <a:lnTo>
                    <a:pt x="579728" y="59660"/>
                  </a:lnTo>
                  <a:lnTo>
                    <a:pt x="0" y="1460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2848617" y="1733938"/>
              <a:ext cx="1097302" cy="139104"/>
            </a:xfrm>
            <a:custGeom>
              <a:avLst/>
              <a:pathLst>
                <a:path w="1097302" h="139104">
                  <a:moveTo>
                    <a:pt x="0" y="139104"/>
                  </a:moveTo>
                  <a:lnTo>
                    <a:pt x="579728" y="65612"/>
                  </a:lnTo>
                  <a:lnTo>
                    <a:pt x="731535" y="46368"/>
                  </a:lnTo>
                  <a:lnTo>
                    <a:pt x="945495" y="19244"/>
                  </a:lnTo>
                  <a:lnTo>
                    <a:pt x="1097302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tx191"/>
            <p:cNvSpPr/>
            <p:nvPr/>
          </p:nvSpPr>
          <p:spPr>
            <a:xfrm>
              <a:off x="3457036" y="118602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93" name="tx192"/>
            <p:cNvSpPr/>
            <p:nvPr/>
          </p:nvSpPr>
          <p:spPr>
            <a:xfrm>
              <a:off x="3529776" y="1186029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0.006</a:t>
              </a:r>
            </a:p>
          </p:txBody>
        </p:sp>
        <p:sp>
          <p:nvSpPr>
            <p:cNvPr id="194" name="rc193"/>
            <p:cNvSpPr/>
            <p:nvPr/>
          </p:nvSpPr>
          <p:spPr>
            <a:xfrm>
              <a:off x="2748241" y="1141550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748241" y="1141550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719773" y="19813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719773" y="163277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719773" y="128418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2748241" y="2244188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2848617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3214384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3580152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3945920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tx203"/>
            <p:cNvSpPr/>
            <p:nvPr/>
          </p:nvSpPr>
          <p:spPr>
            <a:xfrm>
              <a:off x="2748241" y="965010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05" name="rc204"/>
            <p:cNvSpPr/>
            <p:nvPr/>
          </p:nvSpPr>
          <p:spPr>
            <a:xfrm>
              <a:off x="4186450" y="1141550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4216824" y="196430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4309895" y="198690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4208370" y="208225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293041" y="179889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4312542" y="183175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243332" y="178970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4238693" y="205756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272271" y="193049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223817" y="201220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264835" y="164659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672006" y="211750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613887" y="194119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671483" y="158078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616458" y="194936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578830" y="215651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609223" y="215255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623345" y="199983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647961" y="21275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60906" y="15685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07949" y="115411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595483" y="190638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667174" y="20184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71722" y="199240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72627" y="204106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70134" y="193451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71325" y="180716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654426" y="186997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673432" y="194657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5011490" y="209880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933280" y="21115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5008281" y="201355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953600" y="198572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996331" y="122387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971256" y="201149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957618" y="159646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5014730" y="167011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968708" y="211018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995560" y="118205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5012734" y="211283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5012653" y="206892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74616" y="164672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962475" y="19303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4964833" y="197047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92959" y="128444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5034254" y="200574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77874" y="20195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4987224" y="177930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029807" y="181229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370916" y="205097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5363502" y="207587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5318191" y="210801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5397934" y="204988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356183" y="15515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375491" y="206648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5370806" y="169085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382874" y="211346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62055" y="125850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373436" y="129811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61376" y="196903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362966" y="197948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297775" y="184547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303098" y="196772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334746" y="189332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08069" y="208978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378270" y="207802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382398" y="190086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366070" y="194866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335016" y="178081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374762" y="118647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369785" y="174421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5362789" y="201816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5379498" y="166465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4298156" y="1770377"/>
              <a:ext cx="1087445" cy="316607"/>
            </a:xfrm>
            <a:custGeom>
              <a:avLst/>
              <a:pathLst>
                <a:path w="1087445" h="316607">
                  <a:moveTo>
                    <a:pt x="0" y="39398"/>
                  </a:moveTo>
                  <a:lnTo>
                    <a:pt x="574519" y="42599"/>
                  </a:lnTo>
                  <a:lnTo>
                    <a:pt x="724963" y="34773"/>
                  </a:lnTo>
                  <a:lnTo>
                    <a:pt x="937001" y="16890"/>
                  </a:lnTo>
                  <a:lnTo>
                    <a:pt x="1087445" y="0"/>
                  </a:lnTo>
                  <a:lnTo>
                    <a:pt x="1087445" y="242432"/>
                  </a:lnTo>
                  <a:lnTo>
                    <a:pt x="937001" y="241254"/>
                  </a:lnTo>
                  <a:lnTo>
                    <a:pt x="724963" y="245517"/>
                  </a:lnTo>
                  <a:lnTo>
                    <a:pt x="574519" y="253403"/>
                  </a:lnTo>
                  <a:lnTo>
                    <a:pt x="0" y="31660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4298156" y="1770377"/>
              <a:ext cx="1087445" cy="42599"/>
            </a:xfrm>
            <a:custGeom>
              <a:avLst/>
              <a:pathLst>
                <a:path w="1087445" h="42599">
                  <a:moveTo>
                    <a:pt x="0" y="39398"/>
                  </a:moveTo>
                  <a:lnTo>
                    <a:pt x="574519" y="42599"/>
                  </a:lnTo>
                  <a:lnTo>
                    <a:pt x="724963" y="34773"/>
                  </a:lnTo>
                  <a:lnTo>
                    <a:pt x="937001" y="16890"/>
                  </a:lnTo>
                  <a:lnTo>
                    <a:pt x="108744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4298156" y="2011632"/>
              <a:ext cx="1087445" cy="75353"/>
            </a:xfrm>
            <a:custGeom>
              <a:avLst/>
              <a:pathLst>
                <a:path w="1087445" h="75353">
                  <a:moveTo>
                    <a:pt x="1087445" y="1178"/>
                  </a:moveTo>
                  <a:lnTo>
                    <a:pt x="937001" y="0"/>
                  </a:lnTo>
                  <a:lnTo>
                    <a:pt x="724963" y="4262"/>
                  </a:lnTo>
                  <a:lnTo>
                    <a:pt x="574519" y="12149"/>
                  </a:lnTo>
                  <a:lnTo>
                    <a:pt x="0" y="753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4298156" y="1891594"/>
              <a:ext cx="1087445" cy="56786"/>
            </a:xfrm>
            <a:custGeom>
              <a:avLst/>
              <a:pathLst>
                <a:path w="1087445" h="56786">
                  <a:moveTo>
                    <a:pt x="0" y="56786"/>
                  </a:moveTo>
                  <a:lnTo>
                    <a:pt x="574519" y="26785"/>
                  </a:lnTo>
                  <a:lnTo>
                    <a:pt x="724963" y="18928"/>
                  </a:lnTo>
                  <a:lnTo>
                    <a:pt x="937001" y="7856"/>
                  </a:lnTo>
                  <a:lnTo>
                    <a:pt x="1087445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2" name="tx281"/>
            <p:cNvSpPr/>
            <p:nvPr/>
          </p:nvSpPr>
          <p:spPr>
            <a:xfrm>
              <a:off x="4896717" y="118603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83" name="tx282"/>
            <p:cNvSpPr/>
            <p:nvPr/>
          </p:nvSpPr>
          <p:spPr>
            <a:xfrm>
              <a:off x="4969457" y="1186039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0.457</a:t>
              </a:r>
            </a:p>
          </p:txBody>
        </p:sp>
        <p:sp>
          <p:nvSpPr>
            <p:cNvPr id="284" name="rc283"/>
            <p:cNvSpPr/>
            <p:nvPr/>
          </p:nvSpPr>
          <p:spPr>
            <a:xfrm>
              <a:off x="4186450" y="1141550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4186450" y="1141550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157982" y="201611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157982" y="169013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157982" y="136414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186450" y="2244188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4298156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4660637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5023119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5385601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tx293"/>
            <p:cNvSpPr/>
            <p:nvPr/>
          </p:nvSpPr>
          <p:spPr>
            <a:xfrm>
              <a:off x="4186450" y="965010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295" name="rc294"/>
            <p:cNvSpPr/>
            <p:nvPr/>
          </p:nvSpPr>
          <p:spPr>
            <a:xfrm>
              <a:off x="5624659" y="1141550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5711170" y="193986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5692255" y="185028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5709403" y="179450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5729113" y="201353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5646579" y="204817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5711022" y="141193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5684895" y="195250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5739751" y="171855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5655186" y="19412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5693748" y="200964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6008108" y="183838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6006410" y="195433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6055845" y="163366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6035016" y="19922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6054175" y="193340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6098226" y="170902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6083201" y="205141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6052707" y="19495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6012784" y="18691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6105575" y="117387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6096996" y="146191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031813" y="187947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90654" y="183520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108326" y="204140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90204" y="189265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055558" y="183491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102400" y="198266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088805" y="192914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373809" y="215651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405519" y="194925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429030" y="193302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372380" y="182037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463825" y="138572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386571" y="132037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411511" y="160682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432507" y="171842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430071" y="172888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452285" y="165535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437174" y="170199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451646" y="164552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383434" y="196045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383218" y="186035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434954" y="192945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397980" y="156431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387849" y="164592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456994" y="183997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431953" y="169584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468000" y="115411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778487" y="171180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789796" y="181877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783441" y="171702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827983" y="17022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769321" y="176883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743740" y="172403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816423" y="161414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836143" y="171064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816767" y="192107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736300" y="146196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737139" y="192270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751370" y="190592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786023" y="181917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754831" y="17352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829334" y="174723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51144" y="192040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804192" y="163432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82876" y="176500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60444" y="182393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83190" y="175768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815362" y="182658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49118" y="152015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816301" y="177932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805473" y="17256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5731107" y="1631810"/>
              <a:ext cx="1091285" cy="398758"/>
            </a:xfrm>
            <a:custGeom>
              <a:avLst/>
              <a:pathLst>
                <a:path w="1091285" h="398758">
                  <a:moveTo>
                    <a:pt x="0" y="113047"/>
                  </a:moveTo>
                  <a:lnTo>
                    <a:pt x="576548" y="99950"/>
                  </a:lnTo>
                  <a:lnTo>
                    <a:pt x="727523" y="79193"/>
                  </a:lnTo>
                  <a:lnTo>
                    <a:pt x="940310" y="36594"/>
                  </a:lnTo>
                  <a:lnTo>
                    <a:pt x="1091285" y="0"/>
                  </a:lnTo>
                  <a:lnTo>
                    <a:pt x="1091285" y="251400"/>
                  </a:lnTo>
                  <a:lnTo>
                    <a:pt x="940310" y="250831"/>
                  </a:lnTo>
                  <a:lnTo>
                    <a:pt x="727523" y="259008"/>
                  </a:lnTo>
                  <a:lnTo>
                    <a:pt x="576548" y="274277"/>
                  </a:lnTo>
                  <a:lnTo>
                    <a:pt x="0" y="39875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9" name="pl368"/>
            <p:cNvSpPr/>
            <p:nvPr/>
          </p:nvSpPr>
          <p:spPr>
            <a:xfrm>
              <a:off x="5731107" y="1631810"/>
              <a:ext cx="1091285" cy="113047"/>
            </a:xfrm>
            <a:custGeom>
              <a:avLst/>
              <a:pathLst>
                <a:path w="1091285" h="113047">
                  <a:moveTo>
                    <a:pt x="0" y="113047"/>
                  </a:moveTo>
                  <a:lnTo>
                    <a:pt x="576548" y="99950"/>
                  </a:lnTo>
                  <a:lnTo>
                    <a:pt x="727523" y="79193"/>
                  </a:lnTo>
                  <a:lnTo>
                    <a:pt x="940310" y="36594"/>
                  </a:lnTo>
                  <a:lnTo>
                    <a:pt x="10912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0" name="pl369"/>
            <p:cNvSpPr/>
            <p:nvPr/>
          </p:nvSpPr>
          <p:spPr>
            <a:xfrm>
              <a:off x="5731107" y="1882642"/>
              <a:ext cx="1091285" cy="147927"/>
            </a:xfrm>
            <a:custGeom>
              <a:avLst/>
              <a:pathLst>
                <a:path w="1091285" h="147927">
                  <a:moveTo>
                    <a:pt x="1091285" y="568"/>
                  </a:moveTo>
                  <a:lnTo>
                    <a:pt x="940310" y="0"/>
                  </a:lnTo>
                  <a:lnTo>
                    <a:pt x="727523" y="8176"/>
                  </a:lnTo>
                  <a:lnTo>
                    <a:pt x="576548" y="23445"/>
                  </a:lnTo>
                  <a:lnTo>
                    <a:pt x="0" y="147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1" name="pl370"/>
            <p:cNvSpPr/>
            <p:nvPr/>
          </p:nvSpPr>
          <p:spPr>
            <a:xfrm>
              <a:off x="5731107" y="1757510"/>
              <a:ext cx="1091285" cy="130202"/>
            </a:xfrm>
            <a:custGeom>
              <a:avLst/>
              <a:pathLst>
                <a:path w="1091285" h="130202">
                  <a:moveTo>
                    <a:pt x="0" y="130202"/>
                  </a:moveTo>
                  <a:lnTo>
                    <a:pt x="576548" y="61413"/>
                  </a:lnTo>
                  <a:lnTo>
                    <a:pt x="727523" y="43400"/>
                  </a:lnTo>
                  <a:lnTo>
                    <a:pt x="940310" y="18013"/>
                  </a:lnTo>
                  <a:lnTo>
                    <a:pt x="1091285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2" name="tx371"/>
            <p:cNvSpPr/>
            <p:nvPr/>
          </p:nvSpPr>
          <p:spPr>
            <a:xfrm>
              <a:off x="6333508" y="118603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73" name="tx372"/>
            <p:cNvSpPr/>
            <p:nvPr/>
          </p:nvSpPr>
          <p:spPr>
            <a:xfrm>
              <a:off x="6406249" y="118603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0.231</a:t>
              </a:r>
            </a:p>
          </p:txBody>
        </p:sp>
        <p:sp>
          <p:nvSpPr>
            <p:cNvPr id="374" name="rc373"/>
            <p:cNvSpPr/>
            <p:nvPr/>
          </p:nvSpPr>
          <p:spPr>
            <a:xfrm>
              <a:off x="5624659" y="1141550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75" name="pl374"/>
            <p:cNvSpPr/>
            <p:nvPr/>
          </p:nvSpPr>
          <p:spPr>
            <a:xfrm>
              <a:off x="5624659" y="1141550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5"/>
            <p:cNvSpPr/>
            <p:nvPr/>
          </p:nvSpPr>
          <p:spPr>
            <a:xfrm>
              <a:off x="5596191" y="21933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6"/>
            <p:cNvSpPr/>
            <p:nvPr/>
          </p:nvSpPr>
          <p:spPr>
            <a:xfrm>
              <a:off x="5596191" y="19240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7"/>
            <p:cNvSpPr/>
            <p:nvPr/>
          </p:nvSpPr>
          <p:spPr>
            <a:xfrm>
              <a:off x="5596191" y="16547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5596191" y="13854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5624659" y="2244188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5731107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6094869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6458631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6822392" y="224418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tx384"/>
            <p:cNvSpPr/>
            <p:nvPr/>
          </p:nvSpPr>
          <p:spPr>
            <a:xfrm>
              <a:off x="5624659" y="965010"/>
              <a:ext cx="45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386" name="rc385"/>
            <p:cNvSpPr/>
            <p:nvPr/>
          </p:nvSpPr>
          <p:spPr>
            <a:xfrm>
              <a:off x="1310032" y="2499806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1344526" y="327550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360843" y="338513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1362987" y="309522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1365469" y="311801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412016" y="351099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399803" y="312770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1409489" y="349647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425646" y="351476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331952" y="34035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1359094" y="318095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701125" y="32136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782086" y="251236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710167" y="306284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1720703" y="331583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1738588" y="34221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720258" y="332548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712766" y="29779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708529" y="311456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739700" y="326989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742943" y="267618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725366" y="298461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734809" y="32130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713161" y="287933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707918" y="288188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764381" y="343243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800345" y="268437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721307" y="303665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706299" y="312092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158893" y="316470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156346" y="31026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142306" y="319469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073122" y="319676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147229" y="293965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122574" y="32584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099148" y="312284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81715" y="333237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081381" y="333064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075973" y="291028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156418" y="302450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079023" y="290410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071221" y="286167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103684" y="343206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148681" y="324531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21776" y="293739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46678" y="275708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143938" y="333472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137037" y="295618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132957" y="310315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501288" y="320327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442615" y="328620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503677" y="324333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486450" y="35114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435592" y="331540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451415" y="338262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493557" y="258253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514045" y="339186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502023" y="322908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489910" y="312530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483039" y="332122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434149" y="314920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472642" y="334200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443440" y="334316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460374" y="335490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453750" y="344019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471605" y="306323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492010" y="337749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478782" y="328240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521516" y="319940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461416" y="327294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519220" y="264160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491796" y="326818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457567" y="330657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417375" y="2932015"/>
              <a:ext cx="1103454" cy="424245"/>
            </a:xfrm>
            <a:custGeom>
              <a:avLst/>
              <a:pathLst>
                <a:path w="1103454" h="424245">
                  <a:moveTo>
                    <a:pt x="0" y="0"/>
                  </a:moveTo>
                  <a:lnTo>
                    <a:pt x="582977" y="120259"/>
                  </a:lnTo>
                  <a:lnTo>
                    <a:pt x="735636" y="133944"/>
                  </a:lnTo>
                  <a:lnTo>
                    <a:pt x="950796" y="139448"/>
                  </a:lnTo>
                  <a:lnTo>
                    <a:pt x="1103454" y="136388"/>
                  </a:lnTo>
                  <a:lnTo>
                    <a:pt x="1103454" y="424245"/>
                  </a:lnTo>
                  <a:lnTo>
                    <a:pt x="950796" y="388836"/>
                  </a:lnTo>
                  <a:lnTo>
                    <a:pt x="735636" y="348747"/>
                  </a:lnTo>
                  <a:lnTo>
                    <a:pt x="582977" y="330083"/>
                  </a:lnTo>
                  <a:lnTo>
                    <a:pt x="0" y="32680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60" name="pl459"/>
            <p:cNvSpPr/>
            <p:nvPr/>
          </p:nvSpPr>
          <p:spPr>
            <a:xfrm>
              <a:off x="1417375" y="2932015"/>
              <a:ext cx="1103454" cy="139448"/>
            </a:xfrm>
            <a:custGeom>
              <a:avLst/>
              <a:pathLst>
                <a:path w="1103454" h="139448">
                  <a:moveTo>
                    <a:pt x="0" y="0"/>
                  </a:moveTo>
                  <a:lnTo>
                    <a:pt x="582977" y="120259"/>
                  </a:lnTo>
                  <a:lnTo>
                    <a:pt x="735636" y="133944"/>
                  </a:lnTo>
                  <a:lnTo>
                    <a:pt x="950796" y="139448"/>
                  </a:lnTo>
                  <a:lnTo>
                    <a:pt x="1103454" y="136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61" name="pl460"/>
            <p:cNvSpPr/>
            <p:nvPr/>
          </p:nvSpPr>
          <p:spPr>
            <a:xfrm>
              <a:off x="1417375" y="3258822"/>
              <a:ext cx="1103454" cy="97438"/>
            </a:xfrm>
            <a:custGeom>
              <a:avLst/>
              <a:pathLst>
                <a:path w="1103454" h="97438">
                  <a:moveTo>
                    <a:pt x="1103454" y="97438"/>
                  </a:moveTo>
                  <a:lnTo>
                    <a:pt x="950796" y="62029"/>
                  </a:lnTo>
                  <a:lnTo>
                    <a:pt x="735636" y="21940"/>
                  </a:lnTo>
                  <a:lnTo>
                    <a:pt x="582977" y="32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62" name="pl461"/>
            <p:cNvSpPr/>
            <p:nvPr/>
          </p:nvSpPr>
          <p:spPr>
            <a:xfrm>
              <a:off x="1417375" y="3095418"/>
              <a:ext cx="1103454" cy="116913"/>
            </a:xfrm>
            <a:custGeom>
              <a:avLst/>
              <a:pathLst>
                <a:path w="1103454" h="116913">
                  <a:moveTo>
                    <a:pt x="0" y="0"/>
                  </a:moveTo>
                  <a:lnTo>
                    <a:pt x="582977" y="61767"/>
                  </a:lnTo>
                  <a:lnTo>
                    <a:pt x="735636" y="77942"/>
                  </a:lnTo>
                  <a:lnTo>
                    <a:pt x="950796" y="100739"/>
                  </a:lnTo>
                  <a:lnTo>
                    <a:pt x="1103454" y="116913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63" name="tx462"/>
            <p:cNvSpPr/>
            <p:nvPr/>
          </p:nvSpPr>
          <p:spPr>
            <a:xfrm>
              <a:off x="2031945" y="254421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464" name="tx463"/>
            <p:cNvSpPr/>
            <p:nvPr/>
          </p:nvSpPr>
          <p:spPr>
            <a:xfrm>
              <a:off x="2104686" y="2544219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0.320</a:t>
              </a:r>
            </a:p>
          </p:txBody>
        </p:sp>
        <p:sp>
          <p:nvSpPr>
            <p:cNvPr id="465" name="rc464"/>
            <p:cNvSpPr/>
            <p:nvPr/>
          </p:nvSpPr>
          <p:spPr>
            <a:xfrm>
              <a:off x="1310032" y="2499806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66" name="pl465"/>
            <p:cNvSpPr/>
            <p:nvPr/>
          </p:nvSpPr>
          <p:spPr>
            <a:xfrm>
              <a:off x="1310032" y="2499806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tx466"/>
            <p:cNvSpPr/>
            <p:nvPr/>
          </p:nvSpPr>
          <p:spPr>
            <a:xfrm rot="-5400000">
              <a:off x="1140466" y="346921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68" name="tx467"/>
            <p:cNvSpPr/>
            <p:nvPr/>
          </p:nvSpPr>
          <p:spPr>
            <a:xfrm rot="-5400000">
              <a:off x="1140466" y="321102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69" name="tx468"/>
            <p:cNvSpPr/>
            <p:nvPr/>
          </p:nvSpPr>
          <p:spPr>
            <a:xfrm rot="-5400000">
              <a:off x="1140466" y="295283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70" name="tx469"/>
            <p:cNvSpPr/>
            <p:nvPr/>
          </p:nvSpPr>
          <p:spPr>
            <a:xfrm rot="-5400000">
              <a:off x="1140466" y="269463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71" name="pl470"/>
            <p:cNvSpPr/>
            <p:nvPr/>
          </p:nvSpPr>
          <p:spPr>
            <a:xfrm>
              <a:off x="1281564" y="350565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1"/>
            <p:cNvSpPr/>
            <p:nvPr/>
          </p:nvSpPr>
          <p:spPr>
            <a:xfrm>
              <a:off x="1281564" y="32474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2"/>
            <p:cNvSpPr/>
            <p:nvPr/>
          </p:nvSpPr>
          <p:spPr>
            <a:xfrm>
              <a:off x="1281564" y="29892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1281564" y="273107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310032" y="360244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417375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785193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2153011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2520829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tx479"/>
            <p:cNvSpPr/>
            <p:nvPr/>
          </p:nvSpPr>
          <p:spPr>
            <a:xfrm rot="-5400000">
              <a:off x="934284" y="3005543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481" name="tx480"/>
            <p:cNvSpPr/>
            <p:nvPr/>
          </p:nvSpPr>
          <p:spPr>
            <a:xfrm>
              <a:off x="1310032" y="2323266"/>
              <a:ext cx="3952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482" name="rc481"/>
            <p:cNvSpPr/>
            <p:nvPr/>
          </p:nvSpPr>
          <p:spPr>
            <a:xfrm>
              <a:off x="2748241" y="2499806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864621" y="319748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855160" y="301899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850236" y="316416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770161" y="316433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826451" y="331663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860066" y="313622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873075" y="325626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820947" y="319880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820960" y="33434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2867472" y="336848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228910" y="34362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3220277" y="340871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3188294" y="327016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3143510" y="33878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3171834" y="328284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3203908" y="309327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3236906" y="341378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3139281" y="34041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3198517" y="326585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3198459" y="312245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3208509" y="321145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3225282" y="34044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3180938" y="305602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3229327" y="32884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166874" y="317252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3156153" y="315828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3219994" y="295398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3230905" y="307493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3539344" y="309695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594535" y="34803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505804" y="314267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506011" y="335127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582841" y="337899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591000" y="35147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584586" y="290213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567675" y="308237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589920" y="325571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582438" y="318507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503867" y="345478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520779" y="33424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563208" y="333364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500078" y="335376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535712" y="320077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541713" y="339439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575891" y="331634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536704" y="304612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504837" y="326040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592889" y="251236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935375" y="324094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893105" y="329175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904394" y="291257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896972" y="339931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950425" y="301672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936455" y="333400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959725" y="330291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867181" y="309688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887663" y="295967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933882" y="335078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861295" y="317745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870458" y="327053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875462" y="311536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904648" y="338617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921038" y="304861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880340" y="301947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925730" y="327692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951695" y="308864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959021" y="303155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860551" y="325080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941271" y="304117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874192" y="341884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958123" y="333901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954242" y="347524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2859332" y="3141225"/>
              <a:ext cx="1089013" cy="206309"/>
            </a:xfrm>
            <a:custGeom>
              <a:avLst/>
              <a:pathLst>
                <a:path w="1089013" h="206309">
                  <a:moveTo>
                    <a:pt x="0" y="22456"/>
                  </a:moveTo>
                  <a:lnTo>
                    <a:pt x="575348" y="23787"/>
                  </a:lnTo>
                  <a:lnTo>
                    <a:pt x="726008" y="19351"/>
                  </a:lnTo>
                  <a:lnTo>
                    <a:pt x="938352" y="9400"/>
                  </a:lnTo>
                  <a:lnTo>
                    <a:pt x="1089013" y="0"/>
                  </a:lnTo>
                  <a:lnTo>
                    <a:pt x="1089013" y="164541"/>
                  </a:lnTo>
                  <a:lnTo>
                    <a:pt x="938352" y="164025"/>
                  </a:lnTo>
                  <a:lnTo>
                    <a:pt x="726008" y="166597"/>
                  </a:lnTo>
                  <a:lnTo>
                    <a:pt x="575348" y="171046"/>
                  </a:lnTo>
                  <a:lnTo>
                    <a:pt x="0" y="20630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56" name="pl555"/>
            <p:cNvSpPr/>
            <p:nvPr/>
          </p:nvSpPr>
          <p:spPr>
            <a:xfrm>
              <a:off x="2859332" y="3141225"/>
              <a:ext cx="1089013" cy="23787"/>
            </a:xfrm>
            <a:custGeom>
              <a:avLst/>
              <a:pathLst>
                <a:path w="1089013" h="23787">
                  <a:moveTo>
                    <a:pt x="0" y="22456"/>
                  </a:moveTo>
                  <a:lnTo>
                    <a:pt x="575348" y="23787"/>
                  </a:lnTo>
                  <a:lnTo>
                    <a:pt x="726008" y="19351"/>
                  </a:lnTo>
                  <a:lnTo>
                    <a:pt x="938352" y="9400"/>
                  </a:lnTo>
                  <a:lnTo>
                    <a:pt x="1089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7" name="pl556"/>
            <p:cNvSpPr/>
            <p:nvPr/>
          </p:nvSpPr>
          <p:spPr>
            <a:xfrm>
              <a:off x="2859332" y="3305250"/>
              <a:ext cx="1089013" cy="42284"/>
            </a:xfrm>
            <a:custGeom>
              <a:avLst/>
              <a:pathLst>
                <a:path w="1089013" h="42284">
                  <a:moveTo>
                    <a:pt x="1089013" y="515"/>
                  </a:moveTo>
                  <a:lnTo>
                    <a:pt x="938352" y="0"/>
                  </a:lnTo>
                  <a:lnTo>
                    <a:pt x="726008" y="2571"/>
                  </a:lnTo>
                  <a:lnTo>
                    <a:pt x="575348" y="7021"/>
                  </a:lnTo>
                  <a:lnTo>
                    <a:pt x="0" y="422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8" name="pl557"/>
            <p:cNvSpPr/>
            <p:nvPr/>
          </p:nvSpPr>
          <p:spPr>
            <a:xfrm>
              <a:off x="2859332" y="3223495"/>
              <a:ext cx="1089013" cy="32112"/>
            </a:xfrm>
            <a:custGeom>
              <a:avLst/>
              <a:pathLst>
                <a:path w="1089013" h="32112">
                  <a:moveTo>
                    <a:pt x="0" y="32112"/>
                  </a:moveTo>
                  <a:lnTo>
                    <a:pt x="575348" y="15146"/>
                  </a:lnTo>
                  <a:lnTo>
                    <a:pt x="726008" y="10704"/>
                  </a:lnTo>
                  <a:lnTo>
                    <a:pt x="938352" y="4442"/>
                  </a:lnTo>
                  <a:lnTo>
                    <a:pt x="1089013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9" name="tx558"/>
            <p:cNvSpPr/>
            <p:nvPr/>
          </p:nvSpPr>
          <p:spPr>
            <a:xfrm>
              <a:off x="3459462" y="2544294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560" name="tx559"/>
            <p:cNvSpPr/>
            <p:nvPr/>
          </p:nvSpPr>
          <p:spPr>
            <a:xfrm>
              <a:off x="3532202" y="2544294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0.492</a:t>
              </a:r>
            </a:p>
          </p:txBody>
        </p:sp>
        <p:sp>
          <p:nvSpPr>
            <p:cNvPr id="561" name="rc560"/>
            <p:cNvSpPr/>
            <p:nvPr/>
          </p:nvSpPr>
          <p:spPr>
            <a:xfrm>
              <a:off x="2748241" y="2499806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62" name="pl561"/>
            <p:cNvSpPr/>
            <p:nvPr/>
          </p:nvSpPr>
          <p:spPr>
            <a:xfrm>
              <a:off x="2748241" y="2499806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2"/>
            <p:cNvSpPr/>
            <p:nvPr/>
          </p:nvSpPr>
          <p:spPr>
            <a:xfrm>
              <a:off x="2719773" y="35622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3"/>
            <p:cNvSpPr/>
            <p:nvPr/>
          </p:nvSpPr>
          <p:spPr>
            <a:xfrm>
              <a:off x="2719773" y="325084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4"/>
            <p:cNvSpPr/>
            <p:nvPr/>
          </p:nvSpPr>
          <p:spPr>
            <a:xfrm>
              <a:off x="2719773" y="293941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5"/>
            <p:cNvSpPr/>
            <p:nvPr/>
          </p:nvSpPr>
          <p:spPr>
            <a:xfrm>
              <a:off x="2719773" y="26279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6"/>
            <p:cNvSpPr/>
            <p:nvPr/>
          </p:nvSpPr>
          <p:spPr>
            <a:xfrm>
              <a:off x="2748241" y="360244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7"/>
            <p:cNvSpPr/>
            <p:nvPr/>
          </p:nvSpPr>
          <p:spPr>
            <a:xfrm>
              <a:off x="2859332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8"/>
            <p:cNvSpPr/>
            <p:nvPr/>
          </p:nvSpPr>
          <p:spPr>
            <a:xfrm>
              <a:off x="3222337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69"/>
            <p:cNvSpPr/>
            <p:nvPr/>
          </p:nvSpPr>
          <p:spPr>
            <a:xfrm>
              <a:off x="3585341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0"/>
            <p:cNvSpPr/>
            <p:nvPr/>
          </p:nvSpPr>
          <p:spPr>
            <a:xfrm>
              <a:off x="3948346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tx571"/>
            <p:cNvSpPr/>
            <p:nvPr/>
          </p:nvSpPr>
          <p:spPr>
            <a:xfrm>
              <a:off x="2748241" y="2323266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73" name="rc572"/>
            <p:cNvSpPr/>
            <p:nvPr/>
          </p:nvSpPr>
          <p:spPr>
            <a:xfrm>
              <a:off x="4186450" y="2499806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237081" y="329015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4236133" y="273737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4287277" y="307157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4259269" y="331188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292790" y="317987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4243990" y="318843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208370" y="287919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4247859" y="330620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231264" y="35147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4237168" y="327775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571164" y="342161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4656461" y="251236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619076" y="314711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4574412" y="33791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581815" y="329252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4656011" y="323461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598551" y="331539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4605604" y="345353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578626" y="307513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4652840" y="319537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586120" y="293742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4580683" y="32767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665517" y="299062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613648" y="313860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573615" y="331615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595038" y="306513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632876" y="287751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661390" y="262937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5016493" y="334767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997725" y="32590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996596" y="303858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5017774" y="323362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986154" y="316229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963356" y="342227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968535" y="337472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5022568" y="318377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947129" y="31568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952183" y="285521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5032174" y="32742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992268" y="286230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5015961" y="331671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952648" y="34479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984198" y="311484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5003636" y="300764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957606" y="336914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5029284" y="31166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989056" y="284263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953322" y="310412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5305986" y="305912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5375828" y="312353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5346035" y="325376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5330385" y="330930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5389852" y="329789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5300617" y="326803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5361300" y="300709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5336029" y="309165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5354057" y="301584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5303360" y="277095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340630" y="331388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5347601" y="288962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5397934" y="269061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306348" y="340075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5393026" y="303938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5384415" y="332306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5320323" y="262235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352706" y="306369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5389910" y="295988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5321810" y="317177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5352722" y="307926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300795" y="328993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5395158" y="301107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377151" y="331673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4294358" y="3008321"/>
              <a:ext cx="1092730" cy="290171"/>
            </a:xfrm>
            <a:custGeom>
              <a:avLst/>
              <a:pathLst>
                <a:path w="1092730" h="290171">
                  <a:moveTo>
                    <a:pt x="0" y="52863"/>
                  </a:moveTo>
                  <a:lnTo>
                    <a:pt x="577312" y="41047"/>
                  </a:lnTo>
                  <a:lnTo>
                    <a:pt x="728486" y="32103"/>
                  </a:lnTo>
                  <a:lnTo>
                    <a:pt x="941555" y="15001"/>
                  </a:lnTo>
                  <a:lnTo>
                    <a:pt x="1092730" y="0"/>
                  </a:lnTo>
                  <a:lnTo>
                    <a:pt x="1092730" y="213661"/>
                  </a:lnTo>
                  <a:lnTo>
                    <a:pt x="941555" y="216558"/>
                  </a:lnTo>
                  <a:lnTo>
                    <a:pt x="728486" y="224681"/>
                  </a:lnTo>
                  <a:lnTo>
                    <a:pt x="577312" y="233636"/>
                  </a:lnTo>
                  <a:lnTo>
                    <a:pt x="0" y="290171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47" name="pl646"/>
            <p:cNvSpPr/>
            <p:nvPr/>
          </p:nvSpPr>
          <p:spPr>
            <a:xfrm>
              <a:off x="4294358" y="3008321"/>
              <a:ext cx="1092730" cy="52863"/>
            </a:xfrm>
            <a:custGeom>
              <a:avLst/>
              <a:pathLst>
                <a:path w="1092730" h="52863">
                  <a:moveTo>
                    <a:pt x="0" y="52863"/>
                  </a:moveTo>
                  <a:lnTo>
                    <a:pt x="577312" y="41047"/>
                  </a:lnTo>
                  <a:lnTo>
                    <a:pt x="728486" y="32103"/>
                  </a:lnTo>
                  <a:lnTo>
                    <a:pt x="941555" y="15001"/>
                  </a:lnTo>
                  <a:lnTo>
                    <a:pt x="10927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8" name="pl647"/>
            <p:cNvSpPr/>
            <p:nvPr/>
          </p:nvSpPr>
          <p:spPr>
            <a:xfrm>
              <a:off x="4294358" y="3221983"/>
              <a:ext cx="1092730" cy="76510"/>
            </a:xfrm>
            <a:custGeom>
              <a:avLst/>
              <a:pathLst>
                <a:path w="1092730" h="76510">
                  <a:moveTo>
                    <a:pt x="1092730" y="0"/>
                  </a:moveTo>
                  <a:lnTo>
                    <a:pt x="941555" y="2897"/>
                  </a:lnTo>
                  <a:lnTo>
                    <a:pt x="728486" y="11020"/>
                  </a:lnTo>
                  <a:lnTo>
                    <a:pt x="577312" y="19975"/>
                  </a:lnTo>
                  <a:lnTo>
                    <a:pt x="0" y="76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9" name="pl648"/>
            <p:cNvSpPr/>
            <p:nvPr/>
          </p:nvSpPr>
          <p:spPr>
            <a:xfrm>
              <a:off x="4294358" y="3115152"/>
              <a:ext cx="1092730" cy="64686"/>
            </a:xfrm>
            <a:custGeom>
              <a:avLst/>
              <a:pathLst>
                <a:path w="1092730" h="64686">
                  <a:moveTo>
                    <a:pt x="0" y="64686"/>
                  </a:moveTo>
                  <a:lnTo>
                    <a:pt x="577312" y="30511"/>
                  </a:lnTo>
                  <a:lnTo>
                    <a:pt x="728486" y="21562"/>
                  </a:lnTo>
                  <a:lnTo>
                    <a:pt x="941555" y="8949"/>
                  </a:lnTo>
                  <a:lnTo>
                    <a:pt x="1092730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50" name="tx649"/>
            <p:cNvSpPr/>
            <p:nvPr/>
          </p:nvSpPr>
          <p:spPr>
            <a:xfrm>
              <a:off x="4898205" y="254427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651" name="tx650"/>
            <p:cNvSpPr/>
            <p:nvPr/>
          </p:nvSpPr>
          <p:spPr>
            <a:xfrm>
              <a:off x="4970945" y="2544279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0.273</a:t>
              </a:r>
            </a:p>
          </p:txBody>
        </p:sp>
        <p:sp>
          <p:nvSpPr>
            <p:cNvPr id="652" name="rc651"/>
            <p:cNvSpPr/>
            <p:nvPr/>
          </p:nvSpPr>
          <p:spPr>
            <a:xfrm>
              <a:off x="4186450" y="2499806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53" name="pl652"/>
            <p:cNvSpPr/>
            <p:nvPr/>
          </p:nvSpPr>
          <p:spPr>
            <a:xfrm>
              <a:off x="4186450" y="2499806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3"/>
            <p:cNvSpPr/>
            <p:nvPr/>
          </p:nvSpPr>
          <p:spPr>
            <a:xfrm>
              <a:off x="4157982" y="333150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4"/>
            <p:cNvSpPr/>
            <p:nvPr/>
          </p:nvSpPr>
          <p:spPr>
            <a:xfrm>
              <a:off x="4157982" y="30207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5"/>
            <p:cNvSpPr/>
            <p:nvPr/>
          </p:nvSpPr>
          <p:spPr>
            <a:xfrm>
              <a:off x="4157982" y="271009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6"/>
            <p:cNvSpPr/>
            <p:nvPr/>
          </p:nvSpPr>
          <p:spPr>
            <a:xfrm>
              <a:off x="4186450" y="3602445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7"/>
            <p:cNvSpPr/>
            <p:nvPr/>
          </p:nvSpPr>
          <p:spPr>
            <a:xfrm>
              <a:off x="4294358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8"/>
            <p:cNvSpPr/>
            <p:nvPr/>
          </p:nvSpPr>
          <p:spPr>
            <a:xfrm>
              <a:off x="4658602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59"/>
            <p:cNvSpPr/>
            <p:nvPr/>
          </p:nvSpPr>
          <p:spPr>
            <a:xfrm>
              <a:off x="5022845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0"/>
            <p:cNvSpPr/>
            <p:nvPr/>
          </p:nvSpPr>
          <p:spPr>
            <a:xfrm>
              <a:off x="5387088" y="3602445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tx661"/>
            <p:cNvSpPr/>
            <p:nvPr/>
          </p:nvSpPr>
          <p:spPr>
            <a:xfrm>
              <a:off x="4186450" y="2323266"/>
              <a:ext cx="458571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63" name="rc662"/>
            <p:cNvSpPr/>
            <p:nvPr/>
          </p:nvSpPr>
          <p:spPr>
            <a:xfrm>
              <a:off x="1310032" y="3858063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380283" y="443865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392522" y="463194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331952" y="460721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390937" y="421857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1363897" y="467241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335304" y="454959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346774" y="477518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387393" y="473019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427746" y="436217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359871" y="452129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1753972" y="46417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1754781" y="440296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1693328" y="44671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1726884" y="483092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792524" y="38706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694927" y="403233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702535" y="464681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721860" y="483645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1765257" y="479479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1735006" y="463995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1740537" y="459238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710666" y="474977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1732428" y="470014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1735773" y="465132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1774798" y="476281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754518" y="456333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1710240" y="473466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705929" y="461291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126787" y="445414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2073445" y="48730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2091103" y="458531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88162" y="473325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121686" y="431644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143432" y="461097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086992" y="439573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144244" y="468136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092373" y="453557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100304" y="463669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081936" y="47023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2164047" y="414688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160575" y="463682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118808" y="47599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095222" y="421595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144603" y="434456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065431" y="454201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137665" y="480297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130089" y="463279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162172" y="452500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458937" y="459634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521516" y="459291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481520" y="461593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450596" y="47043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434078" y="457040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459773" y="453726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447445" y="450209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518059" y="459138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468167" y="470991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461327" y="441306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430477" y="472205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449220" y="461576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460352" y="466953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466445" y="48198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470527" y="470207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487211" y="475009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436299" y="468691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510045" y="455532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499064" y="472196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444621" y="450379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487383" y="464933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493684" y="451887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485798" y="460758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482578" y="475714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1415877" y="4473114"/>
              <a:ext cx="1099482" cy="260009"/>
            </a:xfrm>
            <a:custGeom>
              <a:avLst/>
              <a:pathLst>
                <a:path w="1099482" h="260009">
                  <a:moveTo>
                    <a:pt x="0" y="0"/>
                  </a:moveTo>
                  <a:lnTo>
                    <a:pt x="580879" y="72905"/>
                  </a:lnTo>
                  <a:lnTo>
                    <a:pt x="732988" y="84966"/>
                  </a:lnTo>
                  <a:lnTo>
                    <a:pt x="947373" y="96236"/>
                  </a:lnTo>
                  <a:lnTo>
                    <a:pt x="1099482" y="100865"/>
                  </a:lnTo>
                  <a:lnTo>
                    <a:pt x="1099482" y="260009"/>
                  </a:lnTo>
                  <a:lnTo>
                    <a:pt x="947373" y="240606"/>
                  </a:lnTo>
                  <a:lnTo>
                    <a:pt x="732988" y="218005"/>
                  </a:lnTo>
                  <a:lnTo>
                    <a:pt x="580879" y="206034"/>
                  </a:lnTo>
                  <a:lnTo>
                    <a:pt x="0" y="187164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737" name="pl736"/>
            <p:cNvSpPr/>
            <p:nvPr/>
          </p:nvSpPr>
          <p:spPr>
            <a:xfrm>
              <a:off x="1415877" y="4473114"/>
              <a:ext cx="1099482" cy="100865"/>
            </a:xfrm>
            <a:custGeom>
              <a:avLst/>
              <a:pathLst>
                <a:path w="1099482" h="100865">
                  <a:moveTo>
                    <a:pt x="0" y="0"/>
                  </a:moveTo>
                  <a:lnTo>
                    <a:pt x="580879" y="72905"/>
                  </a:lnTo>
                  <a:lnTo>
                    <a:pt x="732988" y="84966"/>
                  </a:lnTo>
                  <a:lnTo>
                    <a:pt x="947373" y="96236"/>
                  </a:lnTo>
                  <a:lnTo>
                    <a:pt x="1099482" y="1008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8" name="pl737"/>
            <p:cNvSpPr/>
            <p:nvPr/>
          </p:nvSpPr>
          <p:spPr>
            <a:xfrm>
              <a:off x="1415877" y="4660278"/>
              <a:ext cx="1099482" cy="72845"/>
            </a:xfrm>
            <a:custGeom>
              <a:avLst/>
              <a:pathLst>
                <a:path w="1099482" h="72845">
                  <a:moveTo>
                    <a:pt x="1099482" y="72845"/>
                  </a:moveTo>
                  <a:lnTo>
                    <a:pt x="947373" y="53441"/>
                  </a:lnTo>
                  <a:lnTo>
                    <a:pt x="732988" y="30841"/>
                  </a:lnTo>
                  <a:lnTo>
                    <a:pt x="580879" y="188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9" name="pl738"/>
            <p:cNvSpPr/>
            <p:nvPr/>
          </p:nvSpPr>
          <p:spPr>
            <a:xfrm>
              <a:off x="1415877" y="4566696"/>
              <a:ext cx="1099482" cy="86855"/>
            </a:xfrm>
            <a:custGeom>
              <a:avLst/>
              <a:pathLst>
                <a:path w="1099482" h="86855">
                  <a:moveTo>
                    <a:pt x="0" y="0"/>
                  </a:moveTo>
                  <a:lnTo>
                    <a:pt x="580879" y="45887"/>
                  </a:lnTo>
                  <a:lnTo>
                    <a:pt x="732988" y="57903"/>
                  </a:lnTo>
                  <a:lnTo>
                    <a:pt x="947373" y="74839"/>
                  </a:lnTo>
                  <a:lnTo>
                    <a:pt x="1099482" y="86855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40" name="tx739"/>
            <p:cNvSpPr/>
            <p:nvPr/>
          </p:nvSpPr>
          <p:spPr>
            <a:xfrm>
              <a:off x="2026475" y="3902576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741" name="tx740"/>
            <p:cNvSpPr/>
            <p:nvPr/>
          </p:nvSpPr>
          <p:spPr>
            <a:xfrm>
              <a:off x="2099216" y="3902576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0.122</a:t>
              </a:r>
            </a:p>
          </p:txBody>
        </p:sp>
        <p:sp>
          <p:nvSpPr>
            <p:cNvPr id="742" name="rc741"/>
            <p:cNvSpPr/>
            <p:nvPr/>
          </p:nvSpPr>
          <p:spPr>
            <a:xfrm>
              <a:off x="1310032" y="3858063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43" name="pl742"/>
            <p:cNvSpPr/>
            <p:nvPr/>
          </p:nvSpPr>
          <p:spPr>
            <a:xfrm>
              <a:off x="1310032" y="3858063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tx743"/>
            <p:cNvSpPr/>
            <p:nvPr/>
          </p:nvSpPr>
          <p:spPr>
            <a:xfrm rot="-5400000">
              <a:off x="1140466" y="482588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45" name="tx744"/>
            <p:cNvSpPr/>
            <p:nvPr/>
          </p:nvSpPr>
          <p:spPr>
            <a:xfrm rot="-5400000">
              <a:off x="1140466" y="447538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46" name="tx745"/>
            <p:cNvSpPr/>
            <p:nvPr/>
          </p:nvSpPr>
          <p:spPr>
            <a:xfrm rot="-5400000">
              <a:off x="1140466" y="412488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47" name="pl746"/>
            <p:cNvSpPr/>
            <p:nvPr/>
          </p:nvSpPr>
          <p:spPr>
            <a:xfrm>
              <a:off x="1281564" y="486231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7"/>
            <p:cNvSpPr/>
            <p:nvPr/>
          </p:nvSpPr>
          <p:spPr>
            <a:xfrm>
              <a:off x="1281564" y="45118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8"/>
            <p:cNvSpPr/>
            <p:nvPr/>
          </p:nvSpPr>
          <p:spPr>
            <a:xfrm>
              <a:off x="1281564" y="41613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49"/>
            <p:cNvSpPr/>
            <p:nvPr/>
          </p:nvSpPr>
          <p:spPr>
            <a:xfrm>
              <a:off x="1310032" y="4960701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0"/>
            <p:cNvSpPr/>
            <p:nvPr/>
          </p:nvSpPr>
          <p:spPr>
            <a:xfrm>
              <a:off x="1415877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1"/>
            <p:cNvSpPr/>
            <p:nvPr/>
          </p:nvSpPr>
          <p:spPr>
            <a:xfrm>
              <a:off x="1782371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2"/>
            <p:cNvSpPr/>
            <p:nvPr/>
          </p:nvSpPr>
          <p:spPr>
            <a:xfrm>
              <a:off x="2148865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3"/>
            <p:cNvSpPr/>
            <p:nvPr/>
          </p:nvSpPr>
          <p:spPr>
            <a:xfrm>
              <a:off x="2515359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tx754"/>
            <p:cNvSpPr/>
            <p:nvPr/>
          </p:nvSpPr>
          <p:spPr>
            <a:xfrm>
              <a:off x="1387622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6" name="tx755"/>
            <p:cNvSpPr/>
            <p:nvPr/>
          </p:nvSpPr>
          <p:spPr>
            <a:xfrm>
              <a:off x="1754116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7" name="tx756"/>
            <p:cNvSpPr/>
            <p:nvPr/>
          </p:nvSpPr>
          <p:spPr>
            <a:xfrm>
              <a:off x="2120610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58" name="tx757"/>
            <p:cNvSpPr/>
            <p:nvPr/>
          </p:nvSpPr>
          <p:spPr>
            <a:xfrm>
              <a:off x="2487104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59" name="tx758"/>
            <p:cNvSpPr/>
            <p:nvPr/>
          </p:nvSpPr>
          <p:spPr>
            <a:xfrm>
              <a:off x="1703231" y="5169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60" name="tx759"/>
            <p:cNvSpPr/>
            <p:nvPr/>
          </p:nvSpPr>
          <p:spPr>
            <a:xfrm rot="-5400000">
              <a:off x="934284" y="4363799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761" name="tx760"/>
            <p:cNvSpPr/>
            <p:nvPr/>
          </p:nvSpPr>
          <p:spPr>
            <a:xfrm>
              <a:off x="1310032" y="3681523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62" name="rc761"/>
            <p:cNvSpPr/>
            <p:nvPr/>
          </p:nvSpPr>
          <p:spPr>
            <a:xfrm>
              <a:off x="2748241" y="3858063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794236" y="435221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770161" y="410399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834592" y="439776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849330" y="436396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828669" y="397093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799988" y="433249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801430" y="467205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2839915" y="456017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794996" y="43649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857753" y="392073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3161318" y="48730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3185754" y="430561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3226811" y="439653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3140424" y="476776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3209855" y="440519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3182798" y="454645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231271" y="462398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3220669" y="469217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202247" y="44905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3210691" y="420971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3162153" y="416075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3188278" y="46184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3166454" y="447247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3232160" y="451405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3149336" y="440715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3152255" y="411207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3135153" y="456913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3174182" y="397201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3595451" y="407245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3561877" y="44594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3513725" y="437548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3510660" y="455801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3504124" y="45326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506558" y="463384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3595721" y="431318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3521281" y="420620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3524930" y="421835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3572795" y="426744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3559430" y="440852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3558060" y="400816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573360" y="464818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563791" y="475355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539714" y="435169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494494" y="415433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562677" y="442249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552747" y="475547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496568" y="387062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523022" y="428767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886289" y="456710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935305" y="441328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887478" y="455797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913248" y="453711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922257" y="46207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906153" y="435711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919864" y="451270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873487" y="483501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879510" y="441736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946057" y="460829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864408" y="463006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951550" y="447707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896466" y="438606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922937" y="469994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878035" y="463252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918727" y="465601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3859149" y="416756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3882435" y="430508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3865036" y="465980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3883265" y="446567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3943573" y="433209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3896699" y="435840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3959725" y="430789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3928018" y="455653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2853084" y="4241415"/>
              <a:ext cx="1094762" cy="357453"/>
            </a:xfrm>
            <a:custGeom>
              <a:avLst/>
              <a:pathLst>
                <a:path w="1094762" h="357453">
                  <a:moveTo>
                    <a:pt x="0" y="0"/>
                  </a:moveTo>
                  <a:lnTo>
                    <a:pt x="578385" y="107477"/>
                  </a:lnTo>
                  <a:lnTo>
                    <a:pt x="729841" y="127780"/>
                  </a:lnTo>
                  <a:lnTo>
                    <a:pt x="943306" y="150098"/>
                  </a:lnTo>
                  <a:lnTo>
                    <a:pt x="1094762" y="162153"/>
                  </a:lnTo>
                  <a:lnTo>
                    <a:pt x="1094762" y="357453"/>
                  </a:lnTo>
                  <a:lnTo>
                    <a:pt x="943306" y="328979"/>
                  </a:lnTo>
                  <a:lnTo>
                    <a:pt x="729841" y="294176"/>
                  </a:lnTo>
                  <a:lnTo>
                    <a:pt x="578385" y="273951"/>
                  </a:lnTo>
                  <a:lnTo>
                    <a:pt x="0" y="22665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36" name="pl835"/>
            <p:cNvSpPr/>
            <p:nvPr/>
          </p:nvSpPr>
          <p:spPr>
            <a:xfrm>
              <a:off x="2853084" y="4241415"/>
              <a:ext cx="1094762" cy="162153"/>
            </a:xfrm>
            <a:custGeom>
              <a:avLst/>
              <a:pathLst>
                <a:path w="1094762" h="162153">
                  <a:moveTo>
                    <a:pt x="0" y="0"/>
                  </a:moveTo>
                  <a:lnTo>
                    <a:pt x="578385" y="107477"/>
                  </a:lnTo>
                  <a:lnTo>
                    <a:pt x="729841" y="127780"/>
                  </a:lnTo>
                  <a:lnTo>
                    <a:pt x="943306" y="150098"/>
                  </a:lnTo>
                  <a:lnTo>
                    <a:pt x="1094762" y="1621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7" name="pl836"/>
            <p:cNvSpPr/>
            <p:nvPr/>
          </p:nvSpPr>
          <p:spPr>
            <a:xfrm>
              <a:off x="2853084" y="4468072"/>
              <a:ext cx="1094762" cy="130796"/>
            </a:xfrm>
            <a:custGeom>
              <a:avLst/>
              <a:pathLst>
                <a:path w="1094762" h="130796">
                  <a:moveTo>
                    <a:pt x="1094762" y="130796"/>
                  </a:moveTo>
                  <a:lnTo>
                    <a:pt x="943306" y="102323"/>
                  </a:lnTo>
                  <a:lnTo>
                    <a:pt x="729841" y="67519"/>
                  </a:lnTo>
                  <a:lnTo>
                    <a:pt x="578385" y="472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8" name="pl837"/>
            <p:cNvSpPr/>
            <p:nvPr/>
          </p:nvSpPr>
          <p:spPr>
            <a:xfrm>
              <a:off x="2853084" y="4354743"/>
              <a:ext cx="1094762" cy="146474"/>
            </a:xfrm>
            <a:custGeom>
              <a:avLst/>
              <a:pathLst>
                <a:path w="1094762" h="146474">
                  <a:moveTo>
                    <a:pt x="0" y="0"/>
                  </a:moveTo>
                  <a:lnTo>
                    <a:pt x="578385" y="77385"/>
                  </a:lnTo>
                  <a:lnTo>
                    <a:pt x="729841" y="97649"/>
                  </a:lnTo>
                  <a:lnTo>
                    <a:pt x="943306" y="126210"/>
                  </a:lnTo>
                  <a:lnTo>
                    <a:pt x="1094762" y="146474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tx838"/>
            <p:cNvSpPr/>
            <p:nvPr/>
          </p:nvSpPr>
          <p:spPr>
            <a:xfrm>
              <a:off x="3458962" y="3902538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840" name="tx839"/>
            <p:cNvSpPr/>
            <p:nvPr/>
          </p:nvSpPr>
          <p:spPr>
            <a:xfrm>
              <a:off x="3531703" y="3902538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0.027</a:t>
              </a:r>
            </a:p>
          </p:txBody>
        </p:sp>
        <p:sp>
          <p:nvSpPr>
            <p:cNvPr id="841" name="rc840"/>
            <p:cNvSpPr/>
            <p:nvPr/>
          </p:nvSpPr>
          <p:spPr>
            <a:xfrm>
              <a:off x="2748241" y="3858063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42" name="pl841"/>
            <p:cNvSpPr/>
            <p:nvPr/>
          </p:nvSpPr>
          <p:spPr>
            <a:xfrm>
              <a:off x="2748241" y="3858063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2"/>
            <p:cNvSpPr/>
            <p:nvPr/>
          </p:nvSpPr>
          <p:spPr>
            <a:xfrm>
              <a:off x="2719773" y="487181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3"/>
            <p:cNvSpPr/>
            <p:nvPr/>
          </p:nvSpPr>
          <p:spPr>
            <a:xfrm>
              <a:off x="2719773" y="45253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4"/>
            <p:cNvSpPr/>
            <p:nvPr/>
          </p:nvSpPr>
          <p:spPr>
            <a:xfrm>
              <a:off x="2719773" y="417897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5"/>
            <p:cNvSpPr/>
            <p:nvPr/>
          </p:nvSpPr>
          <p:spPr>
            <a:xfrm>
              <a:off x="2748241" y="4960701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6"/>
            <p:cNvSpPr/>
            <p:nvPr/>
          </p:nvSpPr>
          <p:spPr>
            <a:xfrm>
              <a:off x="2853084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7"/>
            <p:cNvSpPr/>
            <p:nvPr/>
          </p:nvSpPr>
          <p:spPr>
            <a:xfrm>
              <a:off x="3218005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8"/>
            <p:cNvSpPr/>
            <p:nvPr/>
          </p:nvSpPr>
          <p:spPr>
            <a:xfrm>
              <a:off x="3582925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49"/>
            <p:cNvSpPr/>
            <p:nvPr/>
          </p:nvSpPr>
          <p:spPr>
            <a:xfrm>
              <a:off x="3947846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tx850"/>
            <p:cNvSpPr/>
            <p:nvPr/>
          </p:nvSpPr>
          <p:spPr>
            <a:xfrm>
              <a:off x="2824829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52" name="tx851"/>
            <p:cNvSpPr/>
            <p:nvPr/>
          </p:nvSpPr>
          <p:spPr>
            <a:xfrm>
              <a:off x="3189750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53" name="tx852"/>
            <p:cNvSpPr/>
            <p:nvPr/>
          </p:nvSpPr>
          <p:spPr>
            <a:xfrm>
              <a:off x="3554671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54" name="tx853"/>
            <p:cNvSpPr/>
            <p:nvPr/>
          </p:nvSpPr>
          <p:spPr>
            <a:xfrm>
              <a:off x="3919591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55" name="tx854"/>
            <p:cNvSpPr/>
            <p:nvPr/>
          </p:nvSpPr>
          <p:spPr>
            <a:xfrm>
              <a:off x="3141440" y="5169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56" name="tx855"/>
            <p:cNvSpPr/>
            <p:nvPr/>
          </p:nvSpPr>
          <p:spPr>
            <a:xfrm>
              <a:off x="2748241" y="3681523"/>
              <a:ext cx="33869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57" name="rc856"/>
            <p:cNvSpPr/>
            <p:nvPr/>
          </p:nvSpPr>
          <p:spPr>
            <a:xfrm>
              <a:off x="4186450" y="3858063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4270022" y="472401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4220265" y="459902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4249682" y="474145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4208370" y="402088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4249493" y="450629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4266622" y="432799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4211072" y="487302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4271021" y="459691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4270270" y="448861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4234010" y="418665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4603470" y="446856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4648475" y="424720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4625867" y="472606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4621058" y="478271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4592319" y="38706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4564969" y="403603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4637051" y="483462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4599383" y="475543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4653258" y="479369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4623433" y="471324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4559859" y="467621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4633177" y="481070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4647475" y="458224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4597783" y="461305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4629445" y="439981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4635613" y="449818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4552139" y="481404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4562038" y="469693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4989813" y="472553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5024758" y="468109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5018760" y="468191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4989402" y="465006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4995351" y="466167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4933029" y="472975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4921337" y="470681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4929196" y="443795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927772" y="477038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5010641" y="453624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995061" y="475256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4952613" y="457735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4982762" y="474041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4967953" y="47771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4961603" y="434935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5020294" y="469933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4954036" y="448233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5013591" y="462260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4951853" y="452260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4924274" y="453310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5293786" y="480985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5338770" y="463899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5379387" y="448357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5372199" y="462968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5377329" y="451494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5328019" y="469526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5390329" y="460355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5331077" y="471006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5332283" y="445015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5368512" y="447091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5332822" y="46467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5384775" y="474089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5304066" y="459541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5322935" y="475046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5309255" y="458405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5341317" y="479433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5389180" y="437135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5397934" y="473951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5367666" y="470097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5389492" y="460391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5360225" y="453006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5371750" y="461326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5344634" y="465895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5296343" y="472443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4269084" y="4383611"/>
              <a:ext cx="1114427" cy="474794"/>
            </a:xfrm>
            <a:custGeom>
              <a:avLst/>
              <a:pathLst>
                <a:path w="1114427" h="474794">
                  <a:moveTo>
                    <a:pt x="0" y="0"/>
                  </a:moveTo>
                  <a:lnTo>
                    <a:pt x="588775" y="155047"/>
                  </a:lnTo>
                  <a:lnTo>
                    <a:pt x="742951" y="163329"/>
                  </a:lnTo>
                  <a:lnTo>
                    <a:pt x="960251" y="152073"/>
                  </a:lnTo>
                  <a:lnTo>
                    <a:pt x="1114427" y="135556"/>
                  </a:lnTo>
                  <a:lnTo>
                    <a:pt x="1114427" y="474794"/>
                  </a:lnTo>
                  <a:lnTo>
                    <a:pt x="960251" y="425849"/>
                  </a:lnTo>
                  <a:lnTo>
                    <a:pt x="742951" y="368888"/>
                  </a:lnTo>
                  <a:lnTo>
                    <a:pt x="588775" y="344742"/>
                  </a:lnTo>
                  <a:lnTo>
                    <a:pt x="0" y="37595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31" name="pl930"/>
            <p:cNvSpPr/>
            <p:nvPr/>
          </p:nvSpPr>
          <p:spPr>
            <a:xfrm>
              <a:off x="4269084" y="4383611"/>
              <a:ext cx="1114427" cy="163329"/>
            </a:xfrm>
            <a:custGeom>
              <a:avLst/>
              <a:pathLst>
                <a:path w="1114427" h="163329">
                  <a:moveTo>
                    <a:pt x="0" y="0"/>
                  </a:moveTo>
                  <a:lnTo>
                    <a:pt x="588775" y="155047"/>
                  </a:lnTo>
                  <a:lnTo>
                    <a:pt x="742951" y="163329"/>
                  </a:lnTo>
                  <a:lnTo>
                    <a:pt x="960251" y="152073"/>
                  </a:lnTo>
                  <a:lnTo>
                    <a:pt x="1114427" y="1355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2" name="pl931"/>
            <p:cNvSpPr/>
            <p:nvPr/>
          </p:nvSpPr>
          <p:spPr>
            <a:xfrm>
              <a:off x="4269084" y="4728353"/>
              <a:ext cx="1114427" cy="130052"/>
            </a:xfrm>
            <a:custGeom>
              <a:avLst/>
              <a:pathLst>
                <a:path w="1114427" h="130052">
                  <a:moveTo>
                    <a:pt x="1114427" y="130052"/>
                  </a:moveTo>
                  <a:lnTo>
                    <a:pt x="960251" y="81107"/>
                  </a:lnTo>
                  <a:lnTo>
                    <a:pt x="742951" y="24146"/>
                  </a:lnTo>
                  <a:lnTo>
                    <a:pt x="588775" y="0"/>
                  </a:lnTo>
                  <a:lnTo>
                    <a:pt x="0" y="312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3" name="pl932"/>
            <p:cNvSpPr/>
            <p:nvPr/>
          </p:nvSpPr>
          <p:spPr>
            <a:xfrm>
              <a:off x="4269084" y="4571587"/>
              <a:ext cx="1114427" cy="117199"/>
            </a:xfrm>
            <a:custGeom>
              <a:avLst/>
              <a:pathLst>
                <a:path w="1114427" h="117199">
                  <a:moveTo>
                    <a:pt x="0" y="0"/>
                  </a:moveTo>
                  <a:lnTo>
                    <a:pt x="588775" y="61918"/>
                  </a:lnTo>
                  <a:lnTo>
                    <a:pt x="742951" y="78132"/>
                  </a:lnTo>
                  <a:lnTo>
                    <a:pt x="960251" y="100985"/>
                  </a:lnTo>
                  <a:lnTo>
                    <a:pt x="1114427" y="117199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4" name="tx933"/>
            <p:cNvSpPr/>
            <p:nvPr/>
          </p:nvSpPr>
          <p:spPr>
            <a:xfrm>
              <a:off x="4894627" y="390248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5" name="tx934"/>
            <p:cNvSpPr/>
            <p:nvPr/>
          </p:nvSpPr>
          <p:spPr>
            <a:xfrm>
              <a:off x="4967368" y="3902480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0.457</a:t>
              </a:r>
            </a:p>
          </p:txBody>
        </p:sp>
        <p:sp>
          <p:nvSpPr>
            <p:cNvPr id="936" name="rc935"/>
            <p:cNvSpPr/>
            <p:nvPr/>
          </p:nvSpPr>
          <p:spPr>
            <a:xfrm>
              <a:off x="4186450" y="3858063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37" name="pl936"/>
            <p:cNvSpPr/>
            <p:nvPr/>
          </p:nvSpPr>
          <p:spPr>
            <a:xfrm>
              <a:off x="4186450" y="3858063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7"/>
            <p:cNvSpPr/>
            <p:nvPr/>
          </p:nvSpPr>
          <p:spPr>
            <a:xfrm>
              <a:off x="4157982" y="485579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8"/>
            <p:cNvSpPr/>
            <p:nvPr/>
          </p:nvSpPr>
          <p:spPr>
            <a:xfrm>
              <a:off x="4157982" y="46157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39"/>
            <p:cNvSpPr/>
            <p:nvPr/>
          </p:nvSpPr>
          <p:spPr>
            <a:xfrm>
              <a:off x="4157982" y="437570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0"/>
            <p:cNvSpPr/>
            <p:nvPr/>
          </p:nvSpPr>
          <p:spPr>
            <a:xfrm>
              <a:off x="4157982" y="413565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1"/>
            <p:cNvSpPr/>
            <p:nvPr/>
          </p:nvSpPr>
          <p:spPr>
            <a:xfrm>
              <a:off x="4157982" y="38956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2"/>
            <p:cNvSpPr/>
            <p:nvPr/>
          </p:nvSpPr>
          <p:spPr>
            <a:xfrm>
              <a:off x="4186450" y="4960701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3"/>
            <p:cNvSpPr/>
            <p:nvPr/>
          </p:nvSpPr>
          <p:spPr>
            <a:xfrm>
              <a:off x="4269084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4"/>
            <p:cNvSpPr/>
            <p:nvPr/>
          </p:nvSpPr>
          <p:spPr>
            <a:xfrm>
              <a:off x="4640560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5"/>
            <p:cNvSpPr/>
            <p:nvPr/>
          </p:nvSpPr>
          <p:spPr>
            <a:xfrm>
              <a:off x="5012036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6"/>
            <p:cNvSpPr/>
            <p:nvPr/>
          </p:nvSpPr>
          <p:spPr>
            <a:xfrm>
              <a:off x="5383511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tx947"/>
            <p:cNvSpPr/>
            <p:nvPr/>
          </p:nvSpPr>
          <p:spPr>
            <a:xfrm>
              <a:off x="4240829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49" name="tx948"/>
            <p:cNvSpPr/>
            <p:nvPr/>
          </p:nvSpPr>
          <p:spPr>
            <a:xfrm>
              <a:off x="4612305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50" name="tx949"/>
            <p:cNvSpPr/>
            <p:nvPr/>
          </p:nvSpPr>
          <p:spPr>
            <a:xfrm>
              <a:off x="4983781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51" name="tx950"/>
            <p:cNvSpPr/>
            <p:nvPr/>
          </p:nvSpPr>
          <p:spPr>
            <a:xfrm>
              <a:off x="5355256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52" name="tx951"/>
            <p:cNvSpPr/>
            <p:nvPr/>
          </p:nvSpPr>
          <p:spPr>
            <a:xfrm>
              <a:off x="4579649" y="5169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53" name="tx952"/>
            <p:cNvSpPr/>
            <p:nvPr/>
          </p:nvSpPr>
          <p:spPr>
            <a:xfrm>
              <a:off x="4186450" y="3681523"/>
              <a:ext cx="41623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54" name="rc953"/>
            <p:cNvSpPr/>
            <p:nvPr/>
          </p:nvSpPr>
          <p:spPr>
            <a:xfrm>
              <a:off x="5624659" y="3858063"/>
              <a:ext cx="1308520" cy="11026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5705702" y="458234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5690557" y="465074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5646579" y="469802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5706365" y="433410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5649968" y="461658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5731081" y="436387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5674401" y="483226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5719883" y="469459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5678311" y="437709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5735064" y="428843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6074437" y="452911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6039146" y="433614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6054365" y="466929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6036142" y="482153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6046226" y="38706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6073900" y="395209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6020256" y="476650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6037177" y="484843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6050457" y="483793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6078965" y="473105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6044025" y="477638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6073825" y="481153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6070751" y="478281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6109040" y="477680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6017609" y="473032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6014778" y="464594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6006013" y="483653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6083228" y="468147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6424602" y="466977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6386968" y="484970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6398272" y="477100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6411061" y="479977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6412557" y="458308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6444373" y="471833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6390561" y="454101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6451030" y="466976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6423014" y="472403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6410874" y="462500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6411399" y="480876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6369842" y="438199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6430639" y="476445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6389996" y="48190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6437448" y="431392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6377717" y="460808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6392388" y="452751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6370603" y="475637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6392799" y="467452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6467581" y="454143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791225" y="473343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732488" y="469791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806108" y="461674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744611" y="472830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749776" y="458031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810125" y="468027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763604" y="462244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737258" y="465185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774947" y="469522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836143" y="444766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820221" y="479237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782096" y="470927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835130" y="470728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816829" y="48244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6795668" y="466100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6750836" y="482270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6757506" y="457114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6806931" y="469670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6795854" y="471145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6822163" y="463657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6753369" y="468017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6742707" y="465944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6802035" y="468904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6748129" y="480288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5731734" y="4420033"/>
              <a:ext cx="1090076" cy="490548"/>
            </a:xfrm>
            <a:custGeom>
              <a:avLst/>
              <a:pathLst>
                <a:path w="1090076" h="490548">
                  <a:moveTo>
                    <a:pt x="0" y="0"/>
                  </a:moveTo>
                  <a:lnTo>
                    <a:pt x="575909" y="160179"/>
                  </a:lnTo>
                  <a:lnTo>
                    <a:pt x="726717" y="166250"/>
                  </a:lnTo>
                  <a:lnTo>
                    <a:pt x="939268" y="150287"/>
                  </a:lnTo>
                  <a:lnTo>
                    <a:pt x="1090076" y="130264"/>
                  </a:lnTo>
                  <a:lnTo>
                    <a:pt x="1090076" y="490548"/>
                  </a:lnTo>
                  <a:lnTo>
                    <a:pt x="939268" y="439050"/>
                  </a:lnTo>
                  <a:lnTo>
                    <a:pt x="726717" y="378724"/>
                  </a:lnTo>
                  <a:lnTo>
                    <a:pt x="575909" y="353321"/>
                  </a:lnTo>
                  <a:lnTo>
                    <a:pt x="0" y="39330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l1027"/>
            <p:cNvSpPr/>
            <p:nvPr/>
          </p:nvSpPr>
          <p:spPr>
            <a:xfrm>
              <a:off x="5731734" y="4420033"/>
              <a:ext cx="1090076" cy="166250"/>
            </a:xfrm>
            <a:custGeom>
              <a:avLst/>
              <a:pathLst>
                <a:path w="1090076" h="166250">
                  <a:moveTo>
                    <a:pt x="0" y="0"/>
                  </a:moveTo>
                  <a:lnTo>
                    <a:pt x="575909" y="160179"/>
                  </a:lnTo>
                  <a:lnTo>
                    <a:pt x="726717" y="166250"/>
                  </a:lnTo>
                  <a:lnTo>
                    <a:pt x="939268" y="150287"/>
                  </a:lnTo>
                  <a:lnTo>
                    <a:pt x="1090076" y="1302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9" name="pl1028"/>
            <p:cNvSpPr/>
            <p:nvPr/>
          </p:nvSpPr>
          <p:spPr>
            <a:xfrm>
              <a:off x="5731734" y="4773354"/>
              <a:ext cx="1090076" cy="137227"/>
            </a:xfrm>
            <a:custGeom>
              <a:avLst/>
              <a:pathLst>
                <a:path w="1090076" h="137227">
                  <a:moveTo>
                    <a:pt x="1090076" y="137227"/>
                  </a:moveTo>
                  <a:lnTo>
                    <a:pt x="939268" y="85729"/>
                  </a:lnTo>
                  <a:lnTo>
                    <a:pt x="726717" y="25403"/>
                  </a:lnTo>
                  <a:lnTo>
                    <a:pt x="575909" y="0"/>
                  </a:lnTo>
                  <a:lnTo>
                    <a:pt x="0" y="399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30" name="pl1029"/>
            <p:cNvSpPr/>
            <p:nvPr/>
          </p:nvSpPr>
          <p:spPr>
            <a:xfrm>
              <a:off x="5731734" y="4616683"/>
              <a:ext cx="1090076" cy="113756"/>
            </a:xfrm>
            <a:custGeom>
              <a:avLst/>
              <a:pathLst>
                <a:path w="1090076" h="113756">
                  <a:moveTo>
                    <a:pt x="0" y="0"/>
                  </a:moveTo>
                  <a:lnTo>
                    <a:pt x="575909" y="60099"/>
                  </a:lnTo>
                  <a:lnTo>
                    <a:pt x="726717" y="75837"/>
                  </a:lnTo>
                  <a:lnTo>
                    <a:pt x="939268" y="98018"/>
                  </a:lnTo>
                  <a:lnTo>
                    <a:pt x="1090076" y="113756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31" name="tx1030"/>
            <p:cNvSpPr/>
            <p:nvPr/>
          </p:nvSpPr>
          <p:spPr>
            <a:xfrm>
              <a:off x="6332926" y="390254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32" name="tx1031"/>
            <p:cNvSpPr/>
            <p:nvPr/>
          </p:nvSpPr>
          <p:spPr>
            <a:xfrm>
              <a:off x="6405666" y="3902540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0.496</a:t>
              </a:r>
            </a:p>
          </p:txBody>
        </p:sp>
        <p:sp>
          <p:nvSpPr>
            <p:cNvPr id="1033" name="rc1032"/>
            <p:cNvSpPr/>
            <p:nvPr/>
          </p:nvSpPr>
          <p:spPr>
            <a:xfrm>
              <a:off x="5624659" y="3858063"/>
              <a:ext cx="1308520" cy="11026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34" name="pl1033"/>
            <p:cNvSpPr/>
            <p:nvPr/>
          </p:nvSpPr>
          <p:spPr>
            <a:xfrm>
              <a:off x="5624659" y="3858063"/>
              <a:ext cx="0" cy="1102638"/>
            </a:xfrm>
            <a:custGeom>
              <a:avLst/>
              <a:pathLst>
                <a:path w="0" h="1102638">
                  <a:moveTo>
                    <a:pt x="0" y="11026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4"/>
            <p:cNvSpPr/>
            <p:nvPr/>
          </p:nvSpPr>
          <p:spPr>
            <a:xfrm>
              <a:off x="5596191" y="47191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5"/>
            <p:cNvSpPr/>
            <p:nvPr/>
          </p:nvSpPr>
          <p:spPr>
            <a:xfrm>
              <a:off x="5596191" y="435274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6"/>
            <p:cNvSpPr/>
            <p:nvPr/>
          </p:nvSpPr>
          <p:spPr>
            <a:xfrm>
              <a:off x="5596191" y="39863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7"/>
            <p:cNvSpPr/>
            <p:nvPr/>
          </p:nvSpPr>
          <p:spPr>
            <a:xfrm>
              <a:off x="5624659" y="4960701"/>
              <a:ext cx="1308520" cy="0"/>
            </a:xfrm>
            <a:custGeom>
              <a:avLst/>
              <a:pathLst>
                <a:path w="1308520" h="0">
                  <a:moveTo>
                    <a:pt x="0" y="0"/>
                  </a:moveTo>
                  <a:lnTo>
                    <a:pt x="130852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8"/>
            <p:cNvSpPr/>
            <p:nvPr/>
          </p:nvSpPr>
          <p:spPr>
            <a:xfrm>
              <a:off x="5731734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39"/>
            <p:cNvSpPr/>
            <p:nvPr/>
          </p:nvSpPr>
          <p:spPr>
            <a:xfrm>
              <a:off x="6095092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0"/>
            <p:cNvSpPr/>
            <p:nvPr/>
          </p:nvSpPr>
          <p:spPr>
            <a:xfrm>
              <a:off x="6458451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1"/>
            <p:cNvSpPr/>
            <p:nvPr/>
          </p:nvSpPr>
          <p:spPr>
            <a:xfrm>
              <a:off x="6821810" y="496070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tx1042"/>
            <p:cNvSpPr/>
            <p:nvPr/>
          </p:nvSpPr>
          <p:spPr>
            <a:xfrm>
              <a:off x="5703479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44" name="tx1043"/>
            <p:cNvSpPr/>
            <p:nvPr/>
          </p:nvSpPr>
          <p:spPr>
            <a:xfrm>
              <a:off x="6066837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45" name="tx1044"/>
            <p:cNvSpPr/>
            <p:nvPr/>
          </p:nvSpPr>
          <p:spPr>
            <a:xfrm>
              <a:off x="6430196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46" name="tx1045"/>
            <p:cNvSpPr/>
            <p:nvPr/>
          </p:nvSpPr>
          <p:spPr>
            <a:xfrm>
              <a:off x="6793555" y="50119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47" name="tx1046"/>
            <p:cNvSpPr/>
            <p:nvPr/>
          </p:nvSpPr>
          <p:spPr>
            <a:xfrm>
              <a:off x="6017858" y="5169580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48" name="tx1047"/>
            <p:cNvSpPr/>
            <p:nvPr/>
          </p:nvSpPr>
          <p:spPr>
            <a:xfrm>
              <a:off x="5624659" y="3681523"/>
              <a:ext cx="4587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49" name="rc1048"/>
            <p:cNvSpPr/>
            <p:nvPr/>
          </p:nvSpPr>
          <p:spPr>
            <a:xfrm>
              <a:off x="3040122" y="5394291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tx1049"/>
            <p:cNvSpPr/>
            <p:nvPr/>
          </p:nvSpPr>
          <p:spPr>
            <a:xfrm>
              <a:off x="3905579" y="540695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51" name="rc1050"/>
            <p:cNvSpPr/>
            <p:nvPr/>
          </p:nvSpPr>
          <p:spPr>
            <a:xfrm>
              <a:off x="3040122" y="5558853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3092563" y="561129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rc1052"/>
            <p:cNvSpPr/>
            <p:nvPr/>
          </p:nvSpPr>
          <p:spPr>
            <a:xfrm>
              <a:off x="3040122" y="5795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3092563" y="584823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rc1054"/>
            <p:cNvSpPr/>
            <p:nvPr/>
          </p:nvSpPr>
          <p:spPr>
            <a:xfrm>
              <a:off x="3492003" y="5558853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3544445" y="561129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rc1056"/>
            <p:cNvSpPr/>
            <p:nvPr/>
          </p:nvSpPr>
          <p:spPr>
            <a:xfrm>
              <a:off x="3492003" y="5795789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3544445" y="584823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rc1058"/>
            <p:cNvSpPr/>
            <p:nvPr/>
          </p:nvSpPr>
          <p:spPr>
            <a:xfrm>
              <a:off x="3938215" y="5558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3990657" y="561129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rc1060"/>
            <p:cNvSpPr/>
            <p:nvPr/>
          </p:nvSpPr>
          <p:spPr>
            <a:xfrm>
              <a:off x="3938215" y="5795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3990657" y="584823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rc1062"/>
            <p:cNvSpPr/>
            <p:nvPr/>
          </p:nvSpPr>
          <p:spPr>
            <a:xfrm>
              <a:off x="4373180" y="5558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4425621" y="561129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rc1064"/>
            <p:cNvSpPr/>
            <p:nvPr/>
          </p:nvSpPr>
          <p:spPr>
            <a:xfrm>
              <a:off x="4373180" y="5795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4425621" y="584823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rc1066"/>
            <p:cNvSpPr/>
            <p:nvPr/>
          </p:nvSpPr>
          <p:spPr>
            <a:xfrm>
              <a:off x="4819392" y="5558853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4871833" y="561129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rc1068"/>
            <p:cNvSpPr/>
            <p:nvPr/>
          </p:nvSpPr>
          <p:spPr>
            <a:xfrm>
              <a:off x="4819392" y="5795789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4871833" y="584823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71" name="tx1070"/>
            <p:cNvSpPr/>
            <p:nvPr/>
          </p:nvSpPr>
          <p:spPr>
            <a:xfrm>
              <a:off x="3277058" y="5612414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072" name="tx1071"/>
            <p:cNvSpPr/>
            <p:nvPr/>
          </p:nvSpPr>
          <p:spPr>
            <a:xfrm>
              <a:off x="3277058" y="5849350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073" name="tx1072"/>
            <p:cNvSpPr/>
            <p:nvPr/>
          </p:nvSpPr>
          <p:spPr>
            <a:xfrm>
              <a:off x="3728939" y="5612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074" name="tx1073"/>
            <p:cNvSpPr/>
            <p:nvPr/>
          </p:nvSpPr>
          <p:spPr>
            <a:xfrm>
              <a:off x="3728939" y="5849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075" name="tx1074"/>
            <p:cNvSpPr/>
            <p:nvPr/>
          </p:nvSpPr>
          <p:spPr>
            <a:xfrm>
              <a:off x="4175151" y="5612414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076" name="tx1075"/>
            <p:cNvSpPr/>
            <p:nvPr/>
          </p:nvSpPr>
          <p:spPr>
            <a:xfrm>
              <a:off x="4175151" y="584935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077" name="tx1076"/>
            <p:cNvSpPr/>
            <p:nvPr/>
          </p:nvSpPr>
          <p:spPr>
            <a:xfrm>
              <a:off x="4610116" y="5612414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078" name="tx1077"/>
            <p:cNvSpPr/>
            <p:nvPr/>
          </p:nvSpPr>
          <p:spPr>
            <a:xfrm>
              <a:off x="4610116" y="584935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079" name="tx1078"/>
            <p:cNvSpPr/>
            <p:nvPr/>
          </p:nvSpPr>
          <p:spPr>
            <a:xfrm>
              <a:off x="5056328" y="5612414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080" name="tx1079"/>
            <p:cNvSpPr/>
            <p:nvPr/>
          </p:nvSpPr>
          <p:spPr>
            <a:xfrm>
              <a:off x="5056328" y="5849350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2026-07-20T12:24:24Z</dcterms:modified>
  <cp:category/>
</cp:coreProperties>
</file>