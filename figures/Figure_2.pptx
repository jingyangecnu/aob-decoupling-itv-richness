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112000"/>
            <a:chOff x="914400" y="914400"/>
            <a:chExt cx="6120000" cy="5112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034400" y="914400"/>
              <a:ext cx="0" cy="5112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678652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410737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5536091" y="983989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2312723"/>
              <a:ext cx="1694663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678652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4107371" y="2312723"/>
              <a:ext cx="1428719" cy="13287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3641457"/>
              <a:ext cx="1694663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2678652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410737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5536091" y="3641457"/>
              <a:ext cx="1428719" cy="231535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19513" y="185607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22882" y="172949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49940" y="179619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62738" y="15947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40698" y="20805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457731" y="17893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493236" y="194368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462088" y="18478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434764" y="16857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457173" y="18014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67219" y="17193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32658" y="16312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47537" y="16180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813576" y="18166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13655" y="177784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98501" y="167916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93877" y="17547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764713" y="19036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44451" y="1849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805814" y="15986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62628" y="16187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749007" y="18028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46946" y="18502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754373" y="19441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06943" y="18414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814020" y="172473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21717" y="183623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732751" y="173708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08417" y="17184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107670" y="17441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055397" y="186251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090880" y="16421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057567" y="173704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071941" y="17545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26122" y="17869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0680" y="17379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071304" y="18233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105241" y="15102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092295" y="15728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71247" y="15518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064757" y="15209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69328" y="17230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36235" y="16899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24829" y="16189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058801" y="18547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7129" y="17587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98675" y="171563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57505" y="16623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462423" y="161620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12415" y="16553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411551" y="18134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372353" y="167209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413102" y="17917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387138" y="18634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458268" y="17246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395510" y="171433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448458" y="16698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373658" y="17877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399920" y="16825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20509" y="13482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395813" y="17975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376203" y="14105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432649" y="17375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50116" y="154170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455736" y="151710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372988" y="15354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423656" y="17785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450281" y="16541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424841" y="17595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386449" y="17012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410116" y="144443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393474" y="12890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1495429" y="1637710"/>
              <a:ext cx="959478" cy="275923"/>
            </a:xfrm>
            <a:custGeom>
              <a:avLst/>
              <a:pathLst>
                <a:path w="959478" h="275923">
                  <a:moveTo>
                    <a:pt x="0" y="156122"/>
                  </a:moveTo>
                  <a:lnTo>
                    <a:pt x="506912" y="92716"/>
                  </a:lnTo>
                  <a:lnTo>
                    <a:pt x="639652" y="69433"/>
                  </a:lnTo>
                  <a:lnTo>
                    <a:pt x="826738" y="30574"/>
                  </a:lnTo>
                  <a:lnTo>
                    <a:pt x="959478" y="0"/>
                  </a:lnTo>
                  <a:lnTo>
                    <a:pt x="959478" y="93855"/>
                  </a:lnTo>
                  <a:lnTo>
                    <a:pt x="826738" y="110067"/>
                  </a:lnTo>
                  <a:lnTo>
                    <a:pt x="639652" y="137151"/>
                  </a:lnTo>
                  <a:lnTo>
                    <a:pt x="506912" y="160655"/>
                  </a:lnTo>
                  <a:lnTo>
                    <a:pt x="0" y="27592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95429" y="1637710"/>
              <a:ext cx="959478" cy="156122"/>
            </a:xfrm>
            <a:custGeom>
              <a:avLst/>
              <a:pathLst>
                <a:path w="959478" h="156122">
                  <a:moveTo>
                    <a:pt x="0" y="156122"/>
                  </a:moveTo>
                  <a:lnTo>
                    <a:pt x="506912" y="92716"/>
                  </a:lnTo>
                  <a:lnTo>
                    <a:pt x="639652" y="69433"/>
                  </a:lnTo>
                  <a:lnTo>
                    <a:pt x="826738" y="30574"/>
                  </a:lnTo>
                  <a:lnTo>
                    <a:pt x="95947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495429" y="1731565"/>
              <a:ext cx="959478" cy="182067"/>
            </a:xfrm>
            <a:custGeom>
              <a:avLst/>
              <a:pathLst>
                <a:path w="959478" h="182067">
                  <a:moveTo>
                    <a:pt x="959478" y="0"/>
                  </a:moveTo>
                  <a:lnTo>
                    <a:pt x="826738" y="16212"/>
                  </a:lnTo>
                  <a:lnTo>
                    <a:pt x="639652" y="43296"/>
                  </a:lnTo>
                  <a:lnTo>
                    <a:pt x="506912" y="66800"/>
                  </a:lnTo>
                  <a:lnTo>
                    <a:pt x="0" y="182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495429" y="1684637"/>
              <a:ext cx="959478" cy="169095"/>
            </a:xfrm>
            <a:custGeom>
              <a:avLst/>
              <a:pathLst>
                <a:path w="959478" h="169095">
                  <a:moveTo>
                    <a:pt x="0" y="169095"/>
                  </a:moveTo>
                  <a:lnTo>
                    <a:pt x="506912" y="79758"/>
                  </a:lnTo>
                  <a:lnTo>
                    <a:pt x="639652" y="56365"/>
                  </a:lnTo>
                  <a:lnTo>
                    <a:pt x="826738" y="23393"/>
                  </a:lnTo>
                  <a:lnTo>
                    <a:pt x="959478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tx93"/>
            <p:cNvSpPr/>
            <p:nvPr/>
          </p:nvSpPr>
          <p:spPr>
            <a:xfrm>
              <a:off x="1975214" y="132375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&lt; 0.001</a:t>
              </a:r>
            </a:p>
          </p:txBody>
        </p:sp>
        <p:sp>
          <p:nvSpPr>
            <p:cNvPr id="95" name="rc94"/>
            <p:cNvSpPr/>
            <p:nvPr/>
          </p:nvSpPr>
          <p:spPr>
            <a:xfrm>
              <a:off x="140492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40492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235360" y="208957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235360" y="188254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235360" y="167551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235360" y="146848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1" name="tx100"/>
            <p:cNvSpPr/>
            <p:nvPr/>
          </p:nvSpPr>
          <p:spPr>
            <a:xfrm rot="-5400000">
              <a:off x="1235360" y="12614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2" name="pl101"/>
            <p:cNvSpPr/>
            <p:nvPr/>
          </p:nvSpPr>
          <p:spPr>
            <a:xfrm>
              <a:off x="1376458" y="21260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76458" y="19189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76458" y="17119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76458" y="15049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376458" y="12978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140492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9542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81525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213508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245490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1"/>
            <p:cNvSpPr/>
            <p:nvPr/>
          </p:nvSpPr>
          <p:spPr>
            <a:xfrm rot="-5400000">
              <a:off x="1029178" y="1676809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3" name="tx112"/>
            <p:cNvSpPr/>
            <p:nvPr/>
          </p:nvSpPr>
          <p:spPr>
            <a:xfrm>
              <a:off x="1404926" y="1110514"/>
              <a:ext cx="46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4" name="rc113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848233" y="183078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914879" y="182088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864742" y="174812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98609" y="169669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883318" y="20210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928186" y="207174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879437" y="175295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917735" y="20285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929316" y="17470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99031" y="16308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3218604" y="17581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3248765" y="179231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3241381" y="13718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3159112" y="17445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3215605" y="144093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3249067" y="168035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3229999" y="163666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3170896" y="182315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3240437" y="17601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3240269" y="19440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3213843" y="19559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3225180" y="19012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3234200" y="20764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3160080" y="19827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3215103" y="20180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3226826" y="189024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3233408" y="196037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3159675" y="177581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3527446" y="148343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3512885" y="18288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3500435" y="162597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3487021" y="18107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3498426" y="168469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3541687" y="18153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3485569" y="14536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3493073" y="16791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3571348" y="17381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3524595" y="19145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3545805" y="174483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3543066" y="136198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3500646" y="16353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3550265" y="18126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3497024" y="182066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3482621" y="190951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3481528" y="205727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3495123" y="19609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3573082" y="19327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3557598" y="166464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3808191" y="16257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3807771" y="155737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3881496" y="17275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3834340" y="17900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3881137" y="20805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3866394" y="179390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3854841" y="207925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3851203" y="173580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3891142" y="17994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3830469" y="20012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3875706" y="169520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3824987" y="12890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3827116" y="18412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3869772" y="16274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3885340" y="16598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3835111" y="15572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3889338" y="17042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3870485" y="15697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3865986" y="185599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806062" y="167570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878653" y="18224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839617" y="199376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877389" y="14184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824845" y="16157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920658" y="1655075"/>
              <a:ext cx="967166" cy="314420"/>
            </a:xfrm>
            <a:custGeom>
              <a:avLst/>
              <a:pathLst>
                <a:path w="967166" h="314420">
                  <a:moveTo>
                    <a:pt x="0" y="103823"/>
                  </a:moveTo>
                  <a:lnTo>
                    <a:pt x="510973" y="56187"/>
                  </a:lnTo>
                  <a:lnTo>
                    <a:pt x="644777" y="41066"/>
                  </a:lnTo>
                  <a:lnTo>
                    <a:pt x="833362" y="17812"/>
                  </a:lnTo>
                  <a:lnTo>
                    <a:pt x="967166" y="0"/>
                  </a:lnTo>
                  <a:lnTo>
                    <a:pt x="967166" y="199764"/>
                  </a:lnTo>
                  <a:lnTo>
                    <a:pt x="833362" y="212177"/>
                  </a:lnTo>
                  <a:lnTo>
                    <a:pt x="644777" y="231523"/>
                  </a:lnTo>
                  <a:lnTo>
                    <a:pt x="510973" y="246629"/>
                  </a:lnTo>
                  <a:lnTo>
                    <a:pt x="0" y="31442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2920658" y="1655075"/>
              <a:ext cx="967166" cy="103823"/>
            </a:xfrm>
            <a:custGeom>
              <a:avLst/>
              <a:pathLst>
                <a:path w="967166" h="103823">
                  <a:moveTo>
                    <a:pt x="0" y="103823"/>
                  </a:moveTo>
                  <a:lnTo>
                    <a:pt x="510973" y="56187"/>
                  </a:lnTo>
                  <a:lnTo>
                    <a:pt x="644777" y="41066"/>
                  </a:lnTo>
                  <a:lnTo>
                    <a:pt x="833362" y="17812"/>
                  </a:lnTo>
                  <a:lnTo>
                    <a:pt x="96716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2920658" y="1854839"/>
              <a:ext cx="967166" cy="114655"/>
            </a:xfrm>
            <a:custGeom>
              <a:avLst/>
              <a:pathLst>
                <a:path w="967166" h="114655">
                  <a:moveTo>
                    <a:pt x="967166" y="0"/>
                  </a:moveTo>
                  <a:lnTo>
                    <a:pt x="833362" y="12413"/>
                  </a:lnTo>
                  <a:lnTo>
                    <a:pt x="644777" y="31759"/>
                  </a:lnTo>
                  <a:lnTo>
                    <a:pt x="510973" y="46864"/>
                  </a:lnTo>
                  <a:lnTo>
                    <a:pt x="0" y="1146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2920658" y="1754957"/>
              <a:ext cx="967166" cy="109239"/>
            </a:xfrm>
            <a:custGeom>
              <a:avLst/>
              <a:pathLst>
                <a:path w="967166" h="109239">
                  <a:moveTo>
                    <a:pt x="0" y="109239"/>
                  </a:moveTo>
                  <a:lnTo>
                    <a:pt x="510973" y="51526"/>
                  </a:lnTo>
                  <a:lnTo>
                    <a:pt x="644777" y="36413"/>
                  </a:lnTo>
                  <a:lnTo>
                    <a:pt x="833362" y="15112"/>
                  </a:lnTo>
                  <a:lnTo>
                    <a:pt x="967166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tx190"/>
            <p:cNvSpPr/>
            <p:nvPr/>
          </p:nvSpPr>
          <p:spPr>
            <a:xfrm>
              <a:off x="3408130" y="132376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0.006</a:t>
              </a:r>
            </a:p>
          </p:txBody>
        </p:sp>
        <p:sp>
          <p:nvSpPr>
            <p:cNvPr id="192" name="rc191"/>
            <p:cNvSpPr/>
            <p:nvPr/>
          </p:nvSpPr>
          <p:spPr>
            <a:xfrm>
              <a:off x="2833646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2833646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2805178" y="195019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2805178" y="16754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2805178" y="14006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2833646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2920658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324304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356543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3887824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1"/>
            <p:cNvSpPr/>
            <p:nvPr/>
          </p:nvSpPr>
          <p:spPr>
            <a:xfrm>
              <a:off x="2833646" y="1110514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03" name="rc202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4346091" y="193041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340965" y="19465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4329188" y="202166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340567" y="17990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4312665" y="18228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322938" y="178841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4310655" y="200126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276952" y="18966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4344803" y="19678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299373" y="16656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4624474" y="205000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633780" y="190967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4676623" y="16170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628436" y="19184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4684255" y="208059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627129" y="20774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4660533" y="19562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624564" y="20578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4670382" y="16109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670657" y="128907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4635487" y="188206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663681" y="19673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4662818" y="194946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596982" y="19884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4625883" y="19018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632343" y="18011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4611444" y="185316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676553" y="191397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5000151" y="203482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999338" y="20443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4978159" y="196563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915368" y="19477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4944469" y="134031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930258" y="19648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4991686" y="16256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975492" y="169453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4946589" y="204304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978499" y="13073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4994763" y="20452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955336" y="20111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4929304" y="16783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5005462" y="189986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4994983" y="193234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927411" y="138838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4928702" y="196010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998156" y="19715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4958447" y="178046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933767" y="18073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5280171" y="19961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5288490" y="201610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5277984" y="204244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5244888" y="19947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5303363" y="159999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5243683" y="20085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5319862" y="17108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5286767" y="204599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5270328" y="136783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5260345" y="139865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5317390" y="19349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5302683" y="194138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5315083" y="183731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5238536" y="19304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5313646" y="187668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5308651" y="202852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5276942" y="201827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5316083" y="18796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5267038" y="191482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5308606" y="17886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5251233" y="130431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5239958" y="17471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5293655" y="196941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5250996" y="17028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4357186" y="1782061"/>
              <a:ext cx="960679" cy="250016"/>
            </a:xfrm>
            <a:custGeom>
              <a:avLst/>
              <a:pathLst>
                <a:path w="960679" h="250016">
                  <a:moveTo>
                    <a:pt x="0" y="29549"/>
                  </a:moveTo>
                  <a:lnTo>
                    <a:pt x="507547" y="33001"/>
                  </a:lnTo>
                  <a:lnTo>
                    <a:pt x="640453" y="27027"/>
                  </a:lnTo>
                  <a:lnTo>
                    <a:pt x="827773" y="13169"/>
                  </a:lnTo>
                  <a:lnTo>
                    <a:pt x="960679" y="0"/>
                  </a:lnTo>
                  <a:lnTo>
                    <a:pt x="960679" y="192857"/>
                  </a:lnTo>
                  <a:lnTo>
                    <a:pt x="827773" y="191684"/>
                  </a:lnTo>
                  <a:lnTo>
                    <a:pt x="640453" y="194733"/>
                  </a:lnTo>
                  <a:lnTo>
                    <a:pt x="507547" y="200754"/>
                  </a:lnTo>
                  <a:lnTo>
                    <a:pt x="0" y="25001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7" name="pl276"/>
            <p:cNvSpPr/>
            <p:nvPr/>
          </p:nvSpPr>
          <p:spPr>
            <a:xfrm>
              <a:off x="4357186" y="1782061"/>
              <a:ext cx="960679" cy="33001"/>
            </a:xfrm>
            <a:custGeom>
              <a:avLst/>
              <a:pathLst>
                <a:path w="960679" h="33001">
                  <a:moveTo>
                    <a:pt x="0" y="29549"/>
                  </a:moveTo>
                  <a:lnTo>
                    <a:pt x="507547" y="33001"/>
                  </a:lnTo>
                  <a:lnTo>
                    <a:pt x="640453" y="27027"/>
                  </a:lnTo>
                  <a:lnTo>
                    <a:pt x="827773" y="13169"/>
                  </a:lnTo>
                  <a:lnTo>
                    <a:pt x="9606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4357186" y="1973745"/>
              <a:ext cx="960679" cy="58332"/>
            </a:xfrm>
            <a:custGeom>
              <a:avLst/>
              <a:pathLst>
                <a:path w="960679" h="58332">
                  <a:moveTo>
                    <a:pt x="960679" y="1173"/>
                  </a:moveTo>
                  <a:lnTo>
                    <a:pt x="827773" y="0"/>
                  </a:lnTo>
                  <a:lnTo>
                    <a:pt x="640453" y="3048"/>
                  </a:lnTo>
                  <a:lnTo>
                    <a:pt x="507547" y="9070"/>
                  </a:lnTo>
                  <a:lnTo>
                    <a:pt x="0" y="583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4357186" y="1878490"/>
              <a:ext cx="960679" cy="43354"/>
            </a:xfrm>
            <a:custGeom>
              <a:avLst/>
              <a:pathLst>
                <a:path w="960679" h="43354">
                  <a:moveTo>
                    <a:pt x="0" y="43354"/>
                  </a:moveTo>
                  <a:lnTo>
                    <a:pt x="507547" y="20449"/>
                  </a:lnTo>
                  <a:lnTo>
                    <a:pt x="640453" y="14451"/>
                  </a:lnTo>
                  <a:lnTo>
                    <a:pt x="827773" y="5997"/>
                  </a:lnTo>
                  <a:lnTo>
                    <a:pt x="96067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tx279"/>
            <p:cNvSpPr/>
            <p:nvPr/>
          </p:nvSpPr>
          <p:spPr>
            <a:xfrm>
              <a:off x="4838171" y="1323761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0.475</a:t>
              </a:r>
            </a:p>
          </p:txBody>
        </p:sp>
        <p:sp>
          <p:nvSpPr>
            <p:cNvPr id="281" name="rc280"/>
            <p:cNvSpPr/>
            <p:nvPr/>
          </p:nvSpPr>
          <p:spPr>
            <a:xfrm>
              <a:off x="426236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426236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4233897" y="19769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4233897" y="17181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4233897" y="14594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426236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4357186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467741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4997639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5317865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tx290"/>
            <p:cNvSpPr/>
            <p:nvPr/>
          </p:nvSpPr>
          <p:spPr>
            <a:xfrm>
              <a:off x="4262365" y="1110514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292" name="rc291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5774806" y="191099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5746503" y="184289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5735489" y="179453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5756278" y="19667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5705672" y="199505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5758309" y="14924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5781061" y="19152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5726079" y="17340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5760589" y="19126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5732444" y="19658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6035252" y="18312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6047923" y="192097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6086751" y="16659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6033327" y="19515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6034635" y="190443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6039056" y="17272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6075727" y="19976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6080705" y="191755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6030478" y="18536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6032339" y="13108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6077159" y="15321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6072637" y="18618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6033866" y="18260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6107052" y="199023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6022751" y="18702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6059415" y="18241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6041079" y="19433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94994" y="190107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6352501" y="20805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6402261" y="19157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6343289" y="190311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6394929" y="18184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6351784" y="147196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362818" y="14078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421082" y="16496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363666" y="173467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345916" y="174383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352132" y="16841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407454" y="17234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6346552" y="16771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6423567" y="19253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343931" y="18456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6395927" y="190108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342029" y="161299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422906" y="16795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356072" y="18334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414267" y="17182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386072" y="12890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710334" y="17311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6674704" y="181306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688355" y="17309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703696" y="17235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662642" y="17763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678475" y="173590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667596" y="165653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704381" y="17280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684862" y="189470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748581" y="15266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706002" y="189531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718090" y="188446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40898" y="18155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665280" y="17463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662927" y="175839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13054" y="189800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76162" y="16682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87700" y="176920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682865" y="18185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79072" y="17652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19936" y="18225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696321" y="15781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99324" y="178089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71806" y="17411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5776982" y="1674274"/>
              <a:ext cx="965865" cy="315004"/>
            </a:xfrm>
            <a:custGeom>
              <a:avLst/>
              <a:pathLst>
                <a:path w="965865" h="315004">
                  <a:moveTo>
                    <a:pt x="0" y="89449"/>
                  </a:moveTo>
                  <a:lnTo>
                    <a:pt x="510286" y="79035"/>
                  </a:lnTo>
                  <a:lnTo>
                    <a:pt x="643910" y="62622"/>
                  </a:lnTo>
                  <a:lnTo>
                    <a:pt x="832241" y="28936"/>
                  </a:lnTo>
                  <a:lnTo>
                    <a:pt x="965865" y="0"/>
                  </a:lnTo>
                  <a:lnTo>
                    <a:pt x="965865" y="198295"/>
                  </a:lnTo>
                  <a:lnTo>
                    <a:pt x="832241" y="197880"/>
                  </a:lnTo>
                  <a:lnTo>
                    <a:pt x="643910" y="204392"/>
                  </a:lnTo>
                  <a:lnTo>
                    <a:pt x="510286" y="216500"/>
                  </a:lnTo>
                  <a:lnTo>
                    <a:pt x="0" y="315004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6" name="pl365"/>
            <p:cNvSpPr/>
            <p:nvPr/>
          </p:nvSpPr>
          <p:spPr>
            <a:xfrm>
              <a:off x="5776982" y="1674274"/>
              <a:ext cx="965865" cy="89449"/>
            </a:xfrm>
            <a:custGeom>
              <a:avLst/>
              <a:pathLst>
                <a:path w="965865" h="89449">
                  <a:moveTo>
                    <a:pt x="0" y="89449"/>
                  </a:moveTo>
                  <a:lnTo>
                    <a:pt x="510286" y="79035"/>
                  </a:lnTo>
                  <a:lnTo>
                    <a:pt x="643910" y="62622"/>
                  </a:lnTo>
                  <a:lnTo>
                    <a:pt x="832241" y="28936"/>
                  </a:lnTo>
                  <a:lnTo>
                    <a:pt x="965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7" name="pl366"/>
            <p:cNvSpPr/>
            <p:nvPr/>
          </p:nvSpPr>
          <p:spPr>
            <a:xfrm>
              <a:off x="5776982" y="1872155"/>
              <a:ext cx="965865" cy="117123"/>
            </a:xfrm>
            <a:custGeom>
              <a:avLst/>
              <a:pathLst>
                <a:path w="965865" h="117123">
                  <a:moveTo>
                    <a:pt x="965865" y="415"/>
                  </a:moveTo>
                  <a:lnTo>
                    <a:pt x="832241" y="0"/>
                  </a:lnTo>
                  <a:lnTo>
                    <a:pt x="643910" y="6511"/>
                  </a:lnTo>
                  <a:lnTo>
                    <a:pt x="510286" y="18619"/>
                  </a:lnTo>
                  <a:lnTo>
                    <a:pt x="0" y="117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8" name="pl367"/>
            <p:cNvSpPr/>
            <p:nvPr/>
          </p:nvSpPr>
          <p:spPr>
            <a:xfrm>
              <a:off x="5776982" y="1773422"/>
              <a:ext cx="965865" cy="103078"/>
            </a:xfrm>
            <a:custGeom>
              <a:avLst/>
              <a:pathLst>
                <a:path w="965865" h="103078">
                  <a:moveTo>
                    <a:pt x="0" y="103078"/>
                  </a:moveTo>
                  <a:lnTo>
                    <a:pt x="510286" y="48620"/>
                  </a:lnTo>
                  <a:lnTo>
                    <a:pt x="643910" y="34359"/>
                  </a:lnTo>
                  <a:lnTo>
                    <a:pt x="832241" y="14260"/>
                  </a:lnTo>
                  <a:lnTo>
                    <a:pt x="96586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9" name="tx368"/>
            <p:cNvSpPr/>
            <p:nvPr/>
          </p:nvSpPr>
          <p:spPr>
            <a:xfrm>
              <a:off x="6326704" y="1323760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0.23</a:t>
              </a:r>
            </a:p>
          </p:txBody>
        </p:sp>
        <p:sp>
          <p:nvSpPr>
            <p:cNvPr id="370" name="rc369"/>
            <p:cNvSpPr/>
            <p:nvPr/>
          </p:nvSpPr>
          <p:spPr>
            <a:xfrm>
              <a:off x="5691085" y="1287054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71" name="pl370"/>
            <p:cNvSpPr/>
            <p:nvPr/>
          </p:nvSpPr>
          <p:spPr>
            <a:xfrm>
              <a:off x="5691085" y="1287054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1"/>
            <p:cNvSpPr/>
            <p:nvPr/>
          </p:nvSpPr>
          <p:spPr>
            <a:xfrm>
              <a:off x="5662616" y="21176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2"/>
            <p:cNvSpPr/>
            <p:nvPr/>
          </p:nvSpPr>
          <p:spPr>
            <a:xfrm>
              <a:off x="5662616" y="19049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3"/>
            <p:cNvSpPr/>
            <p:nvPr/>
          </p:nvSpPr>
          <p:spPr>
            <a:xfrm>
              <a:off x="5662616" y="16923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4"/>
            <p:cNvSpPr/>
            <p:nvPr/>
          </p:nvSpPr>
          <p:spPr>
            <a:xfrm>
              <a:off x="5662616" y="14796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5"/>
            <p:cNvSpPr/>
            <p:nvPr/>
          </p:nvSpPr>
          <p:spPr>
            <a:xfrm>
              <a:off x="5691085" y="2157729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6"/>
            <p:cNvSpPr/>
            <p:nvPr/>
          </p:nvSpPr>
          <p:spPr>
            <a:xfrm>
              <a:off x="577698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7"/>
            <p:cNvSpPr/>
            <p:nvPr/>
          </p:nvSpPr>
          <p:spPr>
            <a:xfrm>
              <a:off x="609893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8"/>
            <p:cNvSpPr/>
            <p:nvPr/>
          </p:nvSpPr>
          <p:spPr>
            <a:xfrm>
              <a:off x="6420892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6742847" y="215772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tx380"/>
            <p:cNvSpPr/>
            <p:nvPr/>
          </p:nvSpPr>
          <p:spPr>
            <a:xfrm>
              <a:off x="5691085" y="1110514"/>
              <a:ext cx="451347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382" name="rc381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419513" y="32234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493524" y="33073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1505014" y="30810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1421531" y="30993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1422276" y="34090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469800" y="311016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1501803" y="339730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1424201" y="34069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497808" y="33259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465266" y="31455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1760286" y="31688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799759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758129" y="30561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1744600" y="325348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785079" y="3338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763559" y="32621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08668" y="29866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1769587" y="30996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1788795" y="32171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1783117" y="27425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758046" y="299195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66544" y="31756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770132" y="29130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761278" y="29113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756808" y="33499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755326" y="27458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824540" y="30331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54480" y="309984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77432" y="31346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073097" y="30873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123611" y="315799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58990" y="31556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068529" y="29563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139443" y="321050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131330" y="31003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075590" y="32673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131531" y="326723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142168" y="29307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099169" y="30195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54695" y="29282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058211" y="28948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23027" y="33497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097582" y="31991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43664" y="29545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17310" y="280467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78284" y="32694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18553" y="29674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054690" y="308579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459282" y="316298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462423" y="323205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99004" y="31978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401819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394151" y="325264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79945" y="33067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450110" y="267271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384782" y="331392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384328" y="31857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2406609" y="310728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384615" y="32598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420945" y="31190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420974" y="327206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455952" y="32785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2396891" y="32899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432365" y="335404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442701" y="305430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447164" y="32990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458575" y="322832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460266" y="31596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428886" y="32207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430685" y="27161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380641" y="32120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461800" y="32456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497575" y="2957638"/>
              <a:ext cx="959679" cy="336327"/>
            </a:xfrm>
            <a:custGeom>
              <a:avLst/>
              <a:pathLst>
                <a:path w="959679" h="336327">
                  <a:moveTo>
                    <a:pt x="0" y="0"/>
                  </a:moveTo>
                  <a:lnTo>
                    <a:pt x="507018" y="95018"/>
                  </a:lnTo>
                  <a:lnTo>
                    <a:pt x="639786" y="105761"/>
                  </a:lnTo>
                  <a:lnTo>
                    <a:pt x="826911" y="109959"/>
                  </a:lnTo>
                  <a:lnTo>
                    <a:pt x="959679" y="107404"/>
                  </a:lnTo>
                  <a:lnTo>
                    <a:pt x="959679" y="336327"/>
                  </a:lnTo>
                  <a:lnTo>
                    <a:pt x="826911" y="308331"/>
                  </a:lnTo>
                  <a:lnTo>
                    <a:pt x="639786" y="276670"/>
                  </a:lnTo>
                  <a:lnTo>
                    <a:pt x="507018" y="261970"/>
                  </a:lnTo>
                  <a:lnTo>
                    <a:pt x="0" y="25983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56" name="pl455"/>
            <p:cNvSpPr/>
            <p:nvPr/>
          </p:nvSpPr>
          <p:spPr>
            <a:xfrm>
              <a:off x="1497575" y="2957638"/>
              <a:ext cx="959679" cy="109959"/>
            </a:xfrm>
            <a:custGeom>
              <a:avLst/>
              <a:pathLst>
                <a:path w="959679" h="109959">
                  <a:moveTo>
                    <a:pt x="0" y="0"/>
                  </a:moveTo>
                  <a:lnTo>
                    <a:pt x="507018" y="95018"/>
                  </a:lnTo>
                  <a:lnTo>
                    <a:pt x="639786" y="105761"/>
                  </a:lnTo>
                  <a:lnTo>
                    <a:pt x="826911" y="109959"/>
                  </a:lnTo>
                  <a:lnTo>
                    <a:pt x="959679" y="107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7" name="pl456"/>
            <p:cNvSpPr/>
            <p:nvPr/>
          </p:nvSpPr>
          <p:spPr>
            <a:xfrm>
              <a:off x="1497575" y="3217468"/>
              <a:ext cx="959679" cy="76496"/>
            </a:xfrm>
            <a:custGeom>
              <a:avLst/>
              <a:pathLst>
                <a:path w="959679" h="76496">
                  <a:moveTo>
                    <a:pt x="959679" y="76496"/>
                  </a:moveTo>
                  <a:lnTo>
                    <a:pt x="826911" y="48500"/>
                  </a:lnTo>
                  <a:lnTo>
                    <a:pt x="639786" y="16840"/>
                  </a:lnTo>
                  <a:lnTo>
                    <a:pt x="507018" y="21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58" name="pl457"/>
            <p:cNvSpPr/>
            <p:nvPr/>
          </p:nvSpPr>
          <p:spPr>
            <a:xfrm>
              <a:off x="1497575" y="3087553"/>
              <a:ext cx="959679" cy="91950"/>
            </a:xfrm>
            <a:custGeom>
              <a:avLst/>
              <a:pathLst>
                <a:path w="959679" h="91950">
                  <a:moveTo>
                    <a:pt x="0" y="0"/>
                  </a:moveTo>
                  <a:lnTo>
                    <a:pt x="507018" y="48579"/>
                  </a:lnTo>
                  <a:lnTo>
                    <a:pt x="639786" y="61300"/>
                  </a:lnTo>
                  <a:lnTo>
                    <a:pt x="826911" y="79229"/>
                  </a:lnTo>
                  <a:lnTo>
                    <a:pt x="959679" y="9195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9" name="tx458"/>
            <p:cNvSpPr/>
            <p:nvPr/>
          </p:nvSpPr>
          <p:spPr>
            <a:xfrm>
              <a:off x="1977560" y="265246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0.325</a:t>
              </a:r>
            </a:p>
          </p:txBody>
        </p:sp>
        <p:sp>
          <p:nvSpPr>
            <p:cNvPr id="460" name="rc459"/>
            <p:cNvSpPr/>
            <p:nvPr/>
          </p:nvSpPr>
          <p:spPr>
            <a:xfrm>
              <a:off x="140492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61" name="pl460"/>
            <p:cNvSpPr/>
            <p:nvPr/>
          </p:nvSpPr>
          <p:spPr>
            <a:xfrm>
              <a:off x="140492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tx461"/>
            <p:cNvSpPr/>
            <p:nvPr/>
          </p:nvSpPr>
          <p:spPr>
            <a:xfrm rot="-5400000">
              <a:off x="1235360" y="33761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63" name="tx462"/>
            <p:cNvSpPr/>
            <p:nvPr/>
          </p:nvSpPr>
          <p:spPr>
            <a:xfrm rot="-5400000">
              <a:off x="1235360" y="31715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64" name="tx463"/>
            <p:cNvSpPr/>
            <p:nvPr/>
          </p:nvSpPr>
          <p:spPr>
            <a:xfrm rot="-5400000">
              <a:off x="1235360" y="29670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65" name="tx464"/>
            <p:cNvSpPr/>
            <p:nvPr/>
          </p:nvSpPr>
          <p:spPr>
            <a:xfrm rot="-5400000">
              <a:off x="1235360" y="276247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66" name="pl465"/>
            <p:cNvSpPr/>
            <p:nvPr/>
          </p:nvSpPr>
          <p:spPr>
            <a:xfrm>
              <a:off x="1376458" y="341258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6"/>
            <p:cNvSpPr/>
            <p:nvPr/>
          </p:nvSpPr>
          <p:spPr>
            <a:xfrm>
              <a:off x="1376458" y="32080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7"/>
            <p:cNvSpPr/>
            <p:nvPr/>
          </p:nvSpPr>
          <p:spPr>
            <a:xfrm>
              <a:off x="1376458" y="30034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8"/>
            <p:cNvSpPr/>
            <p:nvPr/>
          </p:nvSpPr>
          <p:spPr>
            <a:xfrm>
              <a:off x="1376458" y="27989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69"/>
            <p:cNvSpPr/>
            <p:nvPr/>
          </p:nvSpPr>
          <p:spPr>
            <a:xfrm>
              <a:off x="140492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0"/>
            <p:cNvSpPr/>
            <p:nvPr/>
          </p:nvSpPr>
          <p:spPr>
            <a:xfrm>
              <a:off x="149757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1"/>
            <p:cNvSpPr/>
            <p:nvPr/>
          </p:nvSpPr>
          <p:spPr>
            <a:xfrm>
              <a:off x="1817468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2"/>
            <p:cNvSpPr/>
            <p:nvPr/>
          </p:nvSpPr>
          <p:spPr>
            <a:xfrm>
              <a:off x="213736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3"/>
            <p:cNvSpPr/>
            <p:nvPr/>
          </p:nvSpPr>
          <p:spPr>
            <a:xfrm>
              <a:off x="245725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tx474"/>
            <p:cNvSpPr/>
            <p:nvPr/>
          </p:nvSpPr>
          <p:spPr>
            <a:xfrm rot="-5400000">
              <a:off x="1029178" y="3005543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476" name="tx475"/>
            <p:cNvSpPr/>
            <p:nvPr/>
          </p:nvSpPr>
          <p:spPr>
            <a:xfrm>
              <a:off x="1404926" y="2439248"/>
              <a:ext cx="3952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477" name="rc476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867182" y="316737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872877" y="300280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848233" y="312841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863623" y="313156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867031" y="32533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848647" y="31085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860794" y="320644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896933" y="31587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936027" y="327719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892677" y="329132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193174" y="33486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164755" y="33260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168954" y="32192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228232" y="33115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182232" y="32266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247573" y="30768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165597" y="333014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201332" y="33231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191937" y="32146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231712" y="31017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215800" y="317019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167050" y="33256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241444" y="304803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170946" y="32300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183079" y="31381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217561" y="31255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200842" y="29667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248403" y="306234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518773" y="307976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496907" y="33853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531247" y="311620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543288" y="328044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532632" y="33026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500382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545575" y="293342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487400" y="306824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501640" y="320651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552148" y="31507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500532" y="336249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525200" y="32737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542005" y="32667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512379" y="32810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521139" y="316138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539648" y="33148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551392" y="32481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558523" y="30359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545072" y="32088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540101" y="261780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43540" y="319330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819094" y="323303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75278" y="29423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871448" y="33163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91142" y="30171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839136" y="326838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63884" y="32431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816102" y="308346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839429" y="297127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889589" y="32830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83976" y="31442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846867" y="32178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73588" y="309345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885407" y="33072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89383" y="30498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824477" y="302736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47056" y="322198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879115" y="307279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48165" y="3031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868910" y="32061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69861" y="30340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870975" y="33328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15932" y="32711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812275" y="33791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28849" y="3123809"/>
              <a:ext cx="954932" cy="160716"/>
            </a:xfrm>
            <a:custGeom>
              <a:avLst/>
              <a:pathLst>
                <a:path w="954932" h="160716">
                  <a:moveTo>
                    <a:pt x="0" y="15490"/>
                  </a:moveTo>
                  <a:lnTo>
                    <a:pt x="504510" y="17599"/>
                  </a:lnTo>
                  <a:lnTo>
                    <a:pt x="636621" y="14418"/>
                  </a:lnTo>
                  <a:lnTo>
                    <a:pt x="822821" y="7052"/>
                  </a:lnTo>
                  <a:lnTo>
                    <a:pt x="954932" y="0"/>
                  </a:lnTo>
                  <a:lnTo>
                    <a:pt x="954932" y="130153"/>
                  </a:lnTo>
                  <a:lnTo>
                    <a:pt x="822821" y="129471"/>
                  </a:lnTo>
                  <a:lnTo>
                    <a:pt x="636621" y="131086"/>
                  </a:lnTo>
                  <a:lnTo>
                    <a:pt x="504510" y="134276"/>
                  </a:lnTo>
                  <a:lnTo>
                    <a:pt x="0" y="16071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51" name="pl550"/>
            <p:cNvSpPr/>
            <p:nvPr/>
          </p:nvSpPr>
          <p:spPr>
            <a:xfrm>
              <a:off x="2928849" y="3123809"/>
              <a:ext cx="954932" cy="17599"/>
            </a:xfrm>
            <a:custGeom>
              <a:avLst/>
              <a:pathLst>
                <a:path w="954932" h="17599">
                  <a:moveTo>
                    <a:pt x="0" y="15490"/>
                  </a:moveTo>
                  <a:lnTo>
                    <a:pt x="504510" y="17599"/>
                  </a:lnTo>
                  <a:lnTo>
                    <a:pt x="636621" y="14418"/>
                  </a:lnTo>
                  <a:lnTo>
                    <a:pt x="822821" y="7052"/>
                  </a:lnTo>
                  <a:lnTo>
                    <a:pt x="9549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2" name="pl551"/>
            <p:cNvSpPr/>
            <p:nvPr/>
          </p:nvSpPr>
          <p:spPr>
            <a:xfrm>
              <a:off x="2928849" y="3253281"/>
              <a:ext cx="954932" cy="31245"/>
            </a:xfrm>
            <a:custGeom>
              <a:avLst/>
              <a:pathLst>
                <a:path w="954932" h="31245">
                  <a:moveTo>
                    <a:pt x="954932" y="681"/>
                  </a:moveTo>
                  <a:lnTo>
                    <a:pt x="822821" y="0"/>
                  </a:lnTo>
                  <a:lnTo>
                    <a:pt x="636621" y="1614"/>
                  </a:lnTo>
                  <a:lnTo>
                    <a:pt x="504510" y="4805"/>
                  </a:lnTo>
                  <a:lnTo>
                    <a:pt x="0" y="31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53" name="pl552"/>
            <p:cNvSpPr/>
            <p:nvPr/>
          </p:nvSpPr>
          <p:spPr>
            <a:xfrm>
              <a:off x="2928849" y="3188886"/>
              <a:ext cx="954932" cy="23027"/>
            </a:xfrm>
            <a:custGeom>
              <a:avLst/>
              <a:pathLst>
                <a:path w="954932" h="23027">
                  <a:moveTo>
                    <a:pt x="0" y="23027"/>
                  </a:moveTo>
                  <a:lnTo>
                    <a:pt x="504510" y="10861"/>
                  </a:lnTo>
                  <a:lnTo>
                    <a:pt x="636621" y="7675"/>
                  </a:lnTo>
                  <a:lnTo>
                    <a:pt x="822821" y="3185"/>
                  </a:lnTo>
                  <a:lnTo>
                    <a:pt x="954932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54" name="tx553"/>
            <p:cNvSpPr/>
            <p:nvPr/>
          </p:nvSpPr>
          <p:spPr>
            <a:xfrm>
              <a:off x="3467638" y="2652508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0.53</a:t>
              </a:r>
            </a:p>
          </p:txBody>
        </p:sp>
        <p:sp>
          <p:nvSpPr>
            <p:cNvPr id="555" name="rc554"/>
            <p:cNvSpPr/>
            <p:nvPr/>
          </p:nvSpPr>
          <p:spPr>
            <a:xfrm>
              <a:off x="2833646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56" name="pl555"/>
            <p:cNvSpPr/>
            <p:nvPr/>
          </p:nvSpPr>
          <p:spPr>
            <a:xfrm>
              <a:off x="2833646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6"/>
            <p:cNvSpPr/>
            <p:nvPr/>
          </p:nvSpPr>
          <p:spPr>
            <a:xfrm>
              <a:off x="2805178" y="34553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7"/>
            <p:cNvSpPr/>
            <p:nvPr/>
          </p:nvSpPr>
          <p:spPr>
            <a:xfrm>
              <a:off x="2805178" y="32092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8"/>
            <p:cNvSpPr/>
            <p:nvPr/>
          </p:nvSpPr>
          <p:spPr>
            <a:xfrm>
              <a:off x="2805178" y="29631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59"/>
            <p:cNvSpPr/>
            <p:nvPr/>
          </p:nvSpPr>
          <p:spPr>
            <a:xfrm>
              <a:off x="2805178" y="271706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0"/>
            <p:cNvSpPr/>
            <p:nvPr/>
          </p:nvSpPr>
          <p:spPr>
            <a:xfrm>
              <a:off x="2833646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1"/>
            <p:cNvSpPr/>
            <p:nvPr/>
          </p:nvSpPr>
          <p:spPr>
            <a:xfrm>
              <a:off x="292884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2"/>
            <p:cNvSpPr/>
            <p:nvPr/>
          </p:nvSpPr>
          <p:spPr>
            <a:xfrm>
              <a:off x="3247160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3"/>
            <p:cNvSpPr/>
            <p:nvPr/>
          </p:nvSpPr>
          <p:spPr>
            <a:xfrm>
              <a:off x="3565471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4"/>
            <p:cNvSpPr/>
            <p:nvPr/>
          </p:nvSpPr>
          <p:spPr>
            <a:xfrm>
              <a:off x="388378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tx565"/>
            <p:cNvSpPr/>
            <p:nvPr/>
          </p:nvSpPr>
          <p:spPr>
            <a:xfrm>
              <a:off x="2833646" y="2439248"/>
              <a:ext cx="557418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67" name="rc566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297617" y="323305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4339414" y="278778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354185" y="305724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4324024" y="32480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315235" y="314660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4276952" y="31604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334350" y="291106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4300371" y="32438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309769" y="340932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4316833" y="322326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616917" y="33410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596926" y="261780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651754" y="311693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4598466" y="33018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673718" y="323583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4661080" y="31899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655627" y="32539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4633104" y="33627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613223" y="30576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4675424" y="316050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603907" y="29545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4661280" y="321947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629516" y="300161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4641496" y="31122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677770" y="32539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4659822" y="305252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682385" y="290707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676116" y="271049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932487" y="327953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4972623" y="320887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972863" y="303641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4915207" y="318726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000932" y="313268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4910983" y="33414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962183" y="330142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23483" y="31496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002596" y="313138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4953266" y="28902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991999" y="32181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949988" y="289502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910947" y="32544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950812" y="33579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911103" y="30952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989807" y="301016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954257" y="32972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978885" y="309751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942008" y="28826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966879" y="308659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5236560" y="30475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5239310" y="310157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5298126" y="32062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5302335" y="325352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5304297" y="323956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254919" y="32151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5313822" y="300565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319862" y="3069679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5250465" y="301665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5267542" y="28179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5298033" y="325408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5311083" y="29241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5278629" y="276593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5312976" y="332494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5259473" y="303618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5254951" y="326081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249495" y="27049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5238963" y="30626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5288548" y="297186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267929" y="313939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5265946" y="30661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5261505" y="323339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5231230" y="30051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280599" y="32589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4354696" y="3018855"/>
              <a:ext cx="959479" cy="228420"/>
            </a:xfrm>
            <a:custGeom>
              <a:avLst/>
              <a:pathLst>
                <a:path w="959479" h="228420">
                  <a:moveTo>
                    <a:pt x="0" y="40347"/>
                  </a:moveTo>
                  <a:lnTo>
                    <a:pt x="506913" y="31803"/>
                  </a:lnTo>
                  <a:lnTo>
                    <a:pt x="639653" y="24929"/>
                  </a:lnTo>
                  <a:lnTo>
                    <a:pt x="826739" y="11675"/>
                  </a:lnTo>
                  <a:lnTo>
                    <a:pt x="959479" y="0"/>
                  </a:lnTo>
                  <a:lnTo>
                    <a:pt x="959479" y="169329"/>
                  </a:lnTo>
                  <a:lnTo>
                    <a:pt x="826739" y="171410"/>
                  </a:lnTo>
                  <a:lnTo>
                    <a:pt x="639653" y="177546"/>
                  </a:lnTo>
                  <a:lnTo>
                    <a:pt x="506913" y="184428"/>
                  </a:lnTo>
                  <a:lnTo>
                    <a:pt x="0" y="22842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41" name="pl640"/>
            <p:cNvSpPr/>
            <p:nvPr/>
          </p:nvSpPr>
          <p:spPr>
            <a:xfrm>
              <a:off x="4354696" y="3018855"/>
              <a:ext cx="959479" cy="40347"/>
            </a:xfrm>
            <a:custGeom>
              <a:avLst/>
              <a:pathLst>
                <a:path w="959479" h="40347">
                  <a:moveTo>
                    <a:pt x="0" y="40347"/>
                  </a:moveTo>
                  <a:lnTo>
                    <a:pt x="506913" y="31803"/>
                  </a:lnTo>
                  <a:lnTo>
                    <a:pt x="639653" y="24929"/>
                  </a:lnTo>
                  <a:lnTo>
                    <a:pt x="826739" y="11675"/>
                  </a:lnTo>
                  <a:lnTo>
                    <a:pt x="959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2" name="pl641"/>
            <p:cNvSpPr/>
            <p:nvPr/>
          </p:nvSpPr>
          <p:spPr>
            <a:xfrm>
              <a:off x="4354696" y="3188184"/>
              <a:ext cx="959479" cy="59091"/>
            </a:xfrm>
            <a:custGeom>
              <a:avLst/>
              <a:pathLst>
                <a:path w="959479" h="59091">
                  <a:moveTo>
                    <a:pt x="959479" y="0"/>
                  </a:moveTo>
                  <a:lnTo>
                    <a:pt x="826739" y="2081"/>
                  </a:lnTo>
                  <a:lnTo>
                    <a:pt x="639653" y="8217"/>
                  </a:lnTo>
                  <a:lnTo>
                    <a:pt x="506913" y="15099"/>
                  </a:lnTo>
                  <a:lnTo>
                    <a:pt x="0" y="59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354696" y="3103520"/>
              <a:ext cx="959479" cy="49719"/>
            </a:xfrm>
            <a:custGeom>
              <a:avLst/>
              <a:pathLst>
                <a:path w="959479" h="49719">
                  <a:moveTo>
                    <a:pt x="0" y="49719"/>
                  </a:moveTo>
                  <a:lnTo>
                    <a:pt x="506913" y="23451"/>
                  </a:lnTo>
                  <a:lnTo>
                    <a:pt x="639653" y="16573"/>
                  </a:lnTo>
                  <a:lnTo>
                    <a:pt x="826739" y="6878"/>
                  </a:lnTo>
                  <a:lnTo>
                    <a:pt x="959479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4" name="tx643"/>
            <p:cNvSpPr/>
            <p:nvPr/>
          </p:nvSpPr>
          <p:spPr>
            <a:xfrm>
              <a:off x="4834481" y="265249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0.288</a:t>
              </a:r>
            </a:p>
          </p:txBody>
        </p:sp>
        <p:sp>
          <p:nvSpPr>
            <p:cNvPr id="645" name="rc644"/>
            <p:cNvSpPr/>
            <p:nvPr/>
          </p:nvSpPr>
          <p:spPr>
            <a:xfrm>
              <a:off x="4262365" y="2615788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4262365" y="2615788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6"/>
            <p:cNvSpPr/>
            <p:nvPr/>
          </p:nvSpPr>
          <p:spPr>
            <a:xfrm>
              <a:off x="4233897" y="327453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7"/>
            <p:cNvSpPr/>
            <p:nvPr/>
          </p:nvSpPr>
          <p:spPr>
            <a:xfrm>
              <a:off x="4233897" y="30283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4233897" y="27822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49"/>
            <p:cNvSpPr/>
            <p:nvPr/>
          </p:nvSpPr>
          <p:spPr>
            <a:xfrm>
              <a:off x="4262365" y="3486463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0"/>
            <p:cNvSpPr/>
            <p:nvPr/>
          </p:nvSpPr>
          <p:spPr>
            <a:xfrm>
              <a:off x="4354696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4674522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2"/>
            <p:cNvSpPr/>
            <p:nvPr/>
          </p:nvSpPr>
          <p:spPr>
            <a:xfrm>
              <a:off x="4994349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3"/>
            <p:cNvSpPr/>
            <p:nvPr/>
          </p:nvSpPr>
          <p:spPr>
            <a:xfrm>
              <a:off x="5314175" y="348646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tx654"/>
            <p:cNvSpPr/>
            <p:nvPr/>
          </p:nvSpPr>
          <p:spPr>
            <a:xfrm>
              <a:off x="4262365" y="2439248"/>
              <a:ext cx="458571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56" name="rc655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441228" y="439759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460639" y="454581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482278" y="453137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450315" y="421892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419513" y="458013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433870" y="44808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451434" y="466082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468395" y="46260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429531" y="43419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426938" y="445718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807847" y="45648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1798706" y="43671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01687" y="44132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760300" y="47055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37449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781678" y="407427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817059" y="455985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1734849" y="47103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1786671" y="46739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1802606" y="455539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1816772" y="45168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768407" y="46400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734902" y="460062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812549" y="45646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817985" y="46501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1738651" y="44947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1792049" y="46292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1773057" y="453307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2105720" y="440761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14426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061792" y="451165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90409" y="46269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2093814" y="42987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069606" y="45356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2073875" y="43617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059157" y="458719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2082212" y="447002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2070916" y="45524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84072" y="46037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105889" y="41648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140159" y="455134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105356" y="464547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75925" y="421867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132136" y="432099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10953" y="447659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062901" y="468338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084315" y="45491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8495" y="446361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459544" y="45216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410257" y="45187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453410" y="453732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454231" y="46056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428190" y="45005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448557" y="447333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390767" y="444592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428267" y="451433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430517" y="46097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443681" y="43804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462423" y="46215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381279" y="45315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400667" y="458132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400134" y="46967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440964" y="460725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421848" y="464208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452102" y="459157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452629" y="44892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389164" y="461974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427346" y="445128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436437" y="45598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407967" y="44655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383128" y="45288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423642" y="46479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1496010" y="4430145"/>
              <a:ext cx="958360" cy="206670"/>
            </a:xfrm>
            <a:custGeom>
              <a:avLst/>
              <a:pathLst>
                <a:path w="958360" h="206670">
                  <a:moveTo>
                    <a:pt x="0" y="0"/>
                  </a:moveTo>
                  <a:lnTo>
                    <a:pt x="506321" y="58143"/>
                  </a:lnTo>
                  <a:lnTo>
                    <a:pt x="638907" y="67844"/>
                  </a:lnTo>
                  <a:lnTo>
                    <a:pt x="825775" y="77021"/>
                  </a:lnTo>
                  <a:lnTo>
                    <a:pt x="958360" y="80884"/>
                  </a:lnTo>
                  <a:lnTo>
                    <a:pt x="958360" y="206670"/>
                  </a:lnTo>
                  <a:lnTo>
                    <a:pt x="825775" y="191200"/>
                  </a:lnTo>
                  <a:lnTo>
                    <a:pt x="638907" y="173127"/>
                  </a:lnTo>
                  <a:lnTo>
                    <a:pt x="506321" y="163496"/>
                  </a:lnTo>
                  <a:lnTo>
                    <a:pt x="0" y="14780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730" name="pl729"/>
            <p:cNvSpPr/>
            <p:nvPr/>
          </p:nvSpPr>
          <p:spPr>
            <a:xfrm>
              <a:off x="1496010" y="4430145"/>
              <a:ext cx="958360" cy="80884"/>
            </a:xfrm>
            <a:custGeom>
              <a:avLst/>
              <a:pathLst>
                <a:path w="958360" h="80884">
                  <a:moveTo>
                    <a:pt x="0" y="0"/>
                  </a:moveTo>
                  <a:lnTo>
                    <a:pt x="506321" y="58143"/>
                  </a:lnTo>
                  <a:lnTo>
                    <a:pt x="638907" y="67844"/>
                  </a:lnTo>
                  <a:lnTo>
                    <a:pt x="825775" y="77021"/>
                  </a:lnTo>
                  <a:lnTo>
                    <a:pt x="958360" y="80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1" name="pl730"/>
            <p:cNvSpPr/>
            <p:nvPr/>
          </p:nvSpPr>
          <p:spPr>
            <a:xfrm>
              <a:off x="1496010" y="4577954"/>
              <a:ext cx="958360" cy="58861"/>
            </a:xfrm>
            <a:custGeom>
              <a:avLst/>
              <a:pathLst>
                <a:path w="958360" h="58861">
                  <a:moveTo>
                    <a:pt x="958360" y="58861"/>
                  </a:moveTo>
                  <a:lnTo>
                    <a:pt x="825775" y="43391"/>
                  </a:lnTo>
                  <a:lnTo>
                    <a:pt x="638907" y="25319"/>
                  </a:lnTo>
                  <a:lnTo>
                    <a:pt x="506321" y="15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2" name="pl731"/>
            <p:cNvSpPr/>
            <p:nvPr/>
          </p:nvSpPr>
          <p:spPr>
            <a:xfrm>
              <a:off x="1496010" y="4504049"/>
              <a:ext cx="958360" cy="69873"/>
            </a:xfrm>
            <a:custGeom>
              <a:avLst/>
              <a:pathLst>
                <a:path w="958360" h="69873">
                  <a:moveTo>
                    <a:pt x="0" y="0"/>
                  </a:moveTo>
                  <a:lnTo>
                    <a:pt x="506321" y="36915"/>
                  </a:lnTo>
                  <a:lnTo>
                    <a:pt x="638907" y="46582"/>
                  </a:lnTo>
                  <a:lnTo>
                    <a:pt x="825775" y="60206"/>
                  </a:lnTo>
                  <a:lnTo>
                    <a:pt x="958360" y="69873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33" name="tx732"/>
            <p:cNvSpPr/>
            <p:nvPr/>
          </p:nvSpPr>
          <p:spPr>
            <a:xfrm>
              <a:off x="1974677" y="3981198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0.115</a:t>
              </a:r>
            </a:p>
          </p:txBody>
        </p:sp>
        <p:sp>
          <p:nvSpPr>
            <p:cNvPr id="734" name="rc733"/>
            <p:cNvSpPr/>
            <p:nvPr/>
          </p:nvSpPr>
          <p:spPr>
            <a:xfrm>
              <a:off x="140492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35" name="pl734"/>
            <p:cNvSpPr/>
            <p:nvPr/>
          </p:nvSpPr>
          <p:spPr>
            <a:xfrm>
              <a:off x="140492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5"/>
            <p:cNvSpPr/>
            <p:nvPr/>
          </p:nvSpPr>
          <p:spPr>
            <a:xfrm rot="-5400000">
              <a:off x="1235360" y="470163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37" name="tx736"/>
            <p:cNvSpPr/>
            <p:nvPr/>
          </p:nvSpPr>
          <p:spPr>
            <a:xfrm rot="-5400000">
              <a:off x="1235360" y="442464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38" name="tx737"/>
            <p:cNvSpPr/>
            <p:nvPr/>
          </p:nvSpPr>
          <p:spPr>
            <a:xfrm rot="-5400000">
              <a:off x="1235360" y="414764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39" name="pl738"/>
            <p:cNvSpPr/>
            <p:nvPr/>
          </p:nvSpPr>
          <p:spPr>
            <a:xfrm>
              <a:off x="1376458" y="47380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39"/>
            <p:cNvSpPr/>
            <p:nvPr/>
          </p:nvSpPr>
          <p:spPr>
            <a:xfrm>
              <a:off x="1376458" y="44610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0"/>
            <p:cNvSpPr/>
            <p:nvPr/>
          </p:nvSpPr>
          <p:spPr>
            <a:xfrm>
              <a:off x="1376458" y="418408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1"/>
            <p:cNvSpPr/>
            <p:nvPr/>
          </p:nvSpPr>
          <p:spPr>
            <a:xfrm>
              <a:off x="140492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2"/>
            <p:cNvSpPr/>
            <p:nvPr/>
          </p:nvSpPr>
          <p:spPr>
            <a:xfrm>
              <a:off x="149601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3"/>
            <p:cNvSpPr/>
            <p:nvPr/>
          </p:nvSpPr>
          <p:spPr>
            <a:xfrm>
              <a:off x="181546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4"/>
            <p:cNvSpPr/>
            <p:nvPr/>
          </p:nvSpPr>
          <p:spPr>
            <a:xfrm>
              <a:off x="2134917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5"/>
            <p:cNvSpPr/>
            <p:nvPr/>
          </p:nvSpPr>
          <p:spPr>
            <a:xfrm>
              <a:off x="245437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tx746"/>
            <p:cNvSpPr/>
            <p:nvPr/>
          </p:nvSpPr>
          <p:spPr>
            <a:xfrm>
              <a:off x="146775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8" name="tx747"/>
            <p:cNvSpPr/>
            <p:nvPr/>
          </p:nvSpPr>
          <p:spPr>
            <a:xfrm>
              <a:off x="178720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49" name="tx748"/>
            <p:cNvSpPr/>
            <p:nvPr/>
          </p:nvSpPr>
          <p:spPr>
            <a:xfrm>
              <a:off x="2106662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50" name="tx749"/>
            <p:cNvSpPr/>
            <p:nvPr/>
          </p:nvSpPr>
          <p:spPr>
            <a:xfrm>
              <a:off x="242611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51" name="tx750"/>
            <p:cNvSpPr/>
            <p:nvPr/>
          </p:nvSpPr>
          <p:spPr>
            <a:xfrm>
              <a:off x="171746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52" name="tx751"/>
            <p:cNvSpPr/>
            <p:nvPr/>
          </p:nvSpPr>
          <p:spPr>
            <a:xfrm rot="-5400000">
              <a:off x="1029178" y="4334277"/>
              <a:ext cx="19751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53" name="tx752"/>
            <p:cNvSpPr/>
            <p:nvPr/>
          </p:nvSpPr>
          <p:spPr>
            <a:xfrm>
              <a:off x="1404926" y="3767982"/>
              <a:ext cx="45143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54" name="rc753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925231" y="432325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2858814" y="41216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898275" y="436646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2848233" y="433887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901230" y="402858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2882432" y="430653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877125" y="457933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77021" y="44904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896631" y="43351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882386" y="398386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3174052" y="473806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3196893" y="429147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3173557" y="436596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3245861" y="46581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3207163" y="436971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221764" y="44806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3214623" y="45416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3166462" y="45931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3198345" y="44366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3187446" y="420830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3166071" y="417770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3179561" y="45321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3231633" y="442480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3209380" y="44553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226558" y="436919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3249057" y="41398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45047" y="449849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3207227" y="402942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3541366" y="41083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3561225" y="439997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3497037" y="434713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3514265" y="448875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3526582" y="44697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3557291" y="45490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3505493" y="429568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3541751" y="42134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3556932" y="42228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3526167" y="42600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3552043" y="436678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3514494" y="405784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3562508" y="456323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560813" y="464223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3565443" y="43250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3540782" y="41726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3569189" y="43754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3512656" y="46437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3565270" y="39465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3508481" y="427738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3855375" y="449581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3846290" y="437362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3882264" y="449035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3833361" y="44771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3819252" y="45405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3812582" y="433209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3841393" y="444647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3845881" y="470958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3822022" y="43792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3833590" y="453540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3836437" y="45427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3884680" y="44295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3852167" y="43556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3867200" y="460354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3848397" y="454740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3891142" y="456771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3872335" y="418301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3832546" y="428696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3874937" y="457339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3858499" y="44244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3843180" y="430958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3876357" y="433596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3874998" y="42953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3836822" y="448609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923940" y="4246746"/>
              <a:ext cx="959061" cy="283732"/>
            </a:xfrm>
            <a:custGeom>
              <a:avLst/>
              <a:pathLst>
                <a:path w="959061" h="283732">
                  <a:moveTo>
                    <a:pt x="0" y="0"/>
                  </a:moveTo>
                  <a:lnTo>
                    <a:pt x="506692" y="86025"/>
                  </a:lnTo>
                  <a:lnTo>
                    <a:pt x="639374" y="102323"/>
                  </a:lnTo>
                  <a:lnTo>
                    <a:pt x="826379" y="120285"/>
                  </a:lnTo>
                  <a:lnTo>
                    <a:pt x="959061" y="130029"/>
                  </a:lnTo>
                  <a:lnTo>
                    <a:pt x="959061" y="283732"/>
                  </a:lnTo>
                  <a:lnTo>
                    <a:pt x="826379" y="260943"/>
                  </a:lnTo>
                  <a:lnTo>
                    <a:pt x="639374" y="233052"/>
                  </a:lnTo>
                  <a:lnTo>
                    <a:pt x="506692" y="216817"/>
                  </a:lnTo>
                  <a:lnTo>
                    <a:pt x="0" y="17860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7"/>
            <p:cNvSpPr/>
            <p:nvPr/>
          </p:nvSpPr>
          <p:spPr>
            <a:xfrm>
              <a:off x="2923940" y="4246746"/>
              <a:ext cx="959061" cy="130029"/>
            </a:xfrm>
            <a:custGeom>
              <a:avLst/>
              <a:pathLst>
                <a:path w="959061" h="130029">
                  <a:moveTo>
                    <a:pt x="0" y="0"/>
                  </a:moveTo>
                  <a:lnTo>
                    <a:pt x="506692" y="86025"/>
                  </a:lnTo>
                  <a:lnTo>
                    <a:pt x="639374" y="102323"/>
                  </a:lnTo>
                  <a:lnTo>
                    <a:pt x="826379" y="120285"/>
                  </a:lnTo>
                  <a:lnTo>
                    <a:pt x="959061" y="130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29" name="pl828"/>
            <p:cNvSpPr/>
            <p:nvPr/>
          </p:nvSpPr>
          <p:spPr>
            <a:xfrm>
              <a:off x="2923940" y="4425350"/>
              <a:ext cx="959061" cy="105129"/>
            </a:xfrm>
            <a:custGeom>
              <a:avLst/>
              <a:pathLst>
                <a:path w="959061" h="105129">
                  <a:moveTo>
                    <a:pt x="959061" y="105129"/>
                  </a:moveTo>
                  <a:lnTo>
                    <a:pt x="826379" y="82339"/>
                  </a:lnTo>
                  <a:lnTo>
                    <a:pt x="639374" y="54448"/>
                  </a:lnTo>
                  <a:lnTo>
                    <a:pt x="506692" y="38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30" name="pl829"/>
            <p:cNvSpPr/>
            <p:nvPr/>
          </p:nvSpPr>
          <p:spPr>
            <a:xfrm>
              <a:off x="2923940" y="4336048"/>
              <a:ext cx="959061" cy="117579"/>
            </a:xfrm>
            <a:custGeom>
              <a:avLst/>
              <a:pathLst>
                <a:path w="959061" h="117579">
                  <a:moveTo>
                    <a:pt x="0" y="0"/>
                  </a:moveTo>
                  <a:lnTo>
                    <a:pt x="506692" y="62119"/>
                  </a:lnTo>
                  <a:lnTo>
                    <a:pt x="639374" y="78386"/>
                  </a:lnTo>
                  <a:lnTo>
                    <a:pt x="826379" y="101312"/>
                  </a:lnTo>
                  <a:lnTo>
                    <a:pt x="959061" y="11757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tx830"/>
            <p:cNvSpPr/>
            <p:nvPr/>
          </p:nvSpPr>
          <p:spPr>
            <a:xfrm>
              <a:off x="3403307" y="398121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0.025</a:t>
              </a:r>
            </a:p>
          </p:txBody>
        </p:sp>
        <p:sp>
          <p:nvSpPr>
            <p:cNvPr id="832" name="rc831"/>
            <p:cNvSpPr/>
            <p:nvPr/>
          </p:nvSpPr>
          <p:spPr>
            <a:xfrm>
              <a:off x="2833646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33" name="pl832"/>
            <p:cNvSpPr/>
            <p:nvPr/>
          </p:nvSpPr>
          <p:spPr>
            <a:xfrm>
              <a:off x="2833646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3"/>
            <p:cNvSpPr/>
            <p:nvPr/>
          </p:nvSpPr>
          <p:spPr>
            <a:xfrm>
              <a:off x="2805178" y="474434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4"/>
            <p:cNvSpPr/>
            <p:nvPr/>
          </p:nvSpPr>
          <p:spPr>
            <a:xfrm>
              <a:off x="2805178" y="44722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5"/>
            <p:cNvSpPr/>
            <p:nvPr/>
          </p:nvSpPr>
          <p:spPr>
            <a:xfrm>
              <a:off x="2805178" y="42000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6"/>
            <p:cNvSpPr/>
            <p:nvPr/>
          </p:nvSpPr>
          <p:spPr>
            <a:xfrm>
              <a:off x="2833646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7"/>
            <p:cNvSpPr/>
            <p:nvPr/>
          </p:nvSpPr>
          <p:spPr>
            <a:xfrm>
              <a:off x="292394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8"/>
            <p:cNvSpPr/>
            <p:nvPr/>
          </p:nvSpPr>
          <p:spPr>
            <a:xfrm>
              <a:off x="3243627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39"/>
            <p:cNvSpPr/>
            <p:nvPr/>
          </p:nvSpPr>
          <p:spPr>
            <a:xfrm>
              <a:off x="3563314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0"/>
            <p:cNvSpPr/>
            <p:nvPr/>
          </p:nvSpPr>
          <p:spPr>
            <a:xfrm>
              <a:off x="388300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tx841"/>
            <p:cNvSpPr/>
            <p:nvPr/>
          </p:nvSpPr>
          <p:spPr>
            <a:xfrm>
              <a:off x="2895685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43" name="tx842"/>
            <p:cNvSpPr/>
            <p:nvPr/>
          </p:nvSpPr>
          <p:spPr>
            <a:xfrm>
              <a:off x="3215372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44" name="tx843"/>
            <p:cNvSpPr/>
            <p:nvPr/>
          </p:nvSpPr>
          <p:spPr>
            <a:xfrm>
              <a:off x="3535059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5" name="tx844"/>
            <p:cNvSpPr/>
            <p:nvPr/>
          </p:nvSpPr>
          <p:spPr>
            <a:xfrm>
              <a:off x="385474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46" name="tx845"/>
            <p:cNvSpPr/>
            <p:nvPr/>
          </p:nvSpPr>
          <p:spPr>
            <a:xfrm>
              <a:off x="3146185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47" name="tx846"/>
            <p:cNvSpPr/>
            <p:nvPr/>
          </p:nvSpPr>
          <p:spPr>
            <a:xfrm>
              <a:off x="2833646" y="3767982"/>
              <a:ext cx="33869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48" name="rc847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295212" y="46188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334747" y="45235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283969" y="463343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276952" y="40577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312359" y="444809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296256" y="429834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348381" y="473806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277503" y="452041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296216" y="443673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345378" y="41995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658098" y="442695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677761" y="424370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620686" y="462198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657855" y="46649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607638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613795" y="40770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648972" y="470703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623127" y="46460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632643" y="467375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677504" y="46112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614487" y="458217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634916" y="46881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594411" y="45083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641563" y="453377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618033" y="436171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674217" y="444441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634153" y="46909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617732" y="459847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960555" y="462107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938163" y="45870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978502" y="458524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966076" y="456114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975353" y="45706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5002581" y="46243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984516" y="46062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986881" y="439406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919016" y="465616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919419" y="44679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932801" y="464234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932726" y="450408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4963982" y="463262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4943470" y="466153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5001999" y="43257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4932090" y="460033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4915374" y="44294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4972841" y="453950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4924416" y="446246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4912859" y="446921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5288267" y="46876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5319862" y="455259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5282166" y="443089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5279512" y="45433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5290486" y="445487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5280697" y="45988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5229431" y="45218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5234607" y="46092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5255770" y="44038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5297121" y="442530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5254438" y="45579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5246810" y="46336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5291627" y="451760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5256490" y="46412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5261772" y="4513075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5290723" y="46761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5264380" y="434157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5307067" y="463191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5302487" y="459890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5264708" y="45209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5255969" y="446927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5274022" y="45334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5292144" y="456939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5264589" y="46179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4359181" y="4360038"/>
              <a:ext cx="952982" cy="373187"/>
            </a:xfrm>
            <a:custGeom>
              <a:avLst/>
              <a:pathLst>
                <a:path w="952982" h="373187">
                  <a:moveTo>
                    <a:pt x="0" y="0"/>
                  </a:moveTo>
                  <a:lnTo>
                    <a:pt x="503480" y="121855"/>
                  </a:lnTo>
                  <a:lnTo>
                    <a:pt x="635321" y="128429"/>
                  </a:lnTo>
                  <a:lnTo>
                    <a:pt x="821140" y="119691"/>
                  </a:lnTo>
                  <a:lnTo>
                    <a:pt x="952982" y="106779"/>
                  </a:lnTo>
                  <a:lnTo>
                    <a:pt x="952982" y="373187"/>
                  </a:lnTo>
                  <a:lnTo>
                    <a:pt x="821140" y="334749"/>
                  </a:lnTo>
                  <a:lnTo>
                    <a:pt x="635321" y="290035"/>
                  </a:lnTo>
                  <a:lnTo>
                    <a:pt x="503480" y="271084"/>
                  </a:lnTo>
                  <a:lnTo>
                    <a:pt x="0" y="29546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4359181" y="4360038"/>
              <a:ext cx="952982" cy="128429"/>
            </a:xfrm>
            <a:custGeom>
              <a:avLst/>
              <a:pathLst>
                <a:path w="952982" h="128429">
                  <a:moveTo>
                    <a:pt x="0" y="0"/>
                  </a:moveTo>
                  <a:lnTo>
                    <a:pt x="503480" y="121855"/>
                  </a:lnTo>
                  <a:lnTo>
                    <a:pt x="635321" y="128429"/>
                  </a:lnTo>
                  <a:lnTo>
                    <a:pt x="821140" y="119691"/>
                  </a:lnTo>
                  <a:lnTo>
                    <a:pt x="952982" y="1067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4359181" y="4631122"/>
              <a:ext cx="952982" cy="102103"/>
            </a:xfrm>
            <a:custGeom>
              <a:avLst/>
              <a:pathLst>
                <a:path w="952982" h="102103">
                  <a:moveTo>
                    <a:pt x="952982" y="102103"/>
                  </a:moveTo>
                  <a:lnTo>
                    <a:pt x="821140" y="63665"/>
                  </a:lnTo>
                  <a:lnTo>
                    <a:pt x="635321" y="18951"/>
                  </a:lnTo>
                  <a:lnTo>
                    <a:pt x="503480" y="0"/>
                  </a:lnTo>
                  <a:lnTo>
                    <a:pt x="0" y="24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4359181" y="4507769"/>
              <a:ext cx="952982" cy="92252"/>
            </a:xfrm>
            <a:custGeom>
              <a:avLst/>
              <a:pathLst>
                <a:path w="952982" h="92252">
                  <a:moveTo>
                    <a:pt x="0" y="0"/>
                  </a:moveTo>
                  <a:lnTo>
                    <a:pt x="503480" y="48738"/>
                  </a:lnTo>
                  <a:lnTo>
                    <a:pt x="635321" y="61501"/>
                  </a:lnTo>
                  <a:lnTo>
                    <a:pt x="821140" y="79489"/>
                  </a:lnTo>
                  <a:lnTo>
                    <a:pt x="952982" y="9225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5" name="tx924"/>
            <p:cNvSpPr/>
            <p:nvPr/>
          </p:nvSpPr>
          <p:spPr>
            <a:xfrm>
              <a:off x="4832469" y="3981236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0.457</a:t>
              </a:r>
            </a:p>
          </p:txBody>
        </p:sp>
        <p:sp>
          <p:nvSpPr>
            <p:cNvPr id="926" name="rc925"/>
            <p:cNvSpPr/>
            <p:nvPr/>
          </p:nvSpPr>
          <p:spPr>
            <a:xfrm>
              <a:off x="426236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426236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4233897" y="47317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4233897" y="45423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29"/>
            <p:cNvSpPr/>
            <p:nvPr/>
          </p:nvSpPr>
          <p:spPr>
            <a:xfrm>
              <a:off x="4233897" y="435297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0"/>
            <p:cNvSpPr/>
            <p:nvPr/>
          </p:nvSpPr>
          <p:spPr>
            <a:xfrm>
              <a:off x="4233897" y="41636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1"/>
            <p:cNvSpPr/>
            <p:nvPr/>
          </p:nvSpPr>
          <p:spPr>
            <a:xfrm>
              <a:off x="4233897" y="397423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2"/>
            <p:cNvSpPr/>
            <p:nvPr/>
          </p:nvSpPr>
          <p:spPr>
            <a:xfrm>
              <a:off x="426236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3"/>
            <p:cNvSpPr/>
            <p:nvPr/>
          </p:nvSpPr>
          <p:spPr>
            <a:xfrm>
              <a:off x="435918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4"/>
            <p:cNvSpPr/>
            <p:nvPr/>
          </p:nvSpPr>
          <p:spPr>
            <a:xfrm>
              <a:off x="4676841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4994502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6"/>
            <p:cNvSpPr/>
            <p:nvPr/>
          </p:nvSpPr>
          <p:spPr>
            <a:xfrm>
              <a:off x="531216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tx937"/>
            <p:cNvSpPr/>
            <p:nvPr/>
          </p:nvSpPr>
          <p:spPr>
            <a:xfrm>
              <a:off x="433092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464858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4966247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528390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457490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4262365" y="3767982"/>
              <a:ext cx="41623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44" name="rc943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5778989" y="451096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5767196" y="455857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5705672" y="460288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5742553" y="43140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5771428" y="45359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5756308" y="43336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5714699" y="47061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5767008" y="460301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5713373" y="43435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5745850" y="427397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6105473" y="447196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6092977" y="431437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6030452" y="457637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6044842" y="469775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6073471" y="394654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6107769" y="401090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6097558" y="46544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6050553" y="47201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6036892" y="47107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6044796" y="462563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6073694" y="46622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6070203" y="46907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6030463" y="46678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6107567" y="466250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6071551" y="462761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6094055" y="456066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6046749" y="470976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6071224" y="458723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6352137" y="457798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6384148" y="47211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6425280" y="465660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6414332" y="46814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6359287" y="45094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6381581" y="46124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6361030" y="447673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6353711" y="457798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6416566" y="46216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6405945" y="454090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6404338" y="46892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6363746" y="435060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6417179" y="46536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6406217" y="469316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6393777" y="429652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6412324" y="452924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6425060" y="44672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6420975" y="464624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6405075" y="458083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6389785" y="447658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6697151" y="46292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6712662" y="460200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6685744" y="453573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6704672" y="462175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6721535" y="45073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6701684" y="458373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6700839" y="45377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6664198" y="456437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6748581" y="459809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6668924" y="439953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6675141" y="467590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6734666" y="460867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6720734" y="461135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6691009" y="469881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6668795" y="456865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6737891" y="46988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6727955" y="450006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6698493" y="46014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6671368" y="461073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6675237" y="455039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6657918" y="45860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6748387" y="45709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6724788" y="45927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6692691" y="46830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5786868" y="4389350"/>
              <a:ext cx="953798" cy="386271"/>
            </a:xfrm>
            <a:custGeom>
              <a:avLst/>
              <a:pathLst>
                <a:path w="953798" h="386271">
                  <a:moveTo>
                    <a:pt x="0" y="0"/>
                  </a:moveTo>
                  <a:lnTo>
                    <a:pt x="503911" y="126007"/>
                  </a:lnTo>
                  <a:lnTo>
                    <a:pt x="635865" y="130716"/>
                  </a:lnTo>
                  <a:lnTo>
                    <a:pt x="821844" y="117999"/>
                  </a:lnTo>
                  <a:lnTo>
                    <a:pt x="953798" y="102109"/>
                  </a:lnTo>
                  <a:lnTo>
                    <a:pt x="953798" y="386271"/>
                  </a:lnTo>
                  <a:lnTo>
                    <a:pt x="821844" y="345752"/>
                  </a:lnTo>
                  <a:lnTo>
                    <a:pt x="635865" y="298323"/>
                  </a:lnTo>
                  <a:lnTo>
                    <a:pt x="503911" y="278403"/>
                  </a:lnTo>
                  <a:lnTo>
                    <a:pt x="0" y="31035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l1017"/>
            <p:cNvSpPr/>
            <p:nvPr/>
          </p:nvSpPr>
          <p:spPr>
            <a:xfrm>
              <a:off x="5786868" y="4389350"/>
              <a:ext cx="953798" cy="130716"/>
            </a:xfrm>
            <a:custGeom>
              <a:avLst/>
              <a:pathLst>
                <a:path w="953798" h="130716">
                  <a:moveTo>
                    <a:pt x="0" y="0"/>
                  </a:moveTo>
                  <a:lnTo>
                    <a:pt x="503911" y="126007"/>
                  </a:lnTo>
                  <a:lnTo>
                    <a:pt x="635865" y="130716"/>
                  </a:lnTo>
                  <a:lnTo>
                    <a:pt x="821844" y="117999"/>
                  </a:lnTo>
                  <a:lnTo>
                    <a:pt x="953798" y="1021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9" name="pl1018"/>
            <p:cNvSpPr/>
            <p:nvPr/>
          </p:nvSpPr>
          <p:spPr>
            <a:xfrm>
              <a:off x="5786868" y="4667753"/>
              <a:ext cx="953798" cy="107867"/>
            </a:xfrm>
            <a:custGeom>
              <a:avLst/>
              <a:pathLst>
                <a:path w="953798" h="107867">
                  <a:moveTo>
                    <a:pt x="953798" y="107867"/>
                  </a:moveTo>
                  <a:lnTo>
                    <a:pt x="821844" y="67349"/>
                  </a:lnTo>
                  <a:lnTo>
                    <a:pt x="635865" y="19919"/>
                  </a:lnTo>
                  <a:lnTo>
                    <a:pt x="503911" y="0"/>
                  </a:lnTo>
                  <a:lnTo>
                    <a:pt x="0" y="319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0" name="pl1019"/>
            <p:cNvSpPr/>
            <p:nvPr/>
          </p:nvSpPr>
          <p:spPr>
            <a:xfrm>
              <a:off x="5786868" y="4544528"/>
              <a:ext cx="953798" cy="89012"/>
            </a:xfrm>
            <a:custGeom>
              <a:avLst/>
              <a:pathLst>
                <a:path w="953798" h="89012">
                  <a:moveTo>
                    <a:pt x="0" y="0"/>
                  </a:moveTo>
                  <a:lnTo>
                    <a:pt x="503911" y="47027"/>
                  </a:lnTo>
                  <a:lnTo>
                    <a:pt x="635865" y="59341"/>
                  </a:lnTo>
                  <a:lnTo>
                    <a:pt x="821844" y="76697"/>
                  </a:lnTo>
                  <a:lnTo>
                    <a:pt x="953798" y="89012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21" name="tx1020"/>
            <p:cNvSpPr/>
            <p:nvPr/>
          </p:nvSpPr>
          <p:spPr>
            <a:xfrm>
              <a:off x="6260972" y="3981233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0.499</a:t>
              </a:r>
            </a:p>
          </p:txBody>
        </p:sp>
        <p:sp>
          <p:nvSpPr>
            <p:cNvPr id="1022" name="rc1021"/>
            <p:cNvSpPr/>
            <p:nvPr/>
          </p:nvSpPr>
          <p:spPr>
            <a:xfrm>
              <a:off x="5691085" y="3944522"/>
              <a:ext cx="1147200" cy="87067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23" name="pl1022"/>
            <p:cNvSpPr/>
            <p:nvPr/>
          </p:nvSpPr>
          <p:spPr>
            <a:xfrm>
              <a:off x="5691085" y="3944522"/>
              <a:ext cx="0" cy="870674"/>
            </a:xfrm>
            <a:custGeom>
              <a:avLst/>
              <a:pathLst>
                <a:path w="0" h="870674">
                  <a:moveTo>
                    <a:pt x="0" y="870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3"/>
            <p:cNvSpPr/>
            <p:nvPr/>
          </p:nvSpPr>
          <p:spPr>
            <a:xfrm>
              <a:off x="5662616" y="46249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4"/>
            <p:cNvSpPr/>
            <p:nvPr/>
          </p:nvSpPr>
          <p:spPr>
            <a:xfrm>
              <a:off x="5662616" y="43353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5"/>
            <p:cNvSpPr/>
            <p:nvPr/>
          </p:nvSpPr>
          <p:spPr>
            <a:xfrm>
              <a:off x="5662616" y="40458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6"/>
            <p:cNvSpPr/>
            <p:nvPr/>
          </p:nvSpPr>
          <p:spPr>
            <a:xfrm>
              <a:off x="5691085" y="4815197"/>
              <a:ext cx="1147200" cy="0"/>
            </a:xfrm>
            <a:custGeom>
              <a:avLst/>
              <a:pathLst>
                <a:path w="1147200" h="0">
                  <a:moveTo>
                    <a:pt x="0" y="0"/>
                  </a:moveTo>
                  <a:lnTo>
                    <a:pt x="114720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7"/>
            <p:cNvSpPr/>
            <p:nvPr/>
          </p:nvSpPr>
          <p:spPr>
            <a:xfrm>
              <a:off x="5786868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8"/>
            <p:cNvSpPr/>
            <p:nvPr/>
          </p:nvSpPr>
          <p:spPr>
            <a:xfrm>
              <a:off x="6104800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29"/>
            <p:cNvSpPr/>
            <p:nvPr/>
          </p:nvSpPr>
          <p:spPr>
            <a:xfrm>
              <a:off x="6422733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0"/>
            <p:cNvSpPr/>
            <p:nvPr/>
          </p:nvSpPr>
          <p:spPr>
            <a:xfrm>
              <a:off x="6740666" y="48151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tx1031"/>
            <p:cNvSpPr/>
            <p:nvPr/>
          </p:nvSpPr>
          <p:spPr>
            <a:xfrm>
              <a:off x="5758613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33" name="tx1032"/>
            <p:cNvSpPr/>
            <p:nvPr/>
          </p:nvSpPr>
          <p:spPr>
            <a:xfrm>
              <a:off x="6076546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34" name="tx1033"/>
            <p:cNvSpPr/>
            <p:nvPr/>
          </p:nvSpPr>
          <p:spPr>
            <a:xfrm>
              <a:off x="6394478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35" name="tx1034"/>
            <p:cNvSpPr/>
            <p:nvPr/>
          </p:nvSpPr>
          <p:spPr>
            <a:xfrm>
              <a:off x="6712411" y="486644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36" name="tx1035"/>
            <p:cNvSpPr/>
            <p:nvPr/>
          </p:nvSpPr>
          <p:spPr>
            <a:xfrm>
              <a:off x="6003624" y="5024076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37" name="tx1036"/>
            <p:cNvSpPr/>
            <p:nvPr/>
          </p:nvSpPr>
          <p:spPr>
            <a:xfrm>
              <a:off x="5691085" y="3767982"/>
              <a:ext cx="4587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38" name="rc1037"/>
            <p:cNvSpPr/>
            <p:nvPr/>
          </p:nvSpPr>
          <p:spPr>
            <a:xfrm>
              <a:off x="3040122" y="5248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tx1038"/>
            <p:cNvSpPr/>
            <p:nvPr/>
          </p:nvSpPr>
          <p:spPr>
            <a:xfrm>
              <a:off x="3905579" y="5261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40" name="rc1039"/>
            <p:cNvSpPr/>
            <p:nvPr/>
          </p:nvSpPr>
          <p:spPr>
            <a:xfrm>
              <a:off x="3040122" y="5413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092563" y="546579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rc1041"/>
            <p:cNvSpPr/>
            <p:nvPr/>
          </p:nvSpPr>
          <p:spPr>
            <a:xfrm>
              <a:off x="3040122" y="5650285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092563" y="570272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rc1043"/>
            <p:cNvSpPr/>
            <p:nvPr/>
          </p:nvSpPr>
          <p:spPr>
            <a:xfrm>
              <a:off x="3492003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544445" y="546579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rc1045"/>
            <p:cNvSpPr/>
            <p:nvPr/>
          </p:nvSpPr>
          <p:spPr>
            <a:xfrm>
              <a:off x="3492003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44445" y="570272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rc1047"/>
            <p:cNvSpPr/>
            <p:nvPr/>
          </p:nvSpPr>
          <p:spPr>
            <a:xfrm>
              <a:off x="3938215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990657" y="546579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rc1049"/>
            <p:cNvSpPr/>
            <p:nvPr/>
          </p:nvSpPr>
          <p:spPr>
            <a:xfrm>
              <a:off x="3938215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990657" y="570272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rc1051"/>
            <p:cNvSpPr/>
            <p:nvPr/>
          </p:nvSpPr>
          <p:spPr>
            <a:xfrm>
              <a:off x="4373180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4425621" y="5465790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rc1053"/>
            <p:cNvSpPr/>
            <p:nvPr/>
          </p:nvSpPr>
          <p:spPr>
            <a:xfrm>
              <a:off x="4373180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4425621" y="5702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rc1055"/>
            <p:cNvSpPr/>
            <p:nvPr/>
          </p:nvSpPr>
          <p:spPr>
            <a:xfrm>
              <a:off x="4819392" y="5413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4871833" y="54657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rc1057"/>
            <p:cNvSpPr/>
            <p:nvPr/>
          </p:nvSpPr>
          <p:spPr>
            <a:xfrm>
              <a:off x="4819392" y="5650285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4871833" y="57027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tx1059"/>
            <p:cNvSpPr/>
            <p:nvPr/>
          </p:nvSpPr>
          <p:spPr>
            <a:xfrm>
              <a:off x="3277058" y="5466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061" name="tx1060"/>
            <p:cNvSpPr/>
            <p:nvPr/>
          </p:nvSpPr>
          <p:spPr>
            <a:xfrm>
              <a:off x="3277058" y="5703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062" name="tx1061"/>
            <p:cNvSpPr/>
            <p:nvPr/>
          </p:nvSpPr>
          <p:spPr>
            <a:xfrm>
              <a:off x="3728939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063" name="tx1062"/>
            <p:cNvSpPr/>
            <p:nvPr/>
          </p:nvSpPr>
          <p:spPr>
            <a:xfrm>
              <a:off x="3728939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064" name="tx1063"/>
            <p:cNvSpPr/>
            <p:nvPr/>
          </p:nvSpPr>
          <p:spPr>
            <a:xfrm>
              <a:off x="4175151" y="5466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065" name="tx1064"/>
            <p:cNvSpPr/>
            <p:nvPr/>
          </p:nvSpPr>
          <p:spPr>
            <a:xfrm>
              <a:off x="4175151" y="5703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066" name="tx1065"/>
            <p:cNvSpPr/>
            <p:nvPr/>
          </p:nvSpPr>
          <p:spPr>
            <a:xfrm>
              <a:off x="4610116" y="5466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067" name="tx1066"/>
            <p:cNvSpPr/>
            <p:nvPr/>
          </p:nvSpPr>
          <p:spPr>
            <a:xfrm>
              <a:off x="4610116" y="5703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068" name="tx1067"/>
            <p:cNvSpPr/>
            <p:nvPr/>
          </p:nvSpPr>
          <p:spPr>
            <a:xfrm>
              <a:off x="5056328" y="5466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069" name="tx1068"/>
            <p:cNvSpPr/>
            <p:nvPr/>
          </p:nvSpPr>
          <p:spPr>
            <a:xfrm>
              <a:off x="5056328" y="5703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2026-07-20T11:46:01Z</dcterms:modified>
  <cp:category/>
</cp:coreProperties>
</file>