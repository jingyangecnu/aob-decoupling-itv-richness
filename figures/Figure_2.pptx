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10972800" cy="9144000"/>
            <a:chOff x="914400" y="914400"/>
            <a:chExt cx="10972800" cy="9144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10972800" cy="9144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10972800" cy="9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83989" y="983989"/>
              <a:ext cx="2974509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3958498" y="983989"/>
              <a:ext cx="2619704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6578202" y="983989"/>
              <a:ext cx="2619704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9197906" y="983989"/>
              <a:ext cx="2619704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83989" y="3602532"/>
              <a:ext cx="2974509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3958498" y="3602532"/>
              <a:ext cx="2619704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578202" y="3602532"/>
              <a:ext cx="2619704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983989" y="6221075"/>
              <a:ext cx="2974509" cy="37677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58498" y="6221075"/>
              <a:ext cx="2619704" cy="37677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6578202" y="6221075"/>
              <a:ext cx="2619704" cy="37677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9197906" y="6221075"/>
              <a:ext cx="2619704" cy="37677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503277" y="1353673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742364" y="2767610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722488" y="2439934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681110" y="2615312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570341" y="2140241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644227" y="3304519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628434" y="259242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702062" y="2968849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592461" y="274067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697936" y="234690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576497" y="262544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398948" y="242637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388432" y="2223909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278219" y="220192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375783" y="266826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340237" y="257644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385046" y="2339077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368278" y="2520891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322674" y="286971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386870" y="274351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275202" y="213314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316106" y="219384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316028" y="263576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397968" y="274740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331248" y="298053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390616" y="272926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311772" y="2452191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2222100" y="2716898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388676" y="2478489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945953" y="2433556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967918" y="249532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3000419" y="2776092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888765" y="225941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3001142" y="247828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3038972" y="251718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3036292" y="2600867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3011675" y="2480650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913985" y="269251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004159" y="195470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876857" y="208320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915740" y="203304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938821" y="195943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990204" y="243016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043351" y="236800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888094" y="2194251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897432" y="275837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029476" y="253230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861409" y="2433295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036057" y="2298662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536143" y="219260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610130" y="2278401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579480" y="266008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536157" y="232070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513358" y="261012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539823" y="2779726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546695" y="245167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647522" y="2419297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556415" y="231686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592593" y="259545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3562243" y="235179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3687337" y="153840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3596554" y="2632170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3523461" y="170333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3556205" y="2475915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3597967" y="2013220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3571212" y="1949379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3595495" y="1984107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3678594" y="2588355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3581965" y="227350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3589908" y="252977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3649761" y="2381158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3510431" y="1779380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3634702" y="140963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1700456" y="2189519"/>
              <a:ext cx="1937828" cy="658023"/>
            </a:xfrm>
            <a:custGeom>
              <a:avLst/>
              <a:pathLst>
                <a:path w="1937828" h="658023">
                  <a:moveTo>
                    <a:pt x="0" y="370691"/>
                  </a:moveTo>
                  <a:lnTo>
                    <a:pt x="1023794" y="220477"/>
                  </a:lnTo>
                  <a:lnTo>
                    <a:pt x="1291885" y="165162"/>
                  </a:lnTo>
                  <a:lnTo>
                    <a:pt x="1669737" y="72755"/>
                  </a:lnTo>
                  <a:lnTo>
                    <a:pt x="1937828" y="0"/>
                  </a:lnTo>
                  <a:lnTo>
                    <a:pt x="1937828" y="225244"/>
                  </a:lnTo>
                  <a:lnTo>
                    <a:pt x="1669737" y="263645"/>
                  </a:lnTo>
                  <a:lnTo>
                    <a:pt x="1291885" y="327905"/>
                  </a:lnTo>
                  <a:lnTo>
                    <a:pt x="1023794" y="383746"/>
                  </a:lnTo>
                  <a:lnTo>
                    <a:pt x="0" y="658023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700456" y="2189519"/>
              <a:ext cx="1937828" cy="370691"/>
            </a:xfrm>
            <a:custGeom>
              <a:avLst/>
              <a:pathLst>
                <a:path w="1937828" h="370691">
                  <a:moveTo>
                    <a:pt x="0" y="370691"/>
                  </a:moveTo>
                  <a:lnTo>
                    <a:pt x="1023794" y="220477"/>
                  </a:lnTo>
                  <a:lnTo>
                    <a:pt x="1291885" y="165162"/>
                  </a:lnTo>
                  <a:lnTo>
                    <a:pt x="1669737" y="72755"/>
                  </a:lnTo>
                  <a:lnTo>
                    <a:pt x="193782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700456" y="2414763"/>
              <a:ext cx="1937828" cy="432779"/>
            </a:xfrm>
            <a:custGeom>
              <a:avLst/>
              <a:pathLst>
                <a:path w="1937828" h="432779">
                  <a:moveTo>
                    <a:pt x="1937828" y="0"/>
                  </a:moveTo>
                  <a:lnTo>
                    <a:pt x="1669737" y="38401"/>
                  </a:lnTo>
                  <a:lnTo>
                    <a:pt x="1291885" y="102661"/>
                  </a:lnTo>
                  <a:lnTo>
                    <a:pt x="1023794" y="158502"/>
                  </a:lnTo>
                  <a:lnTo>
                    <a:pt x="0" y="4327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700456" y="2302141"/>
              <a:ext cx="1937828" cy="401735"/>
            </a:xfrm>
            <a:custGeom>
              <a:avLst/>
              <a:pathLst>
                <a:path w="1937828" h="401735">
                  <a:moveTo>
                    <a:pt x="0" y="401735"/>
                  </a:moveTo>
                  <a:lnTo>
                    <a:pt x="1023794" y="189490"/>
                  </a:lnTo>
                  <a:lnTo>
                    <a:pt x="1291885" y="133911"/>
                  </a:lnTo>
                  <a:lnTo>
                    <a:pt x="1669737" y="55578"/>
                  </a:lnTo>
                  <a:lnTo>
                    <a:pt x="1937828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tx93"/>
            <p:cNvSpPr/>
            <p:nvPr/>
          </p:nvSpPr>
          <p:spPr>
            <a:xfrm>
              <a:off x="1700456" y="2260293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&lt; 0.001</a:t>
              </a:r>
            </a:p>
          </p:txBody>
        </p:sp>
        <p:sp>
          <p:nvSpPr>
            <p:cNvPr id="95" name="rc94"/>
            <p:cNvSpPr/>
            <p:nvPr/>
          </p:nvSpPr>
          <p:spPr>
            <a:xfrm>
              <a:off x="1503277" y="1353673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503277" y="1353673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tx96"/>
            <p:cNvSpPr/>
            <p:nvPr/>
          </p:nvSpPr>
          <p:spPr>
            <a:xfrm rot="-5400000">
              <a:off x="1272281" y="3312125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98" name="tx97"/>
            <p:cNvSpPr/>
            <p:nvPr/>
          </p:nvSpPr>
          <p:spPr>
            <a:xfrm rot="-5400000">
              <a:off x="1272281" y="2814225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99" name="tx98"/>
            <p:cNvSpPr/>
            <p:nvPr/>
          </p:nvSpPr>
          <p:spPr>
            <a:xfrm rot="-5400000">
              <a:off x="1272281" y="231632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00" name="tx99"/>
            <p:cNvSpPr/>
            <p:nvPr/>
          </p:nvSpPr>
          <p:spPr>
            <a:xfrm rot="-5400000">
              <a:off x="1272281" y="1818423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101" name="tx100"/>
            <p:cNvSpPr/>
            <p:nvPr/>
          </p:nvSpPr>
          <p:spPr>
            <a:xfrm rot="-5400000">
              <a:off x="1272281" y="1320522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102" name="pl101"/>
            <p:cNvSpPr/>
            <p:nvPr/>
          </p:nvSpPr>
          <p:spPr>
            <a:xfrm>
              <a:off x="1465319" y="336223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1465319" y="286433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465319" y="236643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465319" y="186853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465319" y="137063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1503277" y="3438049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700456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2346398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2992341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3638284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tx111"/>
            <p:cNvSpPr/>
            <p:nvPr/>
          </p:nvSpPr>
          <p:spPr>
            <a:xfrm rot="-5400000">
              <a:off x="1004992" y="2336425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3" name="tx112"/>
            <p:cNvSpPr/>
            <p:nvPr/>
          </p:nvSpPr>
          <p:spPr>
            <a:xfrm>
              <a:off x="1503277" y="1110514"/>
              <a:ext cx="651510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MLA</a:t>
              </a:r>
            </a:p>
          </p:txBody>
        </p:sp>
        <p:sp>
          <p:nvSpPr>
            <p:cNvPr id="114" name="rc113"/>
            <p:cNvSpPr/>
            <p:nvPr/>
          </p:nvSpPr>
          <p:spPr>
            <a:xfrm>
              <a:off x="4122981" y="1353673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4309796" y="2714770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4305982" y="2681787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4344302" y="2513016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4190045" y="239793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4209581" y="3162443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191260" y="328267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4320815" y="2519795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4338827" y="318725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4230292" y="251231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4281560" y="222963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4823582" y="254659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4936315" y="2615960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4935283" y="160952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4926403" y="250629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4814825" y="177630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4822887" y="2348363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4843861" y="224390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4917958" y="269392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4892189" y="254009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4982761" y="298093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4850415" y="300698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4866658" y="287772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4827683" y="329543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4828066" y="307137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4968526" y="315258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4968349" y="2850623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4829928" y="3017729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4948049" y="2576623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5635332" y="1877940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5524473" y="270451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5574600" y="2222225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5516886" y="266930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5547638" y="235877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5474904" y="267350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5584673" y="178415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5496179" y="234531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5521468" y="248612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5602731" y="290559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5475020" y="249973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5490734" y="1587773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5528590" y="224159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5629982" y="267166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5562550" y="268117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5472685" y="289601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5590616" y="325070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5505220" y="301962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5566084" y="2946936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5628848" y="2311108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6141315" y="2224056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6219175" y="2052809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6290195" y="246030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6161951" y="261161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6222333" y="330451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6252429" y="2618172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6219232" y="330286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6183032" y="2486685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6171587" y="263309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6293276" y="311552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6210399" y="238243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6267237" y="140963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6286840" y="2738291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6223587" y="221752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6307041" y="229395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6171995" y="2054522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6217262" y="2405371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6256089" y="2080458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6219201" y="2765904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6285732" y="233201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6298888" y="268159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6222545" y="309833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6188760" y="1717393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6170945" y="220073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4289660" y="2236084"/>
              <a:ext cx="1964502" cy="754630"/>
            </a:xfrm>
            <a:custGeom>
              <a:avLst/>
              <a:pathLst>
                <a:path w="1964502" h="754630">
                  <a:moveTo>
                    <a:pt x="0" y="250839"/>
                  </a:moveTo>
                  <a:lnTo>
                    <a:pt x="1037887" y="135760"/>
                  </a:lnTo>
                  <a:lnTo>
                    <a:pt x="1309668" y="99229"/>
                  </a:lnTo>
                  <a:lnTo>
                    <a:pt x="1692722" y="43040"/>
                  </a:lnTo>
                  <a:lnTo>
                    <a:pt x="1964502" y="0"/>
                  </a:lnTo>
                  <a:lnTo>
                    <a:pt x="1964502" y="477609"/>
                  </a:lnTo>
                  <a:lnTo>
                    <a:pt x="1692722" y="507595"/>
                  </a:lnTo>
                  <a:lnTo>
                    <a:pt x="1309668" y="554334"/>
                  </a:lnTo>
                  <a:lnTo>
                    <a:pt x="1037887" y="590829"/>
                  </a:lnTo>
                  <a:lnTo>
                    <a:pt x="0" y="754630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88" name="pl187"/>
            <p:cNvSpPr/>
            <p:nvPr/>
          </p:nvSpPr>
          <p:spPr>
            <a:xfrm>
              <a:off x="4289660" y="2236084"/>
              <a:ext cx="1964502" cy="250839"/>
            </a:xfrm>
            <a:custGeom>
              <a:avLst/>
              <a:pathLst>
                <a:path w="1964502" h="250839">
                  <a:moveTo>
                    <a:pt x="0" y="250839"/>
                  </a:moveTo>
                  <a:lnTo>
                    <a:pt x="1037887" y="135760"/>
                  </a:lnTo>
                  <a:lnTo>
                    <a:pt x="1309668" y="99229"/>
                  </a:lnTo>
                  <a:lnTo>
                    <a:pt x="1692722" y="43040"/>
                  </a:lnTo>
                  <a:lnTo>
                    <a:pt x="196450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9" name="pl188"/>
            <p:cNvSpPr/>
            <p:nvPr/>
          </p:nvSpPr>
          <p:spPr>
            <a:xfrm>
              <a:off x="4289660" y="2713693"/>
              <a:ext cx="1964502" cy="277021"/>
            </a:xfrm>
            <a:custGeom>
              <a:avLst/>
              <a:pathLst>
                <a:path w="1964502" h="277021">
                  <a:moveTo>
                    <a:pt x="1964502" y="0"/>
                  </a:moveTo>
                  <a:lnTo>
                    <a:pt x="1692722" y="29986"/>
                  </a:lnTo>
                  <a:lnTo>
                    <a:pt x="1309668" y="76724"/>
                  </a:lnTo>
                  <a:lnTo>
                    <a:pt x="1037887" y="113220"/>
                  </a:lnTo>
                  <a:lnTo>
                    <a:pt x="0" y="2770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4289660" y="2474888"/>
              <a:ext cx="1964502" cy="263930"/>
            </a:xfrm>
            <a:custGeom>
              <a:avLst/>
              <a:pathLst>
                <a:path w="1964502" h="263930">
                  <a:moveTo>
                    <a:pt x="0" y="263930"/>
                  </a:moveTo>
                  <a:lnTo>
                    <a:pt x="1037887" y="124490"/>
                  </a:lnTo>
                  <a:lnTo>
                    <a:pt x="1309668" y="87976"/>
                  </a:lnTo>
                  <a:lnTo>
                    <a:pt x="1692722" y="36513"/>
                  </a:lnTo>
                  <a:lnTo>
                    <a:pt x="1964502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tx190"/>
            <p:cNvSpPr/>
            <p:nvPr/>
          </p:nvSpPr>
          <p:spPr>
            <a:xfrm>
              <a:off x="4289660" y="2419260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0.005</a:t>
              </a:r>
            </a:p>
          </p:txBody>
        </p:sp>
        <p:sp>
          <p:nvSpPr>
            <p:cNvPr id="192" name="rc191"/>
            <p:cNvSpPr/>
            <p:nvPr/>
          </p:nvSpPr>
          <p:spPr>
            <a:xfrm>
              <a:off x="4122981" y="1353673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4122981" y="1353673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4085024" y="294234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4085024" y="228568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4085024" y="162902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4122981" y="3438049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4289660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4944495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5599329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6254163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tx201"/>
            <p:cNvSpPr/>
            <p:nvPr/>
          </p:nvSpPr>
          <p:spPr>
            <a:xfrm>
              <a:off x="4122981" y="1110514"/>
              <a:ext cx="631758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SLA</a:t>
              </a:r>
            </a:p>
          </p:txBody>
        </p:sp>
        <p:sp>
          <p:nvSpPr>
            <p:cNvPr id="203" name="rc202"/>
            <p:cNvSpPr/>
            <p:nvPr/>
          </p:nvSpPr>
          <p:spPr>
            <a:xfrm>
              <a:off x="6742685" y="1353673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6937838" y="2947327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6841695" y="2984941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6823922" y="3162901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6993161" y="2632351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6930798" y="2688841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6809749" y="260693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6926583" y="3114307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6933560" y="289177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6843283" y="303832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6853619" y="229448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7586025" y="322741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7503392" y="2896337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7586943" y="220166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7523931" y="291725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7564248" y="330451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7625143" y="3297013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7637584" y="3007491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7484695" y="325034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7488830" y="218178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7617839" y="140963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7462101" y="283033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7622537" y="303498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7544485" y="2994347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7613750" y="308593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7457687" y="2882847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7461110" y="2645568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7633588" y="2761334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7613167" y="2906547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8272919" y="3195128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8107596" y="321544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8115575" y="3030470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8280669" y="298804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8270492" y="153641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8184503" y="303052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8281865" y="2220828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8130964" y="2382456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8206781" y="321426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8125574" y="1464578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8207480" y="322084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8170994" y="313853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8261099" y="233741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8170722" y="288053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8109634" y="2951827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8124731" y="1651233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8175836" y="302035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8141444" y="304245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8256940" y="2584804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8230454" y="2651887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8785309" y="310182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8926745" y="3154581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8902165" y="321125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8772294" y="310455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8848749" y="215895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8862585" y="3132543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8792848" y="239960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8762199" y="3223376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8830189" y="160216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8804895" y="1693058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8901200" y="295515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8791971" y="296275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8914466" y="2723892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8855702" y="294579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8763295" y="2810366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8856918" y="3179097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8870038" y="3155621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8905491" y="281092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8877974" y="2908951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8881755" y="258551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8795934" y="146548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8872719" y="253085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8784378" y="3036500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8815463" y="240167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6939221" y="2540762"/>
              <a:ext cx="1937444" cy="597578"/>
            </a:xfrm>
            <a:custGeom>
              <a:avLst/>
              <a:pathLst>
                <a:path w="1937444" h="597578">
                  <a:moveTo>
                    <a:pt x="0" y="72161"/>
                  </a:moveTo>
                  <a:lnTo>
                    <a:pt x="1023592" y="79655"/>
                  </a:lnTo>
                  <a:lnTo>
                    <a:pt x="1291629" y="65161"/>
                  </a:lnTo>
                  <a:lnTo>
                    <a:pt x="1669407" y="31713"/>
                  </a:lnTo>
                  <a:lnTo>
                    <a:pt x="1937444" y="0"/>
                  </a:lnTo>
                  <a:lnTo>
                    <a:pt x="1937444" y="459366"/>
                  </a:lnTo>
                  <a:lnTo>
                    <a:pt x="1669407" y="456756"/>
                  </a:lnTo>
                  <a:lnTo>
                    <a:pt x="1291629" y="464329"/>
                  </a:lnTo>
                  <a:lnTo>
                    <a:pt x="1023592" y="478939"/>
                  </a:lnTo>
                  <a:lnTo>
                    <a:pt x="0" y="597578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77" name="pl276"/>
            <p:cNvSpPr/>
            <p:nvPr/>
          </p:nvSpPr>
          <p:spPr>
            <a:xfrm>
              <a:off x="6939221" y="2540762"/>
              <a:ext cx="1937444" cy="79655"/>
            </a:xfrm>
            <a:custGeom>
              <a:avLst/>
              <a:pathLst>
                <a:path w="1937444" h="79655">
                  <a:moveTo>
                    <a:pt x="0" y="72161"/>
                  </a:moveTo>
                  <a:lnTo>
                    <a:pt x="1023592" y="79655"/>
                  </a:lnTo>
                  <a:lnTo>
                    <a:pt x="1291629" y="65161"/>
                  </a:lnTo>
                  <a:lnTo>
                    <a:pt x="1669407" y="31713"/>
                  </a:lnTo>
                  <a:lnTo>
                    <a:pt x="19374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8" name="pl277"/>
            <p:cNvSpPr/>
            <p:nvPr/>
          </p:nvSpPr>
          <p:spPr>
            <a:xfrm>
              <a:off x="6939221" y="2997519"/>
              <a:ext cx="1937444" cy="140821"/>
            </a:xfrm>
            <a:custGeom>
              <a:avLst/>
              <a:pathLst>
                <a:path w="1937444" h="140821">
                  <a:moveTo>
                    <a:pt x="1937444" y="2609"/>
                  </a:moveTo>
                  <a:lnTo>
                    <a:pt x="1669407" y="0"/>
                  </a:lnTo>
                  <a:lnTo>
                    <a:pt x="1291629" y="7572"/>
                  </a:lnTo>
                  <a:lnTo>
                    <a:pt x="1023592" y="22182"/>
                  </a:lnTo>
                  <a:lnTo>
                    <a:pt x="0" y="1408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6939221" y="2770445"/>
              <a:ext cx="1937444" cy="105186"/>
            </a:xfrm>
            <a:custGeom>
              <a:avLst/>
              <a:pathLst>
                <a:path w="1937444" h="105186">
                  <a:moveTo>
                    <a:pt x="0" y="105186"/>
                  </a:moveTo>
                  <a:lnTo>
                    <a:pt x="1023592" y="49614"/>
                  </a:lnTo>
                  <a:lnTo>
                    <a:pt x="1291629" y="35062"/>
                  </a:lnTo>
                  <a:lnTo>
                    <a:pt x="1669407" y="14552"/>
                  </a:lnTo>
                  <a:lnTo>
                    <a:pt x="1937444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0" name="tx279"/>
            <p:cNvSpPr/>
            <p:nvPr/>
          </p:nvSpPr>
          <p:spPr>
            <a:xfrm>
              <a:off x="6939221" y="2698942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0.468</a:t>
              </a:r>
            </a:p>
          </p:txBody>
        </p:sp>
        <p:sp>
          <p:nvSpPr>
            <p:cNvPr id="281" name="rc280"/>
            <p:cNvSpPr/>
            <p:nvPr/>
          </p:nvSpPr>
          <p:spPr>
            <a:xfrm>
              <a:off x="6742685" y="1353673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2" name="pl281"/>
            <p:cNvSpPr/>
            <p:nvPr/>
          </p:nvSpPr>
          <p:spPr>
            <a:xfrm>
              <a:off x="6742685" y="1353673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6704728" y="300592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3"/>
            <p:cNvSpPr/>
            <p:nvPr/>
          </p:nvSpPr>
          <p:spPr>
            <a:xfrm>
              <a:off x="6704728" y="238795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6704728" y="176998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6742685" y="3438049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6939221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7585036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8230851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8876666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tx290"/>
            <p:cNvSpPr/>
            <p:nvPr/>
          </p:nvSpPr>
          <p:spPr>
            <a:xfrm>
              <a:off x="6742685" y="1110514"/>
              <a:ext cx="779891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LDMC</a:t>
              </a:r>
            </a:p>
          </p:txBody>
        </p:sp>
        <p:sp>
          <p:nvSpPr>
            <p:cNvPr id="292" name="rc291"/>
            <p:cNvSpPr/>
            <p:nvPr/>
          </p:nvSpPr>
          <p:spPr>
            <a:xfrm>
              <a:off x="9362389" y="1353673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9448257" y="2908750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9429454" y="2727049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9580761" y="2618941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9535809" y="303621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9531151" y="3099732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9513936" y="188974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9570941" y="2918312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9486797" y="246335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9490592" y="289936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9491284" y="302831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10202445" y="271341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10168082" y="2922479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10244284" y="230332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10074400" y="299393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10058999" y="2882791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10228740" y="2458708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10210752" y="310595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10218107" y="291597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10235378" y="276249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10168756" y="146015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10182116" y="199151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10107482" y="278204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10173687" y="269416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10209111" y="308789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10085350" y="279791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10221999" y="2695725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10211858" y="2975902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10159865" y="2874765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10750104" y="3304519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10842143" y="290753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10815309" y="2879060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10715805" y="267186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10803674" y="184753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10857279" y="171098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10713452" y="2269757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10750105" y="247632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10748680" y="2489773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10815745" y="234906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10783956" y="244098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10892823" y="233853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10820476" y="293258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10727365" y="274452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10755640" y="287505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10767770" y="218516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10757633" y="234854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10799632" y="270558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10755828" y="2436504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10847999" y="1409632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11391815" y="246406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11441295" y="2667392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11448765" y="246906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11432270" y="244915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11406930" y="257537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11534821" y="248517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11527642" y="2280121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11428899" y="2457270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11512704" y="285945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11493802" y="1979343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11413232" y="285988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11427064" y="2829303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11499935" y="2673977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11420288" y="251046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11376455" y="2540460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11444651" y="2858228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11469483" y="2317467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11406483" y="2553363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11398933" y="2680372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11382488" y="255834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11546449" y="268697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11382363" y="210839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11482128" y="2587773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11541745" y="248925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9536566" y="2280738"/>
              <a:ext cx="1957561" cy="753169"/>
            </a:xfrm>
            <a:custGeom>
              <a:avLst/>
              <a:pathLst>
                <a:path w="1957561" h="753169">
                  <a:moveTo>
                    <a:pt x="0" y="213590"/>
                  </a:moveTo>
                  <a:lnTo>
                    <a:pt x="1034220" y="188657"/>
                  </a:lnTo>
                  <a:lnTo>
                    <a:pt x="1305040" y="149476"/>
                  </a:lnTo>
                  <a:lnTo>
                    <a:pt x="1686740" y="69076"/>
                  </a:lnTo>
                  <a:lnTo>
                    <a:pt x="1957561" y="0"/>
                  </a:lnTo>
                  <a:lnTo>
                    <a:pt x="1957561" y="474411"/>
                  </a:lnTo>
                  <a:lnTo>
                    <a:pt x="1686740" y="473449"/>
                  </a:lnTo>
                  <a:lnTo>
                    <a:pt x="1305040" y="489051"/>
                  </a:lnTo>
                  <a:lnTo>
                    <a:pt x="1034220" y="517984"/>
                  </a:lnTo>
                  <a:lnTo>
                    <a:pt x="0" y="753169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6" name="pl365"/>
            <p:cNvSpPr/>
            <p:nvPr/>
          </p:nvSpPr>
          <p:spPr>
            <a:xfrm>
              <a:off x="9536566" y="2280738"/>
              <a:ext cx="1957561" cy="213590"/>
            </a:xfrm>
            <a:custGeom>
              <a:avLst/>
              <a:pathLst>
                <a:path w="1957561" h="213590">
                  <a:moveTo>
                    <a:pt x="0" y="213590"/>
                  </a:moveTo>
                  <a:lnTo>
                    <a:pt x="1034220" y="188657"/>
                  </a:lnTo>
                  <a:lnTo>
                    <a:pt x="1305040" y="149476"/>
                  </a:lnTo>
                  <a:lnTo>
                    <a:pt x="1686740" y="69076"/>
                  </a:lnTo>
                  <a:lnTo>
                    <a:pt x="19575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7" name="pl366"/>
            <p:cNvSpPr/>
            <p:nvPr/>
          </p:nvSpPr>
          <p:spPr>
            <a:xfrm>
              <a:off x="9536566" y="2754187"/>
              <a:ext cx="1957561" cy="279720"/>
            </a:xfrm>
            <a:custGeom>
              <a:avLst/>
              <a:pathLst>
                <a:path w="1957561" h="279720">
                  <a:moveTo>
                    <a:pt x="1957561" y="962"/>
                  </a:moveTo>
                  <a:lnTo>
                    <a:pt x="1686740" y="0"/>
                  </a:lnTo>
                  <a:lnTo>
                    <a:pt x="1305040" y="15602"/>
                  </a:lnTo>
                  <a:lnTo>
                    <a:pt x="1034220" y="44535"/>
                  </a:lnTo>
                  <a:lnTo>
                    <a:pt x="0" y="2797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8" name="pl367"/>
            <p:cNvSpPr/>
            <p:nvPr/>
          </p:nvSpPr>
          <p:spPr>
            <a:xfrm>
              <a:off x="9536566" y="2517944"/>
              <a:ext cx="1957561" cy="246174"/>
            </a:xfrm>
            <a:custGeom>
              <a:avLst/>
              <a:pathLst>
                <a:path w="1957561" h="246174">
                  <a:moveTo>
                    <a:pt x="0" y="246174"/>
                  </a:moveTo>
                  <a:lnTo>
                    <a:pt x="1034220" y="116115"/>
                  </a:lnTo>
                  <a:lnTo>
                    <a:pt x="1305040" y="82058"/>
                  </a:lnTo>
                  <a:lnTo>
                    <a:pt x="1686740" y="34057"/>
                  </a:lnTo>
                  <a:lnTo>
                    <a:pt x="1957561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9" name="tx368"/>
            <p:cNvSpPr/>
            <p:nvPr/>
          </p:nvSpPr>
          <p:spPr>
            <a:xfrm>
              <a:off x="9536566" y="2460540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0.231</a:t>
              </a:r>
            </a:p>
          </p:txBody>
        </p:sp>
        <p:sp>
          <p:nvSpPr>
            <p:cNvPr id="370" name="rc369"/>
            <p:cNvSpPr/>
            <p:nvPr/>
          </p:nvSpPr>
          <p:spPr>
            <a:xfrm>
              <a:off x="9362389" y="1353673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71" name="pl370"/>
            <p:cNvSpPr/>
            <p:nvPr/>
          </p:nvSpPr>
          <p:spPr>
            <a:xfrm>
              <a:off x="9362389" y="1353673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1"/>
            <p:cNvSpPr/>
            <p:nvPr/>
          </p:nvSpPr>
          <p:spPr>
            <a:xfrm>
              <a:off x="9324432" y="334208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l372"/>
            <p:cNvSpPr/>
            <p:nvPr/>
          </p:nvSpPr>
          <p:spPr>
            <a:xfrm>
              <a:off x="9324432" y="283296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3"/>
            <p:cNvSpPr/>
            <p:nvPr/>
          </p:nvSpPr>
          <p:spPr>
            <a:xfrm>
              <a:off x="9324432" y="232385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4"/>
            <p:cNvSpPr/>
            <p:nvPr/>
          </p:nvSpPr>
          <p:spPr>
            <a:xfrm>
              <a:off x="9324432" y="181473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5"/>
            <p:cNvSpPr/>
            <p:nvPr/>
          </p:nvSpPr>
          <p:spPr>
            <a:xfrm>
              <a:off x="9362389" y="3438049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6"/>
            <p:cNvSpPr/>
            <p:nvPr/>
          </p:nvSpPr>
          <p:spPr>
            <a:xfrm>
              <a:off x="9536566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7"/>
            <p:cNvSpPr/>
            <p:nvPr/>
          </p:nvSpPr>
          <p:spPr>
            <a:xfrm>
              <a:off x="10189087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8"/>
            <p:cNvSpPr/>
            <p:nvPr/>
          </p:nvSpPr>
          <p:spPr>
            <a:xfrm>
              <a:off x="10841607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11494128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tx380"/>
            <p:cNvSpPr/>
            <p:nvPr/>
          </p:nvSpPr>
          <p:spPr>
            <a:xfrm>
              <a:off x="9362389" y="1110514"/>
              <a:ext cx="631576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LTO</a:t>
              </a:r>
            </a:p>
          </p:txBody>
        </p:sp>
        <p:sp>
          <p:nvSpPr>
            <p:cNvPr id="382" name="rc381"/>
            <p:cNvSpPr/>
            <p:nvPr/>
          </p:nvSpPr>
          <p:spPr>
            <a:xfrm>
              <a:off x="1503277" y="3972216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1697676" y="5462458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1627700" y="5666492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1729328" y="5161616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1570341" y="5176166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1642836" y="5913152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1712813" y="5185558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1672204" y="5885308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1620424" y="592306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1609593" y="572423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1740475" y="529363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2278648" y="535018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2244223" y="4028175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2260028" y="507367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2240925" y="555022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2219373" y="574538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2242929" y="556321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2373442" y="490716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2307957" y="517063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2302429" y="545553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2284727" y="4312921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2354970" y="491953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2399156" y="535650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2253629" y="473217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2263363" y="472631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2249506" y="576345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2326355" y="4356677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2289013" y="5017635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2397144" y="5176849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3039956" y="5259481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3046373" y="514210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3036435" y="5318468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959454" y="532205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999417" y="483500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942662" y="543608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869801" y="517987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3031666" y="5575886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976107" y="5568243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978137" y="4763398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983884" y="499120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982469" y="476747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3044372" y="468488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958462" y="576770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3037891" y="541270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3033675" y="483051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917247" y="448159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3032585" y="557835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3038239" y="4862336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3023938" y="5143109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3657804" y="532942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3641386" y="5493985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3638961" y="541136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3648962" y="591847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3619812" y="5544136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3687337" y="5670840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3618472" y="415103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3543066" y="5692632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3590133" y="538136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3622428" y="5197031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3658363" y="554358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3642045" y="521578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3662511" y="5595330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3677345" y="560519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3630642" y="5637999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3586767" y="5782082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3530724" y="5068028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3594516" y="5642478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3584819" y="5479327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3524758" y="532617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3649749" y="546486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3540960" y="425976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3602412" y="544862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3514734" y="553031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1700616" y="4786189"/>
              <a:ext cx="1940136" cy="804049"/>
            </a:xfrm>
            <a:custGeom>
              <a:avLst/>
              <a:pathLst>
                <a:path w="1940136" h="804049">
                  <a:moveTo>
                    <a:pt x="0" y="0"/>
                  </a:moveTo>
                  <a:lnTo>
                    <a:pt x="1025014" y="226696"/>
                  </a:lnTo>
                  <a:lnTo>
                    <a:pt x="1293424" y="252276"/>
                  </a:lnTo>
                  <a:lnTo>
                    <a:pt x="1671726" y="262226"/>
                  </a:lnTo>
                  <a:lnTo>
                    <a:pt x="1940136" y="256084"/>
                  </a:lnTo>
                  <a:lnTo>
                    <a:pt x="1940136" y="804049"/>
                  </a:lnTo>
                  <a:lnTo>
                    <a:pt x="1671726" y="737180"/>
                  </a:lnTo>
                  <a:lnTo>
                    <a:pt x="1293424" y="661541"/>
                  </a:lnTo>
                  <a:lnTo>
                    <a:pt x="1025014" y="626395"/>
                  </a:lnTo>
                  <a:lnTo>
                    <a:pt x="0" y="621186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56" name="pl455"/>
            <p:cNvSpPr/>
            <p:nvPr/>
          </p:nvSpPr>
          <p:spPr>
            <a:xfrm>
              <a:off x="1700616" y="4786189"/>
              <a:ext cx="1940136" cy="262226"/>
            </a:xfrm>
            <a:custGeom>
              <a:avLst/>
              <a:pathLst>
                <a:path w="1940136" h="262226">
                  <a:moveTo>
                    <a:pt x="0" y="0"/>
                  </a:moveTo>
                  <a:lnTo>
                    <a:pt x="1025014" y="226696"/>
                  </a:lnTo>
                  <a:lnTo>
                    <a:pt x="1293424" y="252276"/>
                  </a:lnTo>
                  <a:lnTo>
                    <a:pt x="1671726" y="262226"/>
                  </a:lnTo>
                  <a:lnTo>
                    <a:pt x="1940136" y="2560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7" name="pl456"/>
            <p:cNvSpPr/>
            <p:nvPr/>
          </p:nvSpPr>
          <p:spPr>
            <a:xfrm>
              <a:off x="1700616" y="5407376"/>
              <a:ext cx="1940136" cy="182863"/>
            </a:xfrm>
            <a:custGeom>
              <a:avLst/>
              <a:pathLst>
                <a:path w="1940136" h="182863">
                  <a:moveTo>
                    <a:pt x="1940136" y="182863"/>
                  </a:moveTo>
                  <a:lnTo>
                    <a:pt x="1671726" y="115994"/>
                  </a:lnTo>
                  <a:lnTo>
                    <a:pt x="1293424" y="40355"/>
                  </a:lnTo>
                  <a:lnTo>
                    <a:pt x="1025014" y="52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8" name="pl457"/>
            <p:cNvSpPr/>
            <p:nvPr/>
          </p:nvSpPr>
          <p:spPr>
            <a:xfrm>
              <a:off x="1700616" y="5096782"/>
              <a:ext cx="1940136" cy="219474"/>
            </a:xfrm>
            <a:custGeom>
              <a:avLst/>
              <a:pathLst>
                <a:path w="1940136" h="219474">
                  <a:moveTo>
                    <a:pt x="0" y="0"/>
                  </a:moveTo>
                  <a:lnTo>
                    <a:pt x="1025014" y="115952"/>
                  </a:lnTo>
                  <a:lnTo>
                    <a:pt x="1293424" y="146316"/>
                  </a:lnTo>
                  <a:lnTo>
                    <a:pt x="1671726" y="189110"/>
                  </a:lnTo>
                  <a:lnTo>
                    <a:pt x="1940136" y="219474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59" name="tx458"/>
            <p:cNvSpPr/>
            <p:nvPr/>
          </p:nvSpPr>
          <p:spPr>
            <a:xfrm>
              <a:off x="1700616" y="5036708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0.326</a:t>
              </a:r>
            </a:p>
          </p:txBody>
        </p:sp>
        <p:sp>
          <p:nvSpPr>
            <p:cNvPr id="460" name="rc459"/>
            <p:cNvSpPr/>
            <p:nvPr/>
          </p:nvSpPr>
          <p:spPr>
            <a:xfrm>
              <a:off x="1503277" y="3972216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61" name="pl460"/>
            <p:cNvSpPr/>
            <p:nvPr/>
          </p:nvSpPr>
          <p:spPr>
            <a:xfrm>
              <a:off x="1503277" y="3972216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tx461"/>
            <p:cNvSpPr/>
            <p:nvPr/>
          </p:nvSpPr>
          <p:spPr>
            <a:xfrm rot="-5400000">
              <a:off x="1272281" y="5820860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463" name="tx462"/>
            <p:cNvSpPr/>
            <p:nvPr/>
          </p:nvSpPr>
          <p:spPr>
            <a:xfrm rot="-5400000">
              <a:off x="1272281" y="533353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464" name="tx463"/>
            <p:cNvSpPr/>
            <p:nvPr/>
          </p:nvSpPr>
          <p:spPr>
            <a:xfrm rot="-5400000">
              <a:off x="1272281" y="484620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65" name="tx464"/>
            <p:cNvSpPr/>
            <p:nvPr/>
          </p:nvSpPr>
          <p:spPr>
            <a:xfrm rot="-5400000">
              <a:off x="1272281" y="43588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466" name="pl465"/>
            <p:cNvSpPr/>
            <p:nvPr/>
          </p:nvSpPr>
          <p:spPr>
            <a:xfrm>
              <a:off x="1465319" y="587096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6"/>
            <p:cNvSpPr/>
            <p:nvPr/>
          </p:nvSpPr>
          <p:spPr>
            <a:xfrm>
              <a:off x="1465319" y="538364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7"/>
            <p:cNvSpPr/>
            <p:nvPr/>
          </p:nvSpPr>
          <p:spPr>
            <a:xfrm>
              <a:off x="1465319" y="489631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8"/>
            <p:cNvSpPr/>
            <p:nvPr/>
          </p:nvSpPr>
          <p:spPr>
            <a:xfrm>
              <a:off x="1465319" y="440898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l469"/>
            <p:cNvSpPr/>
            <p:nvPr/>
          </p:nvSpPr>
          <p:spPr>
            <a:xfrm>
              <a:off x="1503277" y="6056592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0"/>
            <p:cNvSpPr/>
            <p:nvPr/>
          </p:nvSpPr>
          <p:spPr>
            <a:xfrm>
              <a:off x="1700616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1"/>
            <p:cNvSpPr/>
            <p:nvPr/>
          </p:nvSpPr>
          <p:spPr>
            <a:xfrm>
              <a:off x="2347328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2"/>
            <p:cNvSpPr/>
            <p:nvPr/>
          </p:nvSpPr>
          <p:spPr>
            <a:xfrm>
              <a:off x="2994040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3"/>
            <p:cNvSpPr/>
            <p:nvPr/>
          </p:nvSpPr>
          <p:spPr>
            <a:xfrm>
              <a:off x="3640752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tx474"/>
            <p:cNvSpPr/>
            <p:nvPr/>
          </p:nvSpPr>
          <p:spPr>
            <a:xfrm rot="-5400000">
              <a:off x="1004992" y="4954968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476" name="tx475"/>
            <p:cNvSpPr/>
            <p:nvPr/>
          </p:nvSpPr>
          <p:spPr>
            <a:xfrm>
              <a:off x="1503277" y="3729057"/>
              <a:ext cx="552846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Chl</a:t>
              </a:r>
            </a:p>
          </p:txBody>
        </p:sp>
        <p:sp>
          <p:nvSpPr>
            <p:cNvPr id="477" name="rc476"/>
            <p:cNvSpPr/>
            <p:nvPr/>
          </p:nvSpPr>
          <p:spPr>
            <a:xfrm>
              <a:off x="4122981" y="3972216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4190045" y="5329422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4361057" y="4956393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4319556" y="5252131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4228407" y="525820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4244598" y="5549809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4311677" y="521138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4321421" y="5434322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4355266" y="531947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4215367" y="559920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4192057" y="564620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4946878" y="577627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4865190" y="5724146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4947946" y="547559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5010368" y="568515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4890019" y="548603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4871133" y="5127176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5015878" y="5733816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4914300" y="571727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4895095" y="545768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4839530" y="518514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4933744" y="535081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4923219" y="572345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4992735" y="505257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4944260" y="549736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4917560" y="527955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4849981" y="5246341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5008517" y="4863647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4986344" y="5092538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5554350" y="5134314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5606302" y="586521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5655213" y="5212952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5550047" y="561088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5491172" y="566783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5500491" y="592306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5609287" y="4778817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5510067" y="510667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5559486" y="5433510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5558859" y="530276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5607053" y="581302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5531741" y="559874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5567972" y="558204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641321" y="561424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606251" y="533046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502572" y="569713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653999" y="5548458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526225" y="503284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648114" y="5441069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505252" y="4028175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6219307" y="540736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6146679" y="5501246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6189720" y="480575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6210227" y="571133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6245811" y="498676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6181718" y="5579758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6287133" y="552573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6183549" y="5133363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6261732" y="487444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6234113" y="561873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6262486" y="528683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6269487" y="5465336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6127472" y="5169440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6179475" y="567903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6304726" y="5063008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6275923" y="4984711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6193944" y="5474724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6254872" y="5112298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6253243" y="5006757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6299273" y="543380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6271044" y="5021327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6307041" y="574252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6159270" y="558597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6272328" y="585437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4314527" y="5185871"/>
              <a:ext cx="1945235" cy="387908"/>
            </a:xfrm>
            <a:custGeom>
              <a:avLst/>
              <a:pathLst>
                <a:path w="1945235" h="387908">
                  <a:moveTo>
                    <a:pt x="0" y="39170"/>
                  </a:moveTo>
                  <a:lnTo>
                    <a:pt x="1027708" y="43120"/>
                  </a:lnTo>
                  <a:lnTo>
                    <a:pt x="1296823" y="35215"/>
                  </a:lnTo>
                  <a:lnTo>
                    <a:pt x="1676120" y="17175"/>
                  </a:lnTo>
                  <a:lnTo>
                    <a:pt x="1945235" y="0"/>
                  </a:lnTo>
                  <a:lnTo>
                    <a:pt x="1945235" y="312641"/>
                  </a:lnTo>
                  <a:lnTo>
                    <a:pt x="1676120" y="311298"/>
                  </a:lnTo>
                  <a:lnTo>
                    <a:pt x="1296823" y="315571"/>
                  </a:lnTo>
                  <a:lnTo>
                    <a:pt x="1027708" y="323499"/>
                  </a:lnTo>
                  <a:lnTo>
                    <a:pt x="0" y="387908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51" name="pl550"/>
            <p:cNvSpPr/>
            <p:nvPr/>
          </p:nvSpPr>
          <p:spPr>
            <a:xfrm>
              <a:off x="4314527" y="5185871"/>
              <a:ext cx="1945235" cy="43120"/>
            </a:xfrm>
            <a:custGeom>
              <a:avLst/>
              <a:pathLst>
                <a:path w="1945235" h="43120">
                  <a:moveTo>
                    <a:pt x="0" y="39170"/>
                  </a:moveTo>
                  <a:lnTo>
                    <a:pt x="1027708" y="43120"/>
                  </a:lnTo>
                  <a:lnTo>
                    <a:pt x="1296823" y="35215"/>
                  </a:lnTo>
                  <a:lnTo>
                    <a:pt x="1676120" y="17175"/>
                  </a:lnTo>
                  <a:lnTo>
                    <a:pt x="194523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52" name="pl551"/>
            <p:cNvSpPr/>
            <p:nvPr/>
          </p:nvSpPr>
          <p:spPr>
            <a:xfrm>
              <a:off x="4314527" y="5497170"/>
              <a:ext cx="1945235" cy="76610"/>
            </a:xfrm>
            <a:custGeom>
              <a:avLst/>
              <a:pathLst>
                <a:path w="1945235" h="76610">
                  <a:moveTo>
                    <a:pt x="1945235" y="1343"/>
                  </a:moveTo>
                  <a:lnTo>
                    <a:pt x="1676120" y="0"/>
                  </a:lnTo>
                  <a:lnTo>
                    <a:pt x="1296823" y="4273"/>
                  </a:lnTo>
                  <a:lnTo>
                    <a:pt x="1027708" y="12200"/>
                  </a:lnTo>
                  <a:lnTo>
                    <a:pt x="0" y="766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53" name="pl552"/>
            <p:cNvSpPr/>
            <p:nvPr/>
          </p:nvSpPr>
          <p:spPr>
            <a:xfrm>
              <a:off x="4314527" y="5342192"/>
              <a:ext cx="1945235" cy="57218"/>
            </a:xfrm>
            <a:custGeom>
              <a:avLst/>
              <a:pathLst>
                <a:path w="1945235" h="57218">
                  <a:moveTo>
                    <a:pt x="0" y="57218"/>
                  </a:moveTo>
                  <a:lnTo>
                    <a:pt x="1027708" y="26988"/>
                  </a:lnTo>
                  <a:lnTo>
                    <a:pt x="1296823" y="19072"/>
                  </a:lnTo>
                  <a:lnTo>
                    <a:pt x="1676120" y="7915"/>
                  </a:lnTo>
                  <a:lnTo>
                    <a:pt x="1945235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54" name="tx553"/>
            <p:cNvSpPr/>
            <p:nvPr/>
          </p:nvSpPr>
          <p:spPr>
            <a:xfrm>
              <a:off x="4314527" y="5265892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0.516</a:t>
              </a:r>
            </a:p>
          </p:txBody>
        </p:sp>
        <p:sp>
          <p:nvSpPr>
            <p:cNvPr id="555" name="rc554"/>
            <p:cNvSpPr/>
            <p:nvPr/>
          </p:nvSpPr>
          <p:spPr>
            <a:xfrm>
              <a:off x="4122981" y="3972216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56" name="pl555"/>
            <p:cNvSpPr/>
            <p:nvPr/>
          </p:nvSpPr>
          <p:spPr>
            <a:xfrm>
              <a:off x="4122981" y="3972216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l556"/>
            <p:cNvSpPr/>
            <p:nvPr/>
          </p:nvSpPr>
          <p:spPr>
            <a:xfrm>
              <a:off x="4085024" y="598238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l557"/>
            <p:cNvSpPr/>
            <p:nvPr/>
          </p:nvSpPr>
          <p:spPr>
            <a:xfrm>
              <a:off x="4085024" y="539312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l558"/>
            <p:cNvSpPr/>
            <p:nvPr/>
          </p:nvSpPr>
          <p:spPr>
            <a:xfrm>
              <a:off x="4085024" y="480385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l559"/>
            <p:cNvSpPr/>
            <p:nvPr/>
          </p:nvSpPr>
          <p:spPr>
            <a:xfrm>
              <a:off x="4085024" y="421458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l560"/>
            <p:cNvSpPr/>
            <p:nvPr/>
          </p:nvSpPr>
          <p:spPr>
            <a:xfrm>
              <a:off x="4122981" y="6056592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1"/>
            <p:cNvSpPr/>
            <p:nvPr/>
          </p:nvSpPr>
          <p:spPr>
            <a:xfrm>
              <a:off x="4314527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2"/>
            <p:cNvSpPr/>
            <p:nvPr/>
          </p:nvSpPr>
          <p:spPr>
            <a:xfrm>
              <a:off x="4962938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3"/>
            <p:cNvSpPr/>
            <p:nvPr/>
          </p:nvSpPr>
          <p:spPr>
            <a:xfrm>
              <a:off x="5611350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4"/>
            <p:cNvSpPr/>
            <p:nvPr/>
          </p:nvSpPr>
          <p:spPr>
            <a:xfrm>
              <a:off x="6259762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tx565"/>
            <p:cNvSpPr/>
            <p:nvPr/>
          </p:nvSpPr>
          <p:spPr>
            <a:xfrm>
              <a:off x="4122981" y="3729057"/>
              <a:ext cx="779708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Height</a:t>
              </a:r>
            </a:p>
          </p:txBody>
        </p:sp>
        <p:sp>
          <p:nvSpPr>
            <p:cNvPr id="567" name="rc566"/>
            <p:cNvSpPr/>
            <p:nvPr/>
          </p:nvSpPr>
          <p:spPr>
            <a:xfrm>
              <a:off x="6742685" y="3972216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903730" y="549793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982533" y="4463898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809749" y="5090974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916348" y="553941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875364" y="5290185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980815" y="530798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897868" y="4730376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928982" y="5510086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6812787" y="592306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6887023" y="549429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7600092" y="574960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7572849" y="4028175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7562506" y="521845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7528569" y="566386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7598524" y="550321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7561945" y="5393742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7633776" y="5546446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7480896" y="581150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7609865" y="511053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7528381" y="530968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7555833" y="483186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7618256" y="546550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7495197" y="493587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7590172" y="521496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7469504" y="554846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7561967" y="5078246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7476960" y="4718502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7559698" y="4249359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8266487" y="5607491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8160543" y="544579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8230101" y="5027313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8106305" y="539336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8180218" y="525702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8144174" y="574942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8143304" y="5661950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8164151" y="5297641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8159218" y="524944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8197580" y="4681813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8257026" y="546341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8132742" y="468983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8257263" y="555137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8275013" y="579671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8270433" y="516811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8233801" y="496457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8261866" y="565156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8101764" y="517254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8215410" y="4658613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8159976" y="5146972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8742306" y="505409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8845178" y="5191603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8926745" y="543115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8917063" y="553137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8832714" y="551319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8756253" y="5463562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8767503" y="496063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8822835" y="5113122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8925047" y="4980036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8914998" y="4514673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8833366" y="555100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8851327" y="476211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8755287" y="4354366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8908746" y="570910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8784782" y="5029542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8838075" y="5562196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8836813" y="4236152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8835106" y="507246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8905108" y="4870269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8888526" y="528117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8826193" y="5100337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8744358" y="549540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8914645" y="494488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8860139" y="554578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6932538" y="4933195"/>
              <a:ext cx="1940485" cy="551112"/>
            </a:xfrm>
            <a:custGeom>
              <a:avLst/>
              <a:pathLst>
                <a:path w="1940485" h="551112">
                  <a:moveTo>
                    <a:pt x="0" y="102482"/>
                  </a:moveTo>
                  <a:lnTo>
                    <a:pt x="1025198" y="78639"/>
                  </a:lnTo>
                  <a:lnTo>
                    <a:pt x="1293657" y="61394"/>
                  </a:lnTo>
                  <a:lnTo>
                    <a:pt x="1672027" y="28635"/>
                  </a:lnTo>
                  <a:lnTo>
                    <a:pt x="1940485" y="0"/>
                  </a:lnTo>
                  <a:lnTo>
                    <a:pt x="1940485" y="404151"/>
                  </a:lnTo>
                  <a:lnTo>
                    <a:pt x="1672027" y="410024"/>
                  </a:lnTo>
                  <a:lnTo>
                    <a:pt x="1293657" y="425904"/>
                  </a:lnTo>
                  <a:lnTo>
                    <a:pt x="1025198" y="443168"/>
                  </a:lnTo>
                  <a:lnTo>
                    <a:pt x="0" y="551112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641" name="pl640"/>
            <p:cNvSpPr/>
            <p:nvPr/>
          </p:nvSpPr>
          <p:spPr>
            <a:xfrm>
              <a:off x="6932538" y="4933195"/>
              <a:ext cx="1940485" cy="102482"/>
            </a:xfrm>
            <a:custGeom>
              <a:avLst/>
              <a:pathLst>
                <a:path w="1940485" h="102482">
                  <a:moveTo>
                    <a:pt x="0" y="102482"/>
                  </a:moveTo>
                  <a:lnTo>
                    <a:pt x="1025198" y="78639"/>
                  </a:lnTo>
                  <a:lnTo>
                    <a:pt x="1293657" y="61394"/>
                  </a:lnTo>
                  <a:lnTo>
                    <a:pt x="1672027" y="28635"/>
                  </a:lnTo>
                  <a:lnTo>
                    <a:pt x="194048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42" name="pl641"/>
            <p:cNvSpPr/>
            <p:nvPr/>
          </p:nvSpPr>
          <p:spPr>
            <a:xfrm>
              <a:off x="6932538" y="5337346"/>
              <a:ext cx="1940485" cy="146961"/>
            </a:xfrm>
            <a:custGeom>
              <a:avLst/>
              <a:pathLst>
                <a:path w="1940485" h="146961">
                  <a:moveTo>
                    <a:pt x="1940485" y="0"/>
                  </a:moveTo>
                  <a:lnTo>
                    <a:pt x="1672027" y="5873"/>
                  </a:lnTo>
                  <a:lnTo>
                    <a:pt x="1293657" y="21753"/>
                  </a:lnTo>
                  <a:lnTo>
                    <a:pt x="1025198" y="39017"/>
                  </a:lnTo>
                  <a:lnTo>
                    <a:pt x="0" y="1469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43" name="pl642"/>
            <p:cNvSpPr/>
            <p:nvPr/>
          </p:nvSpPr>
          <p:spPr>
            <a:xfrm>
              <a:off x="6932538" y="5135271"/>
              <a:ext cx="1940485" cy="124721"/>
            </a:xfrm>
            <a:custGeom>
              <a:avLst/>
              <a:pathLst>
                <a:path w="1940485" h="124721">
                  <a:moveTo>
                    <a:pt x="0" y="124721"/>
                  </a:moveTo>
                  <a:lnTo>
                    <a:pt x="1025198" y="58828"/>
                  </a:lnTo>
                  <a:lnTo>
                    <a:pt x="1293657" y="41573"/>
                  </a:lnTo>
                  <a:lnTo>
                    <a:pt x="1672027" y="17254"/>
                  </a:lnTo>
                  <a:lnTo>
                    <a:pt x="1940485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4" name="tx643"/>
            <p:cNvSpPr/>
            <p:nvPr/>
          </p:nvSpPr>
          <p:spPr>
            <a:xfrm>
              <a:off x="6932538" y="5065721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0.263</a:t>
              </a:r>
            </a:p>
          </p:txBody>
        </p:sp>
        <p:sp>
          <p:nvSpPr>
            <p:cNvPr id="645" name="rc644"/>
            <p:cNvSpPr/>
            <p:nvPr/>
          </p:nvSpPr>
          <p:spPr>
            <a:xfrm>
              <a:off x="6742685" y="3972216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46" name="pl645"/>
            <p:cNvSpPr/>
            <p:nvPr/>
          </p:nvSpPr>
          <p:spPr>
            <a:xfrm>
              <a:off x="6742685" y="3972216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l646"/>
            <p:cNvSpPr/>
            <p:nvPr/>
          </p:nvSpPr>
          <p:spPr>
            <a:xfrm>
              <a:off x="6704728" y="554468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l647"/>
            <p:cNvSpPr/>
            <p:nvPr/>
          </p:nvSpPr>
          <p:spPr>
            <a:xfrm>
              <a:off x="6704728" y="495722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l648"/>
            <p:cNvSpPr/>
            <p:nvPr/>
          </p:nvSpPr>
          <p:spPr>
            <a:xfrm>
              <a:off x="6704728" y="436976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l649"/>
            <p:cNvSpPr/>
            <p:nvPr/>
          </p:nvSpPr>
          <p:spPr>
            <a:xfrm>
              <a:off x="6742685" y="6056592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l650"/>
            <p:cNvSpPr/>
            <p:nvPr/>
          </p:nvSpPr>
          <p:spPr>
            <a:xfrm>
              <a:off x="6932538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l651"/>
            <p:cNvSpPr/>
            <p:nvPr/>
          </p:nvSpPr>
          <p:spPr>
            <a:xfrm>
              <a:off x="7579367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2"/>
            <p:cNvSpPr/>
            <p:nvPr/>
          </p:nvSpPr>
          <p:spPr>
            <a:xfrm>
              <a:off x="8226195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3"/>
            <p:cNvSpPr/>
            <p:nvPr/>
          </p:nvSpPr>
          <p:spPr>
            <a:xfrm>
              <a:off x="8873024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tx654"/>
            <p:cNvSpPr/>
            <p:nvPr/>
          </p:nvSpPr>
          <p:spPr>
            <a:xfrm>
              <a:off x="6742685" y="3729057"/>
              <a:ext cx="641817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SSD</a:t>
              </a:r>
            </a:p>
          </p:txBody>
        </p:sp>
        <p:sp>
          <p:nvSpPr>
            <p:cNvPr id="656" name="rc655"/>
            <p:cNvSpPr/>
            <p:nvPr/>
          </p:nvSpPr>
          <p:spPr>
            <a:xfrm>
              <a:off x="1503277" y="6590760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1599532" y="772467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1625163" y="8074505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1658530" y="8034256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1577267" y="730066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1606050" y="8159967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1601127" y="793274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1570341" y="8354842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1698656" y="8276967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1608168" y="759116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1703850" y="786770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2362121" y="812452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2330347" y="7651283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2186428" y="776725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2206297" y="845681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2291316" y="664671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2201157" y="695184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2236299" y="811150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2306474" y="846499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2362102" y="839213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2242036" y="810176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2246224" y="800888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2309605" y="830569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2326297" y="820279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2282285" y="811829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2220544" y="832907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2348202" y="7944636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2337804" y="8277319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2292055" y="8047526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2917134" y="7747971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2916220" y="854160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3008881" y="8001871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2980163" y="827296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3008438" y="748803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3019171" y="804772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2863212" y="7637626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2949611" y="817672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2898049" y="7889145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3013810" y="809899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2883017" y="821145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2929219" y="716803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2902854" y="809234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2863863" y="832275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3018405" y="730385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2897429" y="754111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2878940" y="7915281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2999808" y="840491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3001075" y="8084645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2970119" y="7881642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3505197" y="802217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3620535" y="8010967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3636057" y="805566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3531756" y="822253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3573548" y="796765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3641372" y="7903476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3574853" y="786067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3572979" y="8005095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3557729" y="8230677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3536130" y="769348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3504904" y="825411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3620207" y="8047631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3517066" y="8162718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3585830" y="843614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3649508" y="8214172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3605255" y="8311658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3675834" y="8187143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3687337" y="7924060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3636378" y="8254155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3567953" y="785468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3648100" y="811952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3622303" y="787633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3529252" y="8036051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3614139" y="831928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1662160" y="7751369"/>
              <a:ext cx="1973513" cy="492748"/>
            </a:xfrm>
            <a:custGeom>
              <a:avLst/>
              <a:pathLst>
                <a:path w="1973513" h="492748">
                  <a:moveTo>
                    <a:pt x="0" y="0"/>
                  </a:moveTo>
                  <a:lnTo>
                    <a:pt x="1042648" y="138364"/>
                  </a:lnTo>
                  <a:lnTo>
                    <a:pt x="1315675" y="161448"/>
                  </a:lnTo>
                  <a:lnTo>
                    <a:pt x="1700486" y="183283"/>
                  </a:lnTo>
                  <a:lnTo>
                    <a:pt x="1973513" y="192473"/>
                  </a:lnTo>
                  <a:lnTo>
                    <a:pt x="1973513" y="492748"/>
                  </a:lnTo>
                  <a:lnTo>
                    <a:pt x="1700486" y="455935"/>
                  </a:lnTo>
                  <a:lnTo>
                    <a:pt x="1315675" y="412932"/>
                  </a:lnTo>
                  <a:lnTo>
                    <a:pt x="1042648" y="390013"/>
                  </a:lnTo>
                  <a:lnTo>
                    <a:pt x="0" y="352700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730" name="pl729"/>
            <p:cNvSpPr/>
            <p:nvPr/>
          </p:nvSpPr>
          <p:spPr>
            <a:xfrm>
              <a:off x="1662160" y="7751369"/>
              <a:ext cx="1973513" cy="192473"/>
            </a:xfrm>
            <a:custGeom>
              <a:avLst/>
              <a:pathLst>
                <a:path w="1973513" h="192473">
                  <a:moveTo>
                    <a:pt x="0" y="0"/>
                  </a:moveTo>
                  <a:lnTo>
                    <a:pt x="1042648" y="138364"/>
                  </a:lnTo>
                  <a:lnTo>
                    <a:pt x="1315675" y="161448"/>
                  </a:lnTo>
                  <a:lnTo>
                    <a:pt x="1700486" y="183283"/>
                  </a:lnTo>
                  <a:lnTo>
                    <a:pt x="1973513" y="1924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1" name="pl730"/>
            <p:cNvSpPr/>
            <p:nvPr/>
          </p:nvSpPr>
          <p:spPr>
            <a:xfrm>
              <a:off x="1662160" y="8104070"/>
              <a:ext cx="1973513" cy="140048"/>
            </a:xfrm>
            <a:custGeom>
              <a:avLst/>
              <a:pathLst>
                <a:path w="1973513" h="140048">
                  <a:moveTo>
                    <a:pt x="1973513" y="140048"/>
                  </a:moveTo>
                  <a:lnTo>
                    <a:pt x="1700486" y="103234"/>
                  </a:lnTo>
                  <a:lnTo>
                    <a:pt x="1315675" y="60232"/>
                  </a:lnTo>
                  <a:lnTo>
                    <a:pt x="1042648" y="373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2" name="pl731"/>
            <p:cNvSpPr/>
            <p:nvPr/>
          </p:nvSpPr>
          <p:spPr>
            <a:xfrm>
              <a:off x="1662160" y="7927719"/>
              <a:ext cx="1973513" cy="166260"/>
            </a:xfrm>
            <a:custGeom>
              <a:avLst/>
              <a:pathLst>
                <a:path w="1973513" h="166260">
                  <a:moveTo>
                    <a:pt x="0" y="0"/>
                  </a:moveTo>
                  <a:lnTo>
                    <a:pt x="1042648" y="87839"/>
                  </a:lnTo>
                  <a:lnTo>
                    <a:pt x="1315675" y="110840"/>
                  </a:lnTo>
                  <a:lnTo>
                    <a:pt x="1700486" y="143259"/>
                  </a:lnTo>
                  <a:lnTo>
                    <a:pt x="1973513" y="16626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33" name="tx732"/>
            <p:cNvSpPr/>
            <p:nvPr/>
          </p:nvSpPr>
          <p:spPr>
            <a:xfrm>
              <a:off x="1662160" y="7862324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0.115</a:t>
              </a:r>
            </a:p>
          </p:txBody>
        </p:sp>
        <p:sp>
          <p:nvSpPr>
            <p:cNvPr id="734" name="rc733"/>
            <p:cNvSpPr/>
            <p:nvPr/>
          </p:nvSpPr>
          <p:spPr>
            <a:xfrm>
              <a:off x="1503277" y="6590760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35" name="pl734"/>
            <p:cNvSpPr/>
            <p:nvPr/>
          </p:nvSpPr>
          <p:spPr>
            <a:xfrm>
              <a:off x="1503277" y="6590760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tx735"/>
            <p:cNvSpPr/>
            <p:nvPr/>
          </p:nvSpPr>
          <p:spPr>
            <a:xfrm rot="-5400000">
              <a:off x="1272281" y="8436082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737" name="tx736"/>
            <p:cNvSpPr/>
            <p:nvPr/>
          </p:nvSpPr>
          <p:spPr>
            <a:xfrm rot="-5400000">
              <a:off x="1272281" y="7774580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738" name="tx737"/>
            <p:cNvSpPr/>
            <p:nvPr/>
          </p:nvSpPr>
          <p:spPr>
            <a:xfrm rot="-5400000">
              <a:off x="1272281" y="71130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739" name="pl738"/>
            <p:cNvSpPr/>
            <p:nvPr/>
          </p:nvSpPr>
          <p:spPr>
            <a:xfrm>
              <a:off x="1465319" y="848619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39"/>
            <p:cNvSpPr/>
            <p:nvPr/>
          </p:nvSpPr>
          <p:spPr>
            <a:xfrm>
              <a:off x="1465319" y="782469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0"/>
            <p:cNvSpPr/>
            <p:nvPr/>
          </p:nvSpPr>
          <p:spPr>
            <a:xfrm>
              <a:off x="1465319" y="716318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1"/>
            <p:cNvSpPr/>
            <p:nvPr/>
          </p:nvSpPr>
          <p:spPr>
            <a:xfrm>
              <a:off x="1503277" y="8675135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l742"/>
            <p:cNvSpPr/>
            <p:nvPr/>
          </p:nvSpPr>
          <p:spPr>
            <a:xfrm>
              <a:off x="1662160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l743"/>
            <p:cNvSpPr/>
            <p:nvPr/>
          </p:nvSpPr>
          <p:spPr>
            <a:xfrm>
              <a:off x="2319998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l744"/>
            <p:cNvSpPr/>
            <p:nvPr/>
          </p:nvSpPr>
          <p:spPr>
            <a:xfrm>
              <a:off x="2977836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l745"/>
            <p:cNvSpPr/>
            <p:nvPr/>
          </p:nvSpPr>
          <p:spPr>
            <a:xfrm>
              <a:off x="3635674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tx746"/>
            <p:cNvSpPr/>
            <p:nvPr/>
          </p:nvSpPr>
          <p:spPr>
            <a:xfrm>
              <a:off x="1623298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8" name="tx747"/>
            <p:cNvSpPr/>
            <p:nvPr/>
          </p:nvSpPr>
          <p:spPr>
            <a:xfrm>
              <a:off x="2281136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49" name="tx748"/>
            <p:cNvSpPr/>
            <p:nvPr/>
          </p:nvSpPr>
          <p:spPr>
            <a:xfrm>
              <a:off x="2938974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50" name="tx749"/>
            <p:cNvSpPr/>
            <p:nvPr/>
          </p:nvSpPr>
          <p:spPr>
            <a:xfrm>
              <a:off x="3596812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751" name="tx750"/>
            <p:cNvSpPr/>
            <p:nvPr/>
          </p:nvSpPr>
          <p:spPr>
            <a:xfrm>
              <a:off x="2300585" y="8956323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752" name="tx751"/>
            <p:cNvSpPr/>
            <p:nvPr/>
          </p:nvSpPr>
          <p:spPr>
            <a:xfrm rot="-5400000">
              <a:off x="1004992" y="7573512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753" name="tx752"/>
            <p:cNvSpPr/>
            <p:nvPr/>
          </p:nvSpPr>
          <p:spPr>
            <a:xfrm>
              <a:off x="1503277" y="6347601"/>
              <a:ext cx="631758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SRL</a:t>
              </a:r>
            </a:p>
          </p:txBody>
        </p:sp>
        <p:sp>
          <p:nvSpPr>
            <p:cNvPr id="754" name="rc753"/>
            <p:cNvSpPr/>
            <p:nvPr/>
          </p:nvSpPr>
          <p:spPr>
            <a:xfrm>
              <a:off x="4122981" y="6590760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4331206" y="7556517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4277104" y="7082416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4322471" y="7642862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4248275" y="756670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4368966" y="6834386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4247155" y="749979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4289927" y="8149114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4225522" y="793302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4190045" y="755113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4344443" y="671571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4899850" y="854160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4892059" y="7464735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4887862" y="764762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4991422" y="833870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4912106" y="7652361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4980646" y="7918495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4875696" y="8064470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4967705" y="819762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5002682" y="782227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4874460" y="7290073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4984432" y="719188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4843593" y="804930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4956756" y="778853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4886303" y="786039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4853644" y="765256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4849481" y="7097274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4875777" y="7961098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4940244" y="6836450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5558694" y="7025658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5505083" y="773129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5662564" y="7596706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5519291" y="793049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5570998" y="789235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5557297" y="808110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5499694" y="7481479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5490802" y="727754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5524246" y="7316629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5647268" y="739328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5592934" y="766369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5610915" y="690449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5653839" y="811736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5497973" y="830899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5608187" y="754331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5593414" y="717986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5542947" y="7672371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5610548" y="830993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5664159" y="6646718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5487638" y="7431018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6283256" y="7959643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6164383" y="7666446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6181906" y="793843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6243081" y="790576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6190896" y="806057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6208468" y="755693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6159628" y="786427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6183372" y="8451124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6190512" y="767528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6139598" y="803675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6225216" y="807285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6178258" y="7787346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6210501" y="7615461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6262103" y="821611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6300297" y="8064356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6151045" y="8124117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6203332" y="7204725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6200670" y="7455552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6144479" y="8147203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6248814" y="776707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6302433" y="751970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6247277" y="7574618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6307041" y="7469773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6131075" y="793200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4316739" y="7308540"/>
              <a:ext cx="1945430" cy="677700"/>
            </a:xfrm>
            <a:custGeom>
              <a:avLst/>
              <a:pathLst>
                <a:path w="1945430" h="677700">
                  <a:moveTo>
                    <a:pt x="0" y="0"/>
                  </a:moveTo>
                  <a:lnTo>
                    <a:pt x="1027811" y="205356"/>
                  </a:lnTo>
                  <a:lnTo>
                    <a:pt x="1296953" y="244250"/>
                  </a:lnTo>
                  <a:lnTo>
                    <a:pt x="1676288" y="287100"/>
                  </a:lnTo>
                  <a:lnTo>
                    <a:pt x="1945430" y="310334"/>
                  </a:lnTo>
                  <a:lnTo>
                    <a:pt x="1945430" y="677700"/>
                  </a:lnTo>
                  <a:lnTo>
                    <a:pt x="1676288" y="623297"/>
                  </a:lnTo>
                  <a:lnTo>
                    <a:pt x="1296953" y="556725"/>
                  </a:lnTo>
                  <a:lnTo>
                    <a:pt x="1027811" y="517983"/>
                  </a:lnTo>
                  <a:lnTo>
                    <a:pt x="0" y="426859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28" name="pl827"/>
            <p:cNvSpPr/>
            <p:nvPr/>
          </p:nvSpPr>
          <p:spPr>
            <a:xfrm>
              <a:off x="4316739" y="7308540"/>
              <a:ext cx="1945430" cy="310334"/>
            </a:xfrm>
            <a:custGeom>
              <a:avLst/>
              <a:pathLst>
                <a:path w="1945430" h="310334">
                  <a:moveTo>
                    <a:pt x="0" y="0"/>
                  </a:moveTo>
                  <a:lnTo>
                    <a:pt x="1027811" y="205356"/>
                  </a:lnTo>
                  <a:lnTo>
                    <a:pt x="1296953" y="244250"/>
                  </a:lnTo>
                  <a:lnTo>
                    <a:pt x="1676288" y="287100"/>
                  </a:lnTo>
                  <a:lnTo>
                    <a:pt x="1945430" y="3103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29" name="pl828"/>
            <p:cNvSpPr/>
            <p:nvPr/>
          </p:nvSpPr>
          <p:spPr>
            <a:xfrm>
              <a:off x="4316739" y="7735399"/>
              <a:ext cx="1945430" cy="250841"/>
            </a:xfrm>
            <a:custGeom>
              <a:avLst/>
              <a:pathLst>
                <a:path w="1945430" h="250841">
                  <a:moveTo>
                    <a:pt x="1945430" y="250841"/>
                  </a:moveTo>
                  <a:lnTo>
                    <a:pt x="1676288" y="196438"/>
                  </a:lnTo>
                  <a:lnTo>
                    <a:pt x="1296953" y="129866"/>
                  </a:lnTo>
                  <a:lnTo>
                    <a:pt x="1027811" y="9112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30" name="pl829"/>
            <p:cNvSpPr/>
            <p:nvPr/>
          </p:nvSpPr>
          <p:spPr>
            <a:xfrm>
              <a:off x="4316739" y="7521969"/>
              <a:ext cx="1945430" cy="280587"/>
            </a:xfrm>
            <a:custGeom>
              <a:avLst/>
              <a:pathLst>
                <a:path w="1945430" h="280587">
                  <a:moveTo>
                    <a:pt x="0" y="0"/>
                  </a:moveTo>
                  <a:lnTo>
                    <a:pt x="1027811" y="148240"/>
                  </a:lnTo>
                  <a:lnTo>
                    <a:pt x="1296953" y="187058"/>
                  </a:lnTo>
                  <a:lnTo>
                    <a:pt x="1676288" y="241769"/>
                  </a:lnTo>
                  <a:lnTo>
                    <a:pt x="1945430" y="280587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tx830"/>
            <p:cNvSpPr/>
            <p:nvPr/>
          </p:nvSpPr>
          <p:spPr>
            <a:xfrm>
              <a:off x="4316739" y="7468006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0.025</a:t>
              </a:r>
            </a:p>
          </p:txBody>
        </p:sp>
        <p:sp>
          <p:nvSpPr>
            <p:cNvPr id="832" name="rc831"/>
            <p:cNvSpPr/>
            <p:nvPr/>
          </p:nvSpPr>
          <p:spPr>
            <a:xfrm>
              <a:off x="4122981" y="6590760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33" name="pl832"/>
            <p:cNvSpPr/>
            <p:nvPr/>
          </p:nvSpPr>
          <p:spPr>
            <a:xfrm>
              <a:off x="4122981" y="6590760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l833"/>
            <p:cNvSpPr/>
            <p:nvPr/>
          </p:nvSpPr>
          <p:spPr>
            <a:xfrm>
              <a:off x="4085024" y="849936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l834"/>
            <p:cNvSpPr/>
            <p:nvPr/>
          </p:nvSpPr>
          <p:spPr>
            <a:xfrm>
              <a:off x="4085024" y="784683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l835"/>
            <p:cNvSpPr/>
            <p:nvPr/>
          </p:nvSpPr>
          <p:spPr>
            <a:xfrm>
              <a:off x="4085024" y="719430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l836"/>
            <p:cNvSpPr/>
            <p:nvPr/>
          </p:nvSpPr>
          <p:spPr>
            <a:xfrm>
              <a:off x="4122981" y="8675135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l837"/>
            <p:cNvSpPr/>
            <p:nvPr/>
          </p:nvSpPr>
          <p:spPr>
            <a:xfrm>
              <a:off x="4316739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l838"/>
            <p:cNvSpPr/>
            <p:nvPr/>
          </p:nvSpPr>
          <p:spPr>
            <a:xfrm>
              <a:off x="4965215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l839"/>
            <p:cNvSpPr/>
            <p:nvPr/>
          </p:nvSpPr>
          <p:spPr>
            <a:xfrm>
              <a:off x="5613692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0"/>
            <p:cNvSpPr/>
            <p:nvPr/>
          </p:nvSpPr>
          <p:spPr>
            <a:xfrm>
              <a:off x="6262169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tx841"/>
            <p:cNvSpPr/>
            <p:nvPr/>
          </p:nvSpPr>
          <p:spPr>
            <a:xfrm>
              <a:off x="4277877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43" name="tx842"/>
            <p:cNvSpPr/>
            <p:nvPr/>
          </p:nvSpPr>
          <p:spPr>
            <a:xfrm>
              <a:off x="4926353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44" name="tx843"/>
            <p:cNvSpPr/>
            <p:nvPr/>
          </p:nvSpPr>
          <p:spPr>
            <a:xfrm>
              <a:off x="5574830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45" name="tx844"/>
            <p:cNvSpPr/>
            <p:nvPr/>
          </p:nvSpPr>
          <p:spPr>
            <a:xfrm>
              <a:off x="6223307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846" name="tx845"/>
            <p:cNvSpPr/>
            <p:nvPr/>
          </p:nvSpPr>
          <p:spPr>
            <a:xfrm>
              <a:off x="4920289" y="8956323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847" name="tx846"/>
            <p:cNvSpPr/>
            <p:nvPr/>
          </p:nvSpPr>
          <p:spPr>
            <a:xfrm>
              <a:off x="4122981" y="6347601"/>
              <a:ext cx="473842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(i) RD</a:t>
              </a:r>
            </a:p>
          </p:txBody>
        </p:sp>
        <p:sp>
          <p:nvSpPr>
            <p:cNvPr id="848" name="rc847"/>
            <p:cNvSpPr/>
            <p:nvPr/>
          </p:nvSpPr>
          <p:spPr>
            <a:xfrm>
              <a:off x="6742685" y="6590760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6842269" y="8257953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6809749" y="8025084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6873539" y="8287498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6927913" y="6914871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6891503" y="7847345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6950817" y="7504831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6943496" y="8541605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6936643" y="8024696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6951877" y="782419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6898887" y="725216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7584255" y="780562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7590113" y="7357997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7461530" y="825697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7463821" y="836998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7539034" y="664671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7554563" y="6959055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7448027" y="8467120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7585467" y="831474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7556792" y="839086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7525730" y="823397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7471284" y="816825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7532671" y="842034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7566693" y="798932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7588229" y="804526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7588326" y="764332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7544883" y="7836865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7435271" y="8428518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7539881" y="8207353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8171399" y="8261374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8221027" y="817889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8255649" y="8179110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8132219" y="811302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8226463" y="814076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8166068" y="827197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8241196" y="8229150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8121698" y="771802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8279404" y="8348000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8244432" y="7905583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8124293" y="831474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8141890" y="7981386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8114082" y="828855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8181942" y="835666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8241951" y="754958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8199246" y="821179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8221466" y="7801028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8113437" y="806763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8238068" y="7878833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8104761" y="7897837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8762089" y="8420981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8904769" y="8095606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8830642" y="780292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8900118" y="807090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8890892" y="785928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8817597" y="8211492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8821264" y="8030651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8836397" y="8229473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8814103" y="774139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8890848" y="776889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8837941" y="811111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8926745" y="828755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8855131" y="8015217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8819692" y="831153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8770694" y="7978292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8922213" y="8393634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8827349" y="7592320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8829215" y="8292389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8843343" y="8209262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8790934" y="803146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8909536" y="788971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8864250" y="805777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8787772" y="813848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8900584" y="825604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6898099" y="7587261"/>
              <a:ext cx="1988696" cy="888490"/>
            </a:xfrm>
            <a:custGeom>
              <a:avLst/>
              <a:pathLst>
                <a:path w="1988696" h="888490">
                  <a:moveTo>
                    <a:pt x="0" y="0"/>
                  </a:moveTo>
                  <a:lnTo>
                    <a:pt x="1050669" y="290081"/>
                  </a:lnTo>
                  <a:lnTo>
                    <a:pt x="1325797" y="305741"/>
                  </a:lnTo>
                  <a:lnTo>
                    <a:pt x="1713568" y="284895"/>
                  </a:lnTo>
                  <a:lnTo>
                    <a:pt x="1988696" y="254094"/>
                  </a:lnTo>
                  <a:lnTo>
                    <a:pt x="1988696" y="888490"/>
                  </a:lnTo>
                  <a:lnTo>
                    <a:pt x="1713568" y="797033"/>
                  </a:lnTo>
                  <a:lnTo>
                    <a:pt x="1325797" y="690699"/>
                  </a:lnTo>
                  <a:lnTo>
                    <a:pt x="1050669" y="645703"/>
                  </a:lnTo>
                  <a:lnTo>
                    <a:pt x="0" y="704151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2" name="pl921"/>
            <p:cNvSpPr/>
            <p:nvPr/>
          </p:nvSpPr>
          <p:spPr>
            <a:xfrm>
              <a:off x="6898099" y="7587261"/>
              <a:ext cx="1988696" cy="305741"/>
            </a:xfrm>
            <a:custGeom>
              <a:avLst/>
              <a:pathLst>
                <a:path w="1988696" h="305741">
                  <a:moveTo>
                    <a:pt x="0" y="0"/>
                  </a:moveTo>
                  <a:lnTo>
                    <a:pt x="1050669" y="290081"/>
                  </a:lnTo>
                  <a:lnTo>
                    <a:pt x="1325797" y="305741"/>
                  </a:lnTo>
                  <a:lnTo>
                    <a:pt x="1713568" y="284895"/>
                  </a:lnTo>
                  <a:lnTo>
                    <a:pt x="1988696" y="2540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3" name="pl922"/>
            <p:cNvSpPr/>
            <p:nvPr/>
          </p:nvSpPr>
          <p:spPr>
            <a:xfrm>
              <a:off x="6898099" y="8232964"/>
              <a:ext cx="1988696" cy="242787"/>
            </a:xfrm>
            <a:custGeom>
              <a:avLst/>
              <a:pathLst>
                <a:path w="1988696" h="242787">
                  <a:moveTo>
                    <a:pt x="1988696" y="242787"/>
                  </a:moveTo>
                  <a:lnTo>
                    <a:pt x="1713568" y="151330"/>
                  </a:lnTo>
                  <a:lnTo>
                    <a:pt x="1325797" y="44996"/>
                  </a:lnTo>
                  <a:lnTo>
                    <a:pt x="1050669" y="0"/>
                  </a:lnTo>
                  <a:lnTo>
                    <a:pt x="0" y="584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4" name="pl923"/>
            <p:cNvSpPr/>
            <p:nvPr/>
          </p:nvSpPr>
          <p:spPr>
            <a:xfrm>
              <a:off x="6898099" y="7939337"/>
              <a:ext cx="1988696" cy="219216"/>
            </a:xfrm>
            <a:custGeom>
              <a:avLst/>
              <a:pathLst>
                <a:path w="1988696" h="219216">
                  <a:moveTo>
                    <a:pt x="0" y="0"/>
                  </a:moveTo>
                  <a:lnTo>
                    <a:pt x="1050669" y="115816"/>
                  </a:lnTo>
                  <a:lnTo>
                    <a:pt x="1325797" y="146144"/>
                  </a:lnTo>
                  <a:lnTo>
                    <a:pt x="1713568" y="188888"/>
                  </a:lnTo>
                  <a:lnTo>
                    <a:pt x="1988696" y="219216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5" name="tx924"/>
            <p:cNvSpPr/>
            <p:nvPr/>
          </p:nvSpPr>
          <p:spPr>
            <a:xfrm>
              <a:off x="6898099" y="7879237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0.458</a:t>
              </a:r>
            </a:p>
          </p:txBody>
        </p:sp>
        <p:sp>
          <p:nvSpPr>
            <p:cNvPr id="926" name="rc925"/>
            <p:cNvSpPr/>
            <p:nvPr/>
          </p:nvSpPr>
          <p:spPr>
            <a:xfrm>
              <a:off x="6742685" y="6590760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27" name="pl926"/>
            <p:cNvSpPr/>
            <p:nvPr/>
          </p:nvSpPr>
          <p:spPr>
            <a:xfrm>
              <a:off x="6742685" y="6590760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7"/>
            <p:cNvSpPr/>
            <p:nvPr/>
          </p:nvSpPr>
          <p:spPr>
            <a:xfrm>
              <a:off x="6704728" y="847511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8"/>
            <p:cNvSpPr/>
            <p:nvPr/>
          </p:nvSpPr>
          <p:spPr>
            <a:xfrm>
              <a:off x="6704728" y="802180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l929"/>
            <p:cNvSpPr/>
            <p:nvPr/>
          </p:nvSpPr>
          <p:spPr>
            <a:xfrm>
              <a:off x="6704728" y="756848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l930"/>
            <p:cNvSpPr/>
            <p:nvPr/>
          </p:nvSpPr>
          <p:spPr>
            <a:xfrm>
              <a:off x="6704728" y="711517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l931"/>
            <p:cNvSpPr/>
            <p:nvPr/>
          </p:nvSpPr>
          <p:spPr>
            <a:xfrm>
              <a:off x="6704728" y="666186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l932"/>
            <p:cNvSpPr/>
            <p:nvPr/>
          </p:nvSpPr>
          <p:spPr>
            <a:xfrm>
              <a:off x="6742685" y="8675135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l933"/>
            <p:cNvSpPr/>
            <p:nvPr/>
          </p:nvSpPr>
          <p:spPr>
            <a:xfrm>
              <a:off x="6898099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l934"/>
            <p:cNvSpPr/>
            <p:nvPr/>
          </p:nvSpPr>
          <p:spPr>
            <a:xfrm>
              <a:off x="7560998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l935"/>
            <p:cNvSpPr/>
            <p:nvPr/>
          </p:nvSpPr>
          <p:spPr>
            <a:xfrm>
              <a:off x="8223897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6"/>
            <p:cNvSpPr/>
            <p:nvPr/>
          </p:nvSpPr>
          <p:spPr>
            <a:xfrm>
              <a:off x="8886796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tx937"/>
            <p:cNvSpPr/>
            <p:nvPr/>
          </p:nvSpPr>
          <p:spPr>
            <a:xfrm>
              <a:off x="6859237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39" name="tx938"/>
            <p:cNvSpPr/>
            <p:nvPr/>
          </p:nvSpPr>
          <p:spPr>
            <a:xfrm>
              <a:off x="7522136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40" name="tx939"/>
            <p:cNvSpPr/>
            <p:nvPr/>
          </p:nvSpPr>
          <p:spPr>
            <a:xfrm>
              <a:off x="8185035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41" name="tx940"/>
            <p:cNvSpPr/>
            <p:nvPr/>
          </p:nvSpPr>
          <p:spPr>
            <a:xfrm>
              <a:off x="8847934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42" name="tx941"/>
            <p:cNvSpPr/>
            <p:nvPr/>
          </p:nvSpPr>
          <p:spPr>
            <a:xfrm>
              <a:off x="7539993" y="8956323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43" name="tx942"/>
            <p:cNvSpPr/>
            <p:nvPr/>
          </p:nvSpPr>
          <p:spPr>
            <a:xfrm>
              <a:off x="6742685" y="6347601"/>
              <a:ext cx="582381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(j) RTD</a:t>
              </a:r>
            </a:p>
          </p:txBody>
        </p:sp>
        <p:sp>
          <p:nvSpPr>
            <p:cNvPr id="944" name="rc943"/>
            <p:cNvSpPr/>
            <p:nvPr/>
          </p:nvSpPr>
          <p:spPr>
            <a:xfrm>
              <a:off x="9362389" y="6590760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9430813" y="7989529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9595119" y="8100270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9610468" y="8211991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9574979" y="7535521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9452327" y="8057520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9569015" y="7552918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9429454" y="8465472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9598642" y="821457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9500118" y="757873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9588335" y="742724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10081542" y="789975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10200916" y="7527141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10082401" y="815455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10219283" y="844709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10226483" y="664671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10134575" y="680078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10084726" y="8341063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10202833" y="849568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10171632" y="847418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10256292" y="827590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10191289" y="835976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10205395" y="842595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10195666" y="8371376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10246901" y="836020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10195349" y="827152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10189397" y="8117933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10120146" y="8473539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10097798" y="8180270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10722951" y="8158121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10825546" y="850202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10887565" y="8348782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10849421" y="840497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10842172" y="799415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10788846" y="824861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10880126" y="7917177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10894180" y="815810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10803856" y="8260365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10817335" y="807213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10740761" y="842115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10731565" y="761386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10878420" y="833766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10815821" y="843704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10855562" y="748324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10897822" y="804143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10876274" y="787512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10751263" y="8319557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10888557" y="8166852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10728107" y="7915401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11480990" y="8279263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11541793" y="8214838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11451060" y="805847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11479554" y="826569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11469762" y="798994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11441465" y="8176570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11491215" y="8075033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11407846" y="8118148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11370740" y="820625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11440543" y="772619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11484564" y="839217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11397146" y="8230520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11411491" y="8229208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11490835" y="844980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11375607" y="8132369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11529159" y="8444837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11423677" y="7971598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11546449" y="821951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11493470" y="8237384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11409705" y="808389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11430293" y="817287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11506475" y="814463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11449776" y="819401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11437680" y="840872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9556461" y="7653439"/>
              <a:ext cx="1940207" cy="926952"/>
            </a:xfrm>
            <a:custGeom>
              <a:avLst/>
              <a:pathLst>
                <a:path w="1940207" h="926952">
                  <a:moveTo>
                    <a:pt x="0" y="0"/>
                  </a:moveTo>
                  <a:lnTo>
                    <a:pt x="1025052" y="302983"/>
                  </a:lnTo>
                  <a:lnTo>
                    <a:pt x="1293471" y="314592"/>
                  </a:lnTo>
                  <a:lnTo>
                    <a:pt x="1671788" y="284593"/>
                  </a:lnTo>
                  <a:lnTo>
                    <a:pt x="1940207" y="246864"/>
                  </a:lnTo>
                  <a:lnTo>
                    <a:pt x="1940207" y="926952"/>
                  </a:lnTo>
                  <a:lnTo>
                    <a:pt x="1671788" y="829624"/>
                  </a:lnTo>
                  <a:lnTo>
                    <a:pt x="1293471" y="715624"/>
                  </a:lnTo>
                  <a:lnTo>
                    <a:pt x="1025052" y="667634"/>
                  </a:lnTo>
                  <a:lnTo>
                    <a:pt x="0" y="743019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l1017"/>
            <p:cNvSpPr/>
            <p:nvPr/>
          </p:nvSpPr>
          <p:spPr>
            <a:xfrm>
              <a:off x="9556461" y="7653439"/>
              <a:ext cx="1940207" cy="314592"/>
            </a:xfrm>
            <a:custGeom>
              <a:avLst/>
              <a:pathLst>
                <a:path w="1940207" h="314592">
                  <a:moveTo>
                    <a:pt x="0" y="0"/>
                  </a:moveTo>
                  <a:lnTo>
                    <a:pt x="1025052" y="302983"/>
                  </a:lnTo>
                  <a:lnTo>
                    <a:pt x="1293471" y="314592"/>
                  </a:lnTo>
                  <a:lnTo>
                    <a:pt x="1671788" y="284593"/>
                  </a:lnTo>
                  <a:lnTo>
                    <a:pt x="1940207" y="2468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19" name="pl1018"/>
            <p:cNvSpPr/>
            <p:nvPr/>
          </p:nvSpPr>
          <p:spPr>
            <a:xfrm>
              <a:off x="9556461" y="8321074"/>
              <a:ext cx="1940207" cy="259317"/>
            </a:xfrm>
            <a:custGeom>
              <a:avLst/>
              <a:pathLst>
                <a:path w="1940207" h="259317">
                  <a:moveTo>
                    <a:pt x="1940207" y="259317"/>
                  </a:moveTo>
                  <a:lnTo>
                    <a:pt x="1671788" y="161989"/>
                  </a:lnTo>
                  <a:lnTo>
                    <a:pt x="1293471" y="47990"/>
                  </a:lnTo>
                  <a:lnTo>
                    <a:pt x="1025052" y="0"/>
                  </a:lnTo>
                  <a:lnTo>
                    <a:pt x="0" y="753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20" name="pl1019"/>
            <p:cNvSpPr/>
            <p:nvPr/>
          </p:nvSpPr>
          <p:spPr>
            <a:xfrm>
              <a:off x="9556461" y="8024949"/>
              <a:ext cx="1940207" cy="215398"/>
            </a:xfrm>
            <a:custGeom>
              <a:avLst/>
              <a:pathLst>
                <a:path w="1940207" h="215398">
                  <a:moveTo>
                    <a:pt x="0" y="0"/>
                  </a:moveTo>
                  <a:lnTo>
                    <a:pt x="1025052" y="113799"/>
                  </a:lnTo>
                  <a:lnTo>
                    <a:pt x="1293471" y="143599"/>
                  </a:lnTo>
                  <a:lnTo>
                    <a:pt x="1671788" y="185599"/>
                  </a:lnTo>
                  <a:lnTo>
                    <a:pt x="1940207" y="215398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21" name="tx1020"/>
            <p:cNvSpPr/>
            <p:nvPr/>
          </p:nvSpPr>
          <p:spPr>
            <a:xfrm>
              <a:off x="9556461" y="7964467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0.495</a:t>
              </a:r>
            </a:p>
          </p:txBody>
        </p:sp>
        <p:sp>
          <p:nvSpPr>
            <p:cNvPr id="1022" name="rc1021"/>
            <p:cNvSpPr/>
            <p:nvPr/>
          </p:nvSpPr>
          <p:spPr>
            <a:xfrm>
              <a:off x="9362389" y="6590760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23" name="pl1022"/>
            <p:cNvSpPr/>
            <p:nvPr/>
          </p:nvSpPr>
          <p:spPr>
            <a:xfrm>
              <a:off x="9362389" y="6590760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l1023"/>
            <p:cNvSpPr/>
            <p:nvPr/>
          </p:nvSpPr>
          <p:spPr>
            <a:xfrm>
              <a:off x="9324432" y="821930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l1024"/>
            <p:cNvSpPr/>
            <p:nvPr/>
          </p:nvSpPr>
          <p:spPr>
            <a:xfrm>
              <a:off x="9324432" y="752629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l1025"/>
            <p:cNvSpPr/>
            <p:nvPr/>
          </p:nvSpPr>
          <p:spPr>
            <a:xfrm>
              <a:off x="9324432" y="683327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l1026"/>
            <p:cNvSpPr/>
            <p:nvPr/>
          </p:nvSpPr>
          <p:spPr>
            <a:xfrm>
              <a:off x="9362389" y="8675135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l1027"/>
            <p:cNvSpPr/>
            <p:nvPr/>
          </p:nvSpPr>
          <p:spPr>
            <a:xfrm>
              <a:off x="9556461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l1028"/>
            <p:cNvSpPr/>
            <p:nvPr/>
          </p:nvSpPr>
          <p:spPr>
            <a:xfrm>
              <a:off x="10203197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l1029"/>
            <p:cNvSpPr/>
            <p:nvPr/>
          </p:nvSpPr>
          <p:spPr>
            <a:xfrm>
              <a:off x="10849933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l1030"/>
            <p:cNvSpPr/>
            <p:nvPr/>
          </p:nvSpPr>
          <p:spPr>
            <a:xfrm>
              <a:off x="11496669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tx1031"/>
            <p:cNvSpPr/>
            <p:nvPr/>
          </p:nvSpPr>
          <p:spPr>
            <a:xfrm>
              <a:off x="9517599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33" name="tx1032"/>
            <p:cNvSpPr/>
            <p:nvPr/>
          </p:nvSpPr>
          <p:spPr>
            <a:xfrm>
              <a:off x="10164335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34" name="tx1033"/>
            <p:cNvSpPr/>
            <p:nvPr/>
          </p:nvSpPr>
          <p:spPr>
            <a:xfrm>
              <a:off x="10811071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35" name="tx1034"/>
            <p:cNvSpPr/>
            <p:nvPr/>
          </p:nvSpPr>
          <p:spPr>
            <a:xfrm>
              <a:off x="11457807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36" name="tx1035"/>
            <p:cNvSpPr/>
            <p:nvPr/>
          </p:nvSpPr>
          <p:spPr>
            <a:xfrm>
              <a:off x="10159697" y="8956323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037" name="tx1036"/>
            <p:cNvSpPr/>
            <p:nvPr/>
          </p:nvSpPr>
          <p:spPr>
            <a:xfrm>
              <a:off x="9362389" y="6347601"/>
              <a:ext cx="641908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(k) SRA</a:t>
              </a:r>
            </a:p>
          </p:txBody>
        </p:sp>
        <p:sp>
          <p:nvSpPr>
            <p:cNvPr id="1038" name="rc1037"/>
            <p:cNvSpPr/>
            <p:nvPr/>
          </p:nvSpPr>
          <p:spPr>
            <a:xfrm>
              <a:off x="5289520" y="9207076"/>
              <a:ext cx="2615321" cy="6552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9" name="tx1038"/>
            <p:cNvSpPr/>
            <p:nvPr/>
          </p:nvSpPr>
          <p:spPr>
            <a:xfrm>
              <a:off x="6309099" y="9223901"/>
              <a:ext cx="576163" cy="1097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1040" name="rc1039"/>
            <p:cNvSpPr/>
            <p:nvPr/>
          </p:nvSpPr>
          <p:spPr>
            <a:xfrm>
              <a:off x="5289520" y="94263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5340735" y="947758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2" name="rc1041"/>
            <p:cNvSpPr/>
            <p:nvPr/>
          </p:nvSpPr>
          <p:spPr>
            <a:xfrm>
              <a:off x="5289520" y="9682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5340735" y="973349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4" name="rc1043"/>
            <p:cNvSpPr/>
            <p:nvPr/>
          </p:nvSpPr>
          <p:spPr>
            <a:xfrm>
              <a:off x="5838612" y="94263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5889827" y="9477584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6" name="rc1045"/>
            <p:cNvSpPr/>
            <p:nvPr/>
          </p:nvSpPr>
          <p:spPr>
            <a:xfrm>
              <a:off x="5838612" y="9682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5889827" y="9733499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rc1047"/>
            <p:cNvSpPr/>
            <p:nvPr/>
          </p:nvSpPr>
          <p:spPr>
            <a:xfrm>
              <a:off x="6379932" y="94263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6431147" y="947758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rc1049"/>
            <p:cNvSpPr/>
            <p:nvPr/>
          </p:nvSpPr>
          <p:spPr>
            <a:xfrm>
              <a:off x="6379932" y="9682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6431147" y="973349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2" name="rc1051"/>
            <p:cNvSpPr/>
            <p:nvPr/>
          </p:nvSpPr>
          <p:spPr>
            <a:xfrm>
              <a:off x="6905798" y="94263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6957013" y="947758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4" name="rc1053"/>
            <p:cNvSpPr/>
            <p:nvPr/>
          </p:nvSpPr>
          <p:spPr>
            <a:xfrm>
              <a:off x="6905798" y="9682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6957013" y="973349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6" name="rc1055"/>
            <p:cNvSpPr/>
            <p:nvPr/>
          </p:nvSpPr>
          <p:spPr>
            <a:xfrm>
              <a:off x="7447118" y="9426370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7498333" y="9477584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8" name="rc1057"/>
            <p:cNvSpPr/>
            <p:nvPr/>
          </p:nvSpPr>
          <p:spPr>
            <a:xfrm>
              <a:off x="7447118" y="9682285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7498333" y="9733499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0" name="tx1059"/>
            <p:cNvSpPr/>
            <p:nvPr/>
          </p:nvSpPr>
          <p:spPr>
            <a:xfrm>
              <a:off x="5545436" y="9466260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1061" name="tx1060"/>
            <p:cNvSpPr/>
            <p:nvPr/>
          </p:nvSpPr>
          <p:spPr>
            <a:xfrm>
              <a:off x="5545436" y="9722176"/>
              <a:ext cx="21726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1062" name="tx1061"/>
            <p:cNvSpPr/>
            <p:nvPr/>
          </p:nvSpPr>
          <p:spPr>
            <a:xfrm>
              <a:off x="6094528" y="9466260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1063" name="tx1062"/>
            <p:cNvSpPr/>
            <p:nvPr/>
          </p:nvSpPr>
          <p:spPr>
            <a:xfrm>
              <a:off x="6094528" y="9722176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1064" name="tx1063"/>
            <p:cNvSpPr/>
            <p:nvPr/>
          </p:nvSpPr>
          <p:spPr>
            <a:xfrm>
              <a:off x="6635847" y="9466260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1065" name="tx1064"/>
            <p:cNvSpPr/>
            <p:nvPr/>
          </p:nvSpPr>
          <p:spPr>
            <a:xfrm>
              <a:off x="6635847" y="9722176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1066" name="tx1065"/>
            <p:cNvSpPr/>
            <p:nvPr/>
          </p:nvSpPr>
          <p:spPr>
            <a:xfrm>
              <a:off x="7161714" y="9466260"/>
              <a:ext cx="17858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1067" name="tx1066"/>
            <p:cNvSpPr/>
            <p:nvPr/>
          </p:nvSpPr>
          <p:spPr>
            <a:xfrm>
              <a:off x="7161714" y="9722176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1068" name="tx1067"/>
            <p:cNvSpPr/>
            <p:nvPr/>
          </p:nvSpPr>
          <p:spPr>
            <a:xfrm>
              <a:off x="7703033" y="9466260"/>
              <a:ext cx="2018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1069" name="tx1068"/>
            <p:cNvSpPr/>
            <p:nvPr/>
          </p:nvSpPr>
          <p:spPr>
            <a:xfrm>
              <a:off x="7703033" y="9722176"/>
              <a:ext cx="18635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2026-07-20T00:36:28Z</dcterms:modified>
  <cp:category/>
</cp:coreProperties>
</file>