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10972800" cy="9144000"/>
            <a:chOff x="914400" y="914400"/>
            <a:chExt cx="10972800" cy="914400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10972800" cy="9144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914400" y="914400"/>
              <a:ext cx="10972800" cy="9143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983989" y="983989"/>
              <a:ext cx="2974509" cy="261854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3958498" y="983989"/>
              <a:ext cx="2619704" cy="261854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6578202" y="983989"/>
              <a:ext cx="2619704" cy="261854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9197906" y="983989"/>
              <a:ext cx="2619704" cy="261854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983989" y="3602532"/>
              <a:ext cx="2974509" cy="261854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3958498" y="3602532"/>
              <a:ext cx="2619704" cy="261854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6578202" y="3602532"/>
              <a:ext cx="2619704" cy="261854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983989" y="6221075"/>
              <a:ext cx="2974509" cy="376773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3958498" y="6221075"/>
              <a:ext cx="2619704" cy="376773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4"/>
            <p:cNvSpPr/>
            <p:nvPr/>
          </p:nvSpPr>
          <p:spPr>
            <a:xfrm>
              <a:off x="6578202" y="6221075"/>
              <a:ext cx="2619704" cy="376773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5"/>
            <p:cNvSpPr/>
            <p:nvPr/>
          </p:nvSpPr>
          <p:spPr>
            <a:xfrm>
              <a:off x="9197906" y="6221075"/>
              <a:ext cx="2619704" cy="376773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6"/>
            <p:cNvSpPr/>
            <p:nvPr/>
          </p:nvSpPr>
          <p:spPr>
            <a:xfrm>
              <a:off x="1503277" y="1353673"/>
              <a:ext cx="2328695" cy="208437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595629" y="2785219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1644392" y="2467265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1742818" y="2612950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1619440" y="2149601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644677" y="3304519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1636060" y="2590967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1570341" y="2979945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1622181" y="2746931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1725697" y="2373918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1627467" y="2627846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267292" y="2432816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279980" y="2238682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2346247" y="2214453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2261345" y="2681667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2384613" y="2586416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2214323" y="2352258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2242955" y="2531575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2267218" y="2883782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2328863" y="2748182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2288534" y="2159632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2311068" y="2209056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2374187" y="2657566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2278591" y="2754567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2209613" y="2983765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2323141" y="2739068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2225787" y="2471841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2391943" y="2724951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2340903" y="2489713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2925466" y="2445533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3018886" y="2500886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2948837" y="2785029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3030694" y="2281555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2884136" y="2489556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959662" y="2523606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918252" y="2595702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2941842" y="2491861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2880271" y="2704086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2862882" y="1947316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2882329" y="2101299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2938829" y="2050334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" name="pt57"/>
            <p:cNvSpPr/>
            <p:nvPr/>
          </p:nvSpPr>
          <p:spPr>
            <a:xfrm>
              <a:off x="2903280" y="1976151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2944997" y="2451308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" name="pt59"/>
            <p:cNvSpPr/>
            <p:nvPr/>
          </p:nvSpPr>
          <p:spPr>
            <a:xfrm>
              <a:off x="2875678" y="2379043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" name="pt60"/>
            <p:cNvSpPr/>
            <p:nvPr/>
          </p:nvSpPr>
          <p:spPr>
            <a:xfrm>
              <a:off x="2931339" y="2209377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" name="pt61"/>
            <p:cNvSpPr/>
            <p:nvPr/>
          </p:nvSpPr>
          <p:spPr>
            <a:xfrm>
              <a:off x="2910611" y="2764184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" name="pt62"/>
            <p:cNvSpPr/>
            <p:nvPr/>
          </p:nvSpPr>
          <p:spPr>
            <a:xfrm>
              <a:off x="2956732" y="2540574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4" name="pt63"/>
            <p:cNvSpPr/>
            <p:nvPr/>
          </p:nvSpPr>
          <p:spPr>
            <a:xfrm>
              <a:off x="2926283" y="2444089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5" name="pt64"/>
            <p:cNvSpPr/>
            <p:nvPr/>
          </p:nvSpPr>
          <p:spPr>
            <a:xfrm>
              <a:off x="3006817" y="2312491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" name="pt65"/>
            <p:cNvSpPr/>
            <p:nvPr/>
          </p:nvSpPr>
          <p:spPr>
            <a:xfrm>
              <a:off x="3555163" y="2205307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" name="pt66"/>
            <p:cNvSpPr/>
            <p:nvPr/>
          </p:nvSpPr>
          <p:spPr>
            <a:xfrm>
              <a:off x="3635739" y="2296744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pt67"/>
            <p:cNvSpPr/>
            <p:nvPr/>
          </p:nvSpPr>
          <p:spPr>
            <a:xfrm>
              <a:off x="3574192" y="2674824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pt68"/>
            <p:cNvSpPr/>
            <p:nvPr/>
          </p:nvSpPr>
          <p:spPr>
            <a:xfrm>
              <a:off x="3618659" y="2339770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pt69"/>
            <p:cNvSpPr/>
            <p:nvPr/>
          </p:nvSpPr>
          <p:spPr>
            <a:xfrm>
              <a:off x="3578861" y="2613780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pt70"/>
            <p:cNvSpPr/>
            <p:nvPr/>
          </p:nvSpPr>
          <p:spPr>
            <a:xfrm>
              <a:off x="3685736" y="2783661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pt71"/>
            <p:cNvSpPr/>
            <p:nvPr/>
          </p:nvSpPr>
          <p:spPr>
            <a:xfrm>
              <a:off x="3622765" y="2469258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pt72"/>
            <p:cNvSpPr/>
            <p:nvPr/>
          </p:nvSpPr>
          <p:spPr>
            <a:xfrm>
              <a:off x="3594339" y="2437744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pt73"/>
            <p:cNvSpPr/>
            <p:nvPr/>
          </p:nvSpPr>
          <p:spPr>
            <a:xfrm>
              <a:off x="3575626" y="2330336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5" name="pt74"/>
            <p:cNvSpPr/>
            <p:nvPr/>
          </p:nvSpPr>
          <p:spPr>
            <a:xfrm>
              <a:off x="3509818" y="2604673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" name="pt75"/>
            <p:cNvSpPr/>
            <p:nvPr/>
          </p:nvSpPr>
          <p:spPr>
            <a:xfrm>
              <a:off x="3637602" y="2366989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" name="pt76"/>
            <p:cNvSpPr/>
            <p:nvPr/>
          </p:nvSpPr>
          <p:spPr>
            <a:xfrm>
              <a:off x="3539030" y="1562578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" name="pt77"/>
            <p:cNvSpPr/>
            <p:nvPr/>
          </p:nvSpPr>
          <p:spPr>
            <a:xfrm>
              <a:off x="3506785" y="2631956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" name="pt78"/>
            <p:cNvSpPr/>
            <p:nvPr/>
          </p:nvSpPr>
          <p:spPr>
            <a:xfrm>
              <a:off x="3565097" y="1730645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" name="pt79"/>
            <p:cNvSpPr/>
            <p:nvPr/>
          </p:nvSpPr>
          <p:spPr>
            <a:xfrm>
              <a:off x="3687337" y="2471637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" name="pt80"/>
            <p:cNvSpPr/>
            <p:nvPr/>
          </p:nvSpPr>
          <p:spPr>
            <a:xfrm>
              <a:off x="3545925" y="2026444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" name="pt81"/>
            <p:cNvSpPr/>
            <p:nvPr/>
          </p:nvSpPr>
          <p:spPr>
            <a:xfrm>
              <a:off x="3510553" y="1967846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3" name="pt82"/>
            <p:cNvSpPr/>
            <p:nvPr/>
          </p:nvSpPr>
          <p:spPr>
            <a:xfrm>
              <a:off x="3556361" y="2001806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4" name="pt83"/>
            <p:cNvSpPr/>
            <p:nvPr/>
          </p:nvSpPr>
          <p:spPr>
            <a:xfrm>
              <a:off x="3649133" y="2583314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" name="pt84"/>
            <p:cNvSpPr/>
            <p:nvPr/>
          </p:nvSpPr>
          <p:spPr>
            <a:xfrm>
              <a:off x="3613876" y="2297440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" name="pt85"/>
            <p:cNvSpPr/>
            <p:nvPr/>
          </p:nvSpPr>
          <p:spPr>
            <a:xfrm>
              <a:off x="3627457" y="2534432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" name="pt86"/>
            <p:cNvSpPr/>
            <p:nvPr/>
          </p:nvSpPr>
          <p:spPr>
            <a:xfrm>
              <a:off x="3609155" y="2405753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" name="pt87"/>
            <p:cNvSpPr/>
            <p:nvPr/>
          </p:nvSpPr>
          <p:spPr>
            <a:xfrm>
              <a:off x="3553141" y="1794226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" name="pt88"/>
            <p:cNvSpPr/>
            <p:nvPr/>
          </p:nvSpPr>
          <p:spPr>
            <a:xfrm>
              <a:off x="3579564" y="1409632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" name="pg89"/>
            <p:cNvSpPr/>
            <p:nvPr/>
          </p:nvSpPr>
          <p:spPr>
            <a:xfrm>
              <a:off x="1693333" y="2203148"/>
              <a:ext cx="1940872" cy="652988"/>
            </a:xfrm>
            <a:custGeom>
              <a:avLst/>
              <a:pathLst>
                <a:path w="1940872" h="652988">
                  <a:moveTo>
                    <a:pt x="0" y="368868"/>
                  </a:moveTo>
                  <a:lnTo>
                    <a:pt x="1025403" y="219400"/>
                  </a:lnTo>
                  <a:lnTo>
                    <a:pt x="1293914" y="164364"/>
                  </a:lnTo>
                  <a:lnTo>
                    <a:pt x="1672360" y="72394"/>
                  </a:lnTo>
                  <a:lnTo>
                    <a:pt x="1940872" y="0"/>
                  </a:lnTo>
                  <a:lnTo>
                    <a:pt x="1940872" y="222398"/>
                  </a:lnTo>
                  <a:lnTo>
                    <a:pt x="1672360" y="260605"/>
                  </a:lnTo>
                  <a:lnTo>
                    <a:pt x="1293914" y="324520"/>
                  </a:lnTo>
                  <a:lnTo>
                    <a:pt x="1025403" y="380085"/>
                  </a:lnTo>
                  <a:lnTo>
                    <a:pt x="0" y="652988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1" name="pl90"/>
            <p:cNvSpPr/>
            <p:nvPr/>
          </p:nvSpPr>
          <p:spPr>
            <a:xfrm>
              <a:off x="1693333" y="2203148"/>
              <a:ext cx="1940872" cy="368868"/>
            </a:xfrm>
            <a:custGeom>
              <a:avLst/>
              <a:pathLst>
                <a:path w="1940872" h="368868">
                  <a:moveTo>
                    <a:pt x="0" y="368868"/>
                  </a:moveTo>
                  <a:lnTo>
                    <a:pt x="1025403" y="219400"/>
                  </a:lnTo>
                  <a:lnTo>
                    <a:pt x="1293914" y="164364"/>
                  </a:lnTo>
                  <a:lnTo>
                    <a:pt x="1672360" y="72394"/>
                  </a:lnTo>
                  <a:lnTo>
                    <a:pt x="194087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2" name="pl91"/>
            <p:cNvSpPr/>
            <p:nvPr/>
          </p:nvSpPr>
          <p:spPr>
            <a:xfrm>
              <a:off x="1693333" y="2425546"/>
              <a:ext cx="1940872" cy="430590"/>
            </a:xfrm>
            <a:custGeom>
              <a:avLst/>
              <a:pathLst>
                <a:path w="1940872" h="430590">
                  <a:moveTo>
                    <a:pt x="1940872" y="0"/>
                  </a:moveTo>
                  <a:lnTo>
                    <a:pt x="1672360" y="38206"/>
                  </a:lnTo>
                  <a:lnTo>
                    <a:pt x="1293914" y="102121"/>
                  </a:lnTo>
                  <a:lnTo>
                    <a:pt x="1025403" y="157687"/>
                  </a:lnTo>
                  <a:lnTo>
                    <a:pt x="0" y="4305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3" name="pl92"/>
            <p:cNvSpPr/>
            <p:nvPr/>
          </p:nvSpPr>
          <p:spPr>
            <a:xfrm>
              <a:off x="1693333" y="2314347"/>
              <a:ext cx="1940872" cy="399729"/>
            </a:xfrm>
            <a:custGeom>
              <a:avLst/>
              <a:pathLst>
                <a:path w="1940872" h="399729">
                  <a:moveTo>
                    <a:pt x="0" y="399729"/>
                  </a:moveTo>
                  <a:lnTo>
                    <a:pt x="1025403" y="188544"/>
                  </a:lnTo>
                  <a:lnTo>
                    <a:pt x="1293914" y="133243"/>
                  </a:lnTo>
                  <a:lnTo>
                    <a:pt x="1672360" y="55300"/>
                  </a:lnTo>
                  <a:lnTo>
                    <a:pt x="1940872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tx93"/>
            <p:cNvSpPr/>
            <p:nvPr/>
          </p:nvSpPr>
          <p:spPr>
            <a:xfrm>
              <a:off x="3154511" y="2272298"/>
              <a:ext cx="4796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&lt; 0.001</a:t>
              </a:r>
            </a:p>
          </p:txBody>
        </p:sp>
        <p:sp>
          <p:nvSpPr>
            <p:cNvPr id="95" name="rc94"/>
            <p:cNvSpPr/>
            <p:nvPr/>
          </p:nvSpPr>
          <p:spPr>
            <a:xfrm>
              <a:off x="1503277" y="1353673"/>
              <a:ext cx="2328695" cy="2084375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6" name="pl95"/>
            <p:cNvSpPr/>
            <p:nvPr/>
          </p:nvSpPr>
          <p:spPr>
            <a:xfrm>
              <a:off x="1503277" y="1353673"/>
              <a:ext cx="0" cy="2084375"/>
            </a:xfrm>
            <a:custGeom>
              <a:avLst/>
              <a:pathLst>
                <a:path w="0" h="2084375">
                  <a:moveTo>
                    <a:pt x="0" y="208437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tx96"/>
            <p:cNvSpPr/>
            <p:nvPr/>
          </p:nvSpPr>
          <p:spPr>
            <a:xfrm rot="-5400000">
              <a:off x="1272281" y="3311872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98" name="tx97"/>
            <p:cNvSpPr/>
            <p:nvPr/>
          </p:nvSpPr>
          <p:spPr>
            <a:xfrm rot="-5400000">
              <a:off x="1272281" y="2820776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99" name="tx98"/>
            <p:cNvSpPr/>
            <p:nvPr/>
          </p:nvSpPr>
          <p:spPr>
            <a:xfrm rot="-5400000">
              <a:off x="1272281" y="2329680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100" name="tx99"/>
            <p:cNvSpPr/>
            <p:nvPr/>
          </p:nvSpPr>
          <p:spPr>
            <a:xfrm rot="-5400000">
              <a:off x="1272281" y="1838585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101" name="tx100"/>
            <p:cNvSpPr/>
            <p:nvPr/>
          </p:nvSpPr>
          <p:spPr>
            <a:xfrm rot="-5400000">
              <a:off x="1272281" y="134748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102" name="pl101"/>
            <p:cNvSpPr/>
            <p:nvPr/>
          </p:nvSpPr>
          <p:spPr>
            <a:xfrm>
              <a:off x="1465319" y="3361981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l102"/>
            <p:cNvSpPr/>
            <p:nvPr/>
          </p:nvSpPr>
          <p:spPr>
            <a:xfrm>
              <a:off x="1465319" y="2870885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3"/>
            <p:cNvSpPr/>
            <p:nvPr/>
          </p:nvSpPr>
          <p:spPr>
            <a:xfrm>
              <a:off x="1465319" y="2379790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4"/>
            <p:cNvSpPr/>
            <p:nvPr/>
          </p:nvSpPr>
          <p:spPr>
            <a:xfrm>
              <a:off x="1465319" y="1888694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l105"/>
            <p:cNvSpPr/>
            <p:nvPr/>
          </p:nvSpPr>
          <p:spPr>
            <a:xfrm>
              <a:off x="1465319" y="1397598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l106"/>
            <p:cNvSpPr/>
            <p:nvPr/>
          </p:nvSpPr>
          <p:spPr>
            <a:xfrm>
              <a:off x="1503277" y="3438049"/>
              <a:ext cx="2328695" cy="0"/>
            </a:xfrm>
            <a:custGeom>
              <a:avLst/>
              <a:pathLst>
                <a:path w="2328695" h="0">
                  <a:moveTo>
                    <a:pt x="0" y="0"/>
                  </a:moveTo>
                  <a:lnTo>
                    <a:pt x="2328695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7"/>
            <p:cNvSpPr/>
            <p:nvPr/>
          </p:nvSpPr>
          <p:spPr>
            <a:xfrm>
              <a:off x="1693333" y="3438049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8"/>
            <p:cNvSpPr/>
            <p:nvPr/>
          </p:nvSpPr>
          <p:spPr>
            <a:xfrm>
              <a:off x="2340290" y="3438049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l109"/>
            <p:cNvSpPr/>
            <p:nvPr/>
          </p:nvSpPr>
          <p:spPr>
            <a:xfrm>
              <a:off x="2987247" y="3438049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l110"/>
            <p:cNvSpPr/>
            <p:nvPr/>
          </p:nvSpPr>
          <p:spPr>
            <a:xfrm>
              <a:off x="3634205" y="3438049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tx111"/>
            <p:cNvSpPr/>
            <p:nvPr/>
          </p:nvSpPr>
          <p:spPr>
            <a:xfrm rot="-5400000">
              <a:off x="1004992" y="2336425"/>
              <a:ext cx="256946" cy="118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ITV</a:t>
              </a:r>
            </a:p>
          </p:txBody>
        </p:sp>
        <p:sp>
          <p:nvSpPr>
            <p:cNvPr id="113" name="tx112"/>
            <p:cNvSpPr/>
            <p:nvPr/>
          </p:nvSpPr>
          <p:spPr>
            <a:xfrm>
              <a:off x="1503277" y="1110514"/>
              <a:ext cx="651510" cy="1279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(a) MLA</a:t>
              </a:r>
            </a:p>
          </p:txBody>
        </p:sp>
        <p:sp>
          <p:nvSpPr>
            <p:cNvPr id="114" name="rc113"/>
            <p:cNvSpPr/>
            <p:nvPr/>
          </p:nvSpPr>
          <p:spPr>
            <a:xfrm>
              <a:off x="4122981" y="1353673"/>
              <a:ext cx="2328695" cy="208437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5" name="pt114"/>
            <p:cNvSpPr/>
            <p:nvPr/>
          </p:nvSpPr>
          <p:spPr>
            <a:xfrm>
              <a:off x="4217823" y="2708330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6" name="pt115"/>
            <p:cNvSpPr/>
            <p:nvPr/>
          </p:nvSpPr>
          <p:spPr>
            <a:xfrm>
              <a:off x="4190045" y="2674581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7" name="pt116"/>
            <p:cNvSpPr/>
            <p:nvPr/>
          </p:nvSpPr>
          <p:spPr>
            <a:xfrm>
              <a:off x="4192577" y="2510462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8" name="pt117"/>
            <p:cNvSpPr/>
            <p:nvPr/>
          </p:nvSpPr>
          <p:spPr>
            <a:xfrm>
              <a:off x="4361448" y="2383898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9" name="pt118"/>
            <p:cNvSpPr/>
            <p:nvPr/>
          </p:nvSpPr>
          <p:spPr>
            <a:xfrm>
              <a:off x="4297678" y="3160790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0" name="pt119"/>
            <p:cNvSpPr/>
            <p:nvPr/>
          </p:nvSpPr>
          <p:spPr>
            <a:xfrm>
              <a:off x="4313584" y="3282915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1" name="pt120"/>
            <p:cNvSpPr/>
            <p:nvPr/>
          </p:nvSpPr>
          <p:spPr>
            <a:xfrm>
              <a:off x="4349829" y="2514317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2" name="pt121"/>
            <p:cNvSpPr/>
            <p:nvPr/>
          </p:nvSpPr>
          <p:spPr>
            <a:xfrm>
              <a:off x="4225700" y="3183627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3" name="pt122"/>
            <p:cNvSpPr/>
            <p:nvPr/>
          </p:nvSpPr>
          <p:spPr>
            <a:xfrm>
              <a:off x="4294313" y="2499629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4" name="pt123"/>
            <p:cNvSpPr/>
            <p:nvPr/>
          </p:nvSpPr>
          <p:spPr>
            <a:xfrm>
              <a:off x="4277218" y="2225957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5" name="pt124"/>
            <p:cNvSpPr/>
            <p:nvPr/>
          </p:nvSpPr>
          <p:spPr>
            <a:xfrm>
              <a:off x="4970542" y="2540047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6" name="pt125"/>
            <p:cNvSpPr/>
            <p:nvPr/>
          </p:nvSpPr>
          <p:spPr>
            <a:xfrm>
              <a:off x="4963232" y="2610638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7" name="pt126"/>
            <p:cNvSpPr/>
            <p:nvPr/>
          </p:nvSpPr>
          <p:spPr>
            <a:xfrm>
              <a:off x="4929342" y="1622562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8" name="pt127"/>
            <p:cNvSpPr/>
            <p:nvPr/>
          </p:nvSpPr>
          <p:spPr>
            <a:xfrm>
              <a:off x="5003300" y="2501179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9" name="pt128"/>
            <p:cNvSpPr/>
            <p:nvPr/>
          </p:nvSpPr>
          <p:spPr>
            <a:xfrm>
              <a:off x="4827411" y="1765089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0" name="pt129"/>
            <p:cNvSpPr/>
            <p:nvPr/>
          </p:nvSpPr>
          <p:spPr>
            <a:xfrm>
              <a:off x="4887656" y="2341165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1" name="pt130"/>
            <p:cNvSpPr/>
            <p:nvPr/>
          </p:nvSpPr>
          <p:spPr>
            <a:xfrm>
              <a:off x="4995456" y="2235878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2" name="pt131"/>
            <p:cNvSpPr/>
            <p:nvPr/>
          </p:nvSpPr>
          <p:spPr>
            <a:xfrm>
              <a:off x="4995686" y="2690387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3" name="pt132"/>
            <p:cNvSpPr/>
            <p:nvPr/>
          </p:nvSpPr>
          <p:spPr>
            <a:xfrm>
              <a:off x="4928870" y="2534835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4" name="pt133"/>
            <p:cNvSpPr/>
            <p:nvPr/>
          </p:nvSpPr>
          <p:spPr>
            <a:xfrm>
              <a:off x="4943995" y="2979651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5" name="pt134"/>
            <p:cNvSpPr/>
            <p:nvPr/>
          </p:nvSpPr>
          <p:spPr>
            <a:xfrm>
              <a:off x="4869174" y="3004244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6" name="pt135"/>
            <p:cNvSpPr/>
            <p:nvPr/>
          </p:nvSpPr>
          <p:spPr>
            <a:xfrm>
              <a:off x="4896572" y="2869576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7" name="pt136"/>
            <p:cNvSpPr/>
            <p:nvPr/>
          </p:nvSpPr>
          <p:spPr>
            <a:xfrm>
              <a:off x="4977145" y="3294136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8" name="pt137"/>
            <p:cNvSpPr/>
            <p:nvPr/>
          </p:nvSpPr>
          <p:spPr>
            <a:xfrm>
              <a:off x="4837181" y="3070578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9" name="pt138"/>
            <p:cNvSpPr/>
            <p:nvPr/>
          </p:nvSpPr>
          <p:spPr>
            <a:xfrm>
              <a:off x="4916170" y="3156331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0" name="pt139"/>
            <p:cNvSpPr/>
            <p:nvPr/>
          </p:nvSpPr>
          <p:spPr>
            <a:xfrm>
              <a:off x="4895889" y="2845896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pt140"/>
            <p:cNvSpPr/>
            <p:nvPr/>
          </p:nvSpPr>
          <p:spPr>
            <a:xfrm>
              <a:off x="4911717" y="3015146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2" name="pt141"/>
            <p:cNvSpPr/>
            <p:nvPr/>
          </p:nvSpPr>
          <p:spPr>
            <a:xfrm>
              <a:off x="4921299" y="2570954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3" name="pt142"/>
            <p:cNvSpPr/>
            <p:nvPr/>
          </p:nvSpPr>
          <p:spPr>
            <a:xfrm>
              <a:off x="5586392" y="1867407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4" name="pt143"/>
            <p:cNvSpPr/>
            <p:nvPr/>
          </p:nvSpPr>
          <p:spPr>
            <a:xfrm>
              <a:off x="5545505" y="2700634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5" name="pt144"/>
            <p:cNvSpPr/>
            <p:nvPr/>
          </p:nvSpPr>
          <p:spPr>
            <a:xfrm>
              <a:off x="5589799" y="2207184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6" name="pt145"/>
            <p:cNvSpPr/>
            <p:nvPr/>
          </p:nvSpPr>
          <p:spPr>
            <a:xfrm>
              <a:off x="5535255" y="2667904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7" name="pt146"/>
            <p:cNvSpPr/>
            <p:nvPr/>
          </p:nvSpPr>
          <p:spPr>
            <a:xfrm>
              <a:off x="5509135" y="2351667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8" name="pt147"/>
            <p:cNvSpPr/>
            <p:nvPr/>
          </p:nvSpPr>
          <p:spPr>
            <a:xfrm>
              <a:off x="5642422" y="2668369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9" name="pt148"/>
            <p:cNvSpPr/>
            <p:nvPr/>
          </p:nvSpPr>
          <p:spPr>
            <a:xfrm>
              <a:off x="5545322" y="1770806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0" name="pt149"/>
            <p:cNvSpPr/>
            <p:nvPr/>
          </p:nvSpPr>
          <p:spPr>
            <a:xfrm>
              <a:off x="5572626" y="2337949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1" name="pt150"/>
            <p:cNvSpPr/>
            <p:nvPr/>
          </p:nvSpPr>
          <p:spPr>
            <a:xfrm>
              <a:off x="5640340" y="2484134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2" name="pt151"/>
            <p:cNvSpPr/>
            <p:nvPr/>
          </p:nvSpPr>
          <p:spPr>
            <a:xfrm>
              <a:off x="5657420" y="2906275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3" name="pt152"/>
            <p:cNvSpPr/>
            <p:nvPr/>
          </p:nvSpPr>
          <p:spPr>
            <a:xfrm>
              <a:off x="5523960" y="2498392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4" name="pt153"/>
            <p:cNvSpPr/>
            <p:nvPr/>
          </p:nvSpPr>
          <p:spPr>
            <a:xfrm>
              <a:off x="5549910" y="1575116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5" name="pt154"/>
            <p:cNvSpPr/>
            <p:nvPr/>
          </p:nvSpPr>
          <p:spPr>
            <a:xfrm>
              <a:off x="5530526" y="2231131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6" name="pt155"/>
            <p:cNvSpPr/>
            <p:nvPr/>
          </p:nvSpPr>
          <p:spPr>
            <a:xfrm>
              <a:off x="5660212" y="2664471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7" name="pt156"/>
            <p:cNvSpPr/>
            <p:nvPr/>
          </p:nvSpPr>
          <p:spPr>
            <a:xfrm>
              <a:off x="5517304" y="2677527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8" name="pt157"/>
            <p:cNvSpPr/>
            <p:nvPr/>
          </p:nvSpPr>
          <p:spPr>
            <a:xfrm>
              <a:off x="5647990" y="2892434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9" name="pt158"/>
            <p:cNvSpPr/>
            <p:nvPr/>
          </p:nvSpPr>
          <p:spPr>
            <a:xfrm>
              <a:off x="5603813" y="3251485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0" name="pt159"/>
            <p:cNvSpPr/>
            <p:nvPr/>
          </p:nvSpPr>
          <p:spPr>
            <a:xfrm>
              <a:off x="5577737" y="3011004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1" name="pt160"/>
            <p:cNvSpPr/>
            <p:nvPr/>
          </p:nvSpPr>
          <p:spPr>
            <a:xfrm>
              <a:off x="5486681" y="2947175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2" name="pt161"/>
            <p:cNvSpPr/>
            <p:nvPr/>
          </p:nvSpPr>
          <p:spPr>
            <a:xfrm>
              <a:off x="5502772" y="2303506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3" name="pt162"/>
            <p:cNvSpPr/>
            <p:nvPr/>
          </p:nvSpPr>
          <p:spPr>
            <a:xfrm>
              <a:off x="6237416" y="2210084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4" name="pt163"/>
            <p:cNvSpPr/>
            <p:nvPr/>
          </p:nvSpPr>
          <p:spPr>
            <a:xfrm>
              <a:off x="6256385" y="2042492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5" name="pt164"/>
            <p:cNvSpPr/>
            <p:nvPr/>
          </p:nvSpPr>
          <p:spPr>
            <a:xfrm>
              <a:off x="6171545" y="2458674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6" name="pt165"/>
            <p:cNvSpPr/>
            <p:nvPr/>
          </p:nvSpPr>
          <p:spPr>
            <a:xfrm>
              <a:off x="6181397" y="2610098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7" name="pt166"/>
            <p:cNvSpPr/>
            <p:nvPr/>
          </p:nvSpPr>
          <p:spPr>
            <a:xfrm>
              <a:off x="6235907" y="3304519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8" name="pt167"/>
            <p:cNvSpPr/>
            <p:nvPr/>
          </p:nvSpPr>
          <p:spPr>
            <a:xfrm>
              <a:off x="6178532" y="2620219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9" name="pt168"/>
            <p:cNvSpPr/>
            <p:nvPr/>
          </p:nvSpPr>
          <p:spPr>
            <a:xfrm>
              <a:off x="6125997" y="3301834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0" name="pt169"/>
            <p:cNvSpPr/>
            <p:nvPr/>
          </p:nvSpPr>
          <p:spPr>
            <a:xfrm>
              <a:off x="6205488" y="2482411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1" name="pt170"/>
            <p:cNvSpPr/>
            <p:nvPr/>
          </p:nvSpPr>
          <p:spPr>
            <a:xfrm>
              <a:off x="6174689" y="2627900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2" name="pt171"/>
            <p:cNvSpPr/>
            <p:nvPr/>
          </p:nvSpPr>
          <p:spPr>
            <a:xfrm>
              <a:off x="6168640" y="3114503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3" name="pt172"/>
            <p:cNvSpPr/>
            <p:nvPr/>
          </p:nvSpPr>
          <p:spPr>
            <a:xfrm>
              <a:off x="6256085" y="2383183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4" name="pt173"/>
            <p:cNvSpPr/>
            <p:nvPr/>
          </p:nvSpPr>
          <p:spPr>
            <a:xfrm>
              <a:off x="6231574" y="1409632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5" name="pt174"/>
            <p:cNvSpPr/>
            <p:nvPr/>
          </p:nvSpPr>
          <p:spPr>
            <a:xfrm>
              <a:off x="6217041" y="2723802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6" name="pt175"/>
            <p:cNvSpPr/>
            <p:nvPr/>
          </p:nvSpPr>
          <p:spPr>
            <a:xfrm>
              <a:off x="6144724" y="2211085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7" name="pt176"/>
            <p:cNvSpPr/>
            <p:nvPr/>
          </p:nvSpPr>
          <p:spPr>
            <a:xfrm>
              <a:off x="6214984" y="2284736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8" name="pt177"/>
            <p:cNvSpPr/>
            <p:nvPr/>
          </p:nvSpPr>
          <p:spPr>
            <a:xfrm>
              <a:off x="6146262" y="2043259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9" name="pt178"/>
            <p:cNvSpPr/>
            <p:nvPr/>
          </p:nvSpPr>
          <p:spPr>
            <a:xfrm>
              <a:off x="6307041" y="2398436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0" name="pt179"/>
            <p:cNvSpPr/>
            <p:nvPr/>
          </p:nvSpPr>
          <p:spPr>
            <a:xfrm>
              <a:off x="6215784" y="2081327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1" name="pt180"/>
            <p:cNvSpPr/>
            <p:nvPr/>
          </p:nvSpPr>
          <p:spPr>
            <a:xfrm>
              <a:off x="6259910" y="2760108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2" name="pt181"/>
            <p:cNvSpPr/>
            <p:nvPr/>
          </p:nvSpPr>
          <p:spPr>
            <a:xfrm>
              <a:off x="6248500" y="2321742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3" name="pt182"/>
            <p:cNvSpPr/>
            <p:nvPr/>
          </p:nvSpPr>
          <p:spPr>
            <a:xfrm>
              <a:off x="6229188" y="2674429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4" name="pt183"/>
            <p:cNvSpPr/>
            <p:nvPr/>
          </p:nvSpPr>
          <p:spPr>
            <a:xfrm>
              <a:off x="6218640" y="3097887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5" name="pt184"/>
            <p:cNvSpPr/>
            <p:nvPr/>
          </p:nvSpPr>
          <p:spPr>
            <a:xfrm>
              <a:off x="6305202" y="1707278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6" name="pt185"/>
            <p:cNvSpPr/>
            <p:nvPr/>
          </p:nvSpPr>
          <p:spPr>
            <a:xfrm>
              <a:off x="6217768" y="2197334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7" name="pg186"/>
            <p:cNvSpPr/>
            <p:nvPr/>
          </p:nvSpPr>
          <p:spPr>
            <a:xfrm>
              <a:off x="4309258" y="2229101"/>
              <a:ext cx="1945408" cy="758023"/>
            </a:xfrm>
            <a:custGeom>
              <a:avLst/>
              <a:pathLst>
                <a:path w="1945408" h="758023">
                  <a:moveTo>
                    <a:pt x="0" y="251734"/>
                  </a:moveTo>
                  <a:lnTo>
                    <a:pt x="1027800" y="136130"/>
                  </a:lnTo>
                  <a:lnTo>
                    <a:pt x="1296939" y="99480"/>
                  </a:lnTo>
                  <a:lnTo>
                    <a:pt x="1676269" y="43139"/>
                  </a:lnTo>
                  <a:lnTo>
                    <a:pt x="1945408" y="0"/>
                  </a:lnTo>
                  <a:lnTo>
                    <a:pt x="1945408" y="480180"/>
                  </a:lnTo>
                  <a:lnTo>
                    <a:pt x="1676269" y="510305"/>
                  </a:lnTo>
                  <a:lnTo>
                    <a:pt x="1296939" y="557226"/>
                  </a:lnTo>
                  <a:lnTo>
                    <a:pt x="1027800" y="593840"/>
                  </a:lnTo>
                  <a:lnTo>
                    <a:pt x="0" y="758023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188" name="pl187"/>
            <p:cNvSpPr/>
            <p:nvPr/>
          </p:nvSpPr>
          <p:spPr>
            <a:xfrm>
              <a:off x="4309258" y="2229101"/>
              <a:ext cx="1945408" cy="251734"/>
            </a:xfrm>
            <a:custGeom>
              <a:avLst/>
              <a:pathLst>
                <a:path w="1945408" h="251734">
                  <a:moveTo>
                    <a:pt x="0" y="251734"/>
                  </a:moveTo>
                  <a:lnTo>
                    <a:pt x="1027800" y="136130"/>
                  </a:lnTo>
                  <a:lnTo>
                    <a:pt x="1296939" y="99480"/>
                  </a:lnTo>
                  <a:lnTo>
                    <a:pt x="1676269" y="43139"/>
                  </a:lnTo>
                  <a:lnTo>
                    <a:pt x="194540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89" name="pl188"/>
            <p:cNvSpPr/>
            <p:nvPr/>
          </p:nvSpPr>
          <p:spPr>
            <a:xfrm>
              <a:off x="4309258" y="2709282"/>
              <a:ext cx="1945408" cy="277842"/>
            </a:xfrm>
            <a:custGeom>
              <a:avLst/>
              <a:pathLst>
                <a:path w="1945408" h="277842">
                  <a:moveTo>
                    <a:pt x="1945408" y="0"/>
                  </a:moveTo>
                  <a:lnTo>
                    <a:pt x="1676269" y="30124"/>
                  </a:lnTo>
                  <a:lnTo>
                    <a:pt x="1296939" y="77045"/>
                  </a:lnTo>
                  <a:lnTo>
                    <a:pt x="1027800" y="113659"/>
                  </a:lnTo>
                  <a:lnTo>
                    <a:pt x="0" y="2778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90" name="pl189"/>
            <p:cNvSpPr/>
            <p:nvPr/>
          </p:nvSpPr>
          <p:spPr>
            <a:xfrm>
              <a:off x="4309258" y="2469192"/>
              <a:ext cx="1945408" cy="264788"/>
            </a:xfrm>
            <a:custGeom>
              <a:avLst/>
              <a:pathLst>
                <a:path w="1945408" h="264788">
                  <a:moveTo>
                    <a:pt x="0" y="264788"/>
                  </a:moveTo>
                  <a:lnTo>
                    <a:pt x="1027800" y="124895"/>
                  </a:lnTo>
                  <a:lnTo>
                    <a:pt x="1296939" y="88262"/>
                  </a:lnTo>
                  <a:lnTo>
                    <a:pt x="1676269" y="36632"/>
                  </a:lnTo>
                  <a:lnTo>
                    <a:pt x="1945408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tx190"/>
            <p:cNvSpPr/>
            <p:nvPr/>
          </p:nvSpPr>
          <p:spPr>
            <a:xfrm>
              <a:off x="5774973" y="2413649"/>
              <a:ext cx="4796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= 0.005</a:t>
              </a:r>
            </a:p>
          </p:txBody>
        </p:sp>
        <p:sp>
          <p:nvSpPr>
            <p:cNvPr id="192" name="rc191"/>
            <p:cNvSpPr/>
            <p:nvPr/>
          </p:nvSpPr>
          <p:spPr>
            <a:xfrm>
              <a:off x="4122981" y="1353673"/>
              <a:ext cx="2328695" cy="2084375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93" name="pl192"/>
            <p:cNvSpPr/>
            <p:nvPr/>
          </p:nvSpPr>
          <p:spPr>
            <a:xfrm>
              <a:off x="4122981" y="1353673"/>
              <a:ext cx="0" cy="2084375"/>
            </a:xfrm>
            <a:custGeom>
              <a:avLst/>
              <a:pathLst>
                <a:path w="0" h="2084375">
                  <a:moveTo>
                    <a:pt x="0" y="208437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l193"/>
            <p:cNvSpPr/>
            <p:nvPr/>
          </p:nvSpPr>
          <p:spPr>
            <a:xfrm>
              <a:off x="4085024" y="2938859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l194"/>
            <p:cNvSpPr/>
            <p:nvPr/>
          </p:nvSpPr>
          <p:spPr>
            <a:xfrm>
              <a:off x="4085024" y="2277678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l195"/>
            <p:cNvSpPr/>
            <p:nvPr/>
          </p:nvSpPr>
          <p:spPr>
            <a:xfrm>
              <a:off x="4085024" y="1616498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l196"/>
            <p:cNvSpPr/>
            <p:nvPr/>
          </p:nvSpPr>
          <p:spPr>
            <a:xfrm>
              <a:off x="4122981" y="3438049"/>
              <a:ext cx="2328695" cy="0"/>
            </a:xfrm>
            <a:custGeom>
              <a:avLst/>
              <a:pathLst>
                <a:path w="2328695" h="0">
                  <a:moveTo>
                    <a:pt x="0" y="0"/>
                  </a:moveTo>
                  <a:lnTo>
                    <a:pt x="2328695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l197"/>
            <p:cNvSpPr/>
            <p:nvPr/>
          </p:nvSpPr>
          <p:spPr>
            <a:xfrm>
              <a:off x="4309258" y="3438049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l198"/>
            <p:cNvSpPr/>
            <p:nvPr/>
          </p:nvSpPr>
          <p:spPr>
            <a:xfrm>
              <a:off x="4957728" y="3438049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l199"/>
            <p:cNvSpPr/>
            <p:nvPr/>
          </p:nvSpPr>
          <p:spPr>
            <a:xfrm>
              <a:off x="5606197" y="3438049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l200"/>
            <p:cNvSpPr/>
            <p:nvPr/>
          </p:nvSpPr>
          <p:spPr>
            <a:xfrm>
              <a:off x="6254667" y="3438049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tx201"/>
            <p:cNvSpPr/>
            <p:nvPr/>
          </p:nvSpPr>
          <p:spPr>
            <a:xfrm>
              <a:off x="4122981" y="1110514"/>
              <a:ext cx="631758" cy="1279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(b) SLA</a:t>
              </a:r>
            </a:p>
          </p:txBody>
        </p:sp>
        <p:sp>
          <p:nvSpPr>
            <p:cNvPr id="203" name="rc202"/>
            <p:cNvSpPr/>
            <p:nvPr/>
          </p:nvSpPr>
          <p:spPr>
            <a:xfrm>
              <a:off x="6742685" y="1353673"/>
              <a:ext cx="2328695" cy="208437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4" name="pt203"/>
            <p:cNvSpPr/>
            <p:nvPr/>
          </p:nvSpPr>
          <p:spPr>
            <a:xfrm>
              <a:off x="6947113" y="2942584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05" name="pt204"/>
            <p:cNvSpPr/>
            <p:nvPr/>
          </p:nvSpPr>
          <p:spPr>
            <a:xfrm>
              <a:off x="6825676" y="2981966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06" name="pt205"/>
            <p:cNvSpPr/>
            <p:nvPr/>
          </p:nvSpPr>
          <p:spPr>
            <a:xfrm>
              <a:off x="6886007" y="3165003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07" name="pt206"/>
            <p:cNvSpPr/>
            <p:nvPr/>
          </p:nvSpPr>
          <p:spPr>
            <a:xfrm>
              <a:off x="6813948" y="2624250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08" name="pt207"/>
            <p:cNvSpPr/>
            <p:nvPr/>
          </p:nvSpPr>
          <p:spPr>
            <a:xfrm>
              <a:off x="6876571" y="2685752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09" name="pt208"/>
            <p:cNvSpPr/>
            <p:nvPr/>
          </p:nvSpPr>
          <p:spPr>
            <a:xfrm>
              <a:off x="6978624" y="2606833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0" name="pt209"/>
            <p:cNvSpPr/>
            <p:nvPr/>
          </p:nvSpPr>
          <p:spPr>
            <a:xfrm>
              <a:off x="6919445" y="3113307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1" name="pt210"/>
            <p:cNvSpPr/>
            <p:nvPr/>
          </p:nvSpPr>
          <p:spPr>
            <a:xfrm>
              <a:off x="6815673" y="2887723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2" name="pt211"/>
            <p:cNvSpPr/>
            <p:nvPr/>
          </p:nvSpPr>
          <p:spPr>
            <a:xfrm>
              <a:off x="6953963" y="3030595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3" name="pt212"/>
            <p:cNvSpPr/>
            <p:nvPr/>
          </p:nvSpPr>
          <p:spPr>
            <a:xfrm>
              <a:off x="6809749" y="2292686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4" name="pt213"/>
            <p:cNvSpPr/>
            <p:nvPr/>
          </p:nvSpPr>
          <p:spPr>
            <a:xfrm>
              <a:off x="7565024" y="3229218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5" name="pt214"/>
            <p:cNvSpPr/>
            <p:nvPr/>
          </p:nvSpPr>
          <p:spPr>
            <a:xfrm>
              <a:off x="7602035" y="2894320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6" name="pt215"/>
            <p:cNvSpPr/>
            <p:nvPr/>
          </p:nvSpPr>
          <p:spPr>
            <a:xfrm>
              <a:off x="7624293" y="2194502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7" name="pt216"/>
            <p:cNvSpPr/>
            <p:nvPr/>
          </p:nvSpPr>
          <p:spPr>
            <a:xfrm>
              <a:off x="7468005" y="2915331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8" name="pt217"/>
            <p:cNvSpPr/>
            <p:nvPr/>
          </p:nvSpPr>
          <p:spPr>
            <a:xfrm>
              <a:off x="7588587" y="3304519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9" name="pt218"/>
            <p:cNvSpPr/>
            <p:nvPr/>
          </p:nvSpPr>
          <p:spPr>
            <a:xfrm>
              <a:off x="7510858" y="3296995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0" name="pt219"/>
            <p:cNvSpPr/>
            <p:nvPr/>
          </p:nvSpPr>
          <p:spPr>
            <a:xfrm>
              <a:off x="7570984" y="3006087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1" name="pt220"/>
            <p:cNvSpPr/>
            <p:nvPr/>
          </p:nvSpPr>
          <p:spPr>
            <a:xfrm>
              <a:off x="7515046" y="3248850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2" name="pt221"/>
            <p:cNvSpPr/>
            <p:nvPr/>
          </p:nvSpPr>
          <p:spPr>
            <a:xfrm>
              <a:off x="7508805" y="2175836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3" name="pt222"/>
            <p:cNvSpPr/>
            <p:nvPr/>
          </p:nvSpPr>
          <p:spPr>
            <a:xfrm>
              <a:off x="7602137" y="1409632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4" name="pt223"/>
            <p:cNvSpPr/>
            <p:nvPr/>
          </p:nvSpPr>
          <p:spPr>
            <a:xfrm>
              <a:off x="7570801" y="2827959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5" name="pt224"/>
            <p:cNvSpPr/>
            <p:nvPr/>
          </p:nvSpPr>
          <p:spPr>
            <a:xfrm>
              <a:off x="7567063" y="3036148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6" name="pt225"/>
            <p:cNvSpPr/>
            <p:nvPr/>
          </p:nvSpPr>
          <p:spPr>
            <a:xfrm>
              <a:off x="7524573" y="2994240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7" name="pt226"/>
            <p:cNvSpPr/>
            <p:nvPr/>
          </p:nvSpPr>
          <p:spPr>
            <a:xfrm>
              <a:off x="7520710" y="3081876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8" name="pt227"/>
            <p:cNvSpPr/>
            <p:nvPr/>
          </p:nvSpPr>
          <p:spPr>
            <a:xfrm>
              <a:off x="7487693" y="2865491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9" name="pt228"/>
            <p:cNvSpPr/>
            <p:nvPr/>
          </p:nvSpPr>
          <p:spPr>
            <a:xfrm>
              <a:off x="7606850" y="2636353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0" name="pt229"/>
            <p:cNvSpPr/>
            <p:nvPr/>
          </p:nvSpPr>
          <p:spPr>
            <a:xfrm>
              <a:off x="7521052" y="2758645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1" name="pt230"/>
            <p:cNvSpPr/>
            <p:nvPr/>
          </p:nvSpPr>
          <p:spPr>
            <a:xfrm>
              <a:off x="7588135" y="2904557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2" name="pt231"/>
            <p:cNvSpPr/>
            <p:nvPr/>
          </p:nvSpPr>
          <p:spPr>
            <a:xfrm>
              <a:off x="8270698" y="3194629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3" name="pt232"/>
            <p:cNvSpPr/>
            <p:nvPr/>
          </p:nvSpPr>
          <p:spPr>
            <a:xfrm>
              <a:off x="8169476" y="3219002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4" name="pt233"/>
            <p:cNvSpPr/>
            <p:nvPr/>
          </p:nvSpPr>
          <p:spPr>
            <a:xfrm>
              <a:off x="8192197" y="3029722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5" name="pt234"/>
            <p:cNvSpPr/>
            <p:nvPr/>
          </p:nvSpPr>
          <p:spPr>
            <a:xfrm>
              <a:off x="8275465" y="2983028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6" name="pt235"/>
            <p:cNvSpPr/>
            <p:nvPr/>
          </p:nvSpPr>
          <p:spPr>
            <a:xfrm>
              <a:off x="8107407" y="1527506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7" name="pt236"/>
            <p:cNvSpPr/>
            <p:nvPr/>
          </p:nvSpPr>
          <p:spPr>
            <a:xfrm>
              <a:off x="8140292" y="3029905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8" name="pt237"/>
            <p:cNvSpPr/>
            <p:nvPr/>
          </p:nvSpPr>
          <p:spPr>
            <a:xfrm>
              <a:off x="8120834" y="2215644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9" name="pt238"/>
            <p:cNvSpPr/>
            <p:nvPr/>
          </p:nvSpPr>
          <p:spPr>
            <a:xfrm>
              <a:off x="8168305" y="2377903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0" name="pt239"/>
            <p:cNvSpPr/>
            <p:nvPr/>
          </p:nvSpPr>
          <p:spPr>
            <a:xfrm>
              <a:off x="8150143" y="3214843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1" name="pt240"/>
            <p:cNvSpPr/>
            <p:nvPr/>
          </p:nvSpPr>
          <p:spPr>
            <a:xfrm>
              <a:off x="8240148" y="1483601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2" name="pt241"/>
            <p:cNvSpPr/>
            <p:nvPr/>
          </p:nvSpPr>
          <p:spPr>
            <a:xfrm>
              <a:off x="8260029" y="3220118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3" name="pt242"/>
            <p:cNvSpPr/>
            <p:nvPr/>
          </p:nvSpPr>
          <p:spPr>
            <a:xfrm>
              <a:off x="8177448" y="3137716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4" name="pt243"/>
            <p:cNvSpPr/>
            <p:nvPr/>
          </p:nvSpPr>
          <p:spPr>
            <a:xfrm>
              <a:off x="8269582" y="2333542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5" name="pt244"/>
            <p:cNvSpPr/>
            <p:nvPr/>
          </p:nvSpPr>
          <p:spPr>
            <a:xfrm>
              <a:off x="8157105" y="2870434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6" name="pt245"/>
            <p:cNvSpPr/>
            <p:nvPr/>
          </p:nvSpPr>
          <p:spPr>
            <a:xfrm>
              <a:off x="8274194" y="2948671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7" name="pt246"/>
            <p:cNvSpPr/>
            <p:nvPr/>
          </p:nvSpPr>
          <p:spPr>
            <a:xfrm>
              <a:off x="8188032" y="1642952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8" name="pt247"/>
            <p:cNvSpPr/>
            <p:nvPr/>
          </p:nvSpPr>
          <p:spPr>
            <a:xfrm>
              <a:off x="8141240" y="3021667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9" name="pt248"/>
            <p:cNvSpPr/>
            <p:nvPr/>
          </p:nvSpPr>
          <p:spPr>
            <a:xfrm>
              <a:off x="8260122" y="3041146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0" name="pt249"/>
            <p:cNvSpPr/>
            <p:nvPr/>
          </p:nvSpPr>
          <p:spPr>
            <a:xfrm>
              <a:off x="8138764" y="2584826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1" name="pt250"/>
            <p:cNvSpPr/>
            <p:nvPr/>
          </p:nvSpPr>
          <p:spPr>
            <a:xfrm>
              <a:off x="8270435" y="2648698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2" name="pt251"/>
            <p:cNvSpPr/>
            <p:nvPr/>
          </p:nvSpPr>
          <p:spPr>
            <a:xfrm>
              <a:off x="8842625" y="3100453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3" name="pt252"/>
            <p:cNvSpPr/>
            <p:nvPr/>
          </p:nvSpPr>
          <p:spPr>
            <a:xfrm>
              <a:off x="8808567" y="3149680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4" name="pt253"/>
            <p:cNvSpPr/>
            <p:nvPr/>
          </p:nvSpPr>
          <p:spPr>
            <a:xfrm>
              <a:off x="8892322" y="3211828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5" name="pt254"/>
            <p:cNvSpPr/>
            <p:nvPr/>
          </p:nvSpPr>
          <p:spPr>
            <a:xfrm>
              <a:off x="8867784" y="3103204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6" name="pt255"/>
            <p:cNvSpPr/>
            <p:nvPr/>
          </p:nvSpPr>
          <p:spPr>
            <a:xfrm>
              <a:off x="8926745" y="2158578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7" name="pt256"/>
            <p:cNvSpPr/>
            <p:nvPr/>
          </p:nvSpPr>
          <p:spPr>
            <a:xfrm>
              <a:off x="8864694" y="3131196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8" name="pt257"/>
            <p:cNvSpPr/>
            <p:nvPr/>
          </p:nvSpPr>
          <p:spPr>
            <a:xfrm>
              <a:off x="8807628" y="2418833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9" name="pt258"/>
            <p:cNvSpPr/>
            <p:nvPr/>
          </p:nvSpPr>
          <p:spPr>
            <a:xfrm>
              <a:off x="8853580" y="3222541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0" name="pt259"/>
            <p:cNvSpPr/>
            <p:nvPr/>
          </p:nvSpPr>
          <p:spPr>
            <a:xfrm>
              <a:off x="8878281" y="1593596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1" name="pt260"/>
            <p:cNvSpPr/>
            <p:nvPr/>
          </p:nvSpPr>
          <p:spPr>
            <a:xfrm>
              <a:off x="8835002" y="1682995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2" name="pt261"/>
            <p:cNvSpPr/>
            <p:nvPr/>
          </p:nvSpPr>
          <p:spPr>
            <a:xfrm>
              <a:off x="8752615" y="2947842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3" name="pt262"/>
            <p:cNvSpPr/>
            <p:nvPr/>
          </p:nvSpPr>
          <p:spPr>
            <a:xfrm>
              <a:off x="8747543" y="2965167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4" name="pt263"/>
            <p:cNvSpPr/>
            <p:nvPr/>
          </p:nvSpPr>
          <p:spPr>
            <a:xfrm>
              <a:off x="8830998" y="2720799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5" name="pt264"/>
            <p:cNvSpPr/>
            <p:nvPr/>
          </p:nvSpPr>
          <p:spPr>
            <a:xfrm>
              <a:off x="8809471" y="2945549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6" name="pt265"/>
            <p:cNvSpPr/>
            <p:nvPr/>
          </p:nvSpPr>
          <p:spPr>
            <a:xfrm>
              <a:off x="8770988" y="2795503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7" name="pt266"/>
            <p:cNvSpPr/>
            <p:nvPr/>
          </p:nvSpPr>
          <p:spPr>
            <a:xfrm>
              <a:off x="8901661" y="3177139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8" name="pt267"/>
            <p:cNvSpPr/>
            <p:nvPr/>
          </p:nvSpPr>
          <p:spPr>
            <a:xfrm>
              <a:off x="8838756" y="3154948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9" name="pt268"/>
            <p:cNvSpPr/>
            <p:nvPr/>
          </p:nvSpPr>
          <p:spPr>
            <a:xfrm>
              <a:off x="8750949" y="2825153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0" name="pt269"/>
            <p:cNvSpPr/>
            <p:nvPr/>
          </p:nvSpPr>
          <p:spPr>
            <a:xfrm>
              <a:off x="8905501" y="2909631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1" name="pt270"/>
            <p:cNvSpPr/>
            <p:nvPr/>
          </p:nvSpPr>
          <p:spPr>
            <a:xfrm>
              <a:off x="8818168" y="2590985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2" name="pt271"/>
            <p:cNvSpPr/>
            <p:nvPr/>
          </p:nvSpPr>
          <p:spPr>
            <a:xfrm>
              <a:off x="8754423" y="1487382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3" name="pt272"/>
            <p:cNvSpPr/>
            <p:nvPr/>
          </p:nvSpPr>
          <p:spPr>
            <a:xfrm>
              <a:off x="8829722" y="2517720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4" name="pt273"/>
            <p:cNvSpPr/>
            <p:nvPr/>
          </p:nvSpPr>
          <p:spPr>
            <a:xfrm>
              <a:off x="8873860" y="3041020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5" name="pt274"/>
            <p:cNvSpPr/>
            <p:nvPr/>
          </p:nvSpPr>
          <p:spPr>
            <a:xfrm>
              <a:off x="8839624" y="2440311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6" name="pg275"/>
            <p:cNvSpPr/>
            <p:nvPr/>
          </p:nvSpPr>
          <p:spPr>
            <a:xfrm>
              <a:off x="6931704" y="2541843"/>
              <a:ext cx="1942924" cy="591798"/>
            </a:xfrm>
            <a:custGeom>
              <a:avLst/>
              <a:pathLst>
                <a:path w="1942924" h="591798">
                  <a:moveTo>
                    <a:pt x="0" y="66861"/>
                  </a:moveTo>
                  <a:lnTo>
                    <a:pt x="1026487" y="77009"/>
                  </a:lnTo>
                  <a:lnTo>
                    <a:pt x="1295283" y="63261"/>
                  </a:lnTo>
                  <a:lnTo>
                    <a:pt x="1674129" y="30911"/>
                  </a:lnTo>
                  <a:lnTo>
                    <a:pt x="1942924" y="0"/>
                  </a:lnTo>
                  <a:lnTo>
                    <a:pt x="1942924" y="459089"/>
                  </a:lnTo>
                  <a:lnTo>
                    <a:pt x="1674129" y="455787"/>
                  </a:lnTo>
                  <a:lnTo>
                    <a:pt x="1295283" y="462351"/>
                  </a:lnTo>
                  <a:lnTo>
                    <a:pt x="1026487" y="476213"/>
                  </a:lnTo>
                  <a:lnTo>
                    <a:pt x="0" y="591798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77" name="pl276"/>
            <p:cNvSpPr/>
            <p:nvPr/>
          </p:nvSpPr>
          <p:spPr>
            <a:xfrm>
              <a:off x="6931704" y="2541843"/>
              <a:ext cx="1942924" cy="77009"/>
            </a:xfrm>
            <a:custGeom>
              <a:avLst/>
              <a:pathLst>
                <a:path w="1942924" h="77009">
                  <a:moveTo>
                    <a:pt x="0" y="66861"/>
                  </a:moveTo>
                  <a:lnTo>
                    <a:pt x="1026487" y="77009"/>
                  </a:lnTo>
                  <a:lnTo>
                    <a:pt x="1295283" y="63261"/>
                  </a:lnTo>
                  <a:lnTo>
                    <a:pt x="1674129" y="30911"/>
                  </a:lnTo>
                  <a:lnTo>
                    <a:pt x="194292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8" name="pl277"/>
            <p:cNvSpPr/>
            <p:nvPr/>
          </p:nvSpPr>
          <p:spPr>
            <a:xfrm>
              <a:off x="6931704" y="2997631"/>
              <a:ext cx="1942924" cy="136011"/>
            </a:xfrm>
            <a:custGeom>
              <a:avLst/>
              <a:pathLst>
                <a:path w="1942924" h="136011">
                  <a:moveTo>
                    <a:pt x="1942924" y="3301"/>
                  </a:moveTo>
                  <a:lnTo>
                    <a:pt x="1674129" y="0"/>
                  </a:lnTo>
                  <a:lnTo>
                    <a:pt x="1295283" y="6563"/>
                  </a:lnTo>
                  <a:lnTo>
                    <a:pt x="1026487" y="20425"/>
                  </a:lnTo>
                  <a:lnTo>
                    <a:pt x="0" y="1360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9" name="pl278"/>
            <p:cNvSpPr/>
            <p:nvPr/>
          </p:nvSpPr>
          <p:spPr>
            <a:xfrm>
              <a:off x="6931704" y="2771388"/>
              <a:ext cx="1942924" cy="99785"/>
            </a:xfrm>
            <a:custGeom>
              <a:avLst/>
              <a:pathLst>
                <a:path w="1942924" h="99785">
                  <a:moveTo>
                    <a:pt x="0" y="99785"/>
                  </a:moveTo>
                  <a:lnTo>
                    <a:pt x="1026487" y="47066"/>
                  </a:lnTo>
                  <a:lnTo>
                    <a:pt x="1295283" y="33261"/>
                  </a:lnTo>
                  <a:lnTo>
                    <a:pt x="1674129" y="13804"/>
                  </a:lnTo>
                  <a:lnTo>
                    <a:pt x="1942924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0" name="tx279"/>
            <p:cNvSpPr/>
            <p:nvPr/>
          </p:nvSpPr>
          <p:spPr>
            <a:xfrm>
              <a:off x="8458485" y="2699345"/>
              <a:ext cx="41614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= 0.49</a:t>
              </a:r>
            </a:p>
          </p:txBody>
        </p:sp>
        <p:sp>
          <p:nvSpPr>
            <p:cNvPr id="281" name="rc280"/>
            <p:cNvSpPr/>
            <p:nvPr/>
          </p:nvSpPr>
          <p:spPr>
            <a:xfrm>
              <a:off x="6742685" y="1353673"/>
              <a:ext cx="2328695" cy="2084375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282" name="pl281"/>
            <p:cNvSpPr/>
            <p:nvPr/>
          </p:nvSpPr>
          <p:spPr>
            <a:xfrm>
              <a:off x="6742685" y="1353673"/>
              <a:ext cx="0" cy="2084375"/>
            </a:xfrm>
            <a:custGeom>
              <a:avLst/>
              <a:pathLst>
                <a:path w="0" h="2084375">
                  <a:moveTo>
                    <a:pt x="0" y="208437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l282"/>
            <p:cNvSpPr/>
            <p:nvPr/>
          </p:nvSpPr>
          <p:spPr>
            <a:xfrm>
              <a:off x="6704728" y="3004286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l283"/>
            <p:cNvSpPr/>
            <p:nvPr/>
          </p:nvSpPr>
          <p:spPr>
            <a:xfrm>
              <a:off x="6704728" y="2383197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l284"/>
            <p:cNvSpPr/>
            <p:nvPr/>
          </p:nvSpPr>
          <p:spPr>
            <a:xfrm>
              <a:off x="6704728" y="1762107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l285"/>
            <p:cNvSpPr/>
            <p:nvPr/>
          </p:nvSpPr>
          <p:spPr>
            <a:xfrm>
              <a:off x="6742685" y="3438049"/>
              <a:ext cx="2328695" cy="0"/>
            </a:xfrm>
            <a:custGeom>
              <a:avLst/>
              <a:pathLst>
                <a:path w="2328695" h="0">
                  <a:moveTo>
                    <a:pt x="0" y="0"/>
                  </a:moveTo>
                  <a:lnTo>
                    <a:pt x="2328695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l286"/>
            <p:cNvSpPr/>
            <p:nvPr/>
          </p:nvSpPr>
          <p:spPr>
            <a:xfrm>
              <a:off x="6931704" y="3438049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l287"/>
            <p:cNvSpPr/>
            <p:nvPr/>
          </p:nvSpPr>
          <p:spPr>
            <a:xfrm>
              <a:off x="7579345" y="3438049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l288"/>
            <p:cNvSpPr/>
            <p:nvPr/>
          </p:nvSpPr>
          <p:spPr>
            <a:xfrm>
              <a:off x="8226987" y="3438049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l289"/>
            <p:cNvSpPr/>
            <p:nvPr/>
          </p:nvSpPr>
          <p:spPr>
            <a:xfrm>
              <a:off x="8874629" y="3438049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tx290"/>
            <p:cNvSpPr/>
            <p:nvPr/>
          </p:nvSpPr>
          <p:spPr>
            <a:xfrm>
              <a:off x="6742685" y="1110514"/>
              <a:ext cx="779891" cy="1279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(c) LDMC</a:t>
              </a:r>
            </a:p>
          </p:txBody>
        </p:sp>
        <p:sp>
          <p:nvSpPr>
            <p:cNvPr id="292" name="rc291"/>
            <p:cNvSpPr/>
            <p:nvPr/>
          </p:nvSpPr>
          <p:spPr>
            <a:xfrm>
              <a:off x="9362389" y="1353673"/>
              <a:ext cx="2328695" cy="208437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3" name="pt292"/>
            <p:cNvSpPr/>
            <p:nvPr/>
          </p:nvSpPr>
          <p:spPr>
            <a:xfrm>
              <a:off x="9510532" y="2890420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94" name="pt293"/>
            <p:cNvSpPr/>
            <p:nvPr/>
          </p:nvSpPr>
          <p:spPr>
            <a:xfrm>
              <a:off x="9459102" y="2731880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95" name="pt294"/>
            <p:cNvSpPr/>
            <p:nvPr/>
          </p:nvSpPr>
          <p:spPr>
            <a:xfrm>
              <a:off x="9517837" y="2619589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96" name="pt295"/>
            <p:cNvSpPr/>
            <p:nvPr/>
          </p:nvSpPr>
          <p:spPr>
            <a:xfrm>
              <a:off x="9454955" y="3032876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97" name="pt296"/>
            <p:cNvSpPr/>
            <p:nvPr/>
          </p:nvSpPr>
          <p:spPr>
            <a:xfrm>
              <a:off x="9517795" y="3099788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98" name="pt297"/>
            <p:cNvSpPr/>
            <p:nvPr/>
          </p:nvSpPr>
          <p:spPr>
            <a:xfrm>
              <a:off x="9437747" y="1879694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99" name="pt298"/>
            <p:cNvSpPr/>
            <p:nvPr/>
          </p:nvSpPr>
          <p:spPr>
            <a:xfrm>
              <a:off x="9590573" y="2908104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0" name="pt299"/>
            <p:cNvSpPr/>
            <p:nvPr/>
          </p:nvSpPr>
          <p:spPr>
            <a:xfrm>
              <a:off x="9429454" y="2445003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1" name="pt300"/>
            <p:cNvSpPr/>
            <p:nvPr/>
          </p:nvSpPr>
          <p:spPr>
            <a:xfrm>
              <a:off x="9494735" y="2908461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2" name="pt301"/>
            <p:cNvSpPr/>
            <p:nvPr/>
          </p:nvSpPr>
          <p:spPr>
            <a:xfrm>
              <a:off x="9553567" y="3032679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3" name="pt302"/>
            <p:cNvSpPr/>
            <p:nvPr/>
          </p:nvSpPr>
          <p:spPr>
            <a:xfrm>
              <a:off x="10205737" y="2712327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4" name="pt303"/>
            <p:cNvSpPr/>
            <p:nvPr/>
          </p:nvSpPr>
          <p:spPr>
            <a:xfrm>
              <a:off x="10120289" y="2922363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5" name="pt304"/>
            <p:cNvSpPr/>
            <p:nvPr/>
          </p:nvSpPr>
          <p:spPr>
            <a:xfrm>
              <a:off x="10129040" y="2311051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6" name="pt305"/>
            <p:cNvSpPr/>
            <p:nvPr/>
          </p:nvSpPr>
          <p:spPr>
            <a:xfrm>
              <a:off x="10143782" y="2992933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7" name="pt306"/>
            <p:cNvSpPr/>
            <p:nvPr/>
          </p:nvSpPr>
          <p:spPr>
            <a:xfrm>
              <a:off x="10086435" y="2882810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8" name="pt307"/>
            <p:cNvSpPr/>
            <p:nvPr/>
          </p:nvSpPr>
          <p:spPr>
            <a:xfrm>
              <a:off x="10159696" y="2458681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9" name="pt308"/>
            <p:cNvSpPr/>
            <p:nvPr/>
          </p:nvSpPr>
          <p:spPr>
            <a:xfrm>
              <a:off x="10137759" y="3105926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0" name="pt309"/>
            <p:cNvSpPr/>
            <p:nvPr/>
          </p:nvSpPr>
          <p:spPr>
            <a:xfrm>
              <a:off x="10208195" y="2917612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1" name="pt310"/>
            <p:cNvSpPr/>
            <p:nvPr/>
          </p:nvSpPr>
          <p:spPr>
            <a:xfrm>
              <a:off x="10111913" y="2758357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2" name="pt311"/>
            <p:cNvSpPr/>
            <p:nvPr/>
          </p:nvSpPr>
          <p:spPr>
            <a:xfrm>
              <a:off x="10128887" y="1462369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3" name="pt312"/>
            <p:cNvSpPr/>
            <p:nvPr/>
          </p:nvSpPr>
          <p:spPr>
            <a:xfrm>
              <a:off x="10199863" y="1991544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4" name="pt313"/>
            <p:cNvSpPr/>
            <p:nvPr/>
          </p:nvSpPr>
          <p:spPr>
            <a:xfrm>
              <a:off x="10135985" y="2782216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5" name="pt314"/>
            <p:cNvSpPr/>
            <p:nvPr/>
          </p:nvSpPr>
          <p:spPr>
            <a:xfrm>
              <a:off x="10084710" y="2692906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6" name="pt315"/>
            <p:cNvSpPr/>
            <p:nvPr/>
          </p:nvSpPr>
          <p:spPr>
            <a:xfrm>
              <a:off x="10128801" y="3087049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7" name="pt316"/>
            <p:cNvSpPr/>
            <p:nvPr/>
          </p:nvSpPr>
          <p:spPr>
            <a:xfrm>
              <a:off x="10242233" y="2803650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8" name="pt317"/>
            <p:cNvSpPr/>
            <p:nvPr/>
          </p:nvSpPr>
          <p:spPr>
            <a:xfrm>
              <a:off x="10241744" y="2692827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9" name="pt318"/>
            <p:cNvSpPr/>
            <p:nvPr/>
          </p:nvSpPr>
          <p:spPr>
            <a:xfrm>
              <a:off x="10178539" y="2975919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0" name="pt319"/>
            <p:cNvSpPr/>
            <p:nvPr/>
          </p:nvSpPr>
          <p:spPr>
            <a:xfrm>
              <a:off x="10213565" y="2874778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1" name="pt320"/>
            <p:cNvSpPr/>
            <p:nvPr/>
          </p:nvSpPr>
          <p:spPr>
            <a:xfrm>
              <a:off x="10790972" y="3304519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2" name="pt321"/>
            <p:cNvSpPr/>
            <p:nvPr/>
          </p:nvSpPr>
          <p:spPr>
            <a:xfrm>
              <a:off x="10897646" y="2912481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3" name="pt322"/>
            <p:cNvSpPr/>
            <p:nvPr/>
          </p:nvSpPr>
          <p:spPr>
            <a:xfrm>
              <a:off x="10775955" y="2880695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4" name="pt323"/>
            <p:cNvSpPr/>
            <p:nvPr/>
          </p:nvSpPr>
          <p:spPr>
            <a:xfrm>
              <a:off x="10902074" y="2677272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5" name="pt324"/>
            <p:cNvSpPr/>
            <p:nvPr/>
          </p:nvSpPr>
          <p:spPr>
            <a:xfrm>
              <a:off x="10862545" y="1847517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6" name="pt325"/>
            <p:cNvSpPr/>
            <p:nvPr/>
          </p:nvSpPr>
          <p:spPr>
            <a:xfrm>
              <a:off x="10880456" y="1734165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7" name="pt326"/>
            <p:cNvSpPr/>
            <p:nvPr/>
          </p:nvSpPr>
          <p:spPr>
            <a:xfrm>
              <a:off x="10780823" y="2272149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8" name="pt327"/>
            <p:cNvSpPr/>
            <p:nvPr/>
          </p:nvSpPr>
          <p:spPr>
            <a:xfrm>
              <a:off x="10819319" y="2476454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9" name="pt328"/>
            <p:cNvSpPr/>
            <p:nvPr/>
          </p:nvSpPr>
          <p:spPr>
            <a:xfrm>
              <a:off x="10807300" y="2482145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0" name="pt329"/>
            <p:cNvSpPr/>
            <p:nvPr/>
          </p:nvSpPr>
          <p:spPr>
            <a:xfrm>
              <a:off x="10846883" y="2349192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1" name="pt330"/>
            <p:cNvSpPr/>
            <p:nvPr/>
          </p:nvSpPr>
          <p:spPr>
            <a:xfrm>
              <a:off x="10854846" y="2440084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2" name="pt331"/>
            <p:cNvSpPr/>
            <p:nvPr/>
          </p:nvSpPr>
          <p:spPr>
            <a:xfrm>
              <a:off x="10841856" y="2338581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3" name="pt332"/>
            <p:cNvSpPr/>
            <p:nvPr/>
          </p:nvSpPr>
          <p:spPr>
            <a:xfrm>
              <a:off x="10830266" y="2934009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4" name="pt333"/>
            <p:cNvSpPr/>
            <p:nvPr/>
          </p:nvSpPr>
          <p:spPr>
            <a:xfrm>
              <a:off x="10717724" y="2738795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5" name="pt334"/>
            <p:cNvSpPr/>
            <p:nvPr/>
          </p:nvSpPr>
          <p:spPr>
            <a:xfrm>
              <a:off x="10730051" y="2874358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6" name="pt335"/>
            <p:cNvSpPr/>
            <p:nvPr/>
          </p:nvSpPr>
          <p:spPr>
            <a:xfrm>
              <a:off x="10902395" y="2185082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7" name="pt336"/>
            <p:cNvSpPr/>
            <p:nvPr/>
          </p:nvSpPr>
          <p:spPr>
            <a:xfrm>
              <a:off x="10851880" y="2340820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8" name="pt337"/>
            <p:cNvSpPr/>
            <p:nvPr/>
          </p:nvSpPr>
          <p:spPr>
            <a:xfrm>
              <a:off x="10819771" y="2706548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9" name="pt338"/>
            <p:cNvSpPr/>
            <p:nvPr/>
          </p:nvSpPr>
          <p:spPr>
            <a:xfrm>
              <a:off x="10898279" y="2436929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0" name="pt339"/>
            <p:cNvSpPr/>
            <p:nvPr/>
          </p:nvSpPr>
          <p:spPr>
            <a:xfrm>
              <a:off x="10728802" y="1409632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1" name="pt340"/>
            <p:cNvSpPr/>
            <p:nvPr/>
          </p:nvSpPr>
          <p:spPr>
            <a:xfrm>
              <a:off x="11445722" y="2463764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2" name="pt341"/>
            <p:cNvSpPr/>
            <p:nvPr/>
          </p:nvSpPr>
          <p:spPr>
            <a:xfrm>
              <a:off x="11370813" y="2664653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3" name="pt342"/>
            <p:cNvSpPr/>
            <p:nvPr/>
          </p:nvSpPr>
          <p:spPr>
            <a:xfrm>
              <a:off x="11517785" y="2469671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4" name="pt343"/>
            <p:cNvSpPr/>
            <p:nvPr/>
          </p:nvSpPr>
          <p:spPr>
            <a:xfrm>
              <a:off x="11483596" y="2450867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5" name="pt344"/>
            <p:cNvSpPr/>
            <p:nvPr/>
          </p:nvSpPr>
          <p:spPr>
            <a:xfrm>
              <a:off x="11365823" y="2572813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6" name="pt345"/>
            <p:cNvSpPr/>
            <p:nvPr/>
          </p:nvSpPr>
          <p:spPr>
            <a:xfrm>
              <a:off x="11513189" y="2487325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7" name="pt346"/>
            <p:cNvSpPr/>
            <p:nvPr/>
          </p:nvSpPr>
          <p:spPr>
            <a:xfrm>
              <a:off x="11481150" y="2285812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8" name="pt347"/>
            <p:cNvSpPr/>
            <p:nvPr/>
          </p:nvSpPr>
          <p:spPr>
            <a:xfrm>
              <a:off x="11400357" y="2458398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9" name="pt348"/>
            <p:cNvSpPr/>
            <p:nvPr/>
          </p:nvSpPr>
          <p:spPr>
            <a:xfrm>
              <a:off x="11446580" y="2859552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0" name="pt349"/>
            <p:cNvSpPr/>
            <p:nvPr/>
          </p:nvSpPr>
          <p:spPr>
            <a:xfrm>
              <a:off x="11533795" y="1972872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1" name="pt350"/>
            <p:cNvSpPr/>
            <p:nvPr/>
          </p:nvSpPr>
          <p:spPr>
            <a:xfrm>
              <a:off x="11534570" y="2861227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2" name="pt351"/>
            <p:cNvSpPr/>
            <p:nvPr/>
          </p:nvSpPr>
          <p:spPr>
            <a:xfrm>
              <a:off x="11546449" y="2826793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3" name="pt352"/>
            <p:cNvSpPr/>
            <p:nvPr/>
          </p:nvSpPr>
          <p:spPr>
            <a:xfrm>
              <a:off x="11494372" y="2665484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4" name="pt353"/>
            <p:cNvSpPr/>
            <p:nvPr/>
          </p:nvSpPr>
          <p:spPr>
            <a:xfrm>
              <a:off x="11451570" y="2506742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5" name="pt354"/>
            <p:cNvSpPr/>
            <p:nvPr/>
          </p:nvSpPr>
          <p:spPr>
            <a:xfrm>
              <a:off x="11450411" y="2541346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6" name="pt355"/>
            <p:cNvSpPr/>
            <p:nvPr/>
          </p:nvSpPr>
          <p:spPr>
            <a:xfrm>
              <a:off x="11521864" y="2862373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7" name="pt356"/>
            <p:cNvSpPr/>
            <p:nvPr/>
          </p:nvSpPr>
          <p:spPr>
            <a:xfrm>
              <a:off x="11455860" y="2317438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8" name="pt357"/>
            <p:cNvSpPr/>
            <p:nvPr/>
          </p:nvSpPr>
          <p:spPr>
            <a:xfrm>
              <a:off x="11530056" y="2557681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9" name="pt358"/>
            <p:cNvSpPr/>
            <p:nvPr/>
          </p:nvSpPr>
          <p:spPr>
            <a:xfrm>
              <a:off x="11440470" y="2679905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0" name="pt359"/>
            <p:cNvSpPr/>
            <p:nvPr/>
          </p:nvSpPr>
          <p:spPr>
            <a:xfrm>
              <a:off x="11544019" y="2546615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1" name="pt360"/>
            <p:cNvSpPr/>
            <p:nvPr/>
          </p:nvSpPr>
          <p:spPr>
            <a:xfrm>
              <a:off x="11408414" y="2684359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2" name="pt361"/>
            <p:cNvSpPr/>
            <p:nvPr/>
          </p:nvSpPr>
          <p:spPr>
            <a:xfrm>
              <a:off x="11480496" y="2100757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3" name="pt362"/>
            <p:cNvSpPr/>
            <p:nvPr/>
          </p:nvSpPr>
          <p:spPr>
            <a:xfrm>
              <a:off x="11370005" y="2593882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4" name="pt363"/>
            <p:cNvSpPr/>
            <p:nvPr/>
          </p:nvSpPr>
          <p:spPr>
            <a:xfrm>
              <a:off x="11411969" y="2484990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5" name="pg364"/>
            <p:cNvSpPr/>
            <p:nvPr/>
          </p:nvSpPr>
          <p:spPr>
            <a:xfrm>
              <a:off x="9549830" y="2281810"/>
              <a:ext cx="1947562" cy="750409"/>
            </a:xfrm>
            <a:custGeom>
              <a:avLst/>
              <a:pathLst>
                <a:path w="1947562" h="750409">
                  <a:moveTo>
                    <a:pt x="0" y="212386"/>
                  </a:moveTo>
                  <a:lnTo>
                    <a:pt x="1028938" y="187452"/>
                  </a:lnTo>
                  <a:lnTo>
                    <a:pt x="1298375" y="148518"/>
                  </a:lnTo>
                  <a:lnTo>
                    <a:pt x="1678125" y="68647"/>
                  </a:lnTo>
                  <a:lnTo>
                    <a:pt x="1947562" y="0"/>
                  </a:lnTo>
                  <a:lnTo>
                    <a:pt x="1947562" y="473009"/>
                  </a:lnTo>
                  <a:lnTo>
                    <a:pt x="1678125" y="472122"/>
                  </a:lnTo>
                  <a:lnTo>
                    <a:pt x="1298375" y="487753"/>
                  </a:lnTo>
                  <a:lnTo>
                    <a:pt x="1028938" y="516579"/>
                  </a:lnTo>
                  <a:lnTo>
                    <a:pt x="0" y="750409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66" name="pl365"/>
            <p:cNvSpPr/>
            <p:nvPr/>
          </p:nvSpPr>
          <p:spPr>
            <a:xfrm>
              <a:off x="9549830" y="2281810"/>
              <a:ext cx="1947562" cy="212386"/>
            </a:xfrm>
            <a:custGeom>
              <a:avLst/>
              <a:pathLst>
                <a:path w="1947562" h="212386">
                  <a:moveTo>
                    <a:pt x="0" y="212386"/>
                  </a:moveTo>
                  <a:lnTo>
                    <a:pt x="1028938" y="187452"/>
                  </a:lnTo>
                  <a:lnTo>
                    <a:pt x="1298375" y="148518"/>
                  </a:lnTo>
                  <a:lnTo>
                    <a:pt x="1678125" y="68647"/>
                  </a:lnTo>
                  <a:lnTo>
                    <a:pt x="194756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7" name="pl366"/>
            <p:cNvSpPr/>
            <p:nvPr/>
          </p:nvSpPr>
          <p:spPr>
            <a:xfrm>
              <a:off x="9549830" y="2753932"/>
              <a:ext cx="1947562" cy="278287"/>
            </a:xfrm>
            <a:custGeom>
              <a:avLst/>
              <a:pathLst>
                <a:path w="1947562" h="278287">
                  <a:moveTo>
                    <a:pt x="1947562" y="887"/>
                  </a:moveTo>
                  <a:lnTo>
                    <a:pt x="1678125" y="0"/>
                  </a:lnTo>
                  <a:lnTo>
                    <a:pt x="1298375" y="15631"/>
                  </a:lnTo>
                  <a:lnTo>
                    <a:pt x="1028938" y="44457"/>
                  </a:lnTo>
                  <a:lnTo>
                    <a:pt x="0" y="2782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8" name="pl367"/>
            <p:cNvSpPr/>
            <p:nvPr/>
          </p:nvSpPr>
          <p:spPr>
            <a:xfrm>
              <a:off x="9549830" y="2518314"/>
              <a:ext cx="1947562" cy="244893"/>
            </a:xfrm>
            <a:custGeom>
              <a:avLst/>
              <a:pathLst>
                <a:path w="1947562" h="244893">
                  <a:moveTo>
                    <a:pt x="0" y="244893"/>
                  </a:moveTo>
                  <a:lnTo>
                    <a:pt x="1028938" y="115510"/>
                  </a:lnTo>
                  <a:lnTo>
                    <a:pt x="1298375" y="81631"/>
                  </a:lnTo>
                  <a:lnTo>
                    <a:pt x="1678125" y="33879"/>
                  </a:lnTo>
                  <a:lnTo>
                    <a:pt x="1947562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9" name="tx368"/>
            <p:cNvSpPr/>
            <p:nvPr/>
          </p:nvSpPr>
          <p:spPr>
            <a:xfrm>
              <a:off x="11017699" y="2460782"/>
              <a:ext cx="4796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= 0.231</a:t>
              </a:r>
            </a:p>
          </p:txBody>
        </p:sp>
        <p:sp>
          <p:nvSpPr>
            <p:cNvPr id="370" name="rc369"/>
            <p:cNvSpPr/>
            <p:nvPr/>
          </p:nvSpPr>
          <p:spPr>
            <a:xfrm>
              <a:off x="9362389" y="1353673"/>
              <a:ext cx="2328695" cy="2084375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71" name="pl370"/>
            <p:cNvSpPr/>
            <p:nvPr/>
          </p:nvSpPr>
          <p:spPr>
            <a:xfrm>
              <a:off x="9362389" y="1353673"/>
              <a:ext cx="0" cy="2084375"/>
            </a:xfrm>
            <a:custGeom>
              <a:avLst/>
              <a:pathLst>
                <a:path w="0" h="2084375">
                  <a:moveTo>
                    <a:pt x="0" y="208437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l371"/>
            <p:cNvSpPr/>
            <p:nvPr/>
          </p:nvSpPr>
          <p:spPr>
            <a:xfrm>
              <a:off x="9324432" y="3342082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l372"/>
            <p:cNvSpPr/>
            <p:nvPr/>
          </p:nvSpPr>
          <p:spPr>
            <a:xfrm>
              <a:off x="9324432" y="2832978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l373"/>
            <p:cNvSpPr/>
            <p:nvPr/>
          </p:nvSpPr>
          <p:spPr>
            <a:xfrm>
              <a:off x="9324432" y="2323873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l374"/>
            <p:cNvSpPr/>
            <p:nvPr/>
          </p:nvSpPr>
          <p:spPr>
            <a:xfrm>
              <a:off x="9324432" y="1814769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l375"/>
            <p:cNvSpPr/>
            <p:nvPr/>
          </p:nvSpPr>
          <p:spPr>
            <a:xfrm>
              <a:off x="9362389" y="3438049"/>
              <a:ext cx="2328695" cy="0"/>
            </a:xfrm>
            <a:custGeom>
              <a:avLst/>
              <a:pathLst>
                <a:path w="2328695" h="0">
                  <a:moveTo>
                    <a:pt x="0" y="0"/>
                  </a:moveTo>
                  <a:lnTo>
                    <a:pt x="2328695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l376"/>
            <p:cNvSpPr/>
            <p:nvPr/>
          </p:nvSpPr>
          <p:spPr>
            <a:xfrm>
              <a:off x="9549830" y="3438049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l377"/>
            <p:cNvSpPr/>
            <p:nvPr/>
          </p:nvSpPr>
          <p:spPr>
            <a:xfrm>
              <a:off x="10199018" y="3438049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l378"/>
            <p:cNvSpPr/>
            <p:nvPr/>
          </p:nvSpPr>
          <p:spPr>
            <a:xfrm>
              <a:off x="10848206" y="3438049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l379"/>
            <p:cNvSpPr/>
            <p:nvPr/>
          </p:nvSpPr>
          <p:spPr>
            <a:xfrm>
              <a:off x="11497393" y="3438049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tx380"/>
            <p:cNvSpPr/>
            <p:nvPr/>
          </p:nvSpPr>
          <p:spPr>
            <a:xfrm>
              <a:off x="9362389" y="1110514"/>
              <a:ext cx="631576" cy="1279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(d) LTO</a:t>
              </a:r>
            </a:p>
          </p:txBody>
        </p:sp>
        <p:sp>
          <p:nvSpPr>
            <p:cNvPr id="382" name="rc381"/>
            <p:cNvSpPr/>
            <p:nvPr/>
          </p:nvSpPr>
          <p:spPr>
            <a:xfrm>
              <a:off x="1503277" y="3972216"/>
              <a:ext cx="2328695" cy="208437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3" name="pt382"/>
            <p:cNvSpPr/>
            <p:nvPr/>
          </p:nvSpPr>
          <p:spPr>
            <a:xfrm>
              <a:off x="1669007" y="5479427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84" name="pt383"/>
            <p:cNvSpPr/>
            <p:nvPr/>
          </p:nvSpPr>
          <p:spPr>
            <a:xfrm>
              <a:off x="1646494" y="5687640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85" name="pt384"/>
            <p:cNvSpPr/>
            <p:nvPr/>
          </p:nvSpPr>
          <p:spPr>
            <a:xfrm>
              <a:off x="1651690" y="5158883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86" name="pt385"/>
            <p:cNvSpPr/>
            <p:nvPr/>
          </p:nvSpPr>
          <p:spPr>
            <a:xfrm>
              <a:off x="1613380" y="5172620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87" name="pt386"/>
            <p:cNvSpPr/>
            <p:nvPr/>
          </p:nvSpPr>
          <p:spPr>
            <a:xfrm>
              <a:off x="1606951" y="5916706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88" name="pt387"/>
            <p:cNvSpPr/>
            <p:nvPr/>
          </p:nvSpPr>
          <p:spPr>
            <a:xfrm>
              <a:off x="1618067" y="5190995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89" name="pt388"/>
            <p:cNvSpPr/>
            <p:nvPr/>
          </p:nvSpPr>
          <p:spPr>
            <a:xfrm>
              <a:off x="1697141" y="5885588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0" name="pt389"/>
            <p:cNvSpPr/>
            <p:nvPr/>
          </p:nvSpPr>
          <p:spPr>
            <a:xfrm>
              <a:off x="1693006" y="5923062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1" name="pt390"/>
            <p:cNvSpPr/>
            <p:nvPr/>
          </p:nvSpPr>
          <p:spPr>
            <a:xfrm>
              <a:off x="1570341" y="5705163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2" name="pt391"/>
            <p:cNvSpPr/>
            <p:nvPr/>
          </p:nvSpPr>
          <p:spPr>
            <a:xfrm>
              <a:off x="1651641" y="5291838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3" name="pt392"/>
            <p:cNvSpPr/>
            <p:nvPr/>
          </p:nvSpPr>
          <p:spPr>
            <a:xfrm>
              <a:off x="2378595" y="5352706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4" name="pt393"/>
            <p:cNvSpPr/>
            <p:nvPr/>
          </p:nvSpPr>
          <p:spPr>
            <a:xfrm>
              <a:off x="2247908" y="4028175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5" name="pt394"/>
            <p:cNvSpPr/>
            <p:nvPr/>
          </p:nvSpPr>
          <p:spPr>
            <a:xfrm>
              <a:off x="2279118" y="5071540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6" name="pt395"/>
            <p:cNvSpPr/>
            <p:nvPr/>
          </p:nvSpPr>
          <p:spPr>
            <a:xfrm>
              <a:off x="2388891" y="5555666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7" name="pt396"/>
            <p:cNvSpPr/>
            <p:nvPr/>
          </p:nvSpPr>
          <p:spPr>
            <a:xfrm>
              <a:off x="2235097" y="5748392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8" name="pt397"/>
            <p:cNvSpPr/>
            <p:nvPr/>
          </p:nvSpPr>
          <p:spPr>
            <a:xfrm>
              <a:off x="2266825" y="5565960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9" name="pt398"/>
            <p:cNvSpPr/>
            <p:nvPr/>
          </p:nvSpPr>
          <p:spPr>
            <a:xfrm>
              <a:off x="2216345" y="4908727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0" name="pt399"/>
            <p:cNvSpPr/>
            <p:nvPr/>
          </p:nvSpPr>
          <p:spPr>
            <a:xfrm>
              <a:off x="2256115" y="5179347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1" name="pt400"/>
            <p:cNvSpPr/>
            <p:nvPr/>
          </p:nvSpPr>
          <p:spPr>
            <a:xfrm>
              <a:off x="2249963" y="5472571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2" name="pt401"/>
            <p:cNvSpPr/>
            <p:nvPr/>
          </p:nvSpPr>
          <p:spPr>
            <a:xfrm>
              <a:off x="2309295" y="4327556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3" name="pt402"/>
            <p:cNvSpPr/>
            <p:nvPr/>
          </p:nvSpPr>
          <p:spPr>
            <a:xfrm>
              <a:off x="2292510" y="4921148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4" name="pt403"/>
            <p:cNvSpPr/>
            <p:nvPr/>
          </p:nvSpPr>
          <p:spPr>
            <a:xfrm>
              <a:off x="2395375" y="5360707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5" name="pt404"/>
            <p:cNvSpPr/>
            <p:nvPr/>
          </p:nvSpPr>
          <p:spPr>
            <a:xfrm>
              <a:off x="2300172" y="4725173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6" name="pt405"/>
            <p:cNvSpPr/>
            <p:nvPr/>
          </p:nvSpPr>
          <p:spPr>
            <a:xfrm>
              <a:off x="2357298" y="4726050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7" name="pt406"/>
            <p:cNvSpPr/>
            <p:nvPr/>
          </p:nvSpPr>
          <p:spPr>
            <a:xfrm>
              <a:off x="2272020" y="5763026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8" name="pt407"/>
            <p:cNvSpPr/>
            <p:nvPr/>
          </p:nvSpPr>
          <p:spPr>
            <a:xfrm>
              <a:off x="2353295" y="4342295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9" name="pt408"/>
            <p:cNvSpPr/>
            <p:nvPr/>
          </p:nvSpPr>
          <p:spPr>
            <a:xfrm>
              <a:off x="2220361" y="5019563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0" name="pt409"/>
            <p:cNvSpPr/>
            <p:nvPr/>
          </p:nvSpPr>
          <p:spPr>
            <a:xfrm>
              <a:off x="2347767" y="5178887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1" name="pt410"/>
            <p:cNvSpPr/>
            <p:nvPr/>
          </p:nvSpPr>
          <p:spPr>
            <a:xfrm>
              <a:off x="3022337" y="5261733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2" name="pt411"/>
            <p:cNvSpPr/>
            <p:nvPr/>
          </p:nvSpPr>
          <p:spPr>
            <a:xfrm>
              <a:off x="2944018" y="5144519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3" name="pt412"/>
            <p:cNvSpPr/>
            <p:nvPr/>
          </p:nvSpPr>
          <p:spPr>
            <a:xfrm>
              <a:off x="2934340" y="5320473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4" name="pt413"/>
            <p:cNvSpPr/>
            <p:nvPr/>
          </p:nvSpPr>
          <p:spPr>
            <a:xfrm>
              <a:off x="2888997" y="5314840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5" name="pt414"/>
            <p:cNvSpPr/>
            <p:nvPr/>
          </p:nvSpPr>
          <p:spPr>
            <a:xfrm>
              <a:off x="2930506" y="4836449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6" name="pt415"/>
            <p:cNvSpPr/>
            <p:nvPr/>
          </p:nvSpPr>
          <p:spPr>
            <a:xfrm>
              <a:off x="2986931" y="5442537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7" name="pt416"/>
            <p:cNvSpPr/>
            <p:nvPr/>
          </p:nvSpPr>
          <p:spPr>
            <a:xfrm>
              <a:off x="2932341" y="5181146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8" name="pt417"/>
            <p:cNvSpPr/>
            <p:nvPr/>
          </p:nvSpPr>
          <p:spPr>
            <a:xfrm>
              <a:off x="2919154" y="5578724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9" name="pt418"/>
            <p:cNvSpPr/>
            <p:nvPr/>
          </p:nvSpPr>
          <p:spPr>
            <a:xfrm>
              <a:off x="2888505" y="5576168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0" name="pt419"/>
            <p:cNvSpPr/>
            <p:nvPr/>
          </p:nvSpPr>
          <p:spPr>
            <a:xfrm>
              <a:off x="2947421" y="4768877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1" name="pt420"/>
            <p:cNvSpPr/>
            <p:nvPr/>
          </p:nvSpPr>
          <p:spPr>
            <a:xfrm>
              <a:off x="3032565" y="4993268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2" name="pt421"/>
            <p:cNvSpPr/>
            <p:nvPr/>
          </p:nvSpPr>
          <p:spPr>
            <a:xfrm>
              <a:off x="2916685" y="4768933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3" name="pt422"/>
            <p:cNvSpPr/>
            <p:nvPr/>
          </p:nvSpPr>
          <p:spPr>
            <a:xfrm>
              <a:off x="2900497" y="4686968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4" name="pt423"/>
            <p:cNvSpPr/>
            <p:nvPr/>
          </p:nvSpPr>
          <p:spPr>
            <a:xfrm>
              <a:off x="2876032" y="5771990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5" name="pt424"/>
            <p:cNvSpPr/>
            <p:nvPr/>
          </p:nvSpPr>
          <p:spPr>
            <a:xfrm>
              <a:off x="2963373" y="5416666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6" name="pt425"/>
            <p:cNvSpPr/>
            <p:nvPr/>
          </p:nvSpPr>
          <p:spPr>
            <a:xfrm>
              <a:off x="3016440" y="4832108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7" name="pt426"/>
            <p:cNvSpPr/>
            <p:nvPr/>
          </p:nvSpPr>
          <p:spPr>
            <a:xfrm>
              <a:off x="2867135" y="4483208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8" name="pt427"/>
            <p:cNvSpPr/>
            <p:nvPr/>
          </p:nvSpPr>
          <p:spPr>
            <a:xfrm>
              <a:off x="2990141" y="5583023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9" name="pt428"/>
            <p:cNvSpPr/>
            <p:nvPr/>
          </p:nvSpPr>
          <p:spPr>
            <a:xfrm>
              <a:off x="2899218" y="4867774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0" name="pt429"/>
            <p:cNvSpPr/>
            <p:nvPr/>
          </p:nvSpPr>
          <p:spPr>
            <a:xfrm>
              <a:off x="2879218" y="5145215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1" name="pt430"/>
            <p:cNvSpPr/>
            <p:nvPr/>
          </p:nvSpPr>
          <p:spPr>
            <a:xfrm>
              <a:off x="3651127" y="5335751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2" name="pt431"/>
            <p:cNvSpPr/>
            <p:nvPr/>
          </p:nvSpPr>
          <p:spPr>
            <a:xfrm>
              <a:off x="3573859" y="5490864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3" name="pt432"/>
            <p:cNvSpPr/>
            <p:nvPr/>
          </p:nvSpPr>
          <p:spPr>
            <a:xfrm>
              <a:off x="3503186" y="5414745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4" name="pt433"/>
            <p:cNvSpPr/>
            <p:nvPr/>
          </p:nvSpPr>
          <p:spPr>
            <a:xfrm>
              <a:off x="3551332" y="5917377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5" name="pt434"/>
            <p:cNvSpPr/>
            <p:nvPr/>
          </p:nvSpPr>
          <p:spPr>
            <a:xfrm>
              <a:off x="3677985" y="5542852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6" name="pt435"/>
            <p:cNvSpPr/>
            <p:nvPr/>
          </p:nvSpPr>
          <p:spPr>
            <a:xfrm>
              <a:off x="3546456" y="5675601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7" name="pt436"/>
            <p:cNvSpPr/>
            <p:nvPr/>
          </p:nvSpPr>
          <p:spPr>
            <a:xfrm>
              <a:off x="3687337" y="4169465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8" name="pt437"/>
            <p:cNvSpPr/>
            <p:nvPr/>
          </p:nvSpPr>
          <p:spPr>
            <a:xfrm>
              <a:off x="3568361" y="5697382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9" name="pt438"/>
            <p:cNvSpPr/>
            <p:nvPr/>
          </p:nvSpPr>
          <p:spPr>
            <a:xfrm>
              <a:off x="3649626" y="5383756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0" name="pt439"/>
            <p:cNvSpPr/>
            <p:nvPr/>
          </p:nvSpPr>
          <p:spPr>
            <a:xfrm>
              <a:off x="3640328" y="5190791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1" name="pt440"/>
            <p:cNvSpPr/>
            <p:nvPr/>
          </p:nvSpPr>
          <p:spPr>
            <a:xfrm>
              <a:off x="3520670" y="5556876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2" name="pt441"/>
            <p:cNvSpPr/>
            <p:nvPr/>
          </p:nvSpPr>
          <p:spPr>
            <a:xfrm>
              <a:off x="3525179" y="5228050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3" name="pt442"/>
            <p:cNvSpPr/>
            <p:nvPr/>
          </p:nvSpPr>
          <p:spPr>
            <a:xfrm>
              <a:off x="3612569" y="5589566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4" name="pt443"/>
            <p:cNvSpPr/>
            <p:nvPr/>
          </p:nvSpPr>
          <p:spPr>
            <a:xfrm>
              <a:off x="3542393" y="5612515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5" name="pt444"/>
            <p:cNvSpPr/>
            <p:nvPr/>
          </p:nvSpPr>
          <p:spPr>
            <a:xfrm>
              <a:off x="3615685" y="5614286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6" name="pt445"/>
            <p:cNvSpPr/>
            <p:nvPr/>
          </p:nvSpPr>
          <p:spPr>
            <a:xfrm>
              <a:off x="3534033" y="5781867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7" name="pt446"/>
            <p:cNvSpPr/>
            <p:nvPr/>
          </p:nvSpPr>
          <p:spPr>
            <a:xfrm>
              <a:off x="3674782" y="5070105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8" name="pt447"/>
            <p:cNvSpPr/>
            <p:nvPr/>
          </p:nvSpPr>
          <p:spPr>
            <a:xfrm>
              <a:off x="3658768" y="5659652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9" name="pt448"/>
            <p:cNvSpPr/>
            <p:nvPr/>
          </p:nvSpPr>
          <p:spPr>
            <a:xfrm>
              <a:off x="3686428" y="5483705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0" name="pt449"/>
            <p:cNvSpPr/>
            <p:nvPr/>
          </p:nvSpPr>
          <p:spPr>
            <a:xfrm>
              <a:off x="3613882" y="5325095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1" name="pt450"/>
            <p:cNvSpPr/>
            <p:nvPr/>
          </p:nvSpPr>
          <p:spPr>
            <a:xfrm>
              <a:off x="3654465" y="5466681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2" name="pt451"/>
            <p:cNvSpPr/>
            <p:nvPr/>
          </p:nvSpPr>
          <p:spPr>
            <a:xfrm>
              <a:off x="3513942" y="4268602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3" name="pt452"/>
            <p:cNvSpPr/>
            <p:nvPr/>
          </p:nvSpPr>
          <p:spPr>
            <a:xfrm>
              <a:off x="3588820" y="5448347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4" name="pt453"/>
            <p:cNvSpPr/>
            <p:nvPr/>
          </p:nvSpPr>
          <p:spPr>
            <a:xfrm>
              <a:off x="3567252" y="5528605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5" name="pg454"/>
            <p:cNvSpPr/>
            <p:nvPr/>
          </p:nvSpPr>
          <p:spPr>
            <a:xfrm>
              <a:off x="1696003" y="4789115"/>
              <a:ext cx="1939094" cy="803281"/>
            </a:xfrm>
            <a:custGeom>
              <a:avLst/>
              <a:pathLst>
                <a:path w="1939094" h="803281">
                  <a:moveTo>
                    <a:pt x="0" y="0"/>
                  </a:moveTo>
                  <a:lnTo>
                    <a:pt x="1024463" y="226808"/>
                  </a:lnTo>
                  <a:lnTo>
                    <a:pt x="1292729" y="252406"/>
                  </a:lnTo>
                  <a:lnTo>
                    <a:pt x="1670828" y="262357"/>
                  </a:lnTo>
                  <a:lnTo>
                    <a:pt x="1939094" y="256214"/>
                  </a:lnTo>
                  <a:lnTo>
                    <a:pt x="1939094" y="803281"/>
                  </a:lnTo>
                  <a:lnTo>
                    <a:pt x="1670828" y="736399"/>
                  </a:lnTo>
                  <a:lnTo>
                    <a:pt x="1292729" y="660743"/>
                  </a:lnTo>
                  <a:lnTo>
                    <a:pt x="1024463" y="625602"/>
                  </a:lnTo>
                  <a:lnTo>
                    <a:pt x="0" y="620457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456" name="pl455"/>
            <p:cNvSpPr/>
            <p:nvPr/>
          </p:nvSpPr>
          <p:spPr>
            <a:xfrm>
              <a:off x="1696003" y="4789115"/>
              <a:ext cx="1939094" cy="262357"/>
            </a:xfrm>
            <a:custGeom>
              <a:avLst/>
              <a:pathLst>
                <a:path w="1939094" h="262357">
                  <a:moveTo>
                    <a:pt x="0" y="0"/>
                  </a:moveTo>
                  <a:lnTo>
                    <a:pt x="1024463" y="226808"/>
                  </a:lnTo>
                  <a:lnTo>
                    <a:pt x="1292729" y="252406"/>
                  </a:lnTo>
                  <a:lnTo>
                    <a:pt x="1670828" y="262357"/>
                  </a:lnTo>
                  <a:lnTo>
                    <a:pt x="1939094" y="25621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57" name="pl456"/>
            <p:cNvSpPr/>
            <p:nvPr/>
          </p:nvSpPr>
          <p:spPr>
            <a:xfrm>
              <a:off x="1696003" y="5409573"/>
              <a:ext cx="1939094" cy="182823"/>
            </a:xfrm>
            <a:custGeom>
              <a:avLst/>
              <a:pathLst>
                <a:path w="1939094" h="182823">
                  <a:moveTo>
                    <a:pt x="1939094" y="182823"/>
                  </a:moveTo>
                  <a:lnTo>
                    <a:pt x="1670828" y="115941"/>
                  </a:lnTo>
                  <a:lnTo>
                    <a:pt x="1292729" y="40285"/>
                  </a:lnTo>
                  <a:lnTo>
                    <a:pt x="1024463" y="514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58" name="pl457"/>
            <p:cNvSpPr/>
            <p:nvPr/>
          </p:nvSpPr>
          <p:spPr>
            <a:xfrm>
              <a:off x="1696003" y="5099344"/>
              <a:ext cx="1939094" cy="219518"/>
            </a:xfrm>
            <a:custGeom>
              <a:avLst/>
              <a:pathLst>
                <a:path w="1939094" h="219518">
                  <a:moveTo>
                    <a:pt x="0" y="0"/>
                  </a:moveTo>
                  <a:lnTo>
                    <a:pt x="1024463" y="115976"/>
                  </a:lnTo>
                  <a:lnTo>
                    <a:pt x="1292729" y="146345"/>
                  </a:lnTo>
                  <a:lnTo>
                    <a:pt x="1670828" y="189149"/>
                  </a:lnTo>
                  <a:lnTo>
                    <a:pt x="1939094" y="219518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59" name="tx458"/>
            <p:cNvSpPr/>
            <p:nvPr/>
          </p:nvSpPr>
          <p:spPr>
            <a:xfrm>
              <a:off x="3155402" y="5039275"/>
              <a:ext cx="4796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= 0.325</a:t>
              </a:r>
            </a:p>
          </p:txBody>
        </p:sp>
        <p:sp>
          <p:nvSpPr>
            <p:cNvPr id="460" name="rc459"/>
            <p:cNvSpPr/>
            <p:nvPr/>
          </p:nvSpPr>
          <p:spPr>
            <a:xfrm>
              <a:off x="1503277" y="3972216"/>
              <a:ext cx="2328695" cy="2084375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461" name="pl460"/>
            <p:cNvSpPr/>
            <p:nvPr/>
          </p:nvSpPr>
          <p:spPr>
            <a:xfrm>
              <a:off x="1503277" y="3972216"/>
              <a:ext cx="0" cy="2084375"/>
            </a:xfrm>
            <a:custGeom>
              <a:avLst/>
              <a:pathLst>
                <a:path w="0" h="2084375">
                  <a:moveTo>
                    <a:pt x="0" y="208437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tx461"/>
            <p:cNvSpPr/>
            <p:nvPr/>
          </p:nvSpPr>
          <p:spPr>
            <a:xfrm rot="-5400000">
              <a:off x="1272281" y="5824166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463" name="tx462"/>
            <p:cNvSpPr/>
            <p:nvPr/>
          </p:nvSpPr>
          <p:spPr>
            <a:xfrm rot="-5400000">
              <a:off x="1272281" y="5335947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464" name="tx463"/>
            <p:cNvSpPr/>
            <p:nvPr/>
          </p:nvSpPr>
          <p:spPr>
            <a:xfrm rot="-5400000">
              <a:off x="1272281" y="4847728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465" name="tx464"/>
            <p:cNvSpPr/>
            <p:nvPr/>
          </p:nvSpPr>
          <p:spPr>
            <a:xfrm rot="-5400000">
              <a:off x="1272281" y="4359508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</a:t>
              </a:r>
            </a:p>
          </p:txBody>
        </p:sp>
        <p:sp>
          <p:nvSpPr>
            <p:cNvPr id="466" name="pl465"/>
            <p:cNvSpPr/>
            <p:nvPr/>
          </p:nvSpPr>
          <p:spPr>
            <a:xfrm>
              <a:off x="1465319" y="5874276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l466"/>
            <p:cNvSpPr/>
            <p:nvPr/>
          </p:nvSpPr>
          <p:spPr>
            <a:xfrm>
              <a:off x="1465319" y="5386056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l467"/>
            <p:cNvSpPr/>
            <p:nvPr/>
          </p:nvSpPr>
          <p:spPr>
            <a:xfrm>
              <a:off x="1465319" y="4897837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l468"/>
            <p:cNvSpPr/>
            <p:nvPr/>
          </p:nvSpPr>
          <p:spPr>
            <a:xfrm>
              <a:off x="1465319" y="4409617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l469"/>
            <p:cNvSpPr/>
            <p:nvPr/>
          </p:nvSpPr>
          <p:spPr>
            <a:xfrm>
              <a:off x="1503277" y="6056592"/>
              <a:ext cx="2328695" cy="0"/>
            </a:xfrm>
            <a:custGeom>
              <a:avLst/>
              <a:pathLst>
                <a:path w="2328695" h="0">
                  <a:moveTo>
                    <a:pt x="0" y="0"/>
                  </a:moveTo>
                  <a:lnTo>
                    <a:pt x="2328695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l470"/>
            <p:cNvSpPr/>
            <p:nvPr/>
          </p:nvSpPr>
          <p:spPr>
            <a:xfrm>
              <a:off x="1696003" y="6056592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l471"/>
            <p:cNvSpPr/>
            <p:nvPr/>
          </p:nvSpPr>
          <p:spPr>
            <a:xfrm>
              <a:off x="2342367" y="6056592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l472"/>
            <p:cNvSpPr/>
            <p:nvPr/>
          </p:nvSpPr>
          <p:spPr>
            <a:xfrm>
              <a:off x="2988732" y="6056592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l473"/>
            <p:cNvSpPr/>
            <p:nvPr/>
          </p:nvSpPr>
          <p:spPr>
            <a:xfrm>
              <a:off x="3635097" y="6056592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tx474"/>
            <p:cNvSpPr/>
            <p:nvPr/>
          </p:nvSpPr>
          <p:spPr>
            <a:xfrm rot="-5400000">
              <a:off x="1004992" y="4954968"/>
              <a:ext cx="256946" cy="118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ITV</a:t>
              </a:r>
            </a:p>
          </p:txBody>
        </p:sp>
        <p:sp>
          <p:nvSpPr>
            <p:cNvPr id="476" name="tx475"/>
            <p:cNvSpPr/>
            <p:nvPr/>
          </p:nvSpPr>
          <p:spPr>
            <a:xfrm>
              <a:off x="1503277" y="3729057"/>
              <a:ext cx="552846" cy="1279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(e) Chl</a:t>
              </a:r>
            </a:p>
          </p:txBody>
        </p:sp>
        <p:sp>
          <p:nvSpPr>
            <p:cNvPr id="477" name="rc476"/>
            <p:cNvSpPr/>
            <p:nvPr/>
          </p:nvSpPr>
          <p:spPr>
            <a:xfrm>
              <a:off x="4122981" y="3972216"/>
              <a:ext cx="2328695" cy="208437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8" name="pt477"/>
            <p:cNvSpPr/>
            <p:nvPr/>
          </p:nvSpPr>
          <p:spPr>
            <a:xfrm>
              <a:off x="4295102" y="5335007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79" name="pt478"/>
            <p:cNvSpPr/>
            <p:nvPr/>
          </p:nvSpPr>
          <p:spPr>
            <a:xfrm>
              <a:off x="4199940" y="4963423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0" name="pt479"/>
            <p:cNvSpPr/>
            <p:nvPr/>
          </p:nvSpPr>
          <p:spPr>
            <a:xfrm>
              <a:off x="4302511" y="5254569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1" name="pt480"/>
            <p:cNvSpPr/>
            <p:nvPr/>
          </p:nvSpPr>
          <p:spPr>
            <a:xfrm>
              <a:off x="4245734" y="5263026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2" name="pt481"/>
            <p:cNvSpPr/>
            <p:nvPr/>
          </p:nvSpPr>
          <p:spPr>
            <a:xfrm>
              <a:off x="4221809" y="5551863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3" name="pt482"/>
            <p:cNvSpPr/>
            <p:nvPr/>
          </p:nvSpPr>
          <p:spPr>
            <a:xfrm>
              <a:off x="4259798" y="5221311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4" name="pt483"/>
            <p:cNvSpPr/>
            <p:nvPr/>
          </p:nvSpPr>
          <p:spPr>
            <a:xfrm>
              <a:off x="4256913" y="5437253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5" name="pt484"/>
            <p:cNvSpPr/>
            <p:nvPr/>
          </p:nvSpPr>
          <p:spPr>
            <a:xfrm>
              <a:off x="4190045" y="5331744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6" name="pt485"/>
            <p:cNvSpPr/>
            <p:nvPr/>
          </p:nvSpPr>
          <p:spPr>
            <a:xfrm>
              <a:off x="4323353" y="5609983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7" name="pt486"/>
            <p:cNvSpPr/>
            <p:nvPr/>
          </p:nvSpPr>
          <p:spPr>
            <a:xfrm>
              <a:off x="4268014" y="5655287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8" name="pt487"/>
            <p:cNvSpPr/>
            <p:nvPr/>
          </p:nvSpPr>
          <p:spPr>
            <a:xfrm>
              <a:off x="4918356" y="5781317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9" name="pt488"/>
            <p:cNvSpPr/>
            <p:nvPr/>
          </p:nvSpPr>
          <p:spPr>
            <a:xfrm>
              <a:off x="4879103" y="5726265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0" name="pt489"/>
            <p:cNvSpPr/>
            <p:nvPr/>
          </p:nvSpPr>
          <p:spPr>
            <a:xfrm>
              <a:off x="4983776" y="5478727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1" name="pt490"/>
            <p:cNvSpPr/>
            <p:nvPr/>
          </p:nvSpPr>
          <p:spPr>
            <a:xfrm>
              <a:off x="4943723" y="5691058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2" name="pt491"/>
            <p:cNvSpPr/>
            <p:nvPr/>
          </p:nvSpPr>
          <p:spPr>
            <a:xfrm>
              <a:off x="4896450" y="5487859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3" name="pt492"/>
            <p:cNvSpPr/>
            <p:nvPr/>
          </p:nvSpPr>
          <p:spPr>
            <a:xfrm>
              <a:off x="5008698" y="5128690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4" name="pt493"/>
            <p:cNvSpPr/>
            <p:nvPr/>
          </p:nvSpPr>
          <p:spPr>
            <a:xfrm>
              <a:off x="4867295" y="5735885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5" name="pt494"/>
            <p:cNvSpPr/>
            <p:nvPr/>
          </p:nvSpPr>
          <p:spPr>
            <a:xfrm>
              <a:off x="4871609" y="5720620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6" name="pt495"/>
            <p:cNvSpPr/>
            <p:nvPr/>
          </p:nvSpPr>
          <p:spPr>
            <a:xfrm>
              <a:off x="4933988" y="5457125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7" name="pt496"/>
            <p:cNvSpPr/>
            <p:nvPr/>
          </p:nvSpPr>
          <p:spPr>
            <a:xfrm>
              <a:off x="4960302" y="5184107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8" name="pt497"/>
            <p:cNvSpPr/>
            <p:nvPr/>
          </p:nvSpPr>
          <p:spPr>
            <a:xfrm>
              <a:off x="4860567" y="5352567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9" name="pt498"/>
            <p:cNvSpPr/>
            <p:nvPr/>
          </p:nvSpPr>
          <p:spPr>
            <a:xfrm>
              <a:off x="4859884" y="5727284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0" name="pt499"/>
            <p:cNvSpPr/>
            <p:nvPr/>
          </p:nvSpPr>
          <p:spPr>
            <a:xfrm>
              <a:off x="4831539" y="5057155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1" name="pt500"/>
            <p:cNvSpPr/>
            <p:nvPr/>
          </p:nvSpPr>
          <p:spPr>
            <a:xfrm>
              <a:off x="4981218" y="5497712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2" name="pt501"/>
            <p:cNvSpPr/>
            <p:nvPr/>
          </p:nvSpPr>
          <p:spPr>
            <a:xfrm>
              <a:off x="4848307" y="5278508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3" name="pt502"/>
            <p:cNvSpPr/>
            <p:nvPr/>
          </p:nvSpPr>
          <p:spPr>
            <a:xfrm>
              <a:off x="4981555" y="5248164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4" name="pt503"/>
            <p:cNvSpPr/>
            <p:nvPr/>
          </p:nvSpPr>
          <p:spPr>
            <a:xfrm>
              <a:off x="4989737" y="4864777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5" name="pt504"/>
            <p:cNvSpPr/>
            <p:nvPr/>
          </p:nvSpPr>
          <p:spPr>
            <a:xfrm>
              <a:off x="4976334" y="5093953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6" name="pt505"/>
            <p:cNvSpPr/>
            <p:nvPr/>
          </p:nvSpPr>
          <p:spPr>
            <a:xfrm>
              <a:off x="5619658" y="5135677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7" name="pt506"/>
            <p:cNvSpPr/>
            <p:nvPr/>
          </p:nvSpPr>
          <p:spPr>
            <a:xfrm>
              <a:off x="5633211" y="5867638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8" name="pt507"/>
            <p:cNvSpPr/>
            <p:nvPr/>
          </p:nvSpPr>
          <p:spPr>
            <a:xfrm>
              <a:off x="5522949" y="5219229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9" name="pt508"/>
            <p:cNvSpPr/>
            <p:nvPr/>
          </p:nvSpPr>
          <p:spPr>
            <a:xfrm>
              <a:off x="5510591" y="5614406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0" name="pt509"/>
            <p:cNvSpPr/>
            <p:nvPr/>
          </p:nvSpPr>
          <p:spPr>
            <a:xfrm>
              <a:off x="5496128" y="5669964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1" name="pt510"/>
            <p:cNvSpPr/>
            <p:nvPr/>
          </p:nvSpPr>
          <p:spPr>
            <a:xfrm>
              <a:off x="5564055" y="5923062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2" name="pt511"/>
            <p:cNvSpPr/>
            <p:nvPr/>
          </p:nvSpPr>
          <p:spPr>
            <a:xfrm>
              <a:off x="5514448" y="4766490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3" name="pt512"/>
            <p:cNvSpPr/>
            <p:nvPr/>
          </p:nvSpPr>
          <p:spPr>
            <a:xfrm>
              <a:off x="5516610" y="5108089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4" name="pt513"/>
            <p:cNvSpPr/>
            <p:nvPr/>
          </p:nvSpPr>
          <p:spPr>
            <a:xfrm>
              <a:off x="5516182" y="5432165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5" name="pt514"/>
            <p:cNvSpPr/>
            <p:nvPr/>
          </p:nvSpPr>
          <p:spPr>
            <a:xfrm>
              <a:off x="5614655" y="5294910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6" name="pt515"/>
            <p:cNvSpPr/>
            <p:nvPr/>
          </p:nvSpPr>
          <p:spPr>
            <a:xfrm>
              <a:off x="5611043" y="5817468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7" name="pt516"/>
            <p:cNvSpPr/>
            <p:nvPr/>
          </p:nvSpPr>
          <p:spPr>
            <a:xfrm>
              <a:off x="5532868" y="5600682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8" name="pt517"/>
            <p:cNvSpPr/>
            <p:nvPr/>
          </p:nvSpPr>
          <p:spPr>
            <a:xfrm>
              <a:off x="5531612" y="5586056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9" name="pt518"/>
            <p:cNvSpPr/>
            <p:nvPr/>
          </p:nvSpPr>
          <p:spPr>
            <a:xfrm>
              <a:off x="5540146" y="5622872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0" name="pt519"/>
            <p:cNvSpPr/>
            <p:nvPr/>
          </p:nvSpPr>
          <p:spPr>
            <a:xfrm>
              <a:off x="5489665" y="5331934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1" name="pt520"/>
            <p:cNvSpPr/>
            <p:nvPr/>
          </p:nvSpPr>
          <p:spPr>
            <a:xfrm>
              <a:off x="5594753" y="5699209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2" name="pt521"/>
            <p:cNvSpPr/>
            <p:nvPr/>
          </p:nvSpPr>
          <p:spPr>
            <a:xfrm>
              <a:off x="5656287" y="5558495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3" name="pt522"/>
            <p:cNvSpPr/>
            <p:nvPr/>
          </p:nvSpPr>
          <p:spPr>
            <a:xfrm>
              <a:off x="5549393" y="5034364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4" name="pt523"/>
            <p:cNvSpPr/>
            <p:nvPr/>
          </p:nvSpPr>
          <p:spPr>
            <a:xfrm>
              <a:off x="5493751" y="5446876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5" name="pt524"/>
            <p:cNvSpPr/>
            <p:nvPr/>
          </p:nvSpPr>
          <p:spPr>
            <a:xfrm>
              <a:off x="5631686" y="4028175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6" name="pt525"/>
            <p:cNvSpPr/>
            <p:nvPr/>
          </p:nvSpPr>
          <p:spPr>
            <a:xfrm>
              <a:off x="6281515" y="5406815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7" name="pt526"/>
            <p:cNvSpPr/>
            <p:nvPr/>
          </p:nvSpPr>
          <p:spPr>
            <a:xfrm>
              <a:off x="6307041" y="5509954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8" name="pt527"/>
            <p:cNvSpPr/>
            <p:nvPr/>
          </p:nvSpPr>
          <p:spPr>
            <a:xfrm>
              <a:off x="6180585" y="4794283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9" name="pt528"/>
            <p:cNvSpPr/>
            <p:nvPr/>
          </p:nvSpPr>
          <p:spPr>
            <a:xfrm>
              <a:off x="6131491" y="5707726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0" name="pt529"/>
            <p:cNvSpPr/>
            <p:nvPr/>
          </p:nvSpPr>
          <p:spPr>
            <a:xfrm>
              <a:off x="6259137" y="4985980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1" name="pt530"/>
            <p:cNvSpPr/>
            <p:nvPr/>
          </p:nvSpPr>
          <p:spPr>
            <a:xfrm>
              <a:off x="6293363" y="5583025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2" name="pt531"/>
            <p:cNvSpPr/>
            <p:nvPr/>
          </p:nvSpPr>
          <p:spPr>
            <a:xfrm>
              <a:off x="6305722" y="5522235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3" name="pt532"/>
            <p:cNvSpPr/>
            <p:nvPr/>
          </p:nvSpPr>
          <p:spPr>
            <a:xfrm>
              <a:off x="6272274" y="5129698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4" name="pt533"/>
            <p:cNvSpPr/>
            <p:nvPr/>
          </p:nvSpPr>
          <p:spPr>
            <a:xfrm>
              <a:off x="6212725" y="4875685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5" name="pt534"/>
            <p:cNvSpPr/>
            <p:nvPr/>
          </p:nvSpPr>
          <p:spPr>
            <a:xfrm>
              <a:off x="6297493" y="5621153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6" name="pt535"/>
            <p:cNvSpPr/>
            <p:nvPr/>
          </p:nvSpPr>
          <p:spPr>
            <a:xfrm>
              <a:off x="6149576" y="5285925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7" name="pt536"/>
            <p:cNvSpPr/>
            <p:nvPr/>
          </p:nvSpPr>
          <p:spPr>
            <a:xfrm>
              <a:off x="6172373" y="5466622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8" name="pt537"/>
            <p:cNvSpPr/>
            <p:nvPr/>
          </p:nvSpPr>
          <p:spPr>
            <a:xfrm>
              <a:off x="6199548" y="5163742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9" name="pt538"/>
            <p:cNvSpPr/>
            <p:nvPr/>
          </p:nvSpPr>
          <p:spPr>
            <a:xfrm>
              <a:off x="6165141" y="5690268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0" name="pt539"/>
            <p:cNvSpPr/>
            <p:nvPr/>
          </p:nvSpPr>
          <p:spPr>
            <a:xfrm>
              <a:off x="6197805" y="5052166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1" name="pt540"/>
            <p:cNvSpPr/>
            <p:nvPr/>
          </p:nvSpPr>
          <p:spPr>
            <a:xfrm>
              <a:off x="6190257" y="5004635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2" name="pt541"/>
            <p:cNvSpPr/>
            <p:nvPr/>
          </p:nvSpPr>
          <p:spPr>
            <a:xfrm>
              <a:off x="6273292" y="5476618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3" name="pt542"/>
            <p:cNvSpPr/>
            <p:nvPr/>
          </p:nvSpPr>
          <p:spPr>
            <a:xfrm>
              <a:off x="6186689" y="5096044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4" name="pt543"/>
            <p:cNvSpPr/>
            <p:nvPr/>
          </p:nvSpPr>
          <p:spPr>
            <a:xfrm>
              <a:off x="6154155" y="5006692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5" name="pt544"/>
            <p:cNvSpPr/>
            <p:nvPr/>
          </p:nvSpPr>
          <p:spPr>
            <a:xfrm>
              <a:off x="6222827" y="5431541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6" name="pt545"/>
            <p:cNvSpPr/>
            <p:nvPr/>
          </p:nvSpPr>
          <p:spPr>
            <a:xfrm>
              <a:off x="6166062" y="5025229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7" name="pt546"/>
            <p:cNvSpPr/>
            <p:nvPr/>
          </p:nvSpPr>
          <p:spPr>
            <a:xfrm>
              <a:off x="6208394" y="5741819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8" name="pt547"/>
            <p:cNvSpPr/>
            <p:nvPr/>
          </p:nvSpPr>
          <p:spPr>
            <a:xfrm>
              <a:off x="6263455" y="5593085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9" name="pt548"/>
            <p:cNvSpPr/>
            <p:nvPr/>
          </p:nvSpPr>
          <p:spPr>
            <a:xfrm>
              <a:off x="6280630" y="5849210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0" name="pg549"/>
            <p:cNvSpPr/>
            <p:nvPr/>
          </p:nvSpPr>
          <p:spPr>
            <a:xfrm>
              <a:off x="4317238" y="5184929"/>
              <a:ext cx="1937872" cy="394571"/>
            </a:xfrm>
            <a:custGeom>
              <a:avLst/>
              <a:pathLst>
                <a:path w="1937872" h="394571">
                  <a:moveTo>
                    <a:pt x="0" y="44432"/>
                  </a:moveTo>
                  <a:lnTo>
                    <a:pt x="1023818" y="45690"/>
                  </a:lnTo>
                  <a:lnTo>
                    <a:pt x="1291914" y="37048"/>
                  </a:lnTo>
                  <a:lnTo>
                    <a:pt x="1669775" y="17944"/>
                  </a:lnTo>
                  <a:lnTo>
                    <a:pt x="1937872" y="0"/>
                  </a:lnTo>
                  <a:lnTo>
                    <a:pt x="1937872" y="313913"/>
                  </a:lnTo>
                  <a:lnTo>
                    <a:pt x="1669775" y="313274"/>
                  </a:lnTo>
                  <a:lnTo>
                    <a:pt x="1291914" y="318561"/>
                  </a:lnTo>
                  <a:lnTo>
                    <a:pt x="1023818" y="327225"/>
                  </a:lnTo>
                  <a:lnTo>
                    <a:pt x="0" y="394571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551" name="pl550"/>
            <p:cNvSpPr/>
            <p:nvPr/>
          </p:nvSpPr>
          <p:spPr>
            <a:xfrm>
              <a:off x="4317238" y="5184929"/>
              <a:ext cx="1937872" cy="45690"/>
            </a:xfrm>
            <a:custGeom>
              <a:avLst/>
              <a:pathLst>
                <a:path w="1937872" h="45690">
                  <a:moveTo>
                    <a:pt x="0" y="44432"/>
                  </a:moveTo>
                  <a:lnTo>
                    <a:pt x="1023818" y="45690"/>
                  </a:lnTo>
                  <a:lnTo>
                    <a:pt x="1291914" y="37048"/>
                  </a:lnTo>
                  <a:lnTo>
                    <a:pt x="1669775" y="17944"/>
                  </a:lnTo>
                  <a:lnTo>
                    <a:pt x="193787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52" name="pl551"/>
            <p:cNvSpPr/>
            <p:nvPr/>
          </p:nvSpPr>
          <p:spPr>
            <a:xfrm>
              <a:off x="4317238" y="5498203"/>
              <a:ext cx="1937872" cy="81297"/>
            </a:xfrm>
            <a:custGeom>
              <a:avLst/>
              <a:pathLst>
                <a:path w="1937872" h="81297">
                  <a:moveTo>
                    <a:pt x="1937872" y="639"/>
                  </a:moveTo>
                  <a:lnTo>
                    <a:pt x="1669775" y="0"/>
                  </a:lnTo>
                  <a:lnTo>
                    <a:pt x="1291914" y="5287"/>
                  </a:lnTo>
                  <a:lnTo>
                    <a:pt x="1023818" y="13951"/>
                  </a:lnTo>
                  <a:lnTo>
                    <a:pt x="0" y="812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53" name="pl552"/>
            <p:cNvSpPr/>
            <p:nvPr/>
          </p:nvSpPr>
          <p:spPr>
            <a:xfrm>
              <a:off x="4317238" y="5341886"/>
              <a:ext cx="1937872" cy="62545"/>
            </a:xfrm>
            <a:custGeom>
              <a:avLst/>
              <a:pathLst>
                <a:path w="1937872" h="62545">
                  <a:moveTo>
                    <a:pt x="0" y="62545"/>
                  </a:moveTo>
                  <a:lnTo>
                    <a:pt x="1023818" y="29501"/>
                  </a:lnTo>
                  <a:lnTo>
                    <a:pt x="1291914" y="20848"/>
                  </a:lnTo>
                  <a:lnTo>
                    <a:pt x="1669775" y="8652"/>
                  </a:lnTo>
                  <a:lnTo>
                    <a:pt x="1937872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54" name="tx553"/>
            <p:cNvSpPr/>
            <p:nvPr/>
          </p:nvSpPr>
          <p:spPr>
            <a:xfrm>
              <a:off x="5775417" y="5266119"/>
              <a:ext cx="4796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= 0.479</a:t>
              </a:r>
            </a:p>
          </p:txBody>
        </p:sp>
        <p:sp>
          <p:nvSpPr>
            <p:cNvPr id="555" name="rc554"/>
            <p:cNvSpPr/>
            <p:nvPr/>
          </p:nvSpPr>
          <p:spPr>
            <a:xfrm>
              <a:off x="4122981" y="3972216"/>
              <a:ext cx="2328695" cy="2084375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56" name="pl555"/>
            <p:cNvSpPr/>
            <p:nvPr/>
          </p:nvSpPr>
          <p:spPr>
            <a:xfrm>
              <a:off x="4122981" y="3972216"/>
              <a:ext cx="0" cy="2084375"/>
            </a:xfrm>
            <a:custGeom>
              <a:avLst/>
              <a:pathLst>
                <a:path w="0" h="2084375">
                  <a:moveTo>
                    <a:pt x="0" y="208437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l556"/>
            <p:cNvSpPr/>
            <p:nvPr/>
          </p:nvSpPr>
          <p:spPr>
            <a:xfrm>
              <a:off x="4085024" y="5984822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l557"/>
            <p:cNvSpPr/>
            <p:nvPr/>
          </p:nvSpPr>
          <p:spPr>
            <a:xfrm>
              <a:off x="4085024" y="5394842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l558"/>
            <p:cNvSpPr/>
            <p:nvPr/>
          </p:nvSpPr>
          <p:spPr>
            <a:xfrm>
              <a:off x="4085024" y="4804863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l559"/>
            <p:cNvSpPr/>
            <p:nvPr/>
          </p:nvSpPr>
          <p:spPr>
            <a:xfrm>
              <a:off x="4085024" y="4214883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l560"/>
            <p:cNvSpPr/>
            <p:nvPr/>
          </p:nvSpPr>
          <p:spPr>
            <a:xfrm>
              <a:off x="4122981" y="6056592"/>
              <a:ext cx="2328695" cy="0"/>
            </a:xfrm>
            <a:custGeom>
              <a:avLst/>
              <a:pathLst>
                <a:path w="2328695" h="0">
                  <a:moveTo>
                    <a:pt x="0" y="0"/>
                  </a:moveTo>
                  <a:lnTo>
                    <a:pt x="2328695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l561"/>
            <p:cNvSpPr/>
            <p:nvPr/>
          </p:nvSpPr>
          <p:spPr>
            <a:xfrm>
              <a:off x="4317238" y="6056592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l562"/>
            <p:cNvSpPr/>
            <p:nvPr/>
          </p:nvSpPr>
          <p:spPr>
            <a:xfrm>
              <a:off x="4963196" y="6056592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l563"/>
            <p:cNvSpPr/>
            <p:nvPr/>
          </p:nvSpPr>
          <p:spPr>
            <a:xfrm>
              <a:off x="5609153" y="6056592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l564"/>
            <p:cNvSpPr/>
            <p:nvPr/>
          </p:nvSpPr>
          <p:spPr>
            <a:xfrm>
              <a:off x="6255111" y="6056592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tx565"/>
            <p:cNvSpPr/>
            <p:nvPr/>
          </p:nvSpPr>
          <p:spPr>
            <a:xfrm>
              <a:off x="4122981" y="3729057"/>
              <a:ext cx="779708" cy="1279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(f) Height</a:t>
              </a:r>
            </a:p>
          </p:txBody>
        </p:sp>
        <p:sp>
          <p:nvSpPr>
            <p:cNvPr id="567" name="rc566"/>
            <p:cNvSpPr/>
            <p:nvPr/>
          </p:nvSpPr>
          <p:spPr>
            <a:xfrm>
              <a:off x="6742685" y="3972216"/>
              <a:ext cx="2328695" cy="208437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8" name="pt567"/>
            <p:cNvSpPr/>
            <p:nvPr/>
          </p:nvSpPr>
          <p:spPr>
            <a:xfrm>
              <a:off x="6809749" y="5493281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69" name="pt568"/>
            <p:cNvSpPr/>
            <p:nvPr/>
          </p:nvSpPr>
          <p:spPr>
            <a:xfrm>
              <a:off x="6907715" y="4443829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0" name="pt569"/>
            <p:cNvSpPr/>
            <p:nvPr/>
          </p:nvSpPr>
          <p:spPr>
            <a:xfrm>
              <a:off x="6903348" y="5068432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1" name="pt570"/>
            <p:cNvSpPr/>
            <p:nvPr/>
          </p:nvSpPr>
          <p:spPr>
            <a:xfrm>
              <a:off x="6870203" y="5543525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2" name="pt571"/>
            <p:cNvSpPr/>
            <p:nvPr/>
          </p:nvSpPr>
          <p:spPr>
            <a:xfrm>
              <a:off x="6983169" y="5292389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3" name="pt572"/>
            <p:cNvSpPr/>
            <p:nvPr/>
          </p:nvSpPr>
          <p:spPr>
            <a:xfrm>
              <a:off x="6842471" y="5316839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4" name="pt573"/>
            <p:cNvSpPr/>
            <p:nvPr/>
          </p:nvSpPr>
          <p:spPr>
            <a:xfrm>
              <a:off x="6882436" y="4726197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5" name="pt574"/>
            <p:cNvSpPr/>
            <p:nvPr/>
          </p:nvSpPr>
          <p:spPr>
            <a:xfrm>
              <a:off x="6926631" y="5513725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6" name="pt575"/>
            <p:cNvSpPr/>
            <p:nvPr/>
          </p:nvSpPr>
          <p:spPr>
            <a:xfrm>
              <a:off x="6824637" y="5923062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7" name="pt576"/>
            <p:cNvSpPr/>
            <p:nvPr/>
          </p:nvSpPr>
          <p:spPr>
            <a:xfrm>
              <a:off x="6933333" y="5474236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8" name="pt577"/>
            <p:cNvSpPr/>
            <p:nvPr/>
          </p:nvSpPr>
          <p:spPr>
            <a:xfrm>
              <a:off x="7522124" y="5757336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9" name="pt578"/>
            <p:cNvSpPr/>
            <p:nvPr/>
          </p:nvSpPr>
          <p:spPr>
            <a:xfrm>
              <a:off x="7612920" y="4028175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0" name="pt579"/>
            <p:cNvSpPr/>
            <p:nvPr/>
          </p:nvSpPr>
          <p:spPr>
            <a:xfrm>
              <a:off x="7491683" y="5223645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1" name="pt580"/>
            <p:cNvSpPr/>
            <p:nvPr/>
          </p:nvSpPr>
          <p:spPr>
            <a:xfrm>
              <a:off x="7483736" y="5653435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2" name="pt581"/>
            <p:cNvSpPr/>
            <p:nvPr/>
          </p:nvSpPr>
          <p:spPr>
            <a:xfrm>
              <a:off x="7468182" y="5505760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3" name="pt582"/>
            <p:cNvSpPr/>
            <p:nvPr/>
          </p:nvSpPr>
          <p:spPr>
            <a:xfrm>
              <a:off x="7630743" y="5396077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4" name="pt583"/>
            <p:cNvSpPr/>
            <p:nvPr/>
          </p:nvSpPr>
          <p:spPr>
            <a:xfrm>
              <a:off x="7626575" y="5549129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5" name="pt584"/>
            <p:cNvSpPr/>
            <p:nvPr/>
          </p:nvSpPr>
          <p:spPr>
            <a:xfrm>
              <a:off x="7487541" y="5813229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6" name="pt585"/>
            <p:cNvSpPr/>
            <p:nvPr/>
          </p:nvSpPr>
          <p:spPr>
            <a:xfrm>
              <a:off x="7552935" y="5079813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7" name="pt586"/>
            <p:cNvSpPr/>
            <p:nvPr/>
          </p:nvSpPr>
          <p:spPr>
            <a:xfrm>
              <a:off x="7593201" y="5323082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8" name="pt587"/>
            <p:cNvSpPr/>
            <p:nvPr/>
          </p:nvSpPr>
          <p:spPr>
            <a:xfrm>
              <a:off x="7530916" y="4833217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9" name="pt588"/>
            <p:cNvSpPr/>
            <p:nvPr/>
          </p:nvSpPr>
          <p:spPr>
            <a:xfrm>
              <a:off x="7562513" y="5483937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0" name="pt589"/>
            <p:cNvSpPr/>
            <p:nvPr/>
          </p:nvSpPr>
          <p:spPr>
            <a:xfrm>
              <a:off x="7610358" y="4936921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1" name="pt590"/>
            <p:cNvSpPr/>
            <p:nvPr/>
          </p:nvSpPr>
          <p:spPr>
            <a:xfrm>
              <a:off x="7522946" y="5214743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2" name="pt591"/>
            <p:cNvSpPr/>
            <p:nvPr/>
          </p:nvSpPr>
          <p:spPr>
            <a:xfrm>
              <a:off x="7492852" y="5556733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3" name="pt592"/>
            <p:cNvSpPr/>
            <p:nvPr/>
          </p:nvSpPr>
          <p:spPr>
            <a:xfrm>
              <a:off x="7467221" y="5062502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4" name="pt593"/>
            <p:cNvSpPr/>
            <p:nvPr/>
          </p:nvSpPr>
          <p:spPr>
            <a:xfrm>
              <a:off x="7622085" y="4719772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5" name="pt594"/>
            <p:cNvSpPr/>
            <p:nvPr/>
          </p:nvSpPr>
          <p:spPr>
            <a:xfrm>
              <a:off x="7478172" y="4249757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6" name="pt595"/>
            <p:cNvSpPr/>
            <p:nvPr/>
          </p:nvSpPr>
          <p:spPr>
            <a:xfrm>
              <a:off x="8259086" y="5610244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7" name="pt596"/>
            <p:cNvSpPr/>
            <p:nvPr/>
          </p:nvSpPr>
          <p:spPr>
            <a:xfrm>
              <a:off x="8135293" y="5447935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8" name="pt597"/>
            <p:cNvSpPr/>
            <p:nvPr/>
          </p:nvSpPr>
          <p:spPr>
            <a:xfrm>
              <a:off x="8155670" y="5030506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9" name="pt598"/>
            <p:cNvSpPr/>
            <p:nvPr/>
          </p:nvSpPr>
          <p:spPr>
            <a:xfrm>
              <a:off x="8170621" y="5396031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0" name="pt599"/>
            <p:cNvSpPr/>
            <p:nvPr/>
          </p:nvSpPr>
          <p:spPr>
            <a:xfrm>
              <a:off x="8259921" y="5259134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1" name="pt600"/>
            <p:cNvSpPr/>
            <p:nvPr/>
          </p:nvSpPr>
          <p:spPr>
            <a:xfrm>
              <a:off x="8242806" y="5755859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2" name="pt601"/>
            <p:cNvSpPr/>
            <p:nvPr/>
          </p:nvSpPr>
          <p:spPr>
            <a:xfrm>
              <a:off x="8274888" y="5663328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3" name="pt602"/>
            <p:cNvSpPr/>
            <p:nvPr/>
          </p:nvSpPr>
          <p:spPr>
            <a:xfrm>
              <a:off x="8265509" y="5299807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4" name="pt603"/>
            <p:cNvSpPr/>
            <p:nvPr/>
          </p:nvSpPr>
          <p:spPr>
            <a:xfrm>
              <a:off x="8117270" y="5249192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5" name="pt604"/>
            <p:cNvSpPr/>
            <p:nvPr/>
          </p:nvSpPr>
          <p:spPr>
            <a:xfrm>
              <a:off x="8260362" y="4687449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6" name="pt605"/>
            <p:cNvSpPr/>
            <p:nvPr/>
          </p:nvSpPr>
          <p:spPr>
            <a:xfrm>
              <a:off x="8293289" y="5467338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7" name="pt606"/>
            <p:cNvSpPr/>
            <p:nvPr/>
          </p:nvSpPr>
          <p:spPr>
            <a:xfrm>
              <a:off x="8185672" y="4691004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8" name="pt607"/>
            <p:cNvSpPr/>
            <p:nvPr/>
          </p:nvSpPr>
          <p:spPr>
            <a:xfrm>
              <a:off x="8208791" y="5551191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9" name="pt608"/>
            <p:cNvSpPr/>
            <p:nvPr/>
          </p:nvSpPr>
          <p:spPr>
            <a:xfrm>
              <a:off x="8249770" y="5795620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0" name="pt609"/>
            <p:cNvSpPr/>
            <p:nvPr/>
          </p:nvSpPr>
          <p:spPr>
            <a:xfrm>
              <a:off x="8231113" y="5169199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1" name="pt610"/>
            <p:cNvSpPr/>
            <p:nvPr/>
          </p:nvSpPr>
          <p:spPr>
            <a:xfrm>
              <a:off x="8253221" y="4966200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2" name="pt611"/>
            <p:cNvSpPr/>
            <p:nvPr/>
          </p:nvSpPr>
          <p:spPr>
            <a:xfrm>
              <a:off x="8275574" y="5651522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3" name="pt612"/>
            <p:cNvSpPr/>
            <p:nvPr/>
          </p:nvSpPr>
          <p:spPr>
            <a:xfrm>
              <a:off x="8279458" y="5173002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4" name="pt613"/>
            <p:cNvSpPr/>
            <p:nvPr/>
          </p:nvSpPr>
          <p:spPr>
            <a:xfrm>
              <a:off x="8147946" y="4657444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5" name="pt614"/>
            <p:cNvSpPr/>
            <p:nvPr/>
          </p:nvSpPr>
          <p:spPr>
            <a:xfrm>
              <a:off x="8134324" y="5148944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6" name="pt615"/>
            <p:cNvSpPr/>
            <p:nvPr/>
          </p:nvSpPr>
          <p:spPr>
            <a:xfrm>
              <a:off x="8843851" y="5057924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7" name="pt616"/>
            <p:cNvSpPr/>
            <p:nvPr/>
          </p:nvSpPr>
          <p:spPr>
            <a:xfrm>
              <a:off x="8825988" y="5189105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8" name="pt617"/>
            <p:cNvSpPr/>
            <p:nvPr/>
          </p:nvSpPr>
          <p:spPr>
            <a:xfrm>
              <a:off x="8885198" y="5431727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9" name="pt618"/>
            <p:cNvSpPr/>
            <p:nvPr/>
          </p:nvSpPr>
          <p:spPr>
            <a:xfrm>
              <a:off x="8882131" y="5552121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0" name="pt619"/>
            <p:cNvSpPr/>
            <p:nvPr/>
          </p:nvSpPr>
          <p:spPr>
            <a:xfrm>
              <a:off x="8845485" y="5517349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1" name="pt620"/>
            <p:cNvSpPr/>
            <p:nvPr/>
          </p:nvSpPr>
          <p:spPr>
            <a:xfrm>
              <a:off x="8853263" y="5460598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2" name="pt621"/>
            <p:cNvSpPr/>
            <p:nvPr/>
          </p:nvSpPr>
          <p:spPr>
            <a:xfrm>
              <a:off x="8878498" y="4953863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3" name="pt622"/>
            <p:cNvSpPr/>
            <p:nvPr/>
          </p:nvSpPr>
          <p:spPr>
            <a:xfrm>
              <a:off x="8899444" y="5124216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4" name="pt623"/>
            <p:cNvSpPr/>
            <p:nvPr/>
          </p:nvSpPr>
          <p:spPr>
            <a:xfrm>
              <a:off x="8917849" y="4981767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5" name="pt624"/>
            <p:cNvSpPr/>
            <p:nvPr/>
          </p:nvSpPr>
          <p:spPr>
            <a:xfrm>
              <a:off x="8919507" y="4508976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6" name="pt625"/>
            <p:cNvSpPr/>
            <p:nvPr/>
          </p:nvSpPr>
          <p:spPr>
            <a:xfrm>
              <a:off x="8839715" y="5553164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7" name="pt626"/>
            <p:cNvSpPr/>
            <p:nvPr/>
          </p:nvSpPr>
          <p:spPr>
            <a:xfrm>
              <a:off x="8923019" y="4752069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8" name="pt627"/>
            <p:cNvSpPr/>
            <p:nvPr/>
          </p:nvSpPr>
          <p:spPr>
            <a:xfrm>
              <a:off x="8896145" y="4372764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9" name="pt628"/>
            <p:cNvSpPr/>
            <p:nvPr/>
          </p:nvSpPr>
          <p:spPr>
            <a:xfrm>
              <a:off x="8891551" y="5722078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0" name="pt629"/>
            <p:cNvSpPr/>
            <p:nvPr/>
          </p:nvSpPr>
          <p:spPr>
            <a:xfrm>
              <a:off x="8884098" y="5026191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1" name="pt630"/>
            <p:cNvSpPr/>
            <p:nvPr/>
          </p:nvSpPr>
          <p:spPr>
            <a:xfrm>
              <a:off x="8846441" y="5565297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2" name="pt631"/>
            <p:cNvSpPr/>
            <p:nvPr/>
          </p:nvSpPr>
          <p:spPr>
            <a:xfrm>
              <a:off x="8926745" y="4236527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3" name="pt632"/>
            <p:cNvSpPr/>
            <p:nvPr/>
          </p:nvSpPr>
          <p:spPr>
            <a:xfrm>
              <a:off x="8906483" y="5077748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4" name="pt633"/>
            <p:cNvSpPr/>
            <p:nvPr/>
          </p:nvSpPr>
          <p:spPr>
            <a:xfrm>
              <a:off x="8878321" y="4872270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5" name="pt634"/>
            <p:cNvSpPr/>
            <p:nvPr/>
          </p:nvSpPr>
          <p:spPr>
            <a:xfrm>
              <a:off x="8791479" y="5268104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6" name="pt635"/>
            <p:cNvSpPr/>
            <p:nvPr/>
          </p:nvSpPr>
          <p:spPr>
            <a:xfrm>
              <a:off x="8838722" y="5094849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7" name="pt636"/>
            <p:cNvSpPr/>
            <p:nvPr/>
          </p:nvSpPr>
          <p:spPr>
            <a:xfrm>
              <a:off x="8811713" y="5500275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8" name="pt637"/>
            <p:cNvSpPr/>
            <p:nvPr/>
          </p:nvSpPr>
          <p:spPr>
            <a:xfrm>
              <a:off x="8825240" y="4965709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9" name="pt638"/>
            <p:cNvSpPr/>
            <p:nvPr/>
          </p:nvSpPr>
          <p:spPr>
            <a:xfrm>
              <a:off x="8768016" y="5576437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40" name="pg639"/>
            <p:cNvSpPr/>
            <p:nvPr/>
          </p:nvSpPr>
          <p:spPr>
            <a:xfrm>
              <a:off x="6939621" y="4936408"/>
              <a:ext cx="1957909" cy="544783"/>
            </a:xfrm>
            <a:custGeom>
              <a:avLst/>
              <a:pathLst>
                <a:path w="1957909" h="544783">
                  <a:moveTo>
                    <a:pt x="0" y="94340"/>
                  </a:moveTo>
                  <a:lnTo>
                    <a:pt x="1034404" y="74996"/>
                  </a:lnTo>
                  <a:lnTo>
                    <a:pt x="1305273" y="58858"/>
                  </a:lnTo>
                  <a:lnTo>
                    <a:pt x="1687041" y="27603"/>
                  </a:lnTo>
                  <a:lnTo>
                    <a:pt x="1957909" y="0"/>
                  </a:lnTo>
                  <a:lnTo>
                    <a:pt x="1957909" y="405680"/>
                  </a:lnTo>
                  <a:lnTo>
                    <a:pt x="1687041" y="410372"/>
                  </a:lnTo>
                  <a:lnTo>
                    <a:pt x="1305273" y="424636"/>
                  </a:lnTo>
                  <a:lnTo>
                    <a:pt x="1034404" y="440793"/>
                  </a:lnTo>
                  <a:lnTo>
                    <a:pt x="0" y="544783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641" name="pl640"/>
            <p:cNvSpPr/>
            <p:nvPr/>
          </p:nvSpPr>
          <p:spPr>
            <a:xfrm>
              <a:off x="6939621" y="4936408"/>
              <a:ext cx="1957909" cy="94340"/>
            </a:xfrm>
            <a:custGeom>
              <a:avLst/>
              <a:pathLst>
                <a:path w="1957909" h="94340">
                  <a:moveTo>
                    <a:pt x="0" y="94340"/>
                  </a:moveTo>
                  <a:lnTo>
                    <a:pt x="1034404" y="74996"/>
                  </a:lnTo>
                  <a:lnTo>
                    <a:pt x="1305273" y="58858"/>
                  </a:lnTo>
                  <a:lnTo>
                    <a:pt x="1687041" y="27603"/>
                  </a:lnTo>
                  <a:lnTo>
                    <a:pt x="195790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42" name="pl641"/>
            <p:cNvSpPr/>
            <p:nvPr/>
          </p:nvSpPr>
          <p:spPr>
            <a:xfrm>
              <a:off x="6939621" y="5342088"/>
              <a:ext cx="1957909" cy="139103"/>
            </a:xfrm>
            <a:custGeom>
              <a:avLst/>
              <a:pathLst>
                <a:path w="1957909" h="139103">
                  <a:moveTo>
                    <a:pt x="1957909" y="0"/>
                  </a:moveTo>
                  <a:lnTo>
                    <a:pt x="1687041" y="4692"/>
                  </a:lnTo>
                  <a:lnTo>
                    <a:pt x="1305273" y="18956"/>
                  </a:lnTo>
                  <a:lnTo>
                    <a:pt x="1034404" y="35113"/>
                  </a:lnTo>
                  <a:lnTo>
                    <a:pt x="0" y="1391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43" name="pl642"/>
            <p:cNvSpPr/>
            <p:nvPr/>
          </p:nvSpPr>
          <p:spPr>
            <a:xfrm>
              <a:off x="6939621" y="5139248"/>
              <a:ext cx="1957909" cy="116721"/>
            </a:xfrm>
            <a:custGeom>
              <a:avLst/>
              <a:pathLst>
                <a:path w="1957909" h="116721">
                  <a:moveTo>
                    <a:pt x="0" y="116721"/>
                  </a:moveTo>
                  <a:lnTo>
                    <a:pt x="1034404" y="55055"/>
                  </a:lnTo>
                  <a:lnTo>
                    <a:pt x="1305273" y="38907"/>
                  </a:lnTo>
                  <a:lnTo>
                    <a:pt x="1687041" y="16147"/>
                  </a:lnTo>
                  <a:lnTo>
                    <a:pt x="1957909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44" name="tx643"/>
            <p:cNvSpPr/>
            <p:nvPr/>
          </p:nvSpPr>
          <p:spPr>
            <a:xfrm>
              <a:off x="8417837" y="5068899"/>
              <a:ext cx="4796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= 0.297</a:t>
              </a:r>
            </a:p>
          </p:txBody>
        </p:sp>
        <p:sp>
          <p:nvSpPr>
            <p:cNvPr id="645" name="rc644"/>
            <p:cNvSpPr/>
            <p:nvPr/>
          </p:nvSpPr>
          <p:spPr>
            <a:xfrm>
              <a:off x="6742685" y="3972216"/>
              <a:ext cx="2328695" cy="2084375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46" name="pl645"/>
            <p:cNvSpPr/>
            <p:nvPr/>
          </p:nvSpPr>
          <p:spPr>
            <a:xfrm>
              <a:off x="6742685" y="3972216"/>
              <a:ext cx="0" cy="2084375"/>
            </a:xfrm>
            <a:custGeom>
              <a:avLst/>
              <a:pathLst>
                <a:path w="0" h="2084375">
                  <a:moveTo>
                    <a:pt x="0" y="208437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l646"/>
            <p:cNvSpPr/>
            <p:nvPr/>
          </p:nvSpPr>
          <p:spPr>
            <a:xfrm>
              <a:off x="6704728" y="5547263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l647"/>
            <p:cNvSpPr/>
            <p:nvPr/>
          </p:nvSpPr>
          <p:spPr>
            <a:xfrm>
              <a:off x="6704728" y="4958791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l648"/>
            <p:cNvSpPr/>
            <p:nvPr/>
          </p:nvSpPr>
          <p:spPr>
            <a:xfrm>
              <a:off x="6704728" y="4370319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l649"/>
            <p:cNvSpPr/>
            <p:nvPr/>
          </p:nvSpPr>
          <p:spPr>
            <a:xfrm>
              <a:off x="6742685" y="6056592"/>
              <a:ext cx="2328695" cy="0"/>
            </a:xfrm>
            <a:custGeom>
              <a:avLst/>
              <a:pathLst>
                <a:path w="2328695" h="0">
                  <a:moveTo>
                    <a:pt x="0" y="0"/>
                  </a:moveTo>
                  <a:lnTo>
                    <a:pt x="2328695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l650"/>
            <p:cNvSpPr/>
            <p:nvPr/>
          </p:nvSpPr>
          <p:spPr>
            <a:xfrm>
              <a:off x="6939621" y="6056592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l651"/>
            <p:cNvSpPr/>
            <p:nvPr/>
          </p:nvSpPr>
          <p:spPr>
            <a:xfrm>
              <a:off x="7592258" y="6056592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l652"/>
            <p:cNvSpPr/>
            <p:nvPr/>
          </p:nvSpPr>
          <p:spPr>
            <a:xfrm>
              <a:off x="8244894" y="6056592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l653"/>
            <p:cNvSpPr/>
            <p:nvPr/>
          </p:nvSpPr>
          <p:spPr>
            <a:xfrm>
              <a:off x="8897531" y="6056592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tx654"/>
            <p:cNvSpPr/>
            <p:nvPr/>
          </p:nvSpPr>
          <p:spPr>
            <a:xfrm>
              <a:off x="6742685" y="3729057"/>
              <a:ext cx="641817" cy="1279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(g) SSD</a:t>
              </a:r>
            </a:p>
          </p:txBody>
        </p:sp>
        <p:sp>
          <p:nvSpPr>
            <p:cNvPr id="656" name="rc655"/>
            <p:cNvSpPr/>
            <p:nvPr/>
          </p:nvSpPr>
          <p:spPr>
            <a:xfrm>
              <a:off x="1503277" y="6590760"/>
              <a:ext cx="2328695" cy="208437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7" name="pt656"/>
            <p:cNvSpPr/>
            <p:nvPr/>
          </p:nvSpPr>
          <p:spPr>
            <a:xfrm>
              <a:off x="1668708" y="7724651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58" name="pt657"/>
            <p:cNvSpPr/>
            <p:nvPr/>
          </p:nvSpPr>
          <p:spPr>
            <a:xfrm>
              <a:off x="1609169" y="8077521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59" name="pt658"/>
            <p:cNvSpPr/>
            <p:nvPr/>
          </p:nvSpPr>
          <p:spPr>
            <a:xfrm>
              <a:off x="1659513" y="8031721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0" name="pt659"/>
            <p:cNvSpPr/>
            <p:nvPr/>
          </p:nvSpPr>
          <p:spPr>
            <a:xfrm>
              <a:off x="1570341" y="7307161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1" name="pt660"/>
            <p:cNvSpPr/>
            <p:nvPr/>
          </p:nvSpPr>
          <p:spPr>
            <a:xfrm>
              <a:off x="1627948" y="8160499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2" name="pt661"/>
            <p:cNvSpPr/>
            <p:nvPr/>
          </p:nvSpPr>
          <p:spPr>
            <a:xfrm>
              <a:off x="1630354" y="7926418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3" name="pt662"/>
            <p:cNvSpPr/>
            <p:nvPr/>
          </p:nvSpPr>
          <p:spPr>
            <a:xfrm>
              <a:off x="1697835" y="8355494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4" name="pt663"/>
            <p:cNvSpPr/>
            <p:nvPr/>
          </p:nvSpPr>
          <p:spPr>
            <a:xfrm>
              <a:off x="1655747" y="8273576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5" name="pt664"/>
            <p:cNvSpPr/>
            <p:nvPr/>
          </p:nvSpPr>
          <p:spPr>
            <a:xfrm>
              <a:off x="1640266" y="7589700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6" name="pt665"/>
            <p:cNvSpPr/>
            <p:nvPr/>
          </p:nvSpPr>
          <p:spPr>
            <a:xfrm>
              <a:off x="1610479" y="7870387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7" name="pt666"/>
            <p:cNvSpPr/>
            <p:nvPr/>
          </p:nvSpPr>
          <p:spPr>
            <a:xfrm>
              <a:off x="2192203" y="8098518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8" name="pt667"/>
            <p:cNvSpPr/>
            <p:nvPr/>
          </p:nvSpPr>
          <p:spPr>
            <a:xfrm>
              <a:off x="2314154" y="7651725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9" name="pt668"/>
            <p:cNvSpPr/>
            <p:nvPr/>
          </p:nvSpPr>
          <p:spPr>
            <a:xfrm>
              <a:off x="2353093" y="7769265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0" name="pt669"/>
            <p:cNvSpPr/>
            <p:nvPr/>
          </p:nvSpPr>
          <p:spPr>
            <a:xfrm>
              <a:off x="2269410" y="8457499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1" name="pt670"/>
            <p:cNvSpPr/>
            <p:nvPr/>
          </p:nvSpPr>
          <p:spPr>
            <a:xfrm>
              <a:off x="2281296" y="6646718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2" name="pt671"/>
            <p:cNvSpPr/>
            <p:nvPr/>
          </p:nvSpPr>
          <p:spPr>
            <a:xfrm>
              <a:off x="2313969" y="6952214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3" name="pt672"/>
            <p:cNvSpPr/>
            <p:nvPr/>
          </p:nvSpPr>
          <p:spPr>
            <a:xfrm>
              <a:off x="2291341" y="8112037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4" name="pt673"/>
            <p:cNvSpPr/>
            <p:nvPr/>
          </p:nvSpPr>
          <p:spPr>
            <a:xfrm>
              <a:off x="2193789" y="8471669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5" name="pt674"/>
            <p:cNvSpPr/>
            <p:nvPr/>
          </p:nvSpPr>
          <p:spPr>
            <a:xfrm>
              <a:off x="2278244" y="8387169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6" name="pt675"/>
            <p:cNvSpPr/>
            <p:nvPr/>
          </p:nvSpPr>
          <p:spPr>
            <a:xfrm>
              <a:off x="2292189" y="8099347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7" name="pt676"/>
            <p:cNvSpPr/>
            <p:nvPr/>
          </p:nvSpPr>
          <p:spPr>
            <a:xfrm>
              <a:off x="2320401" y="8009514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8" name="pt677"/>
            <p:cNvSpPr/>
            <p:nvPr/>
          </p:nvSpPr>
          <p:spPr>
            <a:xfrm>
              <a:off x="2270978" y="8304111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9" name="pt678"/>
            <p:cNvSpPr/>
            <p:nvPr/>
          </p:nvSpPr>
          <p:spPr>
            <a:xfrm>
              <a:off x="2341261" y="8210461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0" name="pt679"/>
            <p:cNvSpPr/>
            <p:nvPr/>
          </p:nvSpPr>
          <p:spPr>
            <a:xfrm>
              <a:off x="2288963" y="8122448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1" name="pt680"/>
            <p:cNvSpPr/>
            <p:nvPr/>
          </p:nvSpPr>
          <p:spPr>
            <a:xfrm>
              <a:off x="2248798" y="8325598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2" name="pt681"/>
            <p:cNvSpPr/>
            <p:nvPr/>
          </p:nvSpPr>
          <p:spPr>
            <a:xfrm>
              <a:off x="2359932" y="7947926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3" name="pt682"/>
            <p:cNvSpPr/>
            <p:nvPr/>
          </p:nvSpPr>
          <p:spPr>
            <a:xfrm>
              <a:off x="2357123" y="8278088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4" name="pt683"/>
            <p:cNvSpPr/>
            <p:nvPr/>
          </p:nvSpPr>
          <p:spPr>
            <a:xfrm>
              <a:off x="2279998" y="8048186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5" name="pt684"/>
            <p:cNvSpPr/>
            <p:nvPr/>
          </p:nvSpPr>
          <p:spPr>
            <a:xfrm>
              <a:off x="2925818" y="7748347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6" name="pt685"/>
            <p:cNvSpPr/>
            <p:nvPr/>
          </p:nvSpPr>
          <p:spPr>
            <a:xfrm>
              <a:off x="2903424" y="8541605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7" name="pt686"/>
            <p:cNvSpPr/>
            <p:nvPr/>
          </p:nvSpPr>
          <p:spPr>
            <a:xfrm>
              <a:off x="2977500" y="7998264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8" name="pt687"/>
            <p:cNvSpPr/>
            <p:nvPr/>
          </p:nvSpPr>
          <p:spPr>
            <a:xfrm>
              <a:off x="2954734" y="8272783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9" name="pt688"/>
            <p:cNvSpPr/>
            <p:nvPr/>
          </p:nvSpPr>
          <p:spPr>
            <a:xfrm>
              <a:off x="2857638" y="7488392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0" name="pt689"/>
            <p:cNvSpPr/>
            <p:nvPr/>
          </p:nvSpPr>
          <p:spPr>
            <a:xfrm>
              <a:off x="2853963" y="8045750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1" name="pt690"/>
            <p:cNvSpPr/>
            <p:nvPr/>
          </p:nvSpPr>
          <p:spPr>
            <a:xfrm>
              <a:off x="3023624" y="7644610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2" name="pt691"/>
            <p:cNvSpPr/>
            <p:nvPr/>
          </p:nvSpPr>
          <p:spPr>
            <a:xfrm>
              <a:off x="2877084" y="8177605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3" name="pt692"/>
            <p:cNvSpPr/>
            <p:nvPr/>
          </p:nvSpPr>
          <p:spPr>
            <a:xfrm>
              <a:off x="2856966" y="7894014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4" name="pt693"/>
            <p:cNvSpPr/>
            <p:nvPr/>
          </p:nvSpPr>
          <p:spPr>
            <a:xfrm>
              <a:off x="2981413" y="8097609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5" name="pt694"/>
            <p:cNvSpPr/>
            <p:nvPr/>
          </p:nvSpPr>
          <p:spPr>
            <a:xfrm>
              <a:off x="2949501" y="8221856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6" name="pt695"/>
            <p:cNvSpPr/>
            <p:nvPr/>
          </p:nvSpPr>
          <p:spPr>
            <a:xfrm>
              <a:off x="2966062" y="7168062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7" name="pt696"/>
            <p:cNvSpPr/>
            <p:nvPr/>
          </p:nvSpPr>
          <p:spPr>
            <a:xfrm>
              <a:off x="2960268" y="8091809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8" name="pt697"/>
            <p:cNvSpPr/>
            <p:nvPr/>
          </p:nvSpPr>
          <p:spPr>
            <a:xfrm>
              <a:off x="2858749" y="8321041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9" name="pt698"/>
            <p:cNvSpPr/>
            <p:nvPr/>
          </p:nvSpPr>
          <p:spPr>
            <a:xfrm>
              <a:off x="2927170" y="7297530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0" name="pt699"/>
            <p:cNvSpPr/>
            <p:nvPr/>
          </p:nvSpPr>
          <p:spPr>
            <a:xfrm>
              <a:off x="2950205" y="7541539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1" name="pt700"/>
            <p:cNvSpPr/>
            <p:nvPr/>
          </p:nvSpPr>
          <p:spPr>
            <a:xfrm>
              <a:off x="2988390" y="7896181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2" name="pt701"/>
            <p:cNvSpPr/>
            <p:nvPr/>
          </p:nvSpPr>
          <p:spPr>
            <a:xfrm>
              <a:off x="2898067" y="8406739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3" name="pt702"/>
            <p:cNvSpPr/>
            <p:nvPr/>
          </p:nvSpPr>
          <p:spPr>
            <a:xfrm>
              <a:off x="3030606" y="8084051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4" name="pt703"/>
            <p:cNvSpPr/>
            <p:nvPr/>
          </p:nvSpPr>
          <p:spPr>
            <a:xfrm>
              <a:off x="2976693" y="7882114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5" name="pt704"/>
            <p:cNvSpPr/>
            <p:nvPr/>
          </p:nvSpPr>
          <p:spPr>
            <a:xfrm>
              <a:off x="3648328" y="8023487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6" name="pt705"/>
            <p:cNvSpPr/>
            <p:nvPr/>
          </p:nvSpPr>
          <p:spPr>
            <a:xfrm>
              <a:off x="3553550" y="8010425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7" name="pt706"/>
            <p:cNvSpPr/>
            <p:nvPr/>
          </p:nvSpPr>
          <p:spPr>
            <a:xfrm>
              <a:off x="3597033" y="8054576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8" name="pt707"/>
            <p:cNvSpPr/>
            <p:nvPr/>
          </p:nvSpPr>
          <p:spPr>
            <a:xfrm>
              <a:off x="3579432" y="8224957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9" name="pt708"/>
            <p:cNvSpPr/>
            <p:nvPr/>
          </p:nvSpPr>
          <p:spPr>
            <a:xfrm>
              <a:off x="3584721" y="7970055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0" name="pt709"/>
            <p:cNvSpPr/>
            <p:nvPr/>
          </p:nvSpPr>
          <p:spPr>
            <a:xfrm>
              <a:off x="3573097" y="7902531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1" name="pt710"/>
            <p:cNvSpPr/>
            <p:nvPr/>
          </p:nvSpPr>
          <p:spPr>
            <a:xfrm>
              <a:off x="3638579" y="7851746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2" name="pt711"/>
            <p:cNvSpPr/>
            <p:nvPr/>
          </p:nvSpPr>
          <p:spPr>
            <a:xfrm>
              <a:off x="3687337" y="8007288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3" name="pt712"/>
            <p:cNvSpPr/>
            <p:nvPr/>
          </p:nvSpPr>
          <p:spPr>
            <a:xfrm>
              <a:off x="3684343" y="8231414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4" name="pt713"/>
            <p:cNvSpPr/>
            <p:nvPr/>
          </p:nvSpPr>
          <p:spPr>
            <a:xfrm>
              <a:off x="3566276" y="7673529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5" name="pt714"/>
            <p:cNvSpPr/>
            <p:nvPr/>
          </p:nvSpPr>
          <p:spPr>
            <a:xfrm>
              <a:off x="3614536" y="8262957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6" name="pt715"/>
            <p:cNvSpPr/>
            <p:nvPr/>
          </p:nvSpPr>
          <p:spPr>
            <a:xfrm>
              <a:off x="3600696" y="8047609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7" name="pt716"/>
            <p:cNvSpPr/>
            <p:nvPr/>
          </p:nvSpPr>
          <p:spPr>
            <a:xfrm>
              <a:off x="3617453" y="8164226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8" name="pt717"/>
            <p:cNvSpPr/>
            <p:nvPr/>
          </p:nvSpPr>
          <p:spPr>
            <a:xfrm>
              <a:off x="3589642" y="8437910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9" name="pt718"/>
            <p:cNvSpPr/>
            <p:nvPr/>
          </p:nvSpPr>
          <p:spPr>
            <a:xfrm>
              <a:off x="3538100" y="8221322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0" name="pt719"/>
            <p:cNvSpPr/>
            <p:nvPr/>
          </p:nvSpPr>
          <p:spPr>
            <a:xfrm>
              <a:off x="3531417" y="8305789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1" name="pt720"/>
            <p:cNvSpPr/>
            <p:nvPr/>
          </p:nvSpPr>
          <p:spPr>
            <a:xfrm>
              <a:off x="3614427" y="8187688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2" name="pt721"/>
            <p:cNvSpPr/>
            <p:nvPr/>
          </p:nvSpPr>
          <p:spPr>
            <a:xfrm>
              <a:off x="3513982" y="7936324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3" name="pt722"/>
            <p:cNvSpPr/>
            <p:nvPr/>
          </p:nvSpPr>
          <p:spPr>
            <a:xfrm>
              <a:off x="3527912" y="8257519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4" name="pt723"/>
            <p:cNvSpPr/>
            <p:nvPr/>
          </p:nvSpPr>
          <p:spPr>
            <a:xfrm>
              <a:off x="3517346" y="7849902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5" name="pt724"/>
            <p:cNvSpPr/>
            <p:nvPr/>
          </p:nvSpPr>
          <p:spPr>
            <a:xfrm>
              <a:off x="3538156" y="8119564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6" name="pt725"/>
            <p:cNvSpPr/>
            <p:nvPr/>
          </p:nvSpPr>
          <p:spPr>
            <a:xfrm>
              <a:off x="3564812" y="7885815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7" name="pt726"/>
            <p:cNvSpPr/>
            <p:nvPr/>
          </p:nvSpPr>
          <p:spPr>
            <a:xfrm>
              <a:off x="3541546" y="8037671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8" name="pt727"/>
            <p:cNvSpPr/>
            <p:nvPr/>
          </p:nvSpPr>
          <p:spPr>
            <a:xfrm>
              <a:off x="3629029" y="8327602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9" name="pg728"/>
            <p:cNvSpPr/>
            <p:nvPr/>
          </p:nvSpPr>
          <p:spPr>
            <a:xfrm>
              <a:off x="1642659" y="7750620"/>
              <a:ext cx="2005624" cy="494050"/>
            </a:xfrm>
            <a:custGeom>
              <a:avLst/>
              <a:pathLst>
                <a:path w="2005624" h="494050">
                  <a:moveTo>
                    <a:pt x="0" y="0"/>
                  </a:moveTo>
                  <a:lnTo>
                    <a:pt x="1059613" y="139272"/>
                  </a:lnTo>
                  <a:lnTo>
                    <a:pt x="1337082" y="162522"/>
                  </a:lnTo>
                  <a:lnTo>
                    <a:pt x="1728154" y="184523"/>
                  </a:lnTo>
                  <a:lnTo>
                    <a:pt x="2005624" y="193799"/>
                  </a:lnTo>
                  <a:lnTo>
                    <a:pt x="2005624" y="494050"/>
                  </a:lnTo>
                  <a:lnTo>
                    <a:pt x="1728154" y="456994"/>
                  </a:lnTo>
                  <a:lnTo>
                    <a:pt x="1337082" y="413694"/>
                  </a:lnTo>
                  <a:lnTo>
                    <a:pt x="1059613" y="390612"/>
                  </a:lnTo>
                  <a:lnTo>
                    <a:pt x="0" y="352952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730" name="pl729"/>
            <p:cNvSpPr/>
            <p:nvPr/>
          </p:nvSpPr>
          <p:spPr>
            <a:xfrm>
              <a:off x="1642659" y="7750620"/>
              <a:ext cx="2005624" cy="193799"/>
            </a:xfrm>
            <a:custGeom>
              <a:avLst/>
              <a:pathLst>
                <a:path w="2005624" h="193799">
                  <a:moveTo>
                    <a:pt x="0" y="0"/>
                  </a:moveTo>
                  <a:lnTo>
                    <a:pt x="1059613" y="139272"/>
                  </a:lnTo>
                  <a:lnTo>
                    <a:pt x="1337082" y="162522"/>
                  </a:lnTo>
                  <a:lnTo>
                    <a:pt x="1728154" y="184523"/>
                  </a:lnTo>
                  <a:lnTo>
                    <a:pt x="2005624" y="1937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31" name="pl730"/>
            <p:cNvSpPr/>
            <p:nvPr/>
          </p:nvSpPr>
          <p:spPr>
            <a:xfrm>
              <a:off x="1642659" y="8103572"/>
              <a:ext cx="2005624" cy="141097"/>
            </a:xfrm>
            <a:custGeom>
              <a:avLst/>
              <a:pathLst>
                <a:path w="2005624" h="141097">
                  <a:moveTo>
                    <a:pt x="2005624" y="141097"/>
                  </a:moveTo>
                  <a:lnTo>
                    <a:pt x="1728154" y="104042"/>
                  </a:lnTo>
                  <a:lnTo>
                    <a:pt x="1337082" y="60742"/>
                  </a:lnTo>
                  <a:lnTo>
                    <a:pt x="1059613" y="3766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32" name="pl731"/>
            <p:cNvSpPr/>
            <p:nvPr/>
          </p:nvSpPr>
          <p:spPr>
            <a:xfrm>
              <a:off x="1642659" y="7927096"/>
              <a:ext cx="2005624" cy="167448"/>
            </a:xfrm>
            <a:custGeom>
              <a:avLst/>
              <a:pathLst>
                <a:path w="2005624" h="167448">
                  <a:moveTo>
                    <a:pt x="0" y="0"/>
                  </a:moveTo>
                  <a:lnTo>
                    <a:pt x="1059613" y="88466"/>
                  </a:lnTo>
                  <a:lnTo>
                    <a:pt x="1337082" y="111632"/>
                  </a:lnTo>
                  <a:lnTo>
                    <a:pt x="1728154" y="144282"/>
                  </a:lnTo>
                  <a:lnTo>
                    <a:pt x="2005624" y="167448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33" name="tx732"/>
            <p:cNvSpPr/>
            <p:nvPr/>
          </p:nvSpPr>
          <p:spPr>
            <a:xfrm>
              <a:off x="3168589" y="7861819"/>
              <a:ext cx="4796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= 0.114</a:t>
              </a:r>
            </a:p>
          </p:txBody>
        </p:sp>
        <p:sp>
          <p:nvSpPr>
            <p:cNvPr id="734" name="rc733"/>
            <p:cNvSpPr/>
            <p:nvPr/>
          </p:nvSpPr>
          <p:spPr>
            <a:xfrm>
              <a:off x="1503277" y="6590760"/>
              <a:ext cx="2328695" cy="2084375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35" name="pl734"/>
            <p:cNvSpPr/>
            <p:nvPr/>
          </p:nvSpPr>
          <p:spPr>
            <a:xfrm>
              <a:off x="1503277" y="6590760"/>
              <a:ext cx="0" cy="2084375"/>
            </a:xfrm>
            <a:custGeom>
              <a:avLst/>
              <a:pathLst>
                <a:path w="0" h="2084375">
                  <a:moveTo>
                    <a:pt x="0" y="208437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tx735"/>
            <p:cNvSpPr/>
            <p:nvPr/>
          </p:nvSpPr>
          <p:spPr>
            <a:xfrm rot="-5400000">
              <a:off x="1272281" y="8436932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737" name="tx736"/>
            <p:cNvSpPr/>
            <p:nvPr/>
          </p:nvSpPr>
          <p:spPr>
            <a:xfrm rot="-5400000">
              <a:off x="1272281" y="7775136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738" name="tx737"/>
            <p:cNvSpPr/>
            <p:nvPr/>
          </p:nvSpPr>
          <p:spPr>
            <a:xfrm rot="-5400000">
              <a:off x="1272281" y="7113340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739" name="pl738"/>
            <p:cNvSpPr/>
            <p:nvPr/>
          </p:nvSpPr>
          <p:spPr>
            <a:xfrm>
              <a:off x="1465319" y="8487041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l739"/>
            <p:cNvSpPr/>
            <p:nvPr/>
          </p:nvSpPr>
          <p:spPr>
            <a:xfrm>
              <a:off x="1465319" y="7825245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l740"/>
            <p:cNvSpPr/>
            <p:nvPr/>
          </p:nvSpPr>
          <p:spPr>
            <a:xfrm>
              <a:off x="1465319" y="7163449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l741"/>
            <p:cNvSpPr/>
            <p:nvPr/>
          </p:nvSpPr>
          <p:spPr>
            <a:xfrm>
              <a:off x="1503277" y="8675135"/>
              <a:ext cx="2328695" cy="0"/>
            </a:xfrm>
            <a:custGeom>
              <a:avLst/>
              <a:pathLst>
                <a:path w="2328695" h="0">
                  <a:moveTo>
                    <a:pt x="0" y="0"/>
                  </a:moveTo>
                  <a:lnTo>
                    <a:pt x="2328695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l742"/>
            <p:cNvSpPr/>
            <p:nvPr/>
          </p:nvSpPr>
          <p:spPr>
            <a:xfrm>
              <a:off x="1642659" y="86751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l743"/>
            <p:cNvSpPr/>
            <p:nvPr/>
          </p:nvSpPr>
          <p:spPr>
            <a:xfrm>
              <a:off x="2311200" y="86751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l744"/>
            <p:cNvSpPr/>
            <p:nvPr/>
          </p:nvSpPr>
          <p:spPr>
            <a:xfrm>
              <a:off x="2979742" y="86751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l745"/>
            <p:cNvSpPr/>
            <p:nvPr/>
          </p:nvSpPr>
          <p:spPr>
            <a:xfrm>
              <a:off x="3648283" y="86751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tx746"/>
            <p:cNvSpPr/>
            <p:nvPr/>
          </p:nvSpPr>
          <p:spPr>
            <a:xfrm>
              <a:off x="1603797" y="874345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748" name="tx747"/>
            <p:cNvSpPr/>
            <p:nvPr/>
          </p:nvSpPr>
          <p:spPr>
            <a:xfrm>
              <a:off x="2272338" y="874345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49" name="tx748"/>
            <p:cNvSpPr/>
            <p:nvPr/>
          </p:nvSpPr>
          <p:spPr>
            <a:xfrm>
              <a:off x="2940880" y="874345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50" name="tx749"/>
            <p:cNvSpPr/>
            <p:nvPr/>
          </p:nvSpPr>
          <p:spPr>
            <a:xfrm>
              <a:off x="3609421" y="874345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751" name="tx750"/>
            <p:cNvSpPr/>
            <p:nvPr/>
          </p:nvSpPr>
          <p:spPr>
            <a:xfrm>
              <a:off x="2300585" y="8956323"/>
              <a:ext cx="734080" cy="118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752" name="tx751"/>
            <p:cNvSpPr/>
            <p:nvPr/>
          </p:nvSpPr>
          <p:spPr>
            <a:xfrm rot="-5400000">
              <a:off x="1004992" y="7573512"/>
              <a:ext cx="256946" cy="118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ITV</a:t>
              </a:r>
            </a:p>
          </p:txBody>
        </p:sp>
        <p:sp>
          <p:nvSpPr>
            <p:cNvPr id="753" name="tx752"/>
            <p:cNvSpPr/>
            <p:nvPr/>
          </p:nvSpPr>
          <p:spPr>
            <a:xfrm>
              <a:off x="1503277" y="6347601"/>
              <a:ext cx="631758" cy="1279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(h) SRL</a:t>
              </a:r>
            </a:p>
          </p:txBody>
        </p:sp>
        <p:sp>
          <p:nvSpPr>
            <p:cNvPr id="754" name="rc753"/>
            <p:cNvSpPr/>
            <p:nvPr/>
          </p:nvSpPr>
          <p:spPr>
            <a:xfrm>
              <a:off x="4122981" y="6590760"/>
              <a:ext cx="2328695" cy="208437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" name="pt754"/>
            <p:cNvSpPr/>
            <p:nvPr/>
          </p:nvSpPr>
          <p:spPr>
            <a:xfrm>
              <a:off x="4190045" y="7565257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56" name="pt755"/>
            <p:cNvSpPr/>
            <p:nvPr/>
          </p:nvSpPr>
          <p:spPr>
            <a:xfrm>
              <a:off x="4257842" y="7097698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57" name="pt756"/>
            <p:cNvSpPr/>
            <p:nvPr/>
          </p:nvSpPr>
          <p:spPr>
            <a:xfrm>
              <a:off x="4274490" y="7656081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58" name="pt757"/>
            <p:cNvSpPr/>
            <p:nvPr/>
          </p:nvSpPr>
          <p:spPr>
            <a:xfrm>
              <a:off x="4206965" y="7570636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59" name="pt758"/>
            <p:cNvSpPr/>
            <p:nvPr/>
          </p:nvSpPr>
          <p:spPr>
            <a:xfrm>
              <a:off x="4196607" y="6848530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0" name="pt759"/>
            <p:cNvSpPr/>
            <p:nvPr/>
          </p:nvSpPr>
          <p:spPr>
            <a:xfrm>
              <a:off x="4205370" y="7516646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1" name="pt760"/>
            <p:cNvSpPr/>
            <p:nvPr/>
          </p:nvSpPr>
          <p:spPr>
            <a:xfrm>
              <a:off x="4354410" y="8158526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2" name="pt761"/>
            <p:cNvSpPr/>
            <p:nvPr/>
          </p:nvSpPr>
          <p:spPr>
            <a:xfrm>
              <a:off x="4207966" y="7951662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3" name="pt762"/>
            <p:cNvSpPr/>
            <p:nvPr/>
          </p:nvSpPr>
          <p:spPr>
            <a:xfrm>
              <a:off x="4333578" y="7590507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4" name="pt763"/>
            <p:cNvSpPr/>
            <p:nvPr/>
          </p:nvSpPr>
          <p:spPr>
            <a:xfrm>
              <a:off x="4245632" y="6726587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5" name="pt764"/>
            <p:cNvSpPr/>
            <p:nvPr/>
          </p:nvSpPr>
          <p:spPr>
            <a:xfrm>
              <a:off x="4899073" y="8541605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6" name="pt765"/>
            <p:cNvSpPr/>
            <p:nvPr/>
          </p:nvSpPr>
          <p:spPr>
            <a:xfrm>
              <a:off x="4973333" y="7475757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7" name="pt766"/>
            <p:cNvSpPr/>
            <p:nvPr/>
          </p:nvSpPr>
          <p:spPr>
            <a:xfrm>
              <a:off x="5006227" y="7655378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8" name="pt767"/>
            <p:cNvSpPr/>
            <p:nvPr/>
          </p:nvSpPr>
          <p:spPr>
            <a:xfrm>
              <a:off x="4901658" y="8342133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9" name="pt768"/>
            <p:cNvSpPr/>
            <p:nvPr/>
          </p:nvSpPr>
          <p:spPr>
            <a:xfrm>
              <a:off x="4989552" y="7662378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0" name="pt769"/>
            <p:cNvSpPr/>
            <p:nvPr/>
          </p:nvSpPr>
          <p:spPr>
            <a:xfrm>
              <a:off x="4903518" y="7927111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1" name="pt770"/>
            <p:cNvSpPr/>
            <p:nvPr/>
          </p:nvSpPr>
          <p:spPr>
            <a:xfrm>
              <a:off x="4957662" y="8072389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2" name="pt771"/>
            <p:cNvSpPr/>
            <p:nvPr/>
          </p:nvSpPr>
          <p:spPr>
            <a:xfrm>
              <a:off x="4981235" y="8198649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3" name="pt772"/>
            <p:cNvSpPr/>
            <p:nvPr/>
          </p:nvSpPr>
          <p:spPr>
            <a:xfrm>
              <a:off x="4848797" y="7817207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4" name="pt773"/>
            <p:cNvSpPr/>
            <p:nvPr/>
          </p:nvSpPr>
          <p:spPr>
            <a:xfrm>
              <a:off x="4859758" y="7286292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5" name="pt774"/>
            <p:cNvSpPr/>
            <p:nvPr/>
          </p:nvSpPr>
          <p:spPr>
            <a:xfrm>
              <a:off x="4877849" y="7204289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6" name="pt775"/>
            <p:cNvSpPr/>
            <p:nvPr/>
          </p:nvSpPr>
          <p:spPr>
            <a:xfrm>
              <a:off x="4933923" y="8067261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7" name="pt776"/>
            <p:cNvSpPr/>
            <p:nvPr/>
          </p:nvSpPr>
          <p:spPr>
            <a:xfrm>
              <a:off x="4926749" y="7790192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8" name="pt777"/>
            <p:cNvSpPr/>
            <p:nvPr/>
          </p:nvSpPr>
          <p:spPr>
            <a:xfrm>
              <a:off x="4905761" y="7865617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9" name="pt778"/>
            <p:cNvSpPr/>
            <p:nvPr/>
          </p:nvSpPr>
          <p:spPr>
            <a:xfrm>
              <a:off x="4853596" y="7660977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0" name="pt779"/>
            <p:cNvSpPr/>
            <p:nvPr/>
          </p:nvSpPr>
          <p:spPr>
            <a:xfrm>
              <a:off x="4840118" y="7124847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1" name="pt780"/>
            <p:cNvSpPr/>
            <p:nvPr/>
          </p:nvSpPr>
          <p:spPr>
            <a:xfrm>
              <a:off x="4973918" y="7969628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2" name="pt781"/>
            <p:cNvSpPr/>
            <p:nvPr/>
          </p:nvSpPr>
          <p:spPr>
            <a:xfrm>
              <a:off x="4898244" y="6850582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3" name="pt782"/>
            <p:cNvSpPr/>
            <p:nvPr/>
          </p:nvSpPr>
          <p:spPr>
            <a:xfrm>
              <a:off x="5614564" y="7038808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4" name="pt783"/>
            <p:cNvSpPr/>
            <p:nvPr/>
          </p:nvSpPr>
          <p:spPr>
            <a:xfrm>
              <a:off x="5627761" y="7747297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5" name="pt784"/>
            <p:cNvSpPr/>
            <p:nvPr/>
          </p:nvSpPr>
          <p:spPr>
            <a:xfrm>
              <a:off x="5573492" y="7610394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6" name="pt785"/>
            <p:cNvSpPr/>
            <p:nvPr/>
          </p:nvSpPr>
          <p:spPr>
            <a:xfrm>
              <a:off x="5550427" y="7948497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7" name="pt786"/>
            <p:cNvSpPr/>
            <p:nvPr/>
          </p:nvSpPr>
          <p:spPr>
            <a:xfrm>
              <a:off x="5662158" y="7901183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8" name="pt787"/>
            <p:cNvSpPr/>
            <p:nvPr/>
          </p:nvSpPr>
          <p:spPr>
            <a:xfrm>
              <a:off x="5572014" y="8091660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9" name="pt788"/>
            <p:cNvSpPr/>
            <p:nvPr/>
          </p:nvSpPr>
          <p:spPr>
            <a:xfrm>
              <a:off x="5646077" y="7481884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0" name="pt789"/>
            <p:cNvSpPr/>
            <p:nvPr/>
          </p:nvSpPr>
          <p:spPr>
            <a:xfrm>
              <a:off x="5575425" y="7289442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1" name="pt790"/>
            <p:cNvSpPr/>
            <p:nvPr/>
          </p:nvSpPr>
          <p:spPr>
            <a:xfrm>
              <a:off x="5588497" y="7313992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2" name="pt791"/>
            <p:cNvSpPr/>
            <p:nvPr/>
          </p:nvSpPr>
          <p:spPr>
            <a:xfrm>
              <a:off x="5658416" y="7413589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3" name="pt792"/>
            <p:cNvSpPr/>
            <p:nvPr/>
          </p:nvSpPr>
          <p:spPr>
            <a:xfrm>
              <a:off x="5530540" y="7680014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4" name="pt793"/>
            <p:cNvSpPr/>
            <p:nvPr/>
          </p:nvSpPr>
          <p:spPr>
            <a:xfrm>
              <a:off x="5537991" y="6918368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5" name="pt794"/>
            <p:cNvSpPr/>
            <p:nvPr/>
          </p:nvSpPr>
          <p:spPr>
            <a:xfrm>
              <a:off x="5515798" y="8126162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6" name="pt795"/>
            <p:cNvSpPr/>
            <p:nvPr/>
          </p:nvSpPr>
          <p:spPr>
            <a:xfrm>
              <a:off x="5596555" y="8316113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7" name="pt796"/>
            <p:cNvSpPr/>
            <p:nvPr/>
          </p:nvSpPr>
          <p:spPr>
            <a:xfrm>
              <a:off x="5491228" y="7559475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8" name="pt797"/>
            <p:cNvSpPr/>
            <p:nvPr/>
          </p:nvSpPr>
          <p:spPr>
            <a:xfrm>
              <a:off x="5641187" y="7192217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9" name="pt798"/>
            <p:cNvSpPr/>
            <p:nvPr/>
          </p:nvSpPr>
          <p:spPr>
            <a:xfrm>
              <a:off x="5560248" y="7681953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0" name="pt799"/>
            <p:cNvSpPr/>
            <p:nvPr/>
          </p:nvSpPr>
          <p:spPr>
            <a:xfrm>
              <a:off x="5596125" y="8314816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1" name="pt800"/>
            <p:cNvSpPr/>
            <p:nvPr/>
          </p:nvSpPr>
          <p:spPr>
            <a:xfrm>
              <a:off x="5589903" y="6646718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2" name="pt801"/>
            <p:cNvSpPr/>
            <p:nvPr/>
          </p:nvSpPr>
          <p:spPr>
            <a:xfrm>
              <a:off x="5496264" y="7442152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3" name="pt802"/>
            <p:cNvSpPr/>
            <p:nvPr/>
          </p:nvSpPr>
          <p:spPr>
            <a:xfrm>
              <a:off x="6226793" y="7967137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4" name="pt803"/>
            <p:cNvSpPr/>
            <p:nvPr/>
          </p:nvSpPr>
          <p:spPr>
            <a:xfrm>
              <a:off x="6144389" y="7673759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5" name="pt804"/>
            <p:cNvSpPr/>
            <p:nvPr/>
          </p:nvSpPr>
          <p:spPr>
            <a:xfrm>
              <a:off x="6307041" y="7950601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6" name="pt805"/>
            <p:cNvSpPr/>
            <p:nvPr/>
          </p:nvSpPr>
          <p:spPr>
            <a:xfrm>
              <a:off x="6228945" y="7916764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7" name="pt806"/>
            <p:cNvSpPr/>
            <p:nvPr/>
          </p:nvSpPr>
          <p:spPr>
            <a:xfrm>
              <a:off x="6283983" y="8067346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8" name="pt807"/>
            <p:cNvSpPr/>
            <p:nvPr/>
          </p:nvSpPr>
          <p:spPr>
            <a:xfrm>
              <a:off x="6224248" y="7570132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9" name="pt808"/>
            <p:cNvSpPr/>
            <p:nvPr/>
          </p:nvSpPr>
          <p:spPr>
            <a:xfrm>
              <a:off x="6139563" y="7874675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0" name="pt809"/>
            <p:cNvSpPr/>
            <p:nvPr/>
          </p:nvSpPr>
          <p:spPr>
            <a:xfrm>
              <a:off x="6273073" y="8468406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1" name="pt810"/>
            <p:cNvSpPr/>
            <p:nvPr/>
          </p:nvSpPr>
          <p:spPr>
            <a:xfrm>
              <a:off x="6260342" y="7685148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2" name="pt811"/>
            <p:cNvSpPr/>
            <p:nvPr/>
          </p:nvSpPr>
          <p:spPr>
            <a:xfrm>
              <a:off x="6130822" y="8036072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3" name="pt812"/>
            <p:cNvSpPr/>
            <p:nvPr/>
          </p:nvSpPr>
          <p:spPr>
            <a:xfrm>
              <a:off x="6237638" y="8074818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4" name="pt813"/>
            <p:cNvSpPr/>
            <p:nvPr/>
          </p:nvSpPr>
          <p:spPr>
            <a:xfrm>
              <a:off x="6146889" y="7794000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5" name="pt814"/>
            <p:cNvSpPr/>
            <p:nvPr/>
          </p:nvSpPr>
          <p:spPr>
            <a:xfrm>
              <a:off x="6253975" y="7622319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6" name="pt815"/>
            <p:cNvSpPr/>
            <p:nvPr/>
          </p:nvSpPr>
          <p:spPr>
            <a:xfrm>
              <a:off x="6142023" y="8218912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7" name="pt816"/>
            <p:cNvSpPr/>
            <p:nvPr/>
          </p:nvSpPr>
          <p:spPr>
            <a:xfrm>
              <a:off x="6279297" y="8075195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8" name="pt817"/>
            <p:cNvSpPr/>
            <p:nvPr/>
          </p:nvSpPr>
          <p:spPr>
            <a:xfrm>
              <a:off x="6143744" y="8125303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9" name="pt818"/>
            <p:cNvSpPr/>
            <p:nvPr/>
          </p:nvSpPr>
          <p:spPr>
            <a:xfrm>
              <a:off x="6216677" y="7217058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0" name="pt819"/>
            <p:cNvSpPr/>
            <p:nvPr/>
          </p:nvSpPr>
          <p:spPr>
            <a:xfrm>
              <a:off x="6146376" y="7464107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1" name="pt820"/>
            <p:cNvSpPr/>
            <p:nvPr/>
          </p:nvSpPr>
          <p:spPr>
            <a:xfrm>
              <a:off x="6257373" y="8143034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2" name="pt821"/>
            <p:cNvSpPr/>
            <p:nvPr/>
          </p:nvSpPr>
          <p:spPr>
            <a:xfrm>
              <a:off x="6128817" y="7787348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3" name="pt822"/>
            <p:cNvSpPr/>
            <p:nvPr/>
          </p:nvSpPr>
          <p:spPr>
            <a:xfrm>
              <a:off x="6223137" y="7519394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4" name="pt823"/>
            <p:cNvSpPr/>
            <p:nvPr/>
          </p:nvSpPr>
          <p:spPr>
            <a:xfrm>
              <a:off x="6238045" y="7595096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5" name="pt824"/>
            <p:cNvSpPr/>
            <p:nvPr/>
          </p:nvSpPr>
          <p:spPr>
            <a:xfrm>
              <a:off x="6173481" y="7483565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6" name="pt825"/>
            <p:cNvSpPr/>
            <p:nvPr/>
          </p:nvSpPr>
          <p:spPr>
            <a:xfrm>
              <a:off x="6130417" y="7938000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7" name="pg826"/>
            <p:cNvSpPr/>
            <p:nvPr/>
          </p:nvSpPr>
          <p:spPr>
            <a:xfrm>
              <a:off x="4316214" y="7321091"/>
              <a:ext cx="1944102" cy="673133"/>
            </a:xfrm>
            <a:custGeom>
              <a:avLst/>
              <a:pathLst>
                <a:path w="1944102" h="673133">
                  <a:moveTo>
                    <a:pt x="0" y="0"/>
                  </a:moveTo>
                  <a:lnTo>
                    <a:pt x="1027109" y="202924"/>
                  </a:lnTo>
                  <a:lnTo>
                    <a:pt x="1296068" y="241312"/>
                  </a:lnTo>
                  <a:lnTo>
                    <a:pt x="1675143" y="283567"/>
                  </a:lnTo>
                  <a:lnTo>
                    <a:pt x="1944102" y="306437"/>
                  </a:lnTo>
                  <a:lnTo>
                    <a:pt x="1944102" y="673133"/>
                  </a:lnTo>
                  <a:lnTo>
                    <a:pt x="1675143" y="619375"/>
                  </a:lnTo>
                  <a:lnTo>
                    <a:pt x="1296068" y="553627"/>
                  </a:lnTo>
                  <a:lnTo>
                    <a:pt x="1027109" y="515387"/>
                  </a:lnTo>
                  <a:lnTo>
                    <a:pt x="0" y="425680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828" name="pl827"/>
            <p:cNvSpPr/>
            <p:nvPr/>
          </p:nvSpPr>
          <p:spPr>
            <a:xfrm>
              <a:off x="4316214" y="7321091"/>
              <a:ext cx="1944102" cy="306437"/>
            </a:xfrm>
            <a:custGeom>
              <a:avLst/>
              <a:pathLst>
                <a:path w="1944102" h="306437">
                  <a:moveTo>
                    <a:pt x="0" y="0"/>
                  </a:moveTo>
                  <a:lnTo>
                    <a:pt x="1027109" y="202924"/>
                  </a:lnTo>
                  <a:lnTo>
                    <a:pt x="1296068" y="241312"/>
                  </a:lnTo>
                  <a:lnTo>
                    <a:pt x="1675143" y="283567"/>
                  </a:lnTo>
                  <a:lnTo>
                    <a:pt x="1944102" y="30643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29" name="pl828"/>
            <p:cNvSpPr/>
            <p:nvPr/>
          </p:nvSpPr>
          <p:spPr>
            <a:xfrm>
              <a:off x="4316214" y="7746772"/>
              <a:ext cx="1944102" cy="247452"/>
            </a:xfrm>
            <a:custGeom>
              <a:avLst/>
              <a:pathLst>
                <a:path w="1944102" h="247452">
                  <a:moveTo>
                    <a:pt x="1944102" y="247452"/>
                  </a:moveTo>
                  <a:lnTo>
                    <a:pt x="1675143" y="193694"/>
                  </a:lnTo>
                  <a:lnTo>
                    <a:pt x="1296068" y="127947"/>
                  </a:lnTo>
                  <a:lnTo>
                    <a:pt x="1027109" y="8970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30" name="pl829"/>
            <p:cNvSpPr/>
            <p:nvPr/>
          </p:nvSpPr>
          <p:spPr>
            <a:xfrm>
              <a:off x="4316214" y="7533931"/>
              <a:ext cx="1944102" cy="276944"/>
            </a:xfrm>
            <a:custGeom>
              <a:avLst/>
              <a:pathLst>
                <a:path w="1944102" h="276944">
                  <a:moveTo>
                    <a:pt x="0" y="0"/>
                  </a:moveTo>
                  <a:lnTo>
                    <a:pt x="1027109" y="146315"/>
                  </a:lnTo>
                  <a:lnTo>
                    <a:pt x="1296068" y="184629"/>
                  </a:lnTo>
                  <a:lnTo>
                    <a:pt x="1675143" y="238630"/>
                  </a:lnTo>
                  <a:lnTo>
                    <a:pt x="1944102" y="276944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tx830"/>
            <p:cNvSpPr/>
            <p:nvPr/>
          </p:nvSpPr>
          <p:spPr>
            <a:xfrm>
              <a:off x="5780622" y="7479604"/>
              <a:ext cx="4796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= 0.027</a:t>
              </a:r>
            </a:p>
          </p:txBody>
        </p:sp>
        <p:sp>
          <p:nvSpPr>
            <p:cNvPr id="832" name="rc831"/>
            <p:cNvSpPr/>
            <p:nvPr/>
          </p:nvSpPr>
          <p:spPr>
            <a:xfrm>
              <a:off x="4122981" y="6590760"/>
              <a:ext cx="2328695" cy="2084375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833" name="pl832"/>
            <p:cNvSpPr/>
            <p:nvPr/>
          </p:nvSpPr>
          <p:spPr>
            <a:xfrm>
              <a:off x="4122981" y="6590760"/>
              <a:ext cx="0" cy="2084375"/>
            </a:xfrm>
            <a:custGeom>
              <a:avLst/>
              <a:pathLst>
                <a:path w="0" h="2084375">
                  <a:moveTo>
                    <a:pt x="0" y="208437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l833"/>
            <p:cNvSpPr/>
            <p:nvPr/>
          </p:nvSpPr>
          <p:spPr>
            <a:xfrm>
              <a:off x="4085024" y="8505266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l834"/>
            <p:cNvSpPr/>
            <p:nvPr/>
          </p:nvSpPr>
          <p:spPr>
            <a:xfrm>
              <a:off x="4085024" y="7856055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l835"/>
            <p:cNvSpPr/>
            <p:nvPr/>
          </p:nvSpPr>
          <p:spPr>
            <a:xfrm>
              <a:off x="4085024" y="7206844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l836"/>
            <p:cNvSpPr/>
            <p:nvPr/>
          </p:nvSpPr>
          <p:spPr>
            <a:xfrm>
              <a:off x="4122981" y="8675135"/>
              <a:ext cx="2328695" cy="0"/>
            </a:xfrm>
            <a:custGeom>
              <a:avLst/>
              <a:pathLst>
                <a:path w="2328695" h="0">
                  <a:moveTo>
                    <a:pt x="0" y="0"/>
                  </a:moveTo>
                  <a:lnTo>
                    <a:pt x="2328695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l837"/>
            <p:cNvSpPr/>
            <p:nvPr/>
          </p:nvSpPr>
          <p:spPr>
            <a:xfrm>
              <a:off x="4316214" y="86751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l838"/>
            <p:cNvSpPr/>
            <p:nvPr/>
          </p:nvSpPr>
          <p:spPr>
            <a:xfrm>
              <a:off x="4964248" y="86751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l839"/>
            <p:cNvSpPr/>
            <p:nvPr/>
          </p:nvSpPr>
          <p:spPr>
            <a:xfrm>
              <a:off x="5612283" y="86751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l840"/>
            <p:cNvSpPr/>
            <p:nvPr/>
          </p:nvSpPr>
          <p:spPr>
            <a:xfrm>
              <a:off x="6260317" y="86751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tx841"/>
            <p:cNvSpPr/>
            <p:nvPr/>
          </p:nvSpPr>
          <p:spPr>
            <a:xfrm>
              <a:off x="4277352" y="874345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843" name="tx842"/>
            <p:cNvSpPr/>
            <p:nvPr/>
          </p:nvSpPr>
          <p:spPr>
            <a:xfrm>
              <a:off x="4925386" y="874345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844" name="tx843"/>
            <p:cNvSpPr/>
            <p:nvPr/>
          </p:nvSpPr>
          <p:spPr>
            <a:xfrm>
              <a:off x="5573421" y="874345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845" name="tx844"/>
            <p:cNvSpPr/>
            <p:nvPr/>
          </p:nvSpPr>
          <p:spPr>
            <a:xfrm>
              <a:off x="6221455" y="874345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846" name="tx845"/>
            <p:cNvSpPr/>
            <p:nvPr/>
          </p:nvSpPr>
          <p:spPr>
            <a:xfrm>
              <a:off x="4920289" y="8956323"/>
              <a:ext cx="734080" cy="118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847" name="tx846"/>
            <p:cNvSpPr/>
            <p:nvPr/>
          </p:nvSpPr>
          <p:spPr>
            <a:xfrm>
              <a:off x="4122981" y="6347601"/>
              <a:ext cx="473842" cy="1279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(i) RD</a:t>
              </a:r>
            </a:p>
          </p:txBody>
        </p:sp>
        <p:sp>
          <p:nvSpPr>
            <p:cNvPr id="848" name="rc847"/>
            <p:cNvSpPr/>
            <p:nvPr/>
          </p:nvSpPr>
          <p:spPr>
            <a:xfrm>
              <a:off x="6742685" y="6590760"/>
              <a:ext cx="2328695" cy="208437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" name="pt848"/>
            <p:cNvSpPr/>
            <p:nvPr/>
          </p:nvSpPr>
          <p:spPr>
            <a:xfrm>
              <a:off x="6891075" y="8254315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0" name="pt849"/>
            <p:cNvSpPr/>
            <p:nvPr/>
          </p:nvSpPr>
          <p:spPr>
            <a:xfrm>
              <a:off x="6930342" y="8026271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1" name="pt850"/>
            <p:cNvSpPr/>
            <p:nvPr/>
          </p:nvSpPr>
          <p:spPr>
            <a:xfrm>
              <a:off x="6844806" y="8287648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2" name="pt851"/>
            <p:cNvSpPr/>
            <p:nvPr/>
          </p:nvSpPr>
          <p:spPr>
            <a:xfrm>
              <a:off x="6907510" y="6920047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3" name="pt852"/>
            <p:cNvSpPr/>
            <p:nvPr/>
          </p:nvSpPr>
          <p:spPr>
            <a:xfrm>
              <a:off x="6860269" y="7846491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4" name="pt853"/>
            <p:cNvSpPr/>
            <p:nvPr/>
          </p:nvSpPr>
          <p:spPr>
            <a:xfrm>
              <a:off x="6900448" y="7504064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5" name="pt854"/>
            <p:cNvSpPr/>
            <p:nvPr/>
          </p:nvSpPr>
          <p:spPr>
            <a:xfrm>
              <a:off x="6809749" y="8541605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6" name="pt855"/>
            <p:cNvSpPr/>
            <p:nvPr/>
          </p:nvSpPr>
          <p:spPr>
            <a:xfrm>
              <a:off x="6877507" y="8038633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7" name="pt856"/>
            <p:cNvSpPr/>
            <p:nvPr/>
          </p:nvSpPr>
          <p:spPr>
            <a:xfrm>
              <a:off x="6948608" y="7811364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8" name="pt857"/>
            <p:cNvSpPr/>
            <p:nvPr/>
          </p:nvSpPr>
          <p:spPr>
            <a:xfrm>
              <a:off x="6876852" y="7248755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9" name="pt858"/>
            <p:cNvSpPr/>
            <p:nvPr/>
          </p:nvSpPr>
          <p:spPr>
            <a:xfrm>
              <a:off x="7499301" y="7765704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0" name="pt859"/>
            <p:cNvSpPr/>
            <p:nvPr/>
          </p:nvSpPr>
          <p:spPr>
            <a:xfrm>
              <a:off x="7529644" y="7357501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1" name="pt860"/>
            <p:cNvSpPr/>
            <p:nvPr/>
          </p:nvSpPr>
          <p:spPr>
            <a:xfrm>
              <a:off x="7588416" y="8257421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2" name="pt861"/>
            <p:cNvSpPr/>
            <p:nvPr/>
          </p:nvSpPr>
          <p:spPr>
            <a:xfrm>
              <a:off x="7575681" y="8368570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3" name="pt862"/>
            <p:cNvSpPr/>
            <p:nvPr/>
          </p:nvSpPr>
          <p:spPr>
            <a:xfrm>
              <a:off x="7520882" y="6646718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4" name="pt863"/>
            <p:cNvSpPr/>
            <p:nvPr/>
          </p:nvSpPr>
          <p:spPr>
            <a:xfrm>
              <a:off x="7512207" y="6958825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5" name="pt864"/>
            <p:cNvSpPr/>
            <p:nvPr/>
          </p:nvSpPr>
          <p:spPr>
            <a:xfrm>
              <a:off x="7490882" y="8465825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6" name="pt865"/>
            <p:cNvSpPr/>
            <p:nvPr/>
          </p:nvSpPr>
          <p:spPr>
            <a:xfrm>
              <a:off x="7549057" y="8315164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7" name="pt866"/>
            <p:cNvSpPr/>
            <p:nvPr/>
          </p:nvSpPr>
          <p:spPr>
            <a:xfrm>
              <a:off x="7486056" y="8387544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8" name="pt867"/>
            <p:cNvSpPr/>
            <p:nvPr/>
          </p:nvSpPr>
          <p:spPr>
            <a:xfrm>
              <a:off x="7588739" y="8232226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9" name="pt868"/>
            <p:cNvSpPr/>
            <p:nvPr/>
          </p:nvSpPr>
          <p:spPr>
            <a:xfrm>
              <a:off x="7535594" y="8167166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0" name="pt869"/>
            <p:cNvSpPr/>
            <p:nvPr/>
          </p:nvSpPr>
          <p:spPr>
            <a:xfrm>
              <a:off x="7453570" y="8417822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1" name="pt870"/>
            <p:cNvSpPr/>
            <p:nvPr/>
          </p:nvSpPr>
          <p:spPr>
            <a:xfrm>
              <a:off x="7598820" y="7988490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2" name="pt871"/>
            <p:cNvSpPr/>
            <p:nvPr/>
          </p:nvSpPr>
          <p:spPr>
            <a:xfrm>
              <a:off x="7522829" y="8050925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3" name="pt872"/>
            <p:cNvSpPr/>
            <p:nvPr/>
          </p:nvSpPr>
          <p:spPr>
            <a:xfrm>
              <a:off x="7462103" y="7641769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4" name="pt873"/>
            <p:cNvSpPr/>
            <p:nvPr/>
          </p:nvSpPr>
          <p:spPr>
            <a:xfrm>
              <a:off x="7636250" y="7826388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5" name="pt874"/>
            <p:cNvSpPr/>
            <p:nvPr/>
          </p:nvSpPr>
          <p:spPr>
            <a:xfrm>
              <a:off x="7634088" y="8427265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6" name="pt875"/>
            <p:cNvSpPr/>
            <p:nvPr/>
          </p:nvSpPr>
          <p:spPr>
            <a:xfrm>
              <a:off x="7521267" y="8206272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7" name="pt876"/>
            <p:cNvSpPr/>
            <p:nvPr/>
          </p:nvSpPr>
          <p:spPr>
            <a:xfrm>
              <a:off x="8278627" y="8260255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8" name="pt877"/>
            <p:cNvSpPr/>
            <p:nvPr/>
          </p:nvSpPr>
          <p:spPr>
            <a:xfrm>
              <a:off x="8098765" y="8171516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9" name="pt878"/>
            <p:cNvSpPr/>
            <p:nvPr/>
          </p:nvSpPr>
          <p:spPr>
            <a:xfrm>
              <a:off x="8131767" y="8176794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0" name="pt879"/>
            <p:cNvSpPr/>
            <p:nvPr/>
          </p:nvSpPr>
          <p:spPr>
            <a:xfrm>
              <a:off x="8159191" y="8115645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1" name="pt880"/>
            <p:cNvSpPr/>
            <p:nvPr/>
          </p:nvSpPr>
          <p:spPr>
            <a:xfrm>
              <a:off x="8251093" y="8139733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2" name="pt881"/>
            <p:cNvSpPr/>
            <p:nvPr/>
          </p:nvSpPr>
          <p:spPr>
            <a:xfrm>
              <a:off x="8182597" y="8270682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3" name="pt882"/>
            <p:cNvSpPr/>
            <p:nvPr/>
          </p:nvSpPr>
          <p:spPr>
            <a:xfrm>
              <a:off x="8156004" y="8224314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4" name="pt883"/>
            <p:cNvSpPr/>
            <p:nvPr/>
          </p:nvSpPr>
          <p:spPr>
            <a:xfrm>
              <a:off x="8281793" y="7717262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5" name="pt884"/>
            <p:cNvSpPr/>
            <p:nvPr/>
          </p:nvSpPr>
          <p:spPr>
            <a:xfrm>
              <a:off x="8144133" y="8345709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6" name="pt885"/>
            <p:cNvSpPr/>
            <p:nvPr/>
          </p:nvSpPr>
          <p:spPr>
            <a:xfrm>
              <a:off x="8183840" y="7904622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7" name="pt886"/>
            <p:cNvSpPr/>
            <p:nvPr/>
          </p:nvSpPr>
          <p:spPr>
            <a:xfrm>
              <a:off x="8124603" y="8312586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8" name="pt887"/>
            <p:cNvSpPr/>
            <p:nvPr/>
          </p:nvSpPr>
          <p:spPr>
            <a:xfrm>
              <a:off x="8253810" y="7980439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9" name="pt888"/>
            <p:cNvSpPr/>
            <p:nvPr/>
          </p:nvSpPr>
          <p:spPr>
            <a:xfrm>
              <a:off x="8222439" y="8289373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0" name="pt889"/>
            <p:cNvSpPr/>
            <p:nvPr/>
          </p:nvSpPr>
          <p:spPr>
            <a:xfrm>
              <a:off x="8211972" y="8357168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1" name="pt890"/>
            <p:cNvSpPr/>
            <p:nvPr/>
          </p:nvSpPr>
          <p:spPr>
            <a:xfrm>
              <a:off x="8197279" y="7548418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2" name="pt891"/>
            <p:cNvSpPr/>
            <p:nvPr/>
          </p:nvSpPr>
          <p:spPr>
            <a:xfrm>
              <a:off x="8098087" y="8210676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3" name="pt892"/>
            <p:cNvSpPr/>
            <p:nvPr/>
          </p:nvSpPr>
          <p:spPr>
            <a:xfrm>
              <a:off x="8106124" y="7792057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4" name="pt893"/>
            <p:cNvSpPr/>
            <p:nvPr/>
          </p:nvSpPr>
          <p:spPr>
            <a:xfrm>
              <a:off x="8169136" y="8066752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5" name="pt894"/>
            <p:cNvSpPr/>
            <p:nvPr/>
          </p:nvSpPr>
          <p:spPr>
            <a:xfrm>
              <a:off x="8232500" y="7875216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6" name="pt895"/>
            <p:cNvSpPr/>
            <p:nvPr/>
          </p:nvSpPr>
          <p:spPr>
            <a:xfrm>
              <a:off x="8188527" y="7896941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7" name="pt896"/>
            <p:cNvSpPr/>
            <p:nvPr/>
          </p:nvSpPr>
          <p:spPr>
            <a:xfrm>
              <a:off x="8903910" y="8417265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8" name="pt897"/>
            <p:cNvSpPr/>
            <p:nvPr/>
          </p:nvSpPr>
          <p:spPr>
            <a:xfrm>
              <a:off x="8782915" y="8096900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9" name="pt898"/>
            <p:cNvSpPr/>
            <p:nvPr/>
          </p:nvSpPr>
          <p:spPr>
            <a:xfrm>
              <a:off x="8871785" y="7801243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0" name="pt899"/>
            <p:cNvSpPr/>
            <p:nvPr/>
          </p:nvSpPr>
          <p:spPr>
            <a:xfrm>
              <a:off x="8860255" y="8079142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1" name="pt900"/>
            <p:cNvSpPr/>
            <p:nvPr/>
          </p:nvSpPr>
          <p:spPr>
            <a:xfrm>
              <a:off x="8768118" y="7860542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2" name="pt901"/>
            <p:cNvSpPr/>
            <p:nvPr/>
          </p:nvSpPr>
          <p:spPr>
            <a:xfrm>
              <a:off x="8756774" y="8205319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3" name="pt902"/>
            <p:cNvSpPr/>
            <p:nvPr/>
          </p:nvSpPr>
          <p:spPr>
            <a:xfrm>
              <a:off x="8881642" y="8028794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4" name="pt903"/>
            <p:cNvSpPr/>
            <p:nvPr/>
          </p:nvSpPr>
          <p:spPr>
            <a:xfrm>
              <a:off x="8768035" y="8229021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5" name="pt904"/>
            <p:cNvSpPr/>
            <p:nvPr/>
          </p:nvSpPr>
          <p:spPr>
            <a:xfrm>
              <a:off x="8845834" y="7740633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6" name="pt905"/>
            <p:cNvSpPr/>
            <p:nvPr/>
          </p:nvSpPr>
          <p:spPr>
            <a:xfrm>
              <a:off x="8841421" y="7776030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7" name="pt906"/>
            <p:cNvSpPr/>
            <p:nvPr/>
          </p:nvSpPr>
          <p:spPr>
            <a:xfrm>
              <a:off x="8926745" y="8102609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8" name="pt907"/>
            <p:cNvSpPr/>
            <p:nvPr/>
          </p:nvSpPr>
          <p:spPr>
            <a:xfrm>
              <a:off x="8925640" y="8290845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9" name="pt908"/>
            <p:cNvSpPr/>
            <p:nvPr/>
          </p:nvSpPr>
          <p:spPr>
            <a:xfrm>
              <a:off x="8803039" y="8012230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0" name="pt909"/>
            <p:cNvSpPr/>
            <p:nvPr/>
          </p:nvSpPr>
          <p:spPr>
            <a:xfrm>
              <a:off x="8851686" y="8309834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1" name="pt910"/>
            <p:cNvSpPr/>
            <p:nvPr/>
          </p:nvSpPr>
          <p:spPr>
            <a:xfrm>
              <a:off x="8871820" y="7991240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2" name="pt911"/>
            <p:cNvSpPr/>
            <p:nvPr/>
          </p:nvSpPr>
          <p:spPr>
            <a:xfrm>
              <a:off x="8924796" y="8390938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3" name="pt912"/>
            <p:cNvSpPr/>
            <p:nvPr/>
          </p:nvSpPr>
          <p:spPr>
            <a:xfrm>
              <a:off x="8798878" y="7591643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4" name="pt913"/>
            <p:cNvSpPr/>
            <p:nvPr/>
          </p:nvSpPr>
          <p:spPr>
            <a:xfrm>
              <a:off x="8800841" y="8288203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5" name="pt914"/>
            <p:cNvSpPr/>
            <p:nvPr/>
          </p:nvSpPr>
          <p:spPr>
            <a:xfrm>
              <a:off x="8832119" y="8211645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6" name="pt915"/>
            <p:cNvSpPr/>
            <p:nvPr/>
          </p:nvSpPr>
          <p:spPr>
            <a:xfrm>
              <a:off x="8788169" y="8036359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7" name="pt916"/>
            <p:cNvSpPr/>
            <p:nvPr/>
          </p:nvSpPr>
          <p:spPr>
            <a:xfrm>
              <a:off x="8913339" y="7889344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8" name="pt917"/>
            <p:cNvSpPr/>
            <p:nvPr/>
          </p:nvSpPr>
          <p:spPr>
            <a:xfrm>
              <a:off x="8799259" y="8053372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9" name="pt918"/>
            <p:cNvSpPr/>
            <p:nvPr/>
          </p:nvSpPr>
          <p:spPr>
            <a:xfrm>
              <a:off x="8919383" y="8138056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20" name="pt919"/>
            <p:cNvSpPr/>
            <p:nvPr/>
          </p:nvSpPr>
          <p:spPr>
            <a:xfrm>
              <a:off x="8888489" y="8254255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21" name="pg920"/>
            <p:cNvSpPr/>
            <p:nvPr/>
          </p:nvSpPr>
          <p:spPr>
            <a:xfrm>
              <a:off x="6936690" y="7581870"/>
              <a:ext cx="1938666" cy="895518"/>
            </a:xfrm>
            <a:custGeom>
              <a:avLst/>
              <a:pathLst>
                <a:path w="1938666" h="895518">
                  <a:moveTo>
                    <a:pt x="0" y="0"/>
                  </a:moveTo>
                  <a:lnTo>
                    <a:pt x="1024238" y="292822"/>
                  </a:lnTo>
                  <a:lnTo>
                    <a:pt x="1292444" y="308623"/>
                  </a:lnTo>
                  <a:lnTo>
                    <a:pt x="1670460" y="287655"/>
                  </a:lnTo>
                  <a:lnTo>
                    <a:pt x="1938666" y="256690"/>
                  </a:lnTo>
                  <a:lnTo>
                    <a:pt x="1938666" y="895518"/>
                  </a:lnTo>
                  <a:lnTo>
                    <a:pt x="1670460" y="803163"/>
                  </a:lnTo>
                  <a:lnTo>
                    <a:pt x="1292444" y="695670"/>
                  </a:lnTo>
                  <a:lnTo>
                    <a:pt x="1024238" y="650080"/>
                  </a:lnTo>
                  <a:lnTo>
                    <a:pt x="0" y="708463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22" name="pl921"/>
            <p:cNvSpPr/>
            <p:nvPr/>
          </p:nvSpPr>
          <p:spPr>
            <a:xfrm>
              <a:off x="6936690" y="7581870"/>
              <a:ext cx="1938666" cy="308623"/>
            </a:xfrm>
            <a:custGeom>
              <a:avLst/>
              <a:pathLst>
                <a:path w="1938666" h="308623">
                  <a:moveTo>
                    <a:pt x="0" y="0"/>
                  </a:moveTo>
                  <a:lnTo>
                    <a:pt x="1024238" y="292822"/>
                  </a:lnTo>
                  <a:lnTo>
                    <a:pt x="1292444" y="308623"/>
                  </a:lnTo>
                  <a:lnTo>
                    <a:pt x="1670460" y="287655"/>
                  </a:lnTo>
                  <a:lnTo>
                    <a:pt x="1938666" y="2566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23" name="pl922"/>
            <p:cNvSpPr/>
            <p:nvPr/>
          </p:nvSpPr>
          <p:spPr>
            <a:xfrm>
              <a:off x="6936690" y="8231951"/>
              <a:ext cx="1938666" cy="245437"/>
            </a:xfrm>
            <a:custGeom>
              <a:avLst/>
              <a:pathLst>
                <a:path w="1938666" h="245437">
                  <a:moveTo>
                    <a:pt x="1938666" y="245437"/>
                  </a:moveTo>
                  <a:lnTo>
                    <a:pt x="1670460" y="153082"/>
                  </a:lnTo>
                  <a:lnTo>
                    <a:pt x="1292444" y="45589"/>
                  </a:lnTo>
                  <a:lnTo>
                    <a:pt x="1024238" y="0"/>
                  </a:lnTo>
                  <a:lnTo>
                    <a:pt x="0" y="583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24" name="pl923"/>
            <p:cNvSpPr/>
            <p:nvPr/>
          </p:nvSpPr>
          <p:spPr>
            <a:xfrm>
              <a:off x="6936690" y="7936102"/>
              <a:ext cx="1938666" cy="221872"/>
            </a:xfrm>
            <a:custGeom>
              <a:avLst/>
              <a:pathLst>
                <a:path w="1938666" h="221872">
                  <a:moveTo>
                    <a:pt x="0" y="0"/>
                  </a:moveTo>
                  <a:lnTo>
                    <a:pt x="1024238" y="117220"/>
                  </a:lnTo>
                  <a:lnTo>
                    <a:pt x="1292444" y="147915"/>
                  </a:lnTo>
                  <a:lnTo>
                    <a:pt x="1670460" y="191177"/>
                  </a:lnTo>
                  <a:lnTo>
                    <a:pt x="1938666" y="221872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25" name="tx924"/>
            <p:cNvSpPr/>
            <p:nvPr/>
          </p:nvSpPr>
          <p:spPr>
            <a:xfrm>
              <a:off x="8395663" y="7876268"/>
              <a:ext cx="4796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= 0.455</a:t>
              </a:r>
            </a:p>
          </p:txBody>
        </p:sp>
        <p:sp>
          <p:nvSpPr>
            <p:cNvPr id="926" name="rc925"/>
            <p:cNvSpPr/>
            <p:nvPr/>
          </p:nvSpPr>
          <p:spPr>
            <a:xfrm>
              <a:off x="6742685" y="6590760"/>
              <a:ext cx="2328695" cy="2084375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27" name="pl926"/>
            <p:cNvSpPr/>
            <p:nvPr/>
          </p:nvSpPr>
          <p:spPr>
            <a:xfrm>
              <a:off x="6742685" y="6590760"/>
              <a:ext cx="0" cy="2084375"/>
            </a:xfrm>
            <a:custGeom>
              <a:avLst/>
              <a:pathLst>
                <a:path w="0" h="2084375">
                  <a:moveTo>
                    <a:pt x="0" y="208437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l927"/>
            <p:cNvSpPr/>
            <p:nvPr/>
          </p:nvSpPr>
          <p:spPr>
            <a:xfrm>
              <a:off x="6704728" y="8473853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l928"/>
            <p:cNvSpPr/>
            <p:nvPr/>
          </p:nvSpPr>
          <p:spPr>
            <a:xfrm>
              <a:off x="6704728" y="8020857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l929"/>
            <p:cNvSpPr/>
            <p:nvPr/>
          </p:nvSpPr>
          <p:spPr>
            <a:xfrm>
              <a:off x="6704728" y="7567861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l930"/>
            <p:cNvSpPr/>
            <p:nvPr/>
          </p:nvSpPr>
          <p:spPr>
            <a:xfrm>
              <a:off x="6704728" y="7114866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l931"/>
            <p:cNvSpPr/>
            <p:nvPr/>
          </p:nvSpPr>
          <p:spPr>
            <a:xfrm>
              <a:off x="6704728" y="6661870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l932"/>
            <p:cNvSpPr/>
            <p:nvPr/>
          </p:nvSpPr>
          <p:spPr>
            <a:xfrm>
              <a:off x="6742685" y="8675135"/>
              <a:ext cx="2328695" cy="0"/>
            </a:xfrm>
            <a:custGeom>
              <a:avLst/>
              <a:pathLst>
                <a:path w="2328695" h="0">
                  <a:moveTo>
                    <a:pt x="0" y="0"/>
                  </a:moveTo>
                  <a:lnTo>
                    <a:pt x="2328695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l933"/>
            <p:cNvSpPr/>
            <p:nvPr/>
          </p:nvSpPr>
          <p:spPr>
            <a:xfrm>
              <a:off x="6936690" y="86751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l934"/>
            <p:cNvSpPr/>
            <p:nvPr/>
          </p:nvSpPr>
          <p:spPr>
            <a:xfrm>
              <a:off x="7582912" y="86751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l935"/>
            <p:cNvSpPr/>
            <p:nvPr/>
          </p:nvSpPr>
          <p:spPr>
            <a:xfrm>
              <a:off x="8229135" y="86751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l936"/>
            <p:cNvSpPr/>
            <p:nvPr/>
          </p:nvSpPr>
          <p:spPr>
            <a:xfrm>
              <a:off x="8875357" y="86751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tx937"/>
            <p:cNvSpPr/>
            <p:nvPr/>
          </p:nvSpPr>
          <p:spPr>
            <a:xfrm>
              <a:off x="6897828" y="874345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939" name="tx938"/>
            <p:cNvSpPr/>
            <p:nvPr/>
          </p:nvSpPr>
          <p:spPr>
            <a:xfrm>
              <a:off x="7544050" y="874345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940" name="tx939"/>
            <p:cNvSpPr/>
            <p:nvPr/>
          </p:nvSpPr>
          <p:spPr>
            <a:xfrm>
              <a:off x="8190273" y="874345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941" name="tx940"/>
            <p:cNvSpPr/>
            <p:nvPr/>
          </p:nvSpPr>
          <p:spPr>
            <a:xfrm>
              <a:off x="8836495" y="874345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942" name="tx941"/>
            <p:cNvSpPr/>
            <p:nvPr/>
          </p:nvSpPr>
          <p:spPr>
            <a:xfrm>
              <a:off x="7539993" y="8956323"/>
              <a:ext cx="734080" cy="118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943" name="tx942"/>
            <p:cNvSpPr/>
            <p:nvPr/>
          </p:nvSpPr>
          <p:spPr>
            <a:xfrm>
              <a:off x="6742685" y="6347601"/>
              <a:ext cx="582381" cy="1279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(j) RTD</a:t>
              </a:r>
            </a:p>
          </p:txBody>
        </p:sp>
        <p:sp>
          <p:nvSpPr>
            <p:cNvPr id="944" name="rc943"/>
            <p:cNvSpPr/>
            <p:nvPr/>
          </p:nvSpPr>
          <p:spPr>
            <a:xfrm>
              <a:off x="9362389" y="6590760"/>
              <a:ext cx="2328695" cy="208437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45" name="pt944"/>
            <p:cNvSpPr/>
            <p:nvPr/>
          </p:nvSpPr>
          <p:spPr>
            <a:xfrm>
              <a:off x="9484595" y="7991360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46" name="pt945"/>
            <p:cNvSpPr/>
            <p:nvPr/>
          </p:nvSpPr>
          <p:spPr>
            <a:xfrm>
              <a:off x="9468090" y="8114243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47" name="pt946"/>
            <p:cNvSpPr/>
            <p:nvPr/>
          </p:nvSpPr>
          <p:spPr>
            <a:xfrm>
              <a:off x="9456349" y="8218113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48" name="pt947"/>
            <p:cNvSpPr/>
            <p:nvPr/>
          </p:nvSpPr>
          <p:spPr>
            <a:xfrm>
              <a:off x="9496014" y="7528615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49" name="pt948"/>
            <p:cNvSpPr/>
            <p:nvPr/>
          </p:nvSpPr>
          <p:spPr>
            <a:xfrm>
              <a:off x="9448284" y="8057352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50" name="pt949"/>
            <p:cNvSpPr/>
            <p:nvPr/>
          </p:nvSpPr>
          <p:spPr>
            <a:xfrm>
              <a:off x="9552711" y="7561517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51" name="pt950"/>
            <p:cNvSpPr/>
            <p:nvPr/>
          </p:nvSpPr>
          <p:spPr>
            <a:xfrm>
              <a:off x="9584920" y="8465558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52" name="pt951"/>
            <p:cNvSpPr/>
            <p:nvPr/>
          </p:nvSpPr>
          <p:spPr>
            <a:xfrm>
              <a:off x="9449592" y="8216559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53" name="pt952"/>
            <p:cNvSpPr/>
            <p:nvPr/>
          </p:nvSpPr>
          <p:spPr>
            <a:xfrm>
              <a:off x="9487032" y="7575947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54" name="pt953"/>
            <p:cNvSpPr/>
            <p:nvPr/>
          </p:nvSpPr>
          <p:spPr>
            <a:xfrm>
              <a:off x="9429454" y="7438574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55" name="pt954"/>
            <p:cNvSpPr/>
            <p:nvPr/>
          </p:nvSpPr>
          <p:spPr>
            <a:xfrm>
              <a:off x="10248284" y="7888298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56" name="pt955"/>
            <p:cNvSpPr/>
            <p:nvPr/>
          </p:nvSpPr>
          <p:spPr>
            <a:xfrm>
              <a:off x="10207123" y="7527024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57" name="pt956"/>
            <p:cNvSpPr/>
            <p:nvPr/>
          </p:nvSpPr>
          <p:spPr>
            <a:xfrm>
              <a:off x="10213345" y="8158670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58" name="pt957"/>
            <p:cNvSpPr/>
            <p:nvPr/>
          </p:nvSpPr>
          <p:spPr>
            <a:xfrm>
              <a:off x="10173845" y="8442287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59" name="pt958"/>
            <p:cNvSpPr/>
            <p:nvPr/>
          </p:nvSpPr>
          <p:spPr>
            <a:xfrm>
              <a:off x="10150866" y="6646718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0" name="pt959"/>
            <p:cNvSpPr/>
            <p:nvPr/>
          </p:nvSpPr>
          <p:spPr>
            <a:xfrm>
              <a:off x="10181625" y="6800776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1" name="pt960"/>
            <p:cNvSpPr/>
            <p:nvPr/>
          </p:nvSpPr>
          <p:spPr>
            <a:xfrm>
              <a:off x="10120827" y="8340858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2" name="pt961"/>
            <p:cNvSpPr/>
            <p:nvPr/>
          </p:nvSpPr>
          <p:spPr>
            <a:xfrm>
              <a:off x="10184590" y="8497942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3" name="pt962"/>
            <p:cNvSpPr/>
            <p:nvPr/>
          </p:nvSpPr>
          <p:spPr>
            <a:xfrm>
              <a:off x="10146601" y="8477618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4" name="pt963"/>
            <p:cNvSpPr/>
            <p:nvPr/>
          </p:nvSpPr>
          <p:spPr>
            <a:xfrm>
              <a:off x="10163852" y="8278740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5" name="pt964"/>
            <p:cNvSpPr/>
            <p:nvPr/>
          </p:nvSpPr>
          <p:spPr>
            <a:xfrm>
              <a:off x="10078278" y="8359560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6" name="pt965"/>
            <p:cNvSpPr/>
            <p:nvPr/>
          </p:nvSpPr>
          <p:spPr>
            <a:xfrm>
              <a:off x="10155354" y="8425191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7" name="pt966"/>
            <p:cNvSpPr/>
            <p:nvPr/>
          </p:nvSpPr>
          <p:spPr>
            <a:xfrm>
              <a:off x="10099321" y="8370589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8" name="pt967"/>
            <p:cNvSpPr/>
            <p:nvPr/>
          </p:nvSpPr>
          <p:spPr>
            <a:xfrm>
              <a:off x="10213282" y="8360330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9" name="pt968"/>
            <p:cNvSpPr/>
            <p:nvPr/>
          </p:nvSpPr>
          <p:spPr>
            <a:xfrm>
              <a:off x="10072961" y="8276924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0" name="pt969"/>
            <p:cNvSpPr/>
            <p:nvPr/>
          </p:nvSpPr>
          <p:spPr>
            <a:xfrm>
              <a:off x="10238669" y="8116483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1" name="pt970"/>
            <p:cNvSpPr/>
            <p:nvPr/>
          </p:nvSpPr>
          <p:spPr>
            <a:xfrm>
              <a:off x="10232295" y="8473306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2" name="pt971"/>
            <p:cNvSpPr/>
            <p:nvPr/>
          </p:nvSpPr>
          <p:spPr>
            <a:xfrm>
              <a:off x="10148115" y="8180072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3" name="pt972"/>
            <p:cNvSpPr/>
            <p:nvPr/>
          </p:nvSpPr>
          <p:spPr>
            <a:xfrm>
              <a:off x="10778788" y="8157936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4" name="pt973"/>
            <p:cNvSpPr/>
            <p:nvPr/>
          </p:nvSpPr>
          <p:spPr>
            <a:xfrm>
              <a:off x="10762353" y="8503774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5" name="pt974"/>
            <p:cNvSpPr/>
            <p:nvPr/>
          </p:nvSpPr>
          <p:spPr>
            <a:xfrm>
              <a:off x="10816067" y="8347747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6" name="pt975"/>
            <p:cNvSpPr/>
            <p:nvPr/>
          </p:nvSpPr>
          <p:spPr>
            <a:xfrm>
              <a:off x="10798786" y="8406365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7" name="pt976"/>
            <p:cNvSpPr/>
            <p:nvPr/>
          </p:nvSpPr>
          <p:spPr>
            <a:xfrm>
              <a:off x="10861870" y="7993996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8" name="pt977"/>
            <p:cNvSpPr/>
            <p:nvPr/>
          </p:nvSpPr>
          <p:spPr>
            <a:xfrm>
              <a:off x="10730412" y="8240562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9" name="pt978"/>
            <p:cNvSpPr/>
            <p:nvPr/>
          </p:nvSpPr>
          <p:spPr>
            <a:xfrm>
              <a:off x="10762378" y="7914695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0" name="pt979"/>
            <p:cNvSpPr/>
            <p:nvPr/>
          </p:nvSpPr>
          <p:spPr>
            <a:xfrm>
              <a:off x="10754622" y="8157911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1" name="pt980"/>
            <p:cNvSpPr/>
            <p:nvPr/>
          </p:nvSpPr>
          <p:spPr>
            <a:xfrm>
              <a:off x="10793354" y="8258508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2" name="pt981"/>
            <p:cNvSpPr/>
            <p:nvPr/>
          </p:nvSpPr>
          <p:spPr>
            <a:xfrm>
              <a:off x="10786485" y="8071678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3" name="pt982"/>
            <p:cNvSpPr/>
            <p:nvPr/>
          </p:nvSpPr>
          <p:spPr>
            <a:xfrm>
              <a:off x="10783217" y="8423843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4" name="pt983"/>
            <p:cNvSpPr/>
            <p:nvPr/>
          </p:nvSpPr>
          <p:spPr>
            <a:xfrm>
              <a:off x="10753266" y="7613734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5" name="pt984"/>
            <p:cNvSpPr/>
            <p:nvPr/>
          </p:nvSpPr>
          <p:spPr>
            <a:xfrm>
              <a:off x="10902606" y="8337625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6" name="pt985"/>
            <p:cNvSpPr/>
            <p:nvPr/>
          </p:nvSpPr>
          <p:spPr>
            <a:xfrm>
              <a:off x="10734290" y="8435465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7" name="pt986"/>
            <p:cNvSpPr/>
            <p:nvPr/>
          </p:nvSpPr>
          <p:spPr>
            <a:xfrm>
              <a:off x="10722001" y="7484640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8" name="pt987"/>
            <p:cNvSpPr/>
            <p:nvPr/>
          </p:nvSpPr>
          <p:spPr>
            <a:xfrm>
              <a:off x="10858194" y="8041282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9" name="pt988"/>
            <p:cNvSpPr/>
            <p:nvPr/>
          </p:nvSpPr>
          <p:spPr>
            <a:xfrm>
              <a:off x="10878828" y="7880508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0" name="pt989"/>
            <p:cNvSpPr/>
            <p:nvPr/>
          </p:nvSpPr>
          <p:spPr>
            <a:xfrm>
              <a:off x="10859885" y="8321518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1" name="pt990"/>
            <p:cNvSpPr/>
            <p:nvPr/>
          </p:nvSpPr>
          <p:spPr>
            <a:xfrm>
              <a:off x="10785688" y="8164513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2" name="pt991"/>
            <p:cNvSpPr/>
            <p:nvPr/>
          </p:nvSpPr>
          <p:spPr>
            <a:xfrm>
              <a:off x="10845116" y="7915245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3" name="pt992"/>
            <p:cNvSpPr/>
            <p:nvPr/>
          </p:nvSpPr>
          <p:spPr>
            <a:xfrm>
              <a:off x="11493735" y="8277895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4" name="pt993"/>
            <p:cNvSpPr/>
            <p:nvPr/>
          </p:nvSpPr>
          <p:spPr>
            <a:xfrm>
              <a:off x="11402916" y="8211863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5" name="pt994"/>
            <p:cNvSpPr/>
            <p:nvPr/>
          </p:nvSpPr>
          <p:spPr>
            <a:xfrm>
              <a:off x="11443961" y="8058405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6" name="pt995"/>
            <p:cNvSpPr/>
            <p:nvPr/>
          </p:nvSpPr>
          <p:spPr>
            <a:xfrm>
              <a:off x="11502107" y="8266254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7" name="pt996"/>
            <p:cNvSpPr/>
            <p:nvPr/>
          </p:nvSpPr>
          <p:spPr>
            <a:xfrm>
              <a:off x="11439718" y="7989107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8" name="pt997"/>
            <p:cNvSpPr/>
            <p:nvPr/>
          </p:nvSpPr>
          <p:spPr>
            <a:xfrm>
              <a:off x="11452227" y="8172331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9" name="pt998"/>
            <p:cNvSpPr/>
            <p:nvPr/>
          </p:nvSpPr>
          <p:spPr>
            <a:xfrm>
              <a:off x="11507617" y="8060375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0" name="pt999"/>
            <p:cNvSpPr/>
            <p:nvPr/>
          </p:nvSpPr>
          <p:spPr>
            <a:xfrm>
              <a:off x="11408849" y="8124673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1" name="pt1000"/>
            <p:cNvSpPr/>
            <p:nvPr/>
          </p:nvSpPr>
          <p:spPr>
            <a:xfrm>
              <a:off x="11398593" y="8206055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2" name="pt1001"/>
            <p:cNvSpPr/>
            <p:nvPr/>
          </p:nvSpPr>
          <p:spPr>
            <a:xfrm>
              <a:off x="11508810" y="7729908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3" name="pt1002"/>
            <p:cNvSpPr/>
            <p:nvPr/>
          </p:nvSpPr>
          <p:spPr>
            <a:xfrm>
              <a:off x="11406581" y="8393302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4" name="pt1003"/>
            <p:cNvSpPr/>
            <p:nvPr/>
          </p:nvSpPr>
          <p:spPr>
            <a:xfrm>
              <a:off x="11521617" y="8230223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5" name="pt1004"/>
            <p:cNvSpPr/>
            <p:nvPr/>
          </p:nvSpPr>
          <p:spPr>
            <a:xfrm>
              <a:off x="11520819" y="8230565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6" name="pt1005"/>
            <p:cNvSpPr/>
            <p:nvPr/>
          </p:nvSpPr>
          <p:spPr>
            <a:xfrm>
              <a:off x="11510301" y="8448683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7" name="pt1006"/>
            <p:cNvSpPr/>
            <p:nvPr/>
          </p:nvSpPr>
          <p:spPr>
            <a:xfrm>
              <a:off x="11513507" y="8149384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8" name="pt1007"/>
            <p:cNvSpPr/>
            <p:nvPr/>
          </p:nvSpPr>
          <p:spPr>
            <a:xfrm>
              <a:off x="11460067" y="8447440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9" name="pt1008"/>
            <p:cNvSpPr/>
            <p:nvPr/>
          </p:nvSpPr>
          <p:spPr>
            <a:xfrm>
              <a:off x="11435153" y="7971433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0" name="pt1009"/>
            <p:cNvSpPr/>
            <p:nvPr/>
          </p:nvSpPr>
          <p:spPr>
            <a:xfrm>
              <a:off x="11489893" y="8212806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1" name="pt1010"/>
            <p:cNvSpPr/>
            <p:nvPr/>
          </p:nvSpPr>
          <p:spPr>
            <a:xfrm>
              <a:off x="11399379" y="8235080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2" name="pt1011"/>
            <p:cNvSpPr/>
            <p:nvPr/>
          </p:nvSpPr>
          <p:spPr>
            <a:xfrm>
              <a:off x="11375290" y="8079595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3" name="pt1012"/>
            <p:cNvSpPr/>
            <p:nvPr/>
          </p:nvSpPr>
          <p:spPr>
            <a:xfrm>
              <a:off x="11546449" y="8174320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4" name="pt1013"/>
            <p:cNvSpPr/>
            <p:nvPr/>
          </p:nvSpPr>
          <p:spPr>
            <a:xfrm>
              <a:off x="11483248" y="8136894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5" name="pt1014"/>
            <p:cNvSpPr/>
            <p:nvPr/>
          </p:nvSpPr>
          <p:spPr>
            <a:xfrm>
              <a:off x="11456817" y="8192845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6" name="pt1015"/>
            <p:cNvSpPr/>
            <p:nvPr/>
          </p:nvSpPr>
          <p:spPr>
            <a:xfrm>
              <a:off x="11487457" y="8409479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7" name="pg1016"/>
            <p:cNvSpPr/>
            <p:nvPr/>
          </p:nvSpPr>
          <p:spPr>
            <a:xfrm>
              <a:off x="9540855" y="7653861"/>
              <a:ext cx="1966769" cy="926529"/>
            </a:xfrm>
            <a:custGeom>
              <a:avLst/>
              <a:pathLst>
                <a:path w="1966769" h="926529">
                  <a:moveTo>
                    <a:pt x="0" y="0"/>
                  </a:moveTo>
                  <a:lnTo>
                    <a:pt x="1039085" y="302327"/>
                  </a:lnTo>
                  <a:lnTo>
                    <a:pt x="1311179" y="313599"/>
                  </a:lnTo>
                  <a:lnTo>
                    <a:pt x="1694674" y="283037"/>
                  </a:lnTo>
                  <a:lnTo>
                    <a:pt x="1966769" y="244882"/>
                  </a:lnTo>
                  <a:lnTo>
                    <a:pt x="1966769" y="926529"/>
                  </a:lnTo>
                  <a:lnTo>
                    <a:pt x="1694674" y="829314"/>
                  </a:lnTo>
                  <a:lnTo>
                    <a:pt x="1311179" y="715511"/>
                  </a:lnTo>
                  <a:lnTo>
                    <a:pt x="1039085" y="667722"/>
                  </a:lnTo>
                  <a:lnTo>
                    <a:pt x="0" y="744505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1018" name="pl1017"/>
            <p:cNvSpPr/>
            <p:nvPr/>
          </p:nvSpPr>
          <p:spPr>
            <a:xfrm>
              <a:off x="9540855" y="7653861"/>
              <a:ext cx="1966769" cy="313599"/>
            </a:xfrm>
            <a:custGeom>
              <a:avLst/>
              <a:pathLst>
                <a:path w="1966769" h="313599">
                  <a:moveTo>
                    <a:pt x="0" y="0"/>
                  </a:moveTo>
                  <a:lnTo>
                    <a:pt x="1039085" y="302327"/>
                  </a:lnTo>
                  <a:lnTo>
                    <a:pt x="1311179" y="313599"/>
                  </a:lnTo>
                  <a:lnTo>
                    <a:pt x="1694674" y="283037"/>
                  </a:lnTo>
                  <a:lnTo>
                    <a:pt x="1966769" y="2448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019" name="pl1018"/>
            <p:cNvSpPr/>
            <p:nvPr/>
          </p:nvSpPr>
          <p:spPr>
            <a:xfrm>
              <a:off x="9540855" y="8321583"/>
              <a:ext cx="1966769" cy="258807"/>
            </a:xfrm>
            <a:custGeom>
              <a:avLst/>
              <a:pathLst>
                <a:path w="1966769" h="258807">
                  <a:moveTo>
                    <a:pt x="1966769" y="258807"/>
                  </a:moveTo>
                  <a:lnTo>
                    <a:pt x="1694674" y="161592"/>
                  </a:lnTo>
                  <a:lnTo>
                    <a:pt x="1311179" y="47789"/>
                  </a:lnTo>
                  <a:lnTo>
                    <a:pt x="1039085" y="0"/>
                  </a:lnTo>
                  <a:lnTo>
                    <a:pt x="0" y="767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020" name="pl1019"/>
            <p:cNvSpPr/>
            <p:nvPr/>
          </p:nvSpPr>
          <p:spPr>
            <a:xfrm>
              <a:off x="9540855" y="8026114"/>
              <a:ext cx="1966769" cy="213453"/>
            </a:xfrm>
            <a:custGeom>
              <a:avLst/>
              <a:pathLst>
                <a:path w="1966769" h="213453">
                  <a:moveTo>
                    <a:pt x="0" y="0"/>
                  </a:moveTo>
                  <a:lnTo>
                    <a:pt x="1039085" y="112771"/>
                  </a:lnTo>
                  <a:lnTo>
                    <a:pt x="1311179" y="142302"/>
                  </a:lnTo>
                  <a:lnTo>
                    <a:pt x="1694674" y="183923"/>
                  </a:lnTo>
                  <a:lnTo>
                    <a:pt x="1966769" y="213453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21" name="tx1020"/>
            <p:cNvSpPr/>
            <p:nvPr/>
          </p:nvSpPr>
          <p:spPr>
            <a:xfrm>
              <a:off x="11155031" y="7965438"/>
              <a:ext cx="35259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= 0.5</a:t>
              </a:r>
            </a:p>
          </p:txBody>
        </p:sp>
        <p:sp>
          <p:nvSpPr>
            <p:cNvPr id="1022" name="rc1021"/>
            <p:cNvSpPr/>
            <p:nvPr/>
          </p:nvSpPr>
          <p:spPr>
            <a:xfrm>
              <a:off x="9362389" y="6590760"/>
              <a:ext cx="2328695" cy="2084375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023" name="pl1022"/>
            <p:cNvSpPr/>
            <p:nvPr/>
          </p:nvSpPr>
          <p:spPr>
            <a:xfrm>
              <a:off x="9362389" y="6590760"/>
              <a:ext cx="0" cy="2084375"/>
            </a:xfrm>
            <a:custGeom>
              <a:avLst/>
              <a:pathLst>
                <a:path w="0" h="2084375">
                  <a:moveTo>
                    <a:pt x="0" y="208437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l1023"/>
            <p:cNvSpPr/>
            <p:nvPr/>
          </p:nvSpPr>
          <p:spPr>
            <a:xfrm>
              <a:off x="9324432" y="8219115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l1024"/>
            <p:cNvSpPr/>
            <p:nvPr/>
          </p:nvSpPr>
          <p:spPr>
            <a:xfrm>
              <a:off x="9324432" y="7526192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l1025"/>
            <p:cNvSpPr/>
            <p:nvPr/>
          </p:nvSpPr>
          <p:spPr>
            <a:xfrm>
              <a:off x="9324432" y="6833268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l1026"/>
            <p:cNvSpPr/>
            <p:nvPr/>
          </p:nvSpPr>
          <p:spPr>
            <a:xfrm>
              <a:off x="9362389" y="8675135"/>
              <a:ext cx="2328695" cy="0"/>
            </a:xfrm>
            <a:custGeom>
              <a:avLst/>
              <a:pathLst>
                <a:path w="2328695" h="0">
                  <a:moveTo>
                    <a:pt x="0" y="0"/>
                  </a:moveTo>
                  <a:lnTo>
                    <a:pt x="2328695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l1027"/>
            <p:cNvSpPr/>
            <p:nvPr/>
          </p:nvSpPr>
          <p:spPr>
            <a:xfrm>
              <a:off x="9540855" y="86751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l1028"/>
            <p:cNvSpPr/>
            <p:nvPr/>
          </p:nvSpPr>
          <p:spPr>
            <a:xfrm>
              <a:off x="10196445" y="86751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l1029"/>
            <p:cNvSpPr/>
            <p:nvPr/>
          </p:nvSpPr>
          <p:spPr>
            <a:xfrm>
              <a:off x="10852034" y="86751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l1030"/>
            <p:cNvSpPr/>
            <p:nvPr/>
          </p:nvSpPr>
          <p:spPr>
            <a:xfrm>
              <a:off x="11507624" y="86751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tx1031"/>
            <p:cNvSpPr/>
            <p:nvPr/>
          </p:nvSpPr>
          <p:spPr>
            <a:xfrm>
              <a:off x="9501993" y="874345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033" name="tx1032"/>
            <p:cNvSpPr/>
            <p:nvPr/>
          </p:nvSpPr>
          <p:spPr>
            <a:xfrm>
              <a:off x="10157583" y="874345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034" name="tx1033"/>
            <p:cNvSpPr/>
            <p:nvPr/>
          </p:nvSpPr>
          <p:spPr>
            <a:xfrm>
              <a:off x="10813172" y="874345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035" name="tx1034"/>
            <p:cNvSpPr/>
            <p:nvPr/>
          </p:nvSpPr>
          <p:spPr>
            <a:xfrm>
              <a:off x="11468762" y="874345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1036" name="tx1035"/>
            <p:cNvSpPr/>
            <p:nvPr/>
          </p:nvSpPr>
          <p:spPr>
            <a:xfrm>
              <a:off x="10159697" y="8956323"/>
              <a:ext cx="734080" cy="118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1037" name="tx1036"/>
            <p:cNvSpPr/>
            <p:nvPr/>
          </p:nvSpPr>
          <p:spPr>
            <a:xfrm>
              <a:off x="9362389" y="6347601"/>
              <a:ext cx="641908" cy="1279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(k) SRA</a:t>
              </a:r>
            </a:p>
          </p:txBody>
        </p:sp>
        <p:sp>
          <p:nvSpPr>
            <p:cNvPr id="1038" name="rc1037"/>
            <p:cNvSpPr/>
            <p:nvPr/>
          </p:nvSpPr>
          <p:spPr>
            <a:xfrm>
              <a:off x="5289520" y="9207076"/>
              <a:ext cx="2615321" cy="65520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39" name="tx1038"/>
            <p:cNvSpPr/>
            <p:nvPr/>
          </p:nvSpPr>
          <p:spPr>
            <a:xfrm>
              <a:off x="6309099" y="9223901"/>
              <a:ext cx="576163" cy="1097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Species</a:t>
              </a:r>
            </a:p>
          </p:txBody>
        </p:sp>
        <p:sp>
          <p:nvSpPr>
            <p:cNvPr id="1040" name="rc1039"/>
            <p:cNvSpPr/>
            <p:nvPr/>
          </p:nvSpPr>
          <p:spPr>
            <a:xfrm>
              <a:off x="5289520" y="9426370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41" name="pt1040"/>
            <p:cNvSpPr/>
            <p:nvPr/>
          </p:nvSpPr>
          <p:spPr>
            <a:xfrm>
              <a:off x="5340735" y="9477584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42" name="rc1041"/>
            <p:cNvSpPr/>
            <p:nvPr/>
          </p:nvSpPr>
          <p:spPr>
            <a:xfrm>
              <a:off x="5289520" y="9682285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43" name="pt1042"/>
            <p:cNvSpPr/>
            <p:nvPr/>
          </p:nvSpPr>
          <p:spPr>
            <a:xfrm>
              <a:off x="5340735" y="9733499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44" name="rc1043"/>
            <p:cNvSpPr/>
            <p:nvPr/>
          </p:nvSpPr>
          <p:spPr>
            <a:xfrm>
              <a:off x="5838612" y="9426370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45" name="pt1044"/>
            <p:cNvSpPr/>
            <p:nvPr/>
          </p:nvSpPr>
          <p:spPr>
            <a:xfrm>
              <a:off x="5889827" y="9477584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46" name="rc1045"/>
            <p:cNvSpPr/>
            <p:nvPr/>
          </p:nvSpPr>
          <p:spPr>
            <a:xfrm>
              <a:off x="5838612" y="9682285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47" name="pt1046"/>
            <p:cNvSpPr/>
            <p:nvPr/>
          </p:nvSpPr>
          <p:spPr>
            <a:xfrm>
              <a:off x="5889827" y="9733499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48" name="rc1047"/>
            <p:cNvSpPr/>
            <p:nvPr/>
          </p:nvSpPr>
          <p:spPr>
            <a:xfrm>
              <a:off x="6379932" y="9426370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49" name="pt1048"/>
            <p:cNvSpPr/>
            <p:nvPr/>
          </p:nvSpPr>
          <p:spPr>
            <a:xfrm>
              <a:off x="6431147" y="9477584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50" name="rc1049"/>
            <p:cNvSpPr/>
            <p:nvPr/>
          </p:nvSpPr>
          <p:spPr>
            <a:xfrm>
              <a:off x="6379932" y="9682285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51" name="pt1050"/>
            <p:cNvSpPr/>
            <p:nvPr/>
          </p:nvSpPr>
          <p:spPr>
            <a:xfrm>
              <a:off x="6431147" y="9733499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52" name="rc1051"/>
            <p:cNvSpPr/>
            <p:nvPr/>
          </p:nvSpPr>
          <p:spPr>
            <a:xfrm>
              <a:off x="6905798" y="9426370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53" name="pt1052"/>
            <p:cNvSpPr/>
            <p:nvPr/>
          </p:nvSpPr>
          <p:spPr>
            <a:xfrm>
              <a:off x="6957013" y="9477584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54" name="rc1053"/>
            <p:cNvSpPr/>
            <p:nvPr/>
          </p:nvSpPr>
          <p:spPr>
            <a:xfrm>
              <a:off x="6905798" y="9682285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55" name="pt1054"/>
            <p:cNvSpPr/>
            <p:nvPr/>
          </p:nvSpPr>
          <p:spPr>
            <a:xfrm>
              <a:off x="6957013" y="9733499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56" name="rc1055"/>
            <p:cNvSpPr/>
            <p:nvPr/>
          </p:nvSpPr>
          <p:spPr>
            <a:xfrm>
              <a:off x="7447118" y="9426370"/>
              <a:ext cx="179999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57" name="pt1056"/>
            <p:cNvSpPr/>
            <p:nvPr/>
          </p:nvSpPr>
          <p:spPr>
            <a:xfrm>
              <a:off x="7498333" y="9477584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58" name="rc1057"/>
            <p:cNvSpPr/>
            <p:nvPr/>
          </p:nvSpPr>
          <p:spPr>
            <a:xfrm>
              <a:off x="7447118" y="9682285"/>
              <a:ext cx="179999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59" name="pt1058"/>
            <p:cNvSpPr/>
            <p:nvPr/>
          </p:nvSpPr>
          <p:spPr>
            <a:xfrm>
              <a:off x="7498333" y="9733499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60" name="tx1059"/>
            <p:cNvSpPr/>
            <p:nvPr/>
          </p:nvSpPr>
          <p:spPr>
            <a:xfrm>
              <a:off x="5545436" y="9466260"/>
              <a:ext cx="2094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CG</a:t>
              </a:r>
            </a:p>
          </p:txBody>
        </p:sp>
        <p:sp>
          <p:nvSpPr>
            <p:cNvPr id="1061" name="tx1060"/>
            <p:cNvSpPr/>
            <p:nvPr/>
          </p:nvSpPr>
          <p:spPr>
            <a:xfrm>
              <a:off x="5545436" y="9722176"/>
              <a:ext cx="21726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CM</a:t>
              </a:r>
            </a:p>
          </p:txBody>
        </p:sp>
        <p:sp>
          <p:nvSpPr>
            <p:cNvPr id="1062" name="tx1061"/>
            <p:cNvSpPr/>
            <p:nvPr/>
          </p:nvSpPr>
          <p:spPr>
            <a:xfrm>
              <a:off x="6094528" y="9466260"/>
              <a:ext cx="19403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CS</a:t>
              </a:r>
            </a:p>
          </p:txBody>
        </p:sp>
        <p:sp>
          <p:nvSpPr>
            <p:cNvPr id="1063" name="tx1062"/>
            <p:cNvSpPr/>
            <p:nvPr/>
          </p:nvSpPr>
          <p:spPr>
            <a:xfrm>
              <a:off x="6094528" y="9722176"/>
              <a:ext cx="2094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</a:t>
              </a:r>
            </a:p>
          </p:txBody>
        </p:sp>
        <p:sp>
          <p:nvSpPr>
            <p:cNvPr id="1064" name="tx1063"/>
            <p:cNvSpPr/>
            <p:nvPr/>
          </p:nvSpPr>
          <p:spPr>
            <a:xfrm>
              <a:off x="6635847" y="9466260"/>
              <a:ext cx="19403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ED</a:t>
              </a:r>
            </a:p>
          </p:txBody>
        </p:sp>
        <p:sp>
          <p:nvSpPr>
            <p:cNvPr id="1065" name="tx1064"/>
            <p:cNvSpPr/>
            <p:nvPr/>
          </p:nvSpPr>
          <p:spPr>
            <a:xfrm>
              <a:off x="6635847" y="9722176"/>
              <a:ext cx="19403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HA</a:t>
              </a:r>
            </a:p>
          </p:txBody>
        </p:sp>
        <p:sp>
          <p:nvSpPr>
            <p:cNvPr id="1066" name="tx1065"/>
            <p:cNvSpPr/>
            <p:nvPr/>
          </p:nvSpPr>
          <p:spPr>
            <a:xfrm>
              <a:off x="7161714" y="9466260"/>
              <a:ext cx="17858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LH</a:t>
              </a:r>
            </a:p>
          </p:txBody>
        </p:sp>
        <p:sp>
          <p:nvSpPr>
            <p:cNvPr id="1067" name="tx1066"/>
            <p:cNvSpPr/>
            <p:nvPr/>
          </p:nvSpPr>
          <p:spPr>
            <a:xfrm>
              <a:off x="7161714" y="9722176"/>
              <a:ext cx="2094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QC</a:t>
              </a:r>
            </a:p>
          </p:txBody>
        </p:sp>
        <p:sp>
          <p:nvSpPr>
            <p:cNvPr id="1068" name="tx1067"/>
            <p:cNvSpPr/>
            <p:nvPr/>
          </p:nvSpPr>
          <p:spPr>
            <a:xfrm>
              <a:off x="7703033" y="9466260"/>
              <a:ext cx="2018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QS</a:t>
              </a:r>
            </a:p>
          </p:txBody>
        </p:sp>
        <p:sp>
          <p:nvSpPr>
            <p:cNvPr id="1069" name="tx1068"/>
            <p:cNvSpPr/>
            <p:nvPr/>
          </p:nvSpPr>
          <p:spPr>
            <a:xfrm>
              <a:off x="7703033" y="9722176"/>
              <a:ext cx="18635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jingyang</cp:lastModifiedBy>
  <cp:revision>3</cp:revision>
  <dcterms:created xsi:type="dcterms:W3CDTF">2017-02-13T16:18:36Z</dcterms:created>
  <dcterms:modified xsi:type="dcterms:W3CDTF">2026-07-20T00:49:07Z</dcterms:modified>
  <cp:category/>
</cp:coreProperties>
</file>