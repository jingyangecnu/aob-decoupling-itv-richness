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19999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726253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91264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22106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52947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26189"/>
              <a:ext cx="1726253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91264" y="2426189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22106" y="2426189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00020"/>
              <a:ext cx="1726253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91264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22106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52947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42663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363695" y="197737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82247" y="179041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56524" y="188081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14507" y="160835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50189" y="226538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54832" y="186270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371267" y="207977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394922" y="194981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16822" y="173801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34466" y="188741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07414" y="177551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29101" y="166372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17842" y="165646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48161" y="191688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15976" y="186000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801807" y="172785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81010" y="182909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813551" y="202449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56725" y="195643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64289" y="161883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29007" y="164703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36916" y="189259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804987" y="195263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806568" y="208558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809867" y="194385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82576" y="179017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19046" y="193825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56576" y="180545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46792" y="178049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10617" y="181582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55007" y="197117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65523" y="168373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091900" y="180532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23706" y="182526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64263" y="186659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27758" y="180666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31575" y="192710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51184" y="151299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095315" y="159034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32200" y="155744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59181" y="151642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26662" y="178360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77346" y="174177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93153" y="164719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26479" y="195939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81710" y="183481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30608" y="178158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22506" y="170533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522393" y="164487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40367" y="169579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63386" y="190975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507657" y="17194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543686" y="187552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45941" y="197016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505783" y="178715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67981" y="177576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92957" y="171545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53234" y="186893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502960" y="173371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526967" y="128317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62516" y="188422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513665" y="13714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57212" y="180366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60179" y="154559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54886" y="151088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541604" y="152630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60922" y="185951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528384" y="169258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60535" y="183217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517605" y="175156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69348" y="141328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64864" y="12003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443099" y="1659627"/>
              <a:ext cx="1086383" cy="369114"/>
            </a:xfrm>
            <a:custGeom>
              <a:avLst/>
              <a:pathLst>
                <a:path w="1086383" h="369114">
                  <a:moveTo>
                    <a:pt x="0" y="209018"/>
                  </a:moveTo>
                  <a:lnTo>
                    <a:pt x="573958" y="124046"/>
                  </a:lnTo>
                  <a:lnTo>
                    <a:pt x="724255" y="92881"/>
                  </a:lnTo>
                  <a:lnTo>
                    <a:pt x="936086" y="40895"/>
                  </a:lnTo>
                  <a:lnTo>
                    <a:pt x="1086383" y="0"/>
                  </a:lnTo>
                  <a:lnTo>
                    <a:pt x="1086383" y="125465"/>
                  </a:lnTo>
                  <a:lnTo>
                    <a:pt x="936086" y="147194"/>
                  </a:lnTo>
                  <a:lnTo>
                    <a:pt x="724255" y="183473"/>
                  </a:lnTo>
                  <a:lnTo>
                    <a:pt x="573958" y="214932"/>
                  </a:lnTo>
                  <a:lnTo>
                    <a:pt x="0" y="36911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43099" y="1659627"/>
              <a:ext cx="1086383" cy="209018"/>
            </a:xfrm>
            <a:custGeom>
              <a:avLst/>
              <a:pathLst>
                <a:path w="1086383" h="209018">
                  <a:moveTo>
                    <a:pt x="0" y="209018"/>
                  </a:moveTo>
                  <a:lnTo>
                    <a:pt x="573958" y="124046"/>
                  </a:lnTo>
                  <a:lnTo>
                    <a:pt x="724255" y="92881"/>
                  </a:lnTo>
                  <a:lnTo>
                    <a:pt x="936086" y="40895"/>
                  </a:lnTo>
                  <a:lnTo>
                    <a:pt x="10863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43099" y="1785092"/>
              <a:ext cx="1086383" cy="243649"/>
            </a:xfrm>
            <a:custGeom>
              <a:avLst/>
              <a:pathLst>
                <a:path w="1086383" h="243649">
                  <a:moveTo>
                    <a:pt x="1086383" y="0"/>
                  </a:moveTo>
                  <a:lnTo>
                    <a:pt x="936086" y="21729"/>
                  </a:lnTo>
                  <a:lnTo>
                    <a:pt x="724255" y="58008"/>
                  </a:lnTo>
                  <a:lnTo>
                    <a:pt x="573958" y="89467"/>
                  </a:lnTo>
                  <a:lnTo>
                    <a:pt x="0" y="2436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43099" y="1722360"/>
              <a:ext cx="1086383" cy="226334"/>
            </a:xfrm>
            <a:custGeom>
              <a:avLst/>
              <a:pathLst>
                <a:path w="1086383" h="226334">
                  <a:moveTo>
                    <a:pt x="0" y="226334"/>
                  </a:moveTo>
                  <a:lnTo>
                    <a:pt x="573958" y="106757"/>
                  </a:lnTo>
                  <a:lnTo>
                    <a:pt x="724255" y="75444"/>
                  </a:lnTo>
                  <a:lnTo>
                    <a:pt x="936086" y="31312"/>
                  </a:lnTo>
                  <a:lnTo>
                    <a:pt x="108638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1986274" y="1227261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2067070" y="1227169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96" name="rc95"/>
            <p:cNvSpPr/>
            <p:nvPr/>
          </p:nvSpPr>
          <p:spPr>
            <a:xfrm>
              <a:off x="1342663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42663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tx97"/>
            <p:cNvSpPr/>
            <p:nvPr/>
          </p:nvSpPr>
          <p:spPr>
            <a:xfrm rot="-5400000">
              <a:off x="1152636" y="227288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52636" y="199566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52636" y="171844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152636" y="144122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2" name="tx101"/>
            <p:cNvSpPr/>
            <p:nvPr/>
          </p:nvSpPr>
          <p:spPr>
            <a:xfrm rot="-5400000">
              <a:off x="1152636" y="116400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3" name="pl102"/>
            <p:cNvSpPr/>
            <p:nvPr/>
          </p:nvSpPr>
          <p:spPr>
            <a:xfrm>
              <a:off x="1311032" y="231389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11032" y="203667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11032" y="175945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311032" y="148223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311032" y="12050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42663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44309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80522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16735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52948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tx112"/>
            <p:cNvSpPr/>
            <p:nvPr/>
          </p:nvSpPr>
          <p:spPr>
            <a:xfrm>
              <a:off x="1342663" y="990315"/>
              <a:ext cx="51224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2773505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87278" y="192812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805435" y="191632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30547" y="182127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795765" y="174756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30735" y="218538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48277" y="225249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794537" y="182260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80689" y="220445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61938" y="181573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20318" y="165680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3248142" y="183440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249093" y="187607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189430" y="131561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202095" y="181082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245014" y="140078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164872" y="172461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44344" y="166544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92461" y="192130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45360" y="183040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95749" y="208073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161255" y="209731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180790" y="201778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07636" y="226100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52000" y="213466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25598" y="218215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208984" y="200855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21937" y="210345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85409" y="185383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560374" y="145830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609286" y="192549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532391" y="164726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581890" y="190404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26510" y="173051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84866" y="190745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40547" y="141201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44883" y="172286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26621" y="180211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30697" y="204153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60464" y="181210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58330" y="129408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81704" y="166541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603503" y="190438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87463" y="191327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69601" y="203451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90591" y="223551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58174" y="210177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66277" y="206559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89437" y="170344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908954" y="165146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902790" y="155822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951306" y="178969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954156" y="187168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900179" y="226538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10601" y="188243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956134" y="226288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971061" y="180587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912097" y="188575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922556" y="215942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68758" y="174556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93218" y="120035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13671" y="194403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81217" y="165012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949514" y="169340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78395" y="155745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66923" y="175681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961015" y="157245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81457" y="196042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45860" y="171766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58464" y="191754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74528" y="214797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66709" y="137425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33328" y="163963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73772" y="1677906"/>
              <a:ext cx="1093394" cy="425749"/>
            </a:xfrm>
            <a:custGeom>
              <a:avLst/>
              <a:pathLst>
                <a:path w="1093394" h="425749">
                  <a:moveTo>
                    <a:pt x="0" y="141235"/>
                  </a:moveTo>
                  <a:lnTo>
                    <a:pt x="577663" y="76369"/>
                  </a:lnTo>
                  <a:lnTo>
                    <a:pt x="728929" y="55807"/>
                  </a:lnTo>
                  <a:lnTo>
                    <a:pt x="942128" y="24200"/>
                  </a:lnTo>
                  <a:lnTo>
                    <a:pt x="1093394" y="0"/>
                  </a:lnTo>
                  <a:lnTo>
                    <a:pt x="1093394" y="269875"/>
                  </a:lnTo>
                  <a:lnTo>
                    <a:pt x="942128" y="286778"/>
                  </a:lnTo>
                  <a:lnTo>
                    <a:pt x="728929" y="313104"/>
                  </a:lnTo>
                  <a:lnTo>
                    <a:pt x="577663" y="333645"/>
                  </a:lnTo>
                  <a:lnTo>
                    <a:pt x="0" y="42574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2873772" y="1677906"/>
              <a:ext cx="1093394" cy="141235"/>
            </a:xfrm>
            <a:custGeom>
              <a:avLst/>
              <a:pathLst>
                <a:path w="1093394" h="141235">
                  <a:moveTo>
                    <a:pt x="0" y="141235"/>
                  </a:moveTo>
                  <a:lnTo>
                    <a:pt x="577663" y="76369"/>
                  </a:lnTo>
                  <a:lnTo>
                    <a:pt x="728929" y="55807"/>
                  </a:lnTo>
                  <a:lnTo>
                    <a:pt x="942128" y="24200"/>
                  </a:lnTo>
                  <a:lnTo>
                    <a:pt x="10933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873772" y="1947781"/>
              <a:ext cx="1093394" cy="155873"/>
            </a:xfrm>
            <a:custGeom>
              <a:avLst/>
              <a:pathLst>
                <a:path w="1093394" h="155873">
                  <a:moveTo>
                    <a:pt x="1093394" y="0"/>
                  </a:moveTo>
                  <a:lnTo>
                    <a:pt x="942128" y="16903"/>
                  </a:lnTo>
                  <a:lnTo>
                    <a:pt x="728929" y="43229"/>
                  </a:lnTo>
                  <a:lnTo>
                    <a:pt x="577663" y="63770"/>
                  </a:lnTo>
                  <a:lnTo>
                    <a:pt x="0" y="155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873772" y="1812843"/>
              <a:ext cx="1093394" cy="148554"/>
            </a:xfrm>
            <a:custGeom>
              <a:avLst/>
              <a:pathLst>
                <a:path w="1093394" h="148554">
                  <a:moveTo>
                    <a:pt x="0" y="148554"/>
                  </a:moveTo>
                  <a:lnTo>
                    <a:pt x="577663" y="70070"/>
                  </a:lnTo>
                  <a:lnTo>
                    <a:pt x="728929" y="49518"/>
                  </a:lnTo>
                  <a:lnTo>
                    <a:pt x="942128" y="20551"/>
                  </a:lnTo>
                  <a:lnTo>
                    <a:pt x="1093394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3423959" y="122723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92" name="tx191"/>
            <p:cNvSpPr/>
            <p:nvPr/>
          </p:nvSpPr>
          <p:spPr>
            <a:xfrm>
              <a:off x="3504755" y="122714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0.005</a:t>
              </a:r>
            </a:p>
          </p:txBody>
        </p:sp>
        <p:sp>
          <p:nvSpPr>
            <p:cNvPr id="193" name="rc192"/>
            <p:cNvSpPr/>
            <p:nvPr/>
          </p:nvSpPr>
          <p:spPr>
            <a:xfrm>
              <a:off x="2773505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773505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741874" y="207677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741874" y="170511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741874" y="133345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773505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7377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323823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360270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396716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tx202"/>
            <p:cNvSpPr/>
            <p:nvPr/>
          </p:nvSpPr>
          <p:spPr>
            <a:xfrm>
              <a:off x="2773505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4204347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235493" y="206068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4320757" y="208382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237419" y="219059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225379" y="188373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241831" y="191830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268091" y="186354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275385" y="215659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327228" y="202426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300501" y="211389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58559" y="170710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21435" y="222440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632168" y="203513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616265" y="164201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678197" y="204504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614535" y="226538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609343" y="226108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33600" y="209800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25338" y="223333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32649" y="162834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53784" y="120035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49499" y="199803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80648" y="211553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76565" y="209059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49520" y="214144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594980" y="201802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55241" y="188960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48008" y="195903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22411" y="204083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5013444" y="220371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5046718" y="221578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5032252" y="211131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977911" y="208430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5035461" y="126857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5025766" y="211050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988916" y="166458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999929" y="174572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65799" y="221461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5019259" y="121645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53563" y="221806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5011030" y="217185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75841" y="172005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5044298" y="202726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66339" y="20665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73507" y="133345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53815" y="210178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5047631" y="211789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5043902" y="186226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75204" y="189732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311894" y="215108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329234" y="217811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365367" y="221351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384018" y="215065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371721" y="162147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351852" y="216816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314858" y="176232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399400" y="221965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381786" y="130583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65255" y="134383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95685" y="206227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20271" y="206975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07908" y="193715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19813" y="206299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402068" y="198728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82216" y="219319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15665" y="218147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92307" y="199194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405370" y="204253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55185" y="186275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39114" y="122750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47604" y="181644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65780" y="21195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47510" y="176932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4314828" y="1850337"/>
              <a:ext cx="1082148" cy="336936"/>
            </a:xfrm>
            <a:custGeom>
              <a:avLst/>
              <a:pathLst>
                <a:path w="1082148" h="336936">
                  <a:moveTo>
                    <a:pt x="0" y="39658"/>
                  </a:moveTo>
                  <a:lnTo>
                    <a:pt x="571721" y="44096"/>
                  </a:lnTo>
                  <a:lnTo>
                    <a:pt x="721432" y="36095"/>
                  </a:lnTo>
                  <a:lnTo>
                    <a:pt x="932437" y="17583"/>
                  </a:lnTo>
                  <a:lnTo>
                    <a:pt x="1082148" y="0"/>
                  </a:lnTo>
                  <a:lnTo>
                    <a:pt x="1082148" y="260476"/>
                  </a:lnTo>
                  <a:lnTo>
                    <a:pt x="932437" y="258957"/>
                  </a:lnTo>
                  <a:lnTo>
                    <a:pt x="721432" y="263087"/>
                  </a:lnTo>
                  <a:lnTo>
                    <a:pt x="571721" y="271150"/>
                  </a:lnTo>
                  <a:lnTo>
                    <a:pt x="0" y="33693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4314828" y="1850337"/>
              <a:ext cx="1082148" cy="44096"/>
            </a:xfrm>
            <a:custGeom>
              <a:avLst/>
              <a:pathLst>
                <a:path w="1082148" h="44096">
                  <a:moveTo>
                    <a:pt x="0" y="39658"/>
                  </a:moveTo>
                  <a:lnTo>
                    <a:pt x="571721" y="44096"/>
                  </a:lnTo>
                  <a:lnTo>
                    <a:pt x="721432" y="36095"/>
                  </a:lnTo>
                  <a:lnTo>
                    <a:pt x="932437" y="17583"/>
                  </a:lnTo>
                  <a:lnTo>
                    <a:pt x="10821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4314828" y="2109295"/>
              <a:ext cx="1082148" cy="77978"/>
            </a:xfrm>
            <a:custGeom>
              <a:avLst/>
              <a:pathLst>
                <a:path w="1082148" h="77978">
                  <a:moveTo>
                    <a:pt x="1082148" y="1518"/>
                  </a:moveTo>
                  <a:lnTo>
                    <a:pt x="932437" y="0"/>
                  </a:lnTo>
                  <a:lnTo>
                    <a:pt x="721432" y="4129"/>
                  </a:lnTo>
                  <a:lnTo>
                    <a:pt x="571721" y="12192"/>
                  </a:lnTo>
                  <a:lnTo>
                    <a:pt x="0" y="77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4314828" y="1980575"/>
              <a:ext cx="1082148" cy="58058"/>
            </a:xfrm>
            <a:custGeom>
              <a:avLst/>
              <a:pathLst>
                <a:path w="1082148" h="58058">
                  <a:moveTo>
                    <a:pt x="0" y="58058"/>
                  </a:moveTo>
                  <a:lnTo>
                    <a:pt x="571721" y="27385"/>
                  </a:lnTo>
                  <a:lnTo>
                    <a:pt x="721432" y="19352"/>
                  </a:lnTo>
                  <a:lnTo>
                    <a:pt x="932437" y="8032"/>
                  </a:lnTo>
                  <a:lnTo>
                    <a:pt x="1082148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4853768" y="122717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2" name="tx281"/>
            <p:cNvSpPr/>
            <p:nvPr/>
          </p:nvSpPr>
          <p:spPr>
            <a:xfrm>
              <a:off x="4934564" y="1227088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0.476</a:t>
              </a:r>
            </a:p>
          </p:txBody>
        </p:sp>
        <p:sp>
          <p:nvSpPr>
            <p:cNvPr id="283" name="rc282"/>
            <p:cNvSpPr/>
            <p:nvPr/>
          </p:nvSpPr>
          <p:spPr>
            <a:xfrm>
              <a:off x="4204347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4204347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172716" y="211307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172716" y="176475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172716" y="14164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204347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31482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67554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503626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539697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tx292"/>
            <p:cNvSpPr/>
            <p:nvPr/>
          </p:nvSpPr>
          <p:spPr>
            <a:xfrm>
              <a:off x="4204347" y="990315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4" name="rc293"/>
            <p:cNvSpPr/>
            <p:nvPr/>
          </p:nvSpPr>
          <p:spPr>
            <a:xfrm>
              <a:off x="5635189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5693199" y="203559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5741085" y="193952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5659568" y="188235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5656221" y="211383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5701522" y="215028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5702550" y="147160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713927" y="204852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664484" y="179871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5690731" y="20342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5683548" y="210979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6094403" y="192722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6053428" y="205060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6018015" y="170633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6114413" y="209102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6083405" y="202835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6069441" y="178993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083909" y="215373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050144" y="204548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074653" y="195910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064904" y="122797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039618" y="152738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108997" y="197285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59824" y="192367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54752" y="214489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34055" y="198321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15516" y="192247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61757" y="208066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105696" y="202382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373854" y="226538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416170" y="20490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396791" y="202693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421465" y="191220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373577" y="144644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467675" y="13799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444293" y="168290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381916" y="179993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442335" y="181093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472365" y="172682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421513" y="178170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471078" y="172246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07570" y="205683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24792" y="19479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04585" y="202337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26518" y="163619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43124" y="172784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41704" y="193142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390368" y="177869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51891" y="120035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817899" y="179361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836212" y="190631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784556" y="179905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808370" y="178880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819972" y="185541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830523" y="180452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759141" y="168754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738874" y="179207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753569" y="201525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824917" y="152308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763642" y="201654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783499" y="199920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786188" y="190584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36052" y="181081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81416" y="183388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91421" y="201509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825009" y="171058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18565" y="184630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829207" y="191079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82251" y="184725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69620" y="191220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12807" y="158964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39916" y="185993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57842" y="180475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5742365" y="1706479"/>
              <a:ext cx="1080885" cy="422876"/>
            </a:xfrm>
            <a:custGeom>
              <a:avLst/>
              <a:pathLst>
                <a:path w="1080885" h="422876">
                  <a:moveTo>
                    <a:pt x="0" y="120306"/>
                  </a:moveTo>
                  <a:lnTo>
                    <a:pt x="571054" y="105925"/>
                  </a:lnTo>
                  <a:lnTo>
                    <a:pt x="720590" y="83892"/>
                  </a:lnTo>
                  <a:lnTo>
                    <a:pt x="931349" y="38759"/>
                  </a:lnTo>
                  <a:lnTo>
                    <a:pt x="1080885" y="0"/>
                  </a:lnTo>
                  <a:lnTo>
                    <a:pt x="1080885" y="266138"/>
                  </a:lnTo>
                  <a:lnTo>
                    <a:pt x="931349" y="265706"/>
                  </a:lnTo>
                  <a:lnTo>
                    <a:pt x="720590" y="274594"/>
                  </a:lnTo>
                  <a:lnTo>
                    <a:pt x="571054" y="290889"/>
                  </a:lnTo>
                  <a:lnTo>
                    <a:pt x="0" y="42287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5742365" y="1706479"/>
              <a:ext cx="1080885" cy="120306"/>
            </a:xfrm>
            <a:custGeom>
              <a:avLst/>
              <a:pathLst>
                <a:path w="1080885" h="120306">
                  <a:moveTo>
                    <a:pt x="0" y="120306"/>
                  </a:moveTo>
                  <a:lnTo>
                    <a:pt x="571054" y="105925"/>
                  </a:lnTo>
                  <a:lnTo>
                    <a:pt x="720590" y="83892"/>
                  </a:lnTo>
                  <a:lnTo>
                    <a:pt x="931349" y="38759"/>
                  </a:lnTo>
                  <a:lnTo>
                    <a:pt x="10808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9" name="pl368"/>
            <p:cNvSpPr/>
            <p:nvPr/>
          </p:nvSpPr>
          <p:spPr>
            <a:xfrm>
              <a:off x="5742365" y="1972186"/>
              <a:ext cx="1080885" cy="157170"/>
            </a:xfrm>
            <a:custGeom>
              <a:avLst/>
              <a:pathLst>
                <a:path w="1080885" h="157170">
                  <a:moveTo>
                    <a:pt x="1080885" y="431"/>
                  </a:moveTo>
                  <a:lnTo>
                    <a:pt x="931349" y="0"/>
                  </a:lnTo>
                  <a:lnTo>
                    <a:pt x="720590" y="8888"/>
                  </a:lnTo>
                  <a:lnTo>
                    <a:pt x="571054" y="25183"/>
                  </a:lnTo>
                  <a:lnTo>
                    <a:pt x="0" y="157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0" name="pl369"/>
            <p:cNvSpPr/>
            <p:nvPr/>
          </p:nvSpPr>
          <p:spPr>
            <a:xfrm>
              <a:off x="5742365" y="1839549"/>
              <a:ext cx="1080885" cy="138522"/>
            </a:xfrm>
            <a:custGeom>
              <a:avLst/>
              <a:pathLst>
                <a:path w="1080885" h="138522">
                  <a:moveTo>
                    <a:pt x="0" y="138522"/>
                  </a:moveTo>
                  <a:lnTo>
                    <a:pt x="571054" y="65338"/>
                  </a:lnTo>
                  <a:lnTo>
                    <a:pt x="720590" y="46174"/>
                  </a:lnTo>
                  <a:lnTo>
                    <a:pt x="931349" y="19164"/>
                  </a:lnTo>
                  <a:lnTo>
                    <a:pt x="108088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1" name="tx370"/>
            <p:cNvSpPr/>
            <p:nvPr/>
          </p:nvSpPr>
          <p:spPr>
            <a:xfrm>
              <a:off x="6280042" y="1227231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72" name="tx371"/>
            <p:cNvSpPr/>
            <p:nvPr/>
          </p:nvSpPr>
          <p:spPr>
            <a:xfrm>
              <a:off x="6360838" y="1227139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0.229</a:t>
              </a:r>
            </a:p>
          </p:txBody>
        </p:sp>
        <p:sp>
          <p:nvSpPr>
            <p:cNvPr id="373" name="rc372"/>
            <p:cNvSpPr/>
            <p:nvPr/>
          </p:nvSpPr>
          <p:spPr>
            <a:xfrm>
              <a:off x="5635189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5635189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603558" y="230265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603558" y="201650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5603558" y="17303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5603558" y="144421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635189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42365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610266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6462955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682325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5635189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1342663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390186" y="348581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363899" y="360424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415709" y="329788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420226" y="332291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447994" y="373794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398866" y="332831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415618" y="372237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1442016" y="373921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372082" y="362215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363695" y="338439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786227" y="34175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818048" y="26741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806293" y="326087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98223" y="353237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755845" y="364314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820474" y="354039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749707" y="317019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796590" y="331757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803114" y="348695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820657" y="284519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773803" y="317717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818407" y="34249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820049" y="306749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793427" y="306576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84287" y="365707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739015" y="285206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818282" y="323261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86529" y="332236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175116" y="336903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161508" y="330889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090203" y="340202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143464" y="339397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172833" y="312947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57291" y="347369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116455" y="332709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185713" y="354758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156201" y="354877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12324" y="309367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77499" y="321845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180489" y="309144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143837" y="304573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089308" y="36539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21577" y="345439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086358" y="312702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41772" y="293232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80812" y="355102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10262" y="314494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56551" y="330339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461838" y="340648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452763" y="350163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447224" y="345104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469985" y="373588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493072" y="352835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460032" y="360194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465719" y="274767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469265" y="361345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531085" y="343776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488632" y="333077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497281" y="353236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521088" y="334860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521161" y="355672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543686" y="356171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470305" y="357317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497318" y="366410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509940" y="326107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89384" y="359562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522181" y="349247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542538" y="340719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59289" y="348535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500073" y="280509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88269" y="347451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69517" y="353121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450033" y="3118517"/>
              <a:ext cx="1083940" cy="453121"/>
            </a:xfrm>
            <a:custGeom>
              <a:avLst/>
              <a:pathLst>
                <a:path w="1083940" h="453121">
                  <a:moveTo>
                    <a:pt x="0" y="0"/>
                  </a:moveTo>
                  <a:lnTo>
                    <a:pt x="572668" y="128033"/>
                  </a:lnTo>
                  <a:lnTo>
                    <a:pt x="722627" y="142623"/>
                  </a:lnTo>
                  <a:lnTo>
                    <a:pt x="933982" y="148537"/>
                  </a:lnTo>
                  <a:lnTo>
                    <a:pt x="1083940" y="145313"/>
                  </a:lnTo>
                  <a:lnTo>
                    <a:pt x="1083940" y="453121"/>
                  </a:lnTo>
                  <a:lnTo>
                    <a:pt x="933982" y="415420"/>
                  </a:lnTo>
                  <a:lnTo>
                    <a:pt x="722627" y="372741"/>
                  </a:lnTo>
                  <a:lnTo>
                    <a:pt x="572668" y="352855"/>
                  </a:lnTo>
                  <a:lnTo>
                    <a:pt x="0" y="34922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9" name="pl458"/>
            <p:cNvSpPr/>
            <p:nvPr/>
          </p:nvSpPr>
          <p:spPr>
            <a:xfrm>
              <a:off x="1450033" y="3118517"/>
              <a:ext cx="1083940" cy="148537"/>
            </a:xfrm>
            <a:custGeom>
              <a:avLst/>
              <a:pathLst>
                <a:path w="1083940" h="148537">
                  <a:moveTo>
                    <a:pt x="0" y="0"/>
                  </a:moveTo>
                  <a:lnTo>
                    <a:pt x="572668" y="128033"/>
                  </a:lnTo>
                  <a:lnTo>
                    <a:pt x="722627" y="142623"/>
                  </a:lnTo>
                  <a:lnTo>
                    <a:pt x="933982" y="148537"/>
                  </a:lnTo>
                  <a:lnTo>
                    <a:pt x="1083940" y="1453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0" name="pl459"/>
            <p:cNvSpPr/>
            <p:nvPr/>
          </p:nvSpPr>
          <p:spPr>
            <a:xfrm>
              <a:off x="1450033" y="3467743"/>
              <a:ext cx="1083940" cy="103895"/>
            </a:xfrm>
            <a:custGeom>
              <a:avLst/>
              <a:pathLst>
                <a:path w="1083940" h="103895">
                  <a:moveTo>
                    <a:pt x="1083940" y="103895"/>
                  </a:moveTo>
                  <a:lnTo>
                    <a:pt x="933982" y="66194"/>
                  </a:lnTo>
                  <a:lnTo>
                    <a:pt x="722627" y="23515"/>
                  </a:lnTo>
                  <a:lnTo>
                    <a:pt x="572668" y="36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450033" y="3293130"/>
              <a:ext cx="1083940" cy="124604"/>
            </a:xfrm>
            <a:custGeom>
              <a:avLst/>
              <a:pathLst>
                <a:path w="1083940" h="124604">
                  <a:moveTo>
                    <a:pt x="0" y="0"/>
                  </a:moveTo>
                  <a:lnTo>
                    <a:pt x="572668" y="65831"/>
                  </a:lnTo>
                  <a:lnTo>
                    <a:pt x="722627" y="83069"/>
                  </a:lnTo>
                  <a:lnTo>
                    <a:pt x="933982" y="107365"/>
                  </a:lnTo>
                  <a:lnTo>
                    <a:pt x="1083940" y="12460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>
              <a:off x="1990765" y="2701058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63" name="tx462"/>
            <p:cNvSpPr/>
            <p:nvPr/>
          </p:nvSpPr>
          <p:spPr>
            <a:xfrm>
              <a:off x="2071561" y="2700966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0.321</a:t>
              </a:r>
            </a:p>
          </p:txBody>
        </p:sp>
        <p:sp>
          <p:nvSpPr>
            <p:cNvPr id="464" name="rc463"/>
            <p:cNvSpPr/>
            <p:nvPr/>
          </p:nvSpPr>
          <p:spPr>
            <a:xfrm>
              <a:off x="1342663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5" name="pl464"/>
            <p:cNvSpPr/>
            <p:nvPr/>
          </p:nvSpPr>
          <p:spPr>
            <a:xfrm>
              <a:off x="1342663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tx465"/>
            <p:cNvSpPr/>
            <p:nvPr/>
          </p:nvSpPr>
          <p:spPr>
            <a:xfrm rot="-5400000">
              <a:off x="1152636" y="36891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7" name="tx466"/>
            <p:cNvSpPr/>
            <p:nvPr/>
          </p:nvSpPr>
          <p:spPr>
            <a:xfrm rot="-5400000">
              <a:off x="1152636" y="341416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8" name="tx467"/>
            <p:cNvSpPr/>
            <p:nvPr/>
          </p:nvSpPr>
          <p:spPr>
            <a:xfrm rot="-5400000">
              <a:off x="1152636" y="313916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9" name="tx468"/>
            <p:cNvSpPr/>
            <p:nvPr/>
          </p:nvSpPr>
          <p:spPr>
            <a:xfrm rot="-5400000">
              <a:off x="1152636" y="286415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70" name="pl469"/>
            <p:cNvSpPr/>
            <p:nvPr/>
          </p:nvSpPr>
          <p:spPr>
            <a:xfrm>
              <a:off x="1311032" y="373018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311032" y="34551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1311032" y="318017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1311032" y="29051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1342663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50033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811346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2172660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2533973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tx478"/>
            <p:cNvSpPr/>
            <p:nvPr/>
          </p:nvSpPr>
          <p:spPr>
            <a:xfrm rot="-5400000">
              <a:off x="41327" y="3194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480" name="tx479"/>
            <p:cNvSpPr/>
            <p:nvPr/>
          </p:nvSpPr>
          <p:spPr>
            <a:xfrm>
              <a:off x="1342663" y="2464146"/>
              <a:ext cx="4347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2773505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797921" y="340914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821411" y="319889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794537" y="336115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43573" y="336842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829995" y="353025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797996" y="333637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825637" y="346770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875067" y="340774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814908" y="35590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810971" y="358057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226942" y="365977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217830" y="362827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199992" y="348974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169225" y="361097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177038" y="349440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211355" y="329256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200488" y="363375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188522" y="36255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243773" y="347459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186288" y="332502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204475" y="341833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228954" y="362873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191611" y="325056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202981" y="349842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181433" y="337165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226511" y="335906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233767" y="314421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146253" y="327299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588944" y="329654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518169" y="370975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563734" y="334897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557513" y="356313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532631" y="359671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530037" y="37392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591201" y="307569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542919" y="328100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541316" y="346633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544780" y="338767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531447" y="367752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549233" y="355779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73802" y="354817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574548" y="357037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572015" y="340633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63279" y="361309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570669" y="353000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541726" y="323897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591324" y="347021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512585" y="267418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938447" y="344923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971670" y="350502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943398" y="309591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966424" y="361949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880872" y="321247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934832" y="355203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895807" y="351638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974528" y="329424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936559" y="315036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952102" y="356668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927105" y="337765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913479" y="348120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80565" y="331686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892967" y="360351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935681" y="324509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965438" y="323762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929949" y="348803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934736" y="328574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905988" y="322546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961932" y="346421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928344" y="323439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04990" y="363616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947522" y="355220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931822" y="370049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865537" y="3341461"/>
              <a:ext cx="1097603" cy="219132"/>
            </a:xfrm>
            <a:custGeom>
              <a:avLst/>
              <a:pathLst>
                <a:path w="1097603" h="219132">
                  <a:moveTo>
                    <a:pt x="0" y="22436"/>
                  </a:moveTo>
                  <a:lnTo>
                    <a:pt x="579886" y="24615"/>
                  </a:lnTo>
                  <a:lnTo>
                    <a:pt x="731735" y="20096"/>
                  </a:lnTo>
                  <a:lnTo>
                    <a:pt x="945754" y="9797"/>
                  </a:lnTo>
                  <a:lnTo>
                    <a:pt x="1097603" y="0"/>
                  </a:lnTo>
                  <a:lnTo>
                    <a:pt x="1097603" y="176152"/>
                  </a:lnTo>
                  <a:lnTo>
                    <a:pt x="945754" y="175405"/>
                  </a:lnTo>
                  <a:lnTo>
                    <a:pt x="731735" y="177861"/>
                  </a:lnTo>
                  <a:lnTo>
                    <a:pt x="579886" y="182393"/>
                  </a:lnTo>
                  <a:lnTo>
                    <a:pt x="0" y="21913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5" name="pl554"/>
            <p:cNvSpPr/>
            <p:nvPr/>
          </p:nvSpPr>
          <p:spPr>
            <a:xfrm>
              <a:off x="2865537" y="3341461"/>
              <a:ext cx="1097603" cy="24615"/>
            </a:xfrm>
            <a:custGeom>
              <a:avLst/>
              <a:pathLst>
                <a:path w="1097603" h="24615">
                  <a:moveTo>
                    <a:pt x="0" y="22436"/>
                  </a:moveTo>
                  <a:lnTo>
                    <a:pt x="579886" y="24615"/>
                  </a:lnTo>
                  <a:lnTo>
                    <a:pt x="731735" y="20096"/>
                  </a:lnTo>
                  <a:lnTo>
                    <a:pt x="945754" y="9797"/>
                  </a:lnTo>
                  <a:lnTo>
                    <a:pt x="10976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2865537" y="3516866"/>
              <a:ext cx="1097603" cy="43726"/>
            </a:xfrm>
            <a:custGeom>
              <a:avLst/>
              <a:pathLst>
                <a:path w="1097603" h="43726">
                  <a:moveTo>
                    <a:pt x="1097603" y="747"/>
                  </a:moveTo>
                  <a:lnTo>
                    <a:pt x="945754" y="0"/>
                  </a:lnTo>
                  <a:lnTo>
                    <a:pt x="731735" y="2455"/>
                  </a:lnTo>
                  <a:lnTo>
                    <a:pt x="579886" y="6987"/>
                  </a:lnTo>
                  <a:lnTo>
                    <a:pt x="0" y="437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2865537" y="3429537"/>
              <a:ext cx="1097603" cy="32708"/>
            </a:xfrm>
            <a:custGeom>
              <a:avLst/>
              <a:pathLst>
                <a:path w="1097603" h="32708">
                  <a:moveTo>
                    <a:pt x="0" y="32708"/>
                  </a:moveTo>
                  <a:lnTo>
                    <a:pt x="579886" y="15427"/>
                  </a:lnTo>
                  <a:lnTo>
                    <a:pt x="731735" y="10902"/>
                  </a:lnTo>
                  <a:lnTo>
                    <a:pt x="945754" y="4525"/>
                  </a:lnTo>
                  <a:lnTo>
                    <a:pt x="109760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8" name="tx557"/>
            <p:cNvSpPr/>
            <p:nvPr/>
          </p:nvSpPr>
          <p:spPr>
            <a:xfrm>
              <a:off x="3419932" y="2701068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59" name="tx558"/>
            <p:cNvSpPr/>
            <p:nvPr/>
          </p:nvSpPr>
          <p:spPr>
            <a:xfrm>
              <a:off x="3500729" y="270097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0.512</a:t>
              </a:r>
            </a:p>
          </p:txBody>
        </p:sp>
        <p:sp>
          <p:nvSpPr>
            <p:cNvPr id="560" name="rc559"/>
            <p:cNvSpPr/>
            <p:nvPr/>
          </p:nvSpPr>
          <p:spPr>
            <a:xfrm>
              <a:off x="2773505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2773505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2741874" y="378977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2741874" y="345826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2741874" y="31267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2741874" y="27952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5"/>
            <p:cNvSpPr/>
            <p:nvPr/>
          </p:nvSpPr>
          <p:spPr>
            <a:xfrm>
              <a:off x="2773505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6"/>
            <p:cNvSpPr/>
            <p:nvPr/>
          </p:nvSpPr>
          <p:spPr>
            <a:xfrm>
              <a:off x="2865537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7"/>
            <p:cNvSpPr/>
            <p:nvPr/>
          </p:nvSpPr>
          <p:spPr>
            <a:xfrm>
              <a:off x="323140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8"/>
            <p:cNvSpPr/>
            <p:nvPr/>
          </p:nvSpPr>
          <p:spPr>
            <a:xfrm>
              <a:off x="3597273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69"/>
            <p:cNvSpPr/>
            <p:nvPr/>
          </p:nvSpPr>
          <p:spPr>
            <a:xfrm>
              <a:off x="396314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tx570"/>
            <p:cNvSpPr/>
            <p:nvPr/>
          </p:nvSpPr>
          <p:spPr>
            <a:xfrm>
              <a:off x="2773505" y="2464146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72" name="rc571"/>
            <p:cNvSpPr/>
            <p:nvPr/>
          </p:nvSpPr>
          <p:spPr>
            <a:xfrm>
              <a:off x="4204347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285522" y="349713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260524" y="291541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309937" y="325911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254924" y="352463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264350" y="338341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323264" y="339161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225379" y="306710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325591" y="351126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251497" y="37392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253109" y="349142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625234" y="36437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652675" y="26741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619082" y="334555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619220" y="35922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636836" y="350310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669917" y="344158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685692" y="352732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592085" y="367262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685588" y="327825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658914" y="340732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587182" y="312587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626011" y="349378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653078" y="318179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684707" y="333985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618081" y="352790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678333" y="325768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637989" y="306211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654968" y="279839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986083" y="356179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999051" y="346550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5034858" y="323366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950607" y="344093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5032272" y="336472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993942" y="364024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032089" y="359129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5001884" y="338759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946771" y="336202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5044613" y="303908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962995" y="348585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5033949" y="304606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5030744" y="352928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5035069" y="366469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5044221" y="331716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5028367" y="320041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5035072" y="358454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959302" y="331762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975556" y="303155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985745" y="330295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392528" y="325538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5388888" y="332577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369737" y="346171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370736" y="352679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338183" y="350778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317359" y="347810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383210" y="319767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321921" y="329129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327363" y="320919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371636" y="295710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397850" y="352714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399404" y="307815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394389" y="286235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358243" y="36220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373725" y="323867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376596" y="353972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326614" y="279099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335573" y="326639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371767" y="315044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314548" y="337984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355216" y="326990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5386936" y="350019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397412" y="318619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405370" y="353094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4314295" y="3199855"/>
              <a:ext cx="1081029" cy="307275"/>
            </a:xfrm>
            <a:custGeom>
              <a:avLst/>
              <a:pathLst>
                <a:path w="1081029" h="307275">
                  <a:moveTo>
                    <a:pt x="0" y="55021"/>
                  </a:moveTo>
                  <a:lnTo>
                    <a:pt x="571130" y="42973"/>
                  </a:lnTo>
                  <a:lnTo>
                    <a:pt x="720686" y="33638"/>
                  </a:lnTo>
                  <a:lnTo>
                    <a:pt x="931473" y="15733"/>
                  </a:lnTo>
                  <a:lnTo>
                    <a:pt x="1081029" y="0"/>
                  </a:lnTo>
                  <a:lnTo>
                    <a:pt x="1081029" y="227268"/>
                  </a:lnTo>
                  <a:lnTo>
                    <a:pt x="931473" y="230215"/>
                  </a:lnTo>
                  <a:lnTo>
                    <a:pt x="720686" y="238639"/>
                  </a:lnTo>
                  <a:lnTo>
                    <a:pt x="571130" y="247985"/>
                  </a:lnTo>
                  <a:lnTo>
                    <a:pt x="0" y="30727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314295" y="3199855"/>
              <a:ext cx="1081029" cy="55021"/>
            </a:xfrm>
            <a:custGeom>
              <a:avLst/>
              <a:pathLst>
                <a:path w="1081029" h="55021">
                  <a:moveTo>
                    <a:pt x="0" y="55021"/>
                  </a:moveTo>
                  <a:lnTo>
                    <a:pt x="571130" y="42973"/>
                  </a:lnTo>
                  <a:lnTo>
                    <a:pt x="720686" y="33638"/>
                  </a:lnTo>
                  <a:lnTo>
                    <a:pt x="931473" y="15733"/>
                  </a:lnTo>
                  <a:lnTo>
                    <a:pt x="10810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4314295" y="3427123"/>
              <a:ext cx="1081029" cy="80007"/>
            </a:xfrm>
            <a:custGeom>
              <a:avLst/>
              <a:pathLst>
                <a:path w="1081029" h="80007">
                  <a:moveTo>
                    <a:pt x="1081029" y="0"/>
                  </a:moveTo>
                  <a:lnTo>
                    <a:pt x="931473" y="2947"/>
                  </a:lnTo>
                  <a:lnTo>
                    <a:pt x="720686" y="11371"/>
                  </a:lnTo>
                  <a:lnTo>
                    <a:pt x="571130" y="20717"/>
                  </a:lnTo>
                  <a:lnTo>
                    <a:pt x="0" y="80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4314295" y="3313489"/>
              <a:ext cx="1081029" cy="67514"/>
            </a:xfrm>
            <a:custGeom>
              <a:avLst/>
              <a:pathLst>
                <a:path w="1081029" h="67514">
                  <a:moveTo>
                    <a:pt x="0" y="67514"/>
                  </a:moveTo>
                  <a:lnTo>
                    <a:pt x="571130" y="31845"/>
                  </a:lnTo>
                  <a:lnTo>
                    <a:pt x="720686" y="22504"/>
                  </a:lnTo>
                  <a:lnTo>
                    <a:pt x="931473" y="9340"/>
                  </a:lnTo>
                  <a:lnTo>
                    <a:pt x="108102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9" name="tx648"/>
            <p:cNvSpPr/>
            <p:nvPr/>
          </p:nvSpPr>
          <p:spPr>
            <a:xfrm>
              <a:off x="4852116" y="2701024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50" name="tx649"/>
            <p:cNvSpPr/>
            <p:nvPr/>
          </p:nvSpPr>
          <p:spPr>
            <a:xfrm>
              <a:off x="4932913" y="270093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0.281</a:t>
              </a:r>
            </a:p>
          </p:txBody>
        </p:sp>
        <p:sp>
          <p:nvSpPr>
            <p:cNvPr id="651" name="rc650"/>
            <p:cNvSpPr/>
            <p:nvPr/>
          </p:nvSpPr>
          <p:spPr>
            <a:xfrm>
              <a:off x="4204347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4204347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4172716" y="35425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4172716" y="32124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4"/>
            <p:cNvSpPr/>
            <p:nvPr/>
          </p:nvSpPr>
          <p:spPr>
            <a:xfrm>
              <a:off x="4172716" y="288228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5"/>
            <p:cNvSpPr/>
            <p:nvPr/>
          </p:nvSpPr>
          <p:spPr>
            <a:xfrm>
              <a:off x="4204347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6"/>
            <p:cNvSpPr/>
            <p:nvPr/>
          </p:nvSpPr>
          <p:spPr>
            <a:xfrm>
              <a:off x="431429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7"/>
            <p:cNvSpPr/>
            <p:nvPr/>
          </p:nvSpPr>
          <p:spPr>
            <a:xfrm>
              <a:off x="4674638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8"/>
            <p:cNvSpPr/>
            <p:nvPr/>
          </p:nvSpPr>
          <p:spPr>
            <a:xfrm>
              <a:off x="503498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59"/>
            <p:cNvSpPr/>
            <p:nvPr/>
          </p:nvSpPr>
          <p:spPr>
            <a:xfrm>
              <a:off x="539532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tx660"/>
            <p:cNvSpPr/>
            <p:nvPr/>
          </p:nvSpPr>
          <p:spPr>
            <a:xfrm>
              <a:off x="4204347" y="2464146"/>
              <a:ext cx="50447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62" name="rc661"/>
            <p:cNvSpPr/>
            <p:nvPr/>
          </p:nvSpPr>
          <p:spPr>
            <a:xfrm>
              <a:off x="1342663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394578" y="475344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396797" y="495269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385012" y="492938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453628" y="451958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363695" y="500124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452056" y="487358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449103" y="510986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447837" y="506353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441076" y="469142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365378" y="483875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787201" y="49675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1728740" y="471441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1749128" y="478501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1756934" y="516734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1822554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758322" y="432010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761961" y="497381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819334" y="517436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731195" y="51300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783107" y="497033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721874" y="491604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778515" y="508358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769192" y="502975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1736824" y="497965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1779008" y="509447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1748562" y="488711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801016" y="506742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1776702" y="493784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115897" y="476887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097943" y="52130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146359" y="490715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113310" y="506612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120872" y="462235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98001" y="494041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089918" y="470902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119138" y="501064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108933" y="485295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149339" y="496707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107879" y="503477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094478" y="444193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109701" y="496280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38741" y="509076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184392" y="451449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179487" y="465229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163421" y="487726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113269" y="513924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137501" y="495789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80624" y="484423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475642" y="492196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476780" y="491659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535858" y="494210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496543" y="503463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543686" y="489198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542474" y="485524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521232" y="482501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487140" y="491506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513855" y="504100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520367" y="473415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505917" y="505599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463126" y="493799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474194" y="500317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481260" y="515749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477369" y="503206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465455" y="508527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537492" y="501647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468723" y="487177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464194" y="505433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539823" y="482935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492592" y="497930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499204" y="484913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519012" y="493336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454550" y="509413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1446518" y="4787855"/>
              <a:ext cx="1085711" cy="276763"/>
            </a:xfrm>
            <a:custGeom>
              <a:avLst/>
              <a:pathLst>
                <a:path w="1085711" h="276763">
                  <a:moveTo>
                    <a:pt x="0" y="0"/>
                  </a:moveTo>
                  <a:lnTo>
                    <a:pt x="573604" y="77700"/>
                  </a:lnTo>
                  <a:lnTo>
                    <a:pt x="723807" y="90630"/>
                  </a:lnTo>
                  <a:lnTo>
                    <a:pt x="935508" y="102815"/>
                  </a:lnTo>
                  <a:lnTo>
                    <a:pt x="1085711" y="107905"/>
                  </a:lnTo>
                  <a:lnTo>
                    <a:pt x="1085711" y="276763"/>
                  </a:lnTo>
                  <a:lnTo>
                    <a:pt x="935508" y="256088"/>
                  </a:lnTo>
                  <a:lnTo>
                    <a:pt x="723807" y="231958"/>
                  </a:lnTo>
                  <a:lnTo>
                    <a:pt x="573604" y="219122"/>
                  </a:lnTo>
                  <a:lnTo>
                    <a:pt x="0" y="19842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6" name="pl735"/>
            <p:cNvSpPr/>
            <p:nvPr/>
          </p:nvSpPr>
          <p:spPr>
            <a:xfrm>
              <a:off x="1446518" y="4787855"/>
              <a:ext cx="1085711" cy="107905"/>
            </a:xfrm>
            <a:custGeom>
              <a:avLst/>
              <a:pathLst>
                <a:path w="1085711" h="107905">
                  <a:moveTo>
                    <a:pt x="0" y="0"/>
                  </a:moveTo>
                  <a:lnTo>
                    <a:pt x="573604" y="77700"/>
                  </a:lnTo>
                  <a:lnTo>
                    <a:pt x="723807" y="90630"/>
                  </a:lnTo>
                  <a:lnTo>
                    <a:pt x="935508" y="102815"/>
                  </a:lnTo>
                  <a:lnTo>
                    <a:pt x="1085711" y="107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7" name="pl736"/>
            <p:cNvSpPr/>
            <p:nvPr/>
          </p:nvSpPr>
          <p:spPr>
            <a:xfrm>
              <a:off x="1446518" y="4986283"/>
              <a:ext cx="1085711" cy="78335"/>
            </a:xfrm>
            <a:custGeom>
              <a:avLst/>
              <a:pathLst>
                <a:path w="1085711" h="78335">
                  <a:moveTo>
                    <a:pt x="1085711" y="78335"/>
                  </a:moveTo>
                  <a:lnTo>
                    <a:pt x="935508" y="57660"/>
                  </a:lnTo>
                  <a:lnTo>
                    <a:pt x="723807" y="33530"/>
                  </a:lnTo>
                  <a:lnTo>
                    <a:pt x="573604" y="206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8" name="pl737"/>
            <p:cNvSpPr/>
            <p:nvPr/>
          </p:nvSpPr>
          <p:spPr>
            <a:xfrm>
              <a:off x="1446518" y="4887069"/>
              <a:ext cx="1085711" cy="93120"/>
            </a:xfrm>
            <a:custGeom>
              <a:avLst/>
              <a:pathLst>
                <a:path w="1085711" h="93120">
                  <a:moveTo>
                    <a:pt x="0" y="0"/>
                  </a:moveTo>
                  <a:lnTo>
                    <a:pt x="573604" y="49197"/>
                  </a:lnTo>
                  <a:lnTo>
                    <a:pt x="723807" y="62080"/>
                  </a:lnTo>
                  <a:lnTo>
                    <a:pt x="935508" y="80237"/>
                  </a:lnTo>
                  <a:lnTo>
                    <a:pt x="1085711" y="9312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9" name="tx738"/>
            <p:cNvSpPr/>
            <p:nvPr/>
          </p:nvSpPr>
          <p:spPr>
            <a:xfrm>
              <a:off x="1989021" y="417489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40" name="tx739"/>
            <p:cNvSpPr/>
            <p:nvPr/>
          </p:nvSpPr>
          <p:spPr>
            <a:xfrm>
              <a:off x="2069818" y="417480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0.117</a:t>
              </a:r>
            </a:p>
          </p:txBody>
        </p:sp>
        <p:sp>
          <p:nvSpPr>
            <p:cNvPr id="741" name="rc740"/>
            <p:cNvSpPr/>
            <p:nvPr/>
          </p:nvSpPr>
          <p:spPr>
            <a:xfrm>
              <a:off x="1342663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342663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2"/>
            <p:cNvSpPr/>
            <p:nvPr/>
          </p:nvSpPr>
          <p:spPr>
            <a:xfrm rot="-5400000">
              <a:off x="1152636" y="516021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44" name="tx743"/>
            <p:cNvSpPr/>
            <p:nvPr/>
          </p:nvSpPr>
          <p:spPr>
            <a:xfrm rot="-5400000">
              <a:off x="1152636" y="478725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45" name="tx744"/>
            <p:cNvSpPr/>
            <p:nvPr/>
          </p:nvSpPr>
          <p:spPr>
            <a:xfrm rot="-5400000">
              <a:off x="1152636" y="441428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46" name="pl745"/>
            <p:cNvSpPr/>
            <p:nvPr/>
          </p:nvSpPr>
          <p:spPr>
            <a:xfrm>
              <a:off x="1311032" y="520122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6"/>
            <p:cNvSpPr/>
            <p:nvPr/>
          </p:nvSpPr>
          <p:spPr>
            <a:xfrm>
              <a:off x="1311032" y="48282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7"/>
            <p:cNvSpPr/>
            <p:nvPr/>
          </p:nvSpPr>
          <p:spPr>
            <a:xfrm>
              <a:off x="1311032" y="445529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8"/>
            <p:cNvSpPr/>
            <p:nvPr/>
          </p:nvSpPr>
          <p:spPr>
            <a:xfrm>
              <a:off x="1342663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49"/>
            <p:cNvSpPr/>
            <p:nvPr/>
          </p:nvSpPr>
          <p:spPr>
            <a:xfrm>
              <a:off x="144651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0"/>
            <p:cNvSpPr/>
            <p:nvPr/>
          </p:nvSpPr>
          <p:spPr>
            <a:xfrm>
              <a:off x="180842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1"/>
            <p:cNvSpPr/>
            <p:nvPr/>
          </p:nvSpPr>
          <p:spPr>
            <a:xfrm>
              <a:off x="217032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2"/>
            <p:cNvSpPr/>
            <p:nvPr/>
          </p:nvSpPr>
          <p:spPr>
            <a:xfrm>
              <a:off x="2532230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tx753"/>
            <p:cNvSpPr/>
            <p:nvPr/>
          </p:nvSpPr>
          <p:spPr>
            <a:xfrm>
              <a:off x="141474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5" name="tx754"/>
            <p:cNvSpPr/>
            <p:nvPr/>
          </p:nvSpPr>
          <p:spPr>
            <a:xfrm>
              <a:off x="1776646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6" name="tx755"/>
            <p:cNvSpPr/>
            <p:nvPr/>
          </p:nvSpPr>
          <p:spPr>
            <a:xfrm>
              <a:off x="213855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7" name="tx756"/>
            <p:cNvSpPr/>
            <p:nvPr/>
          </p:nvSpPr>
          <p:spPr>
            <a:xfrm>
              <a:off x="250045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8" name="tx757"/>
            <p:cNvSpPr/>
            <p:nvPr/>
          </p:nvSpPr>
          <p:spPr>
            <a:xfrm>
              <a:off x="1704354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9" name="tx758"/>
            <p:cNvSpPr/>
            <p:nvPr/>
          </p:nvSpPr>
          <p:spPr>
            <a:xfrm>
              <a:off x="1342663" y="3937978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60" name="rc759"/>
            <p:cNvSpPr/>
            <p:nvPr/>
          </p:nvSpPr>
          <p:spPr>
            <a:xfrm>
              <a:off x="2773505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839909" y="465680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796340" y="439146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801170" y="470048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846648" y="466322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813417" y="425843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853061" y="463940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802532" y="499284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94537" y="487639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830121" y="467351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2840081" y="419688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3171812" y="52130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3221624" y="461023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3171043" y="469972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3229062" y="51020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3202443" y="471496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3159587" y="486346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3250590" y="494493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200859" y="50153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234842" y="480838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234330" y="451028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20227" y="445796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3207927" y="493782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3234116" y="478346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167408" y="482675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3183743" y="471595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3245317" y="439794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3212705" y="488728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254934" y="425953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585971" y="436515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576532" y="47685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529005" y="468187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518078" y="487532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589144" y="484891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546040" y="49525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561211" y="461794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525385" y="450573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588338" y="452481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534890" y="457597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516633" y="472400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543494" y="429753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575737" y="497363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567670" y="507814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518961" y="46570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543097" y="445121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599835" y="472567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552230" y="508462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616805" y="414801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574965" y="459141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913299" y="488238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949994" y="471900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903396" y="487538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937883" y="486065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896193" y="494286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886705" y="466214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909753" y="482602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951441" y="516387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877194" y="472772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911345" y="493898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921975" y="494776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945046" y="478568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933406" y="468985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941271" y="503084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889392" y="495301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956640" y="497929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881711" y="446509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886248" y="459390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943854" y="498394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948338" y="477939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974528" y="463980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961085" y="467466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908324" y="461532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880805" y="487602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2878544" y="4538306"/>
              <a:ext cx="1087699" cy="379168"/>
            </a:xfrm>
            <a:custGeom>
              <a:avLst/>
              <a:pathLst>
                <a:path w="1087699" h="379168">
                  <a:moveTo>
                    <a:pt x="0" y="0"/>
                  </a:moveTo>
                  <a:lnTo>
                    <a:pt x="574654" y="114441"/>
                  </a:lnTo>
                  <a:lnTo>
                    <a:pt x="725132" y="136141"/>
                  </a:lnTo>
                  <a:lnTo>
                    <a:pt x="937220" y="160085"/>
                  </a:lnTo>
                  <a:lnTo>
                    <a:pt x="1087699" y="173088"/>
                  </a:lnTo>
                  <a:lnTo>
                    <a:pt x="1087699" y="379168"/>
                  </a:lnTo>
                  <a:lnTo>
                    <a:pt x="937220" y="348854"/>
                  </a:lnTo>
                  <a:lnTo>
                    <a:pt x="725132" y="311745"/>
                  </a:lnTo>
                  <a:lnTo>
                    <a:pt x="574654" y="290127"/>
                  </a:lnTo>
                  <a:lnTo>
                    <a:pt x="0" y="23914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2878544" y="4538306"/>
              <a:ext cx="1087699" cy="173088"/>
            </a:xfrm>
            <a:custGeom>
              <a:avLst/>
              <a:pathLst>
                <a:path w="1087699" h="173088">
                  <a:moveTo>
                    <a:pt x="0" y="0"/>
                  </a:moveTo>
                  <a:lnTo>
                    <a:pt x="574654" y="114441"/>
                  </a:lnTo>
                  <a:lnTo>
                    <a:pt x="725132" y="136141"/>
                  </a:lnTo>
                  <a:lnTo>
                    <a:pt x="937220" y="160085"/>
                  </a:lnTo>
                  <a:lnTo>
                    <a:pt x="1087699" y="173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2878544" y="4777451"/>
              <a:ext cx="1087699" cy="140023"/>
            </a:xfrm>
            <a:custGeom>
              <a:avLst/>
              <a:pathLst>
                <a:path w="1087699" h="140023">
                  <a:moveTo>
                    <a:pt x="1087699" y="140023"/>
                  </a:moveTo>
                  <a:lnTo>
                    <a:pt x="937220" y="109708"/>
                  </a:lnTo>
                  <a:lnTo>
                    <a:pt x="725132" y="72600"/>
                  </a:lnTo>
                  <a:lnTo>
                    <a:pt x="574654" y="509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2878544" y="4657879"/>
              <a:ext cx="1087699" cy="156556"/>
            </a:xfrm>
            <a:custGeom>
              <a:avLst/>
              <a:pathLst>
                <a:path w="1087699" h="156556">
                  <a:moveTo>
                    <a:pt x="0" y="0"/>
                  </a:moveTo>
                  <a:lnTo>
                    <a:pt x="574654" y="82711"/>
                  </a:lnTo>
                  <a:lnTo>
                    <a:pt x="725132" y="104370"/>
                  </a:lnTo>
                  <a:lnTo>
                    <a:pt x="937220" y="134897"/>
                  </a:lnTo>
                  <a:lnTo>
                    <a:pt x="1087699" y="156556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tx836"/>
            <p:cNvSpPr/>
            <p:nvPr/>
          </p:nvSpPr>
          <p:spPr>
            <a:xfrm>
              <a:off x="3423035" y="417491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838" name="tx837"/>
            <p:cNvSpPr/>
            <p:nvPr/>
          </p:nvSpPr>
          <p:spPr>
            <a:xfrm>
              <a:off x="3503831" y="4174822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0.026</a:t>
              </a:r>
            </a:p>
          </p:txBody>
        </p:sp>
        <p:sp>
          <p:nvSpPr>
            <p:cNvPr id="839" name="rc838"/>
            <p:cNvSpPr/>
            <p:nvPr/>
          </p:nvSpPr>
          <p:spPr>
            <a:xfrm>
              <a:off x="2773505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2773505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2741874" y="520398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1"/>
            <p:cNvSpPr/>
            <p:nvPr/>
          </p:nvSpPr>
          <p:spPr>
            <a:xfrm>
              <a:off x="2741874" y="483979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2"/>
            <p:cNvSpPr/>
            <p:nvPr/>
          </p:nvSpPr>
          <p:spPr>
            <a:xfrm>
              <a:off x="2741874" y="447561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3"/>
            <p:cNvSpPr/>
            <p:nvPr/>
          </p:nvSpPr>
          <p:spPr>
            <a:xfrm>
              <a:off x="2773505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4"/>
            <p:cNvSpPr/>
            <p:nvPr/>
          </p:nvSpPr>
          <p:spPr>
            <a:xfrm>
              <a:off x="287854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5"/>
            <p:cNvSpPr/>
            <p:nvPr/>
          </p:nvSpPr>
          <p:spPr>
            <a:xfrm>
              <a:off x="3241111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6"/>
            <p:cNvSpPr/>
            <p:nvPr/>
          </p:nvSpPr>
          <p:spPr>
            <a:xfrm>
              <a:off x="360367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7"/>
            <p:cNvSpPr/>
            <p:nvPr/>
          </p:nvSpPr>
          <p:spPr>
            <a:xfrm>
              <a:off x="396624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tx848"/>
            <p:cNvSpPr/>
            <p:nvPr/>
          </p:nvSpPr>
          <p:spPr>
            <a:xfrm>
              <a:off x="284676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50" name="tx849"/>
            <p:cNvSpPr/>
            <p:nvPr/>
          </p:nvSpPr>
          <p:spPr>
            <a:xfrm>
              <a:off x="3209335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51" name="tx850"/>
            <p:cNvSpPr/>
            <p:nvPr/>
          </p:nvSpPr>
          <p:spPr>
            <a:xfrm>
              <a:off x="357190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52" name="tx851"/>
            <p:cNvSpPr/>
            <p:nvPr/>
          </p:nvSpPr>
          <p:spPr>
            <a:xfrm>
              <a:off x="3934468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53" name="tx852"/>
            <p:cNvSpPr/>
            <p:nvPr/>
          </p:nvSpPr>
          <p:spPr>
            <a:xfrm>
              <a:off x="3135196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54" name="tx853"/>
            <p:cNvSpPr/>
            <p:nvPr/>
          </p:nvSpPr>
          <p:spPr>
            <a:xfrm>
              <a:off x="2773505" y="3937978"/>
              <a:ext cx="37252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55" name="rc854"/>
            <p:cNvSpPr/>
            <p:nvPr/>
          </p:nvSpPr>
          <p:spPr>
            <a:xfrm>
              <a:off x="4204347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253069" y="504928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263264" y="492303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275428" y="507338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263817" y="430142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319448" y="482268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225379" y="463825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308836" y="521304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275926" y="493916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268550" y="480603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286434" y="448469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684745" y="477849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666315" y="454775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620991" y="505512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643856" y="511595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614517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674854" y="432349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593025" y="517117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589215" y="50872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668555" y="512975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590403" y="504060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654908" y="500316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671701" y="514546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653527" y="490377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600811" y="493593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613992" y="470467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629085" y="481308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629636" y="514940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607056" y="502506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5030834" y="505542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985905" y="50067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5028782" y="500938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987046" y="497494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5012183" y="498776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4969216" y="50591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4991300" y="503478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4977846" y="475000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967868" y="510315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994706" y="485543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5011251" y="508656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951123" y="489807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942749" y="507156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990354" y="510986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966042" y="465612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992044" y="502754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999593" y="479500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971994" y="494781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5012026" y="484052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968181" y="485106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5315537" y="514495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5362481" y="496122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5361014" y="479806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385359" y="494994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5374874" y="483188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5311225" y="502443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383166" y="492441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5312210" y="503884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5397233" y="476327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5335910" y="478510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373656" y="496922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5347093" y="507121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5337709" y="491691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5311146" y="508291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5387652" y="489617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5357987" y="513016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389861" y="467951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5405370" y="506776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348398" y="502808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5404704" y="492009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337777" y="484854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5325611" y="493739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5342755" y="498603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5364175" y="505112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4310768" y="4691371"/>
              <a:ext cx="1081331" cy="501401"/>
            </a:xfrm>
            <a:custGeom>
              <a:avLst/>
              <a:pathLst>
                <a:path w="1081331" h="501401">
                  <a:moveTo>
                    <a:pt x="0" y="0"/>
                  </a:moveTo>
                  <a:lnTo>
                    <a:pt x="571289" y="163801"/>
                  </a:lnTo>
                  <a:lnTo>
                    <a:pt x="720887" y="172458"/>
                  </a:lnTo>
                  <a:lnTo>
                    <a:pt x="931733" y="160337"/>
                  </a:lnTo>
                  <a:lnTo>
                    <a:pt x="1081331" y="142700"/>
                  </a:lnTo>
                  <a:lnTo>
                    <a:pt x="1081331" y="501401"/>
                  </a:lnTo>
                  <a:lnTo>
                    <a:pt x="931733" y="449707"/>
                  </a:lnTo>
                  <a:lnTo>
                    <a:pt x="720887" y="389587"/>
                  </a:lnTo>
                  <a:lnTo>
                    <a:pt x="571289" y="364188"/>
                  </a:lnTo>
                  <a:lnTo>
                    <a:pt x="0" y="39793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4310768" y="4691371"/>
              <a:ext cx="1081331" cy="172458"/>
            </a:xfrm>
            <a:custGeom>
              <a:avLst/>
              <a:pathLst>
                <a:path w="1081331" h="172458">
                  <a:moveTo>
                    <a:pt x="0" y="0"/>
                  </a:moveTo>
                  <a:lnTo>
                    <a:pt x="571289" y="163801"/>
                  </a:lnTo>
                  <a:lnTo>
                    <a:pt x="720887" y="172458"/>
                  </a:lnTo>
                  <a:lnTo>
                    <a:pt x="931733" y="160337"/>
                  </a:lnTo>
                  <a:lnTo>
                    <a:pt x="1081331" y="1427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4310768" y="5055559"/>
              <a:ext cx="1081331" cy="137213"/>
            </a:xfrm>
            <a:custGeom>
              <a:avLst/>
              <a:pathLst>
                <a:path w="1081331" h="137213">
                  <a:moveTo>
                    <a:pt x="1081331" y="137213"/>
                  </a:moveTo>
                  <a:lnTo>
                    <a:pt x="931733" y="85519"/>
                  </a:lnTo>
                  <a:lnTo>
                    <a:pt x="720887" y="25399"/>
                  </a:lnTo>
                  <a:lnTo>
                    <a:pt x="571289" y="0"/>
                  </a:lnTo>
                  <a:lnTo>
                    <a:pt x="0" y="33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4310768" y="4890338"/>
              <a:ext cx="1081331" cy="123083"/>
            </a:xfrm>
            <a:custGeom>
              <a:avLst/>
              <a:pathLst>
                <a:path w="1081331" h="123083">
                  <a:moveTo>
                    <a:pt x="0" y="0"/>
                  </a:moveTo>
                  <a:lnTo>
                    <a:pt x="571289" y="65027"/>
                  </a:lnTo>
                  <a:lnTo>
                    <a:pt x="720887" y="82055"/>
                  </a:lnTo>
                  <a:lnTo>
                    <a:pt x="931733" y="106055"/>
                  </a:lnTo>
                  <a:lnTo>
                    <a:pt x="1081331" y="12308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2" name="tx931"/>
            <p:cNvSpPr/>
            <p:nvPr/>
          </p:nvSpPr>
          <p:spPr>
            <a:xfrm>
              <a:off x="4848891" y="417486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4929687" y="417477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0.461</a:t>
              </a:r>
            </a:p>
          </p:txBody>
        </p:sp>
        <p:sp>
          <p:nvSpPr>
            <p:cNvPr id="934" name="rc933"/>
            <p:cNvSpPr/>
            <p:nvPr/>
          </p:nvSpPr>
          <p:spPr>
            <a:xfrm>
              <a:off x="4204347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4204347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4172716" y="519177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4172716" y="49369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7"/>
            <p:cNvSpPr/>
            <p:nvPr/>
          </p:nvSpPr>
          <p:spPr>
            <a:xfrm>
              <a:off x="4172716" y="468221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8"/>
            <p:cNvSpPr/>
            <p:nvPr/>
          </p:nvSpPr>
          <p:spPr>
            <a:xfrm>
              <a:off x="4172716" y="442743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39"/>
            <p:cNvSpPr/>
            <p:nvPr/>
          </p:nvSpPr>
          <p:spPr>
            <a:xfrm>
              <a:off x="4172716" y="417265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0"/>
            <p:cNvSpPr/>
            <p:nvPr/>
          </p:nvSpPr>
          <p:spPr>
            <a:xfrm>
              <a:off x="4204347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1"/>
            <p:cNvSpPr/>
            <p:nvPr/>
          </p:nvSpPr>
          <p:spPr>
            <a:xfrm>
              <a:off x="431076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2"/>
            <p:cNvSpPr/>
            <p:nvPr/>
          </p:nvSpPr>
          <p:spPr>
            <a:xfrm>
              <a:off x="467121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503165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539209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tx945"/>
            <p:cNvSpPr/>
            <p:nvPr/>
          </p:nvSpPr>
          <p:spPr>
            <a:xfrm>
              <a:off x="427899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463943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499988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536032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4566038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4204347" y="3937978"/>
              <a:ext cx="457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52" name="rc951"/>
            <p:cNvSpPr/>
            <p:nvPr/>
          </p:nvSpPr>
          <p:spPr>
            <a:xfrm>
              <a:off x="5635189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725409" y="490400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656221" y="496973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706968" y="502975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728237" y="463973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729459" y="494041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686927" y="467181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745851" y="516899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693392" y="503072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674551" y="467665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686775" y="458316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6079600" y="484767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6079505" y="464251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6057060" y="499700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6105196" y="515984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6061635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6086895" y="423455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6043980" y="509967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6047462" y="518853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6040346" y="517564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6098074" y="506309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6048316" y="511018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6091581" y="514843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6117116" y="511633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6101598" y="510926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6112303" y="506125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6075320" y="497324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6099725" y="517408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6045453" y="500936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6421562" y="499692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6470433" y="518965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6398376" y="510473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6416272" y="513684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6396352" y="490482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6458910" y="504109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6402438" y="486250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421856" y="499691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409876" y="505427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447835" y="494685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415751" y="514579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475195" y="46912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405542" y="509792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439935" y="515335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476141" y="461738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476824" y="493138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468528" y="484311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445753" y="508798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402885" y="500100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387544" y="486059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792078" y="506588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819935" y="502838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826330" y="494119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742690" y="505617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827075" y="490388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780114" y="500537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765061" y="494737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741621" y="497907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751321" y="502394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763382" y="477072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821504" y="512577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740313" y="503748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767462" y="503655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768175" y="515891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754419" y="499074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744595" y="515901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775538" y="489214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777052" y="502800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753161" y="504017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832406" y="495715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812290" y="500927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774752" y="498712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836212" y="501626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753179" y="51387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5741750" y="4729785"/>
              <a:ext cx="1084011" cy="521226"/>
            </a:xfrm>
            <a:custGeom>
              <a:avLst/>
              <a:pathLst>
                <a:path w="1084011" h="521226">
                  <a:moveTo>
                    <a:pt x="0" y="0"/>
                  </a:moveTo>
                  <a:lnTo>
                    <a:pt x="572705" y="170322"/>
                  </a:lnTo>
                  <a:lnTo>
                    <a:pt x="722674" y="176737"/>
                  </a:lnTo>
                  <a:lnTo>
                    <a:pt x="934042" y="159675"/>
                  </a:lnTo>
                  <a:lnTo>
                    <a:pt x="1084011" y="138324"/>
                  </a:lnTo>
                  <a:lnTo>
                    <a:pt x="1084011" y="521226"/>
                  </a:lnTo>
                  <a:lnTo>
                    <a:pt x="934042" y="466474"/>
                  </a:lnTo>
                  <a:lnTo>
                    <a:pt x="722674" y="402336"/>
                  </a:lnTo>
                  <a:lnTo>
                    <a:pt x="572705" y="375350"/>
                  </a:lnTo>
                  <a:lnTo>
                    <a:pt x="0" y="41812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5741750" y="4729785"/>
              <a:ext cx="1084011" cy="176737"/>
            </a:xfrm>
            <a:custGeom>
              <a:avLst/>
              <a:pathLst>
                <a:path w="1084011" h="176737">
                  <a:moveTo>
                    <a:pt x="0" y="0"/>
                  </a:moveTo>
                  <a:lnTo>
                    <a:pt x="572705" y="170322"/>
                  </a:lnTo>
                  <a:lnTo>
                    <a:pt x="722674" y="176737"/>
                  </a:lnTo>
                  <a:lnTo>
                    <a:pt x="934042" y="159675"/>
                  </a:lnTo>
                  <a:lnTo>
                    <a:pt x="1084011" y="138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5741750" y="5105136"/>
              <a:ext cx="1084011" cy="145875"/>
            </a:xfrm>
            <a:custGeom>
              <a:avLst/>
              <a:pathLst>
                <a:path w="1084011" h="145875">
                  <a:moveTo>
                    <a:pt x="1084011" y="145875"/>
                  </a:moveTo>
                  <a:lnTo>
                    <a:pt x="934042" y="91123"/>
                  </a:lnTo>
                  <a:lnTo>
                    <a:pt x="722674" y="26985"/>
                  </a:lnTo>
                  <a:lnTo>
                    <a:pt x="572705" y="0"/>
                  </a:lnTo>
                  <a:lnTo>
                    <a:pt x="0" y="427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5741750" y="4938845"/>
              <a:ext cx="1084011" cy="120715"/>
            </a:xfrm>
            <a:custGeom>
              <a:avLst/>
              <a:pathLst>
                <a:path w="1084011" h="120715">
                  <a:moveTo>
                    <a:pt x="0" y="0"/>
                  </a:moveTo>
                  <a:lnTo>
                    <a:pt x="572705" y="63776"/>
                  </a:lnTo>
                  <a:lnTo>
                    <a:pt x="722674" y="80476"/>
                  </a:lnTo>
                  <a:lnTo>
                    <a:pt x="934042" y="104014"/>
                  </a:lnTo>
                  <a:lnTo>
                    <a:pt x="1084011" y="12071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9" name="tx1028"/>
            <p:cNvSpPr/>
            <p:nvPr/>
          </p:nvSpPr>
          <p:spPr>
            <a:xfrm>
              <a:off x="6282553" y="417489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30" name="tx1029"/>
            <p:cNvSpPr/>
            <p:nvPr/>
          </p:nvSpPr>
          <p:spPr>
            <a:xfrm>
              <a:off x="6363349" y="417480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0.497</a:t>
              </a:r>
            </a:p>
          </p:txBody>
        </p:sp>
        <p:sp>
          <p:nvSpPr>
            <p:cNvPr id="1031" name="rc1030"/>
            <p:cNvSpPr/>
            <p:nvPr/>
          </p:nvSpPr>
          <p:spPr>
            <a:xfrm>
              <a:off x="5635189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32" name="pl1031"/>
            <p:cNvSpPr/>
            <p:nvPr/>
          </p:nvSpPr>
          <p:spPr>
            <a:xfrm>
              <a:off x="5635189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2"/>
            <p:cNvSpPr/>
            <p:nvPr/>
          </p:nvSpPr>
          <p:spPr>
            <a:xfrm>
              <a:off x="5603558" y="504746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3"/>
            <p:cNvSpPr/>
            <p:nvPr/>
          </p:nvSpPr>
          <p:spPr>
            <a:xfrm>
              <a:off x="5603558" y="465822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4"/>
            <p:cNvSpPr/>
            <p:nvPr/>
          </p:nvSpPr>
          <p:spPr>
            <a:xfrm>
              <a:off x="5603558" y="426898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5"/>
            <p:cNvSpPr/>
            <p:nvPr/>
          </p:nvSpPr>
          <p:spPr>
            <a:xfrm>
              <a:off x="5635189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6"/>
            <p:cNvSpPr/>
            <p:nvPr/>
          </p:nvSpPr>
          <p:spPr>
            <a:xfrm>
              <a:off x="5741750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7"/>
            <p:cNvSpPr/>
            <p:nvPr/>
          </p:nvSpPr>
          <p:spPr>
            <a:xfrm>
              <a:off x="610308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8"/>
            <p:cNvSpPr/>
            <p:nvPr/>
          </p:nvSpPr>
          <p:spPr>
            <a:xfrm>
              <a:off x="646442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39"/>
            <p:cNvSpPr/>
            <p:nvPr/>
          </p:nvSpPr>
          <p:spPr>
            <a:xfrm>
              <a:off x="682576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tx1040"/>
            <p:cNvSpPr/>
            <p:nvPr/>
          </p:nvSpPr>
          <p:spPr>
            <a:xfrm>
              <a:off x="5709975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42" name="tx1041"/>
            <p:cNvSpPr/>
            <p:nvPr/>
          </p:nvSpPr>
          <p:spPr>
            <a:xfrm>
              <a:off x="607131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43" name="tx1042"/>
            <p:cNvSpPr/>
            <p:nvPr/>
          </p:nvSpPr>
          <p:spPr>
            <a:xfrm>
              <a:off x="643264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44" name="tx1043"/>
            <p:cNvSpPr/>
            <p:nvPr/>
          </p:nvSpPr>
          <p:spPr>
            <a:xfrm>
              <a:off x="6793986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45" name="tx1044"/>
            <p:cNvSpPr/>
            <p:nvPr/>
          </p:nvSpPr>
          <p:spPr>
            <a:xfrm>
              <a:off x="5996880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46" name="tx1045"/>
            <p:cNvSpPr/>
            <p:nvPr/>
          </p:nvSpPr>
          <p:spPr>
            <a:xfrm>
              <a:off x="5635189" y="3937978"/>
              <a:ext cx="50456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47" name="rc1046"/>
            <p:cNvSpPr/>
            <p:nvPr/>
          </p:nvSpPr>
          <p:spPr>
            <a:xfrm>
              <a:off x="1548979" y="5770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tx1047"/>
            <p:cNvSpPr/>
            <p:nvPr/>
          </p:nvSpPr>
          <p:spPr>
            <a:xfrm>
              <a:off x="1548979" y="5814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9" name="rc1048"/>
            <p:cNvSpPr/>
            <p:nvPr/>
          </p:nvSpPr>
          <p:spPr>
            <a:xfrm>
              <a:off x="209248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144517" y="582251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rc1050"/>
            <p:cNvSpPr/>
            <p:nvPr/>
          </p:nvSpPr>
          <p:spPr>
            <a:xfrm>
              <a:off x="2570460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2622492" y="582251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rc1052"/>
            <p:cNvSpPr/>
            <p:nvPr/>
          </p:nvSpPr>
          <p:spPr>
            <a:xfrm>
              <a:off x="3054745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106777" y="582251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rc1054"/>
            <p:cNvSpPr/>
            <p:nvPr/>
          </p:nvSpPr>
          <p:spPr>
            <a:xfrm>
              <a:off x="352010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572134" y="582251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rc1056"/>
            <p:cNvSpPr/>
            <p:nvPr/>
          </p:nvSpPr>
          <p:spPr>
            <a:xfrm>
              <a:off x="399807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4050110" y="58225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rc1058"/>
            <p:cNvSpPr/>
            <p:nvPr/>
          </p:nvSpPr>
          <p:spPr>
            <a:xfrm>
              <a:off x="446343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4515466" y="58225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rc1060"/>
            <p:cNvSpPr/>
            <p:nvPr/>
          </p:nvSpPr>
          <p:spPr>
            <a:xfrm>
              <a:off x="492879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4980823" y="582251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rc1062"/>
            <p:cNvSpPr/>
            <p:nvPr/>
          </p:nvSpPr>
          <p:spPr>
            <a:xfrm>
              <a:off x="538143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5433470" y="58225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rc1064"/>
            <p:cNvSpPr/>
            <p:nvPr/>
          </p:nvSpPr>
          <p:spPr>
            <a:xfrm>
              <a:off x="585941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5911445" y="582251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rc1066"/>
            <p:cNvSpPr/>
            <p:nvPr/>
          </p:nvSpPr>
          <p:spPr>
            <a:xfrm>
              <a:off x="633107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6383112" y="582251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tx1068"/>
            <p:cNvSpPr/>
            <p:nvPr/>
          </p:nvSpPr>
          <p:spPr>
            <a:xfrm>
              <a:off x="2335747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70" name="tx1069"/>
            <p:cNvSpPr/>
            <p:nvPr/>
          </p:nvSpPr>
          <p:spPr>
            <a:xfrm>
              <a:off x="2813723" y="5819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71" name="tx1070"/>
            <p:cNvSpPr/>
            <p:nvPr/>
          </p:nvSpPr>
          <p:spPr>
            <a:xfrm>
              <a:off x="329800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72" name="tx1071"/>
            <p:cNvSpPr/>
            <p:nvPr/>
          </p:nvSpPr>
          <p:spPr>
            <a:xfrm>
              <a:off x="3763364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73" name="tx1072"/>
            <p:cNvSpPr/>
            <p:nvPr/>
          </p:nvSpPr>
          <p:spPr>
            <a:xfrm>
              <a:off x="4241340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74" name="tx1073"/>
            <p:cNvSpPr/>
            <p:nvPr/>
          </p:nvSpPr>
          <p:spPr>
            <a:xfrm>
              <a:off x="470669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75" name="tx1074"/>
            <p:cNvSpPr/>
            <p:nvPr/>
          </p:nvSpPr>
          <p:spPr>
            <a:xfrm>
              <a:off x="5172053" y="5819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76" name="tx1075"/>
            <p:cNvSpPr/>
            <p:nvPr/>
          </p:nvSpPr>
          <p:spPr>
            <a:xfrm>
              <a:off x="5624700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77" name="tx1076"/>
            <p:cNvSpPr/>
            <p:nvPr/>
          </p:nvSpPr>
          <p:spPr>
            <a:xfrm>
              <a:off x="6102676" y="5819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78" name="tx1077"/>
            <p:cNvSpPr/>
            <p:nvPr/>
          </p:nvSpPr>
          <p:spPr>
            <a:xfrm>
              <a:off x="6574342" y="5819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2026-07-20T15:32:20Z</dcterms:modified>
  <cp:category/>
</cp:coreProperties>
</file>