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112000"/>
            <a:chOff x="914400" y="914400"/>
            <a:chExt cx="6120000" cy="511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034400" y="914400"/>
              <a:ext cx="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1694869" cy="13286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678858" y="983989"/>
              <a:ext cx="1428650" cy="13286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4107509" y="983989"/>
              <a:ext cx="1428650" cy="13286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5536160" y="983989"/>
              <a:ext cx="1428650" cy="13286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83989" y="2312631"/>
              <a:ext cx="1694869" cy="13286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678858" y="2312631"/>
              <a:ext cx="1428650" cy="13286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107509" y="2312631"/>
              <a:ext cx="1428650" cy="13286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83989" y="3641274"/>
              <a:ext cx="1694869" cy="231553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678858" y="3641274"/>
              <a:ext cx="1428650" cy="231553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107509" y="3641274"/>
              <a:ext cx="1428650" cy="231553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536160" y="3641274"/>
              <a:ext cx="1428650" cy="231553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405201" y="1287054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456790" y="185269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434577" y="172544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471144" y="1793071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482471" y="159370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490522" y="208050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477939" y="178215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450718" y="194301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466423" y="184630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492967" y="168696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419785" y="179466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759611" y="171851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44088" y="163035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799941" y="162019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62643" y="181868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764856" y="177723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810082" y="167831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823269" y="175407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805884" y="189859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784553" y="184825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800906" y="159300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812438" y="161783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779985" y="180537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809648" y="184866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792625" y="194642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758522" y="184054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746028" y="172435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39774" y="183572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822492" y="173636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121651" y="171771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069679" y="174131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070885" y="186007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134042" y="164756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104550" y="173633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075175" y="175059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087475" y="178670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098794" y="173729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123911" y="182267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140962" y="151090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063399" y="157333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142931" y="155085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083387" y="152054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40710" y="171968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082078" y="169059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130315" y="161798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130994" y="185498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116579" y="175752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082293" y="171686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142886" y="166149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379972" y="161700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434973" y="165515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393385" y="181348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394571" y="166956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2387247" y="178980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443601" y="186303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435055" y="172410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397867" y="171323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445921" y="166907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458580" y="178230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462061" y="168558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462631" y="134235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441341" y="179586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418764" y="141435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399983" y="173121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429364" y="154225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415891" y="151598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423920" y="153187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424958" y="177996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404715" y="165229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429159" y="175379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378302" y="169495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417772" y="144042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461666" y="128906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1501974" y="1636627"/>
              <a:ext cx="959428" cy="275509"/>
            </a:xfrm>
            <a:custGeom>
              <a:avLst/>
              <a:pathLst>
                <a:path w="959428" h="275509">
                  <a:moveTo>
                    <a:pt x="0" y="155801"/>
                  </a:moveTo>
                  <a:lnTo>
                    <a:pt x="506886" y="92566"/>
                  </a:lnTo>
                  <a:lnTo>
                    <a:pt x="639619" y="69327"/>
                  </a:lnTo>
                  <a:lnTo>
                    <a:pt x="826695" y="30530"/>
                  </a:lnTo>
                  <a:lnTo>
                    <a:pt x="959428" y="0"/>
                  </a:lnTo>
                  <a:lnTo>
                    <a:pt x="959428" y="93765"/>
                  </a:lnTo>
                  <a:lnTo>
                    <a:pt x="826695" y="109933"/>
                  </a:lnTo>
                  <a:lnTo>
                    <a:pt x="639619" y="136953"/>
                  </a:lnTo>
                  <a:lnTo>
                    <a:pt x="506886" y="160412"/>
                  </a:lnTo>
                  <a:lnTo>
                    <a:pt x="0" y="275509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501974" y="1636627"/>
              <a:ext cx="959428" cy="155801"/>
            </a:xfrm>
            <a:custGeom>
              <a:avLst/>
              <a:pathLst>
                <a:path w="959428" h="155801">
                  <a:moveTo>
                    <a:pt x="0" y="155801"/>
                  </a:moveTo>
                  <a:lnTo>
                    <a:pt x="506886" y="92566"/>
                  </a:lnTo>
                  <a:lnTo>
                    <a:pt x="639619" y="69327"/>
                  </a:lnTo>
                  <a:lnTo>
                    <a:pt x="826695" y="30530"/>
                  </a:lnTo>
                  <a:lnTo>
                    <a:pt x="95942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501974" y="1730393"/>
              <a:ext cx="959428" cy="181743"/>
            </a:xfrm>
            <a:custGeom>
              <a:avLst/>
              <a:pathLst>
                <a:path w="959428" h="181743">
                  <a:moveTo>
                    <a:pt x="959428" y="0"/>
                  </a:moveTo>
                  <a:lnTo>
                    <a:pt x="826695" y="16167"/>
                  </a:lnTo>
                  <a:lnTo>
                    <a:pt x="639619" y="43187"/>
                  </a:lnTo>
                  <a:lnTo>
                    <a:pt x="506886" y="66646"/>
                  </a:lnTo>
                  <a:lnTo>
                    <a:pt x="0" y="1817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501974" y="1683510"/>
              <a:ext cx="959428" cy="168772"/>
            </a:xfrm>
            <a:custGeom>
              <a:avLst/>
              <a:pathLst>
                <a:path w="959428" h="168772">
                  <a:moveTo>
                    <a:pt x="0" y="168772"/>
                  </a:moveTo>
                  <a:lnTo>
                    <a:pt x="506886" y="79606"/>
                  </a:lnTo>
                  <a:lnTo>
                    <a:pt x="639619" y="56257"/>
                  </a:lnTo>
                  <a:lnTo>
                    <a:pt x="826695" y="23348"/>
                  </a:lnTo>
                  <a:lnTo>
                    <a:pt x="959428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tx93"/>
            <p:cNvSpPr/>
            <p:nvPr/>
          </p:nvSpPr>
          <p:spPr>
            <a:xfrm>
              <a:off x="1981709" y="1323751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&lt; 0.001</a:t>
              </a:r>
            </a:p>
          </p:txBody>
        </p:sp>
        <p:sp>
          <p:nvSpPr>
            <p:cNvPr id="95" name="rc94"/>
            <p:cNvSpPr/>
            <p:nvPr/>
          </p:nvSpPr>
          <p:spPr>
            <a:xfrm>
              <a:off x="1405201" y="1287054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405201" y="1287054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6"/>
            <p:cNvSpPr/>
            <p:nvPr/>
          </p:nvSpPr>
          <p:spPr>
            <a:xfrm rot="-5400000">
              <a:off x="1235634" y="208950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8" name="tx97"/>
            <p:cNvSpPr/>
            <p:nvPr/>
          </p:nvSpPr>
          <p:spPr>
            <a:xfrm rot="-5400000">
              <a:off x="1235634" y="188209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235634" y="167469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235634" y="146728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1" name="tx100"/>
            <p:cNvSpPr/>
            <p:nvPr/>
          </p:nvSpPr>
          <p:spPr>
            <a:xfrm rot="-5400000">
              <a:off x="1235634" y="125987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2" name="pl101"/>
            <p:cNvSpPr/>
            <p:nvPr/>
          </p:nvSpPr>
          <p:spPr>
            <a:xfrm>
              <a:off x="1376732" y="212594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376732" y="191853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376732" y="171113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376732" y="150372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376732" y="129631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1405201" y="2157637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501974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821784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2141594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2461403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tx111"/>
            <p:cNvSpPr/>
            <p:nvPr/>
          </p:nvSpPr>
          <p:spPr>
            <a:xfrm rot="-5400000">
              <a:off x="1029315" y="1676626"/>
              <a:ext cx="197510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3" name="tx112"/>
            <p:cNvSpPr/>
            <p:nvPr/>
          </p:nvSpPr>
          <p:spPr>
            <a:xfrm>
              <a:off x="1405201" y="1110514"/>
              <a:ext cx="4657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4" name="rc113"/>
            <p:cNvSpPr/>
            <p:nvPr/>
          </p:nvSpPr>
          <p:spPr>
            <a:xfrm>
              <a:off x="2833852" y="1287054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917049" y="183264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928023" y="182062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907781" y="174933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2860380" y="169709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911450" y="202086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848435" y="207034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912883" y="175198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893099" y="203000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878749" y="174881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920785" y="162774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3232658" y="176241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3205237" y="179156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3237331" y="137130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3200407" y="174588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3223335" y="143919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3220791" y="167927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3185136" y="163543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3166517" y="182498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3247873" y="175868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3175766" y="194339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3248111" y="195563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3213209" y="189996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3212632" y="207645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3253820" y="198333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3209926" y="201799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3168623" y="188950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3184820" y="196015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3195580" y="177504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3550407" y="148183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3544180" y="182746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3495002" y="162682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3527786" y="181137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3527615" y="168367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552674" y="181344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555899" y="145134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3496874" y="167800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3503426" y="173890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3546194" y="191383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3485439" y="174424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3516148" y="136009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3572746" y="163377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3483675" y="181331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3490569" y="181993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3521103" y="190908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3524574" y="205697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3483149" y="196069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3503097" y="193084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3538707" y="166358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3833727" y="162593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3891282" y="155591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3875645" y="172726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3884051" y="179128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3882062" y="208050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3821589" y="179313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3823659" y="207874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3868677" y="1739231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3883213" y="179878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3804178" y="200545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3814022" y="169577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3876250" y="128906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3804045" y="184432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3860081" y="162689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3878534" y="165767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3839714" y="155386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3888432" y="170317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3877122" y="156484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860182" y="185470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815779" y="167661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828551" y="182164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891175" y="199404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885637" y="141612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862111" y="161564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929975" y="1654393"/>
              <a:ext cx="954075" cy="315225"/>
            </a:xfrm>
            <a:custGeom>
              <a:avLst/>
              <a:pathLst>
                <a:path w="954075" h="315225">
                  <a:moveTo>
                    <a:pt x="0" y="104118"/>
                  </a:moveTo>
                  <a:lnTo>
                    <a:pt x="504057" y="56363"/>
                  </a:lnTo>
                  <a:lnTo>
                    <a:pt x="636050" y="41198"/>
                  </a:lnTo>
                  <a:lnTo>
                    <a:pt x="822083" y="17871"/>
                  </a:lnTo>
                  <a:lnTo>
                    <a:pt x="954075" y="0"/>
                  </a:lnTo>
                  <a:lnTo>
                    <a:pt x="954075" y="200219"/>
                  </a:lnTo>
                  <a:lnTo>
                    <a:pt x="822083" y="212663"/>
                  </a:lnTo>
                  <a:lnTo>
                    <a:pt x="636050" y="232062"/>
                  </a:lnTo>
                  <a:lnTo>
                    <a:pt x="504057" y="247212"/>
                  </a:lnTo>
                  <a:lnTo>
                    <a:pt x="0" y="315225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2929975" y="1654393"/>
              <a:ext cx="954075" cy="104118"/>
            </a:xfrm>
            <a:custGeom>
              <a:avLst/>
              <a:pathLst>
                <a:path w="954075" h="104118">
                  <a:moveTo>
                    <a:pt x="0" y="104118"/>
                  </a:moveTo>
                  <a:lnTo>
                    <a:pt x="504057" y="56363"/>
                  </a:lnTo>
                  <a:lnTo>
                    <a:pt x="636050" y="41198"/>
                  </a:lnTo>
                  <a:lnTo>
                    <a:pt x="822083" y="17871"/>
                  </a:lnTo>
                  <a:lnTo>
                    <a:pt x="95407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2929975" y="1854613"/>
              <a:ext cx="954075" cy="115006"/>
            </a:xfrm>
            <a:custGeom>
              <a:avLst/>
              <a:pathLst>
                <a:path w="954075" h="115006">
                  <a:moveTo>
                    <a:pt x="954075" y="0"/>
                  </a:moveTo>
                  <a:lnTo>
                    <a:pt x="822083" y="12443"/>
                  </a:lnTo>
                  <a:lnTo>
                    <a:pt x="636050" y="31843"/>
                  </a:lnTo>
                  <a:lnTo>
                    <a:pt x="504057" y="46993"/>
                  </a:lnTo>
                  <a:lnTo>
                    <a:pt x="0" y="115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2929975" y="1754503"/>
              <a:ext cx="954075" cy="109562"/>
            </a:xfrm>
            <a:custGeom>
              <a:avLst/>
              <a:pathLst>
                <a:path w="954075" h="109562">
                  <a:moveTo>
                    <a:pt x="0" y="109562"/>
                  </a:moveTo>
                  <a:lnTo>
                    <a:pt x="504057" y="51678"/>
                  </a:lnTo>
                  <a:lnTo>
                    <a:pt x="636050" y="36520"/>
                  </a:lnTo>
                  <a:lnTo>
                    <a:pt x="822083" y="15157"/>
                  </a:lnTo>
                  <a:lnTo>
                    <a:pt x="954075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tx190"/>
            <p:cNvSpPr/>
            <p:nvPr/>
          </p:nvSpPr>
          <p:spPr>
            <a:xfrm>
              <a:off x="3404356" y="1323722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0.006</a:t>
              </a:r>
            </a:p>
          </p:txBody>
        </p:sp>
        <p:sp>
          <p:nvSpPr>
            <p:cNvPr id="192" name="rc191"/>
            <p:cNvSpPr/>
            <p:nvPr/>
          </p:nvSpPr>
          <p:spPr>
            <a:xfrm>
              <a:off x="2833852" y="1287054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2833852" y="1287054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2805383" y="194978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2805383" y="167424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2805383" y="139869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2833852" y="2157637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2929975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3248000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3566025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3884051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tx201"/>
            <p:cNvSpPr/>
            <p:nvPr/>
          </p:nvSpPr>
          <p:spPr>
            <a:xfrm>
              <a:off x="2833852" y="1110514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03" name="rc202"/>
            <p:cNvSpPr/>
            <p:nvPr/>
          </p:nvSpPr>
          <p:spPr>
            <a:xfrm>
              <a:off x="4262502" y="1287054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4336211" y="193138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4349832" y="194613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4339942" y="202382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4365829" y="179667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4346228" y="182272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4355364" y="178842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4312662" y="200145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4353971" y="189985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4277086" y="196941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4282199" y="166040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4606402" y="204785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616432" y="190967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596986" y="162202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680004" y="191692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613357" y="208050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4637815" y="207738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4598186" y="195617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4660420" y="205720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639415" y="160976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608363" y="128906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594109" y="188196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634800" y="196864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655192" y="195160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662954" y="198962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628132" y="189806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678685" y="180160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650386" y="185306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601228" y="191387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4917687" y="203473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945348" y="204461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4951806" y="196725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4963952" y="194723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4975771" y="134031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4913747" y="196375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4990902" y="163934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4943368" y="169449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4920492" y="204379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4989857" y="129518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4944153" y="204552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4916169" y="201106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4939428" y="167605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4944678" y="190258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4963409" y="193308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4946758" y="138836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4922441" y="196098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4929895" y="197096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4939010" y="178030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4969191" y="180734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5238011" y="199502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5250639" y="201643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5256427" y="204172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5288913" y="199598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5245495" y="160296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5299609" y="200901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5280440" y="170599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5245952" y="204670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5288382" y="136780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5243522" y="139601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5240874" y="193341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5237421" y="193781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5289821" y="183573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5238688" y="193174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5291566" y="187534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5246152" y="202994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5287238" y="201821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5319933" y="187755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5308683" y="191555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5289297" y="178043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5247104" y="130415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5268000" y="175106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5311642" y="197166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5266772" y="171811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4358363" y="1781942"/>
              <a:ext cx="956271" cy="250461"/>
            </a:xfrm>
            <a:custGeom>
              <a:avLst/>
              <a:pathLst>
                <a:path w="956271" h="250461">
                  <a:moveTo>
                    <a:pt x="0" y="29299"/>
                  </a:moveTo>
                  <a:lnTo>
                    <a:pt x="505218" y="32740"/>
                  </a:lnTo>
                  <a:lnTo>
                    <a:pt x="637514" y="26813"/>
                  </a:lnTo>
                  <a:lnTo>
                    <a:pt x="823975" y="13067"/>
                  </a:lnTo>
                  <a:lnTo>
                    <a:pt x="956271" y="0"/>
                  </a:lnTo>
                  <a:lnTo>
                    <a:pt x="956271" y="193741"/>
                  </a:lnTo>
                  <a:lnTo>
                    <a:pt x="823975" y="192573"/>
                  </a:lnTo>
                  <a:lnTo>
                    <a:pt x="637514" y="195600"/>
                  </a:lnTo>
                  <a:lnTo>
                    <a:pt x="505218" y="201573"/>
                  </a:lnTo>
                  <a:lnTo>
                    <a:pt x="0" y="250461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77" name="pl276"/>
            <p:cNvSpPr/>
            <p:nvPr/>
          </p:nvSpPr>
          <p:spPr>
            <a:xfrm>
              <a:off x="4358363" y="1781942"/>
              <a:ext cx="956271" cy="32740"/>
            </a:xfrm>
            <a:custGeom>
              <a:avLst/>
              <a:pathLst>
                <a:path w="956271" h="32740">
                  <a:moveTo>
                    <a:pt x="0" y="29299"/>
                  </a:moveTo>
                  <a:lnTo>
                    <a:pt x="505218" y="32740"/>
                  </a:lnTo>
                  <a:lnTo>
                    <a:pt x="637514" y="26813"/>
                  </a:lnTo>
                  <a:lnTo>
                    <a:pt x="823975" y="13067"/>
                  </a:lnTo>
                  <a:lnTo>
                    <a:pt x="9562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8" name="pl277"/>
            <p:cNvSpPr/>
            <p:nvPr/>
          </p:nvSpPr>
          <p:spPr>
            <a:xfrm>
              <a:off x="4358363" y="1974515"/>
              <a:ext cx="956271" cy="57887"/>
            </a:xfrm>
            <a:custGeom>
              <a:avLst/>
              <a:pathLst>
                <a:path w="956271" h="57887">
                  <a:moveTo>
                    <a:pt x="956271" y="1167"/>
                  </a:moveTo>
                  <a:lnTo>
                    <a:pt x="823975" y="0"/>
                  </a:lnTo>
                  <a:lnTo>
                    <a:pt x="637514" y="3026"/>
                  </a:lnTo>
                  <a:lnTo>
                    <a:pt x="505218" y="8999"/>
                  </a:lnTo>
                  <a:lnTo>
                    <a:pt x="0" y="578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4358363" y="1878812"/>
              <a:ext cx="956271" cy="43009"/>
            </a:xfrm>
            <a:custGeom>
              <a:avLst/>
              <a:pathLst>
                <a:path w="956271" h="43009">
                  <a:moveTo>
                    <a:pt x="0" y="43009"/>
                  </a:moveTo>
                  <a:lnTo>
                    <a:pt x="505218" y="20286"/>
                  </a:lnTo>
                  <a:lnTo>
                    <a:pt x="637514" y="14336"/>
                  </a:lnTo>
                  <a:lnTo>
                    <a:pt x="823975" y="5950"/>
                  </a:lnTo>
                  <a:lnTo>
                    <a:pt x="956271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0" name="tx279"/>
            <p:cNvSpPr/>
            <p:nvPr/>
          </p:nvSpPr>
          <p:spPr>
            <a:xfrm>
              <a:off x="4834941" y="1323746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0.478</a:t>
              </a:r>
            </a:p>
          </p:txBody>
        </p:sp>
        <p:sp>
          <p:nvSpPr>
            <p:cNvPr id="281" name="rc280"/>
            <p:cNvSpPr/>
            <p:nvPr/>
          </p:nvSpPr>
          <p:spPr>
            <a:xfrm>
              <a:off x="4262502" y="1287054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2" name="pl281"/>
            <p:cNvSpPr/>
            <p:nvPr/>
          </p:nvSpPr>
          <p:spPr>
            <a:xfrm>
              <a:off x="4262502" y="1287054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4234034" y="197683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4234034" y="171811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4234034" y="145940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4262502" y="2157637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4358363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4677121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4995878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5314635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tx290"/>
            <p:cNvSpPr/>
            <p:nvPr/>
          </p:nvSpPr>
          <p:spPr>
            <a:xfrm>
              <a:off x="4262502" y="1110514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292" name="rc291"/>
            <p:cNvSpPr/>
            <p:nvPr/>
          </p:nvSpPr>
          <p:spPr>
            <a:xfrm>
              <a:off x="5691153" y="1287054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5784424" y="191630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5739759" y="183814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5720386" y="1796301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5772916" y="196729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5711019" y="199498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5705737" y="148539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5731434" y="191650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5716805" y="172745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5741392" y="191508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5762659" y="196428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6031178" y="182944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6028020" y="192089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6027093" y="166546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6077462" y="195038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6061167" y="190435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6055885" y="172721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6102417" y="199756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6027211" y="191645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6108926" y="185353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6040901" y="130607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6084443" y="153208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6048264" y="185734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6112987" y="182690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6069952" y="198733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6038185" y="187000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6047096" y="182520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6113854" y="194323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6069601" y="190100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6374029" y="208050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6354802" y="191811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6425018" y="190217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6371888" y="181819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6389367" y="147192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6353126" y="141156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6420592" y="164726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6419630" y="173461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6354419" y="174299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6379470" y="168422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6400921" y="172125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6348392" y="167706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6374557" y="192518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419546" y="184323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6398577" y="190050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382998" y="161295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358308" y="168255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427074" y="183160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6380356" y="171909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381758" y="128906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701468" y="173014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6695204" y="181370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727801" y="173499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746778" y="172451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670258" y="177675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707299" y="173698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729758" y="165270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747208" y="172756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680856" y="189465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665377" y="153162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691265" y="189552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664451" y="188232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679455" y="181258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705021" y="174656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666216" y="175854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704724" y="189289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671368" y="166824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714154" y="177015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725475" y="181846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748584" y="176893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707376" y="182097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691535" y="158094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716385" y="178259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675687" y="173645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5786992" y="1674287"/>
              <a:ext cx="957790" cy="314042"/>
            </a:xfrm>
            <a:custGeom>
              <a:avLst/>
              <a:pathLst>
                <a:path w="957790" h="314042">
                  <a:moveTo>
                    <a:pt x="0" y="88315"/>
                  </a:moveTo>
                  <a:lnTo>
                    <a:pt x="506020" y="78550"/>
                  </a:lnTo>
                  <a:lnTo>
                    <a:pt x="638527" y="62288"/>
                  </a:lnTo>
                  <a:lnTo>
                    <a:pt x="825284" y="28801"/>
                  </a:lnTo>
                  <a:lnTo>
                    <a:pt x="957790" y="0"/>
                  </a:lnTo>
                  <a:lnTo>
                    <a:pt x="957790" y="198416"/>
                  </a:lnTo>
                  <a:lnTo>
                    <a:pt x="825284" y="197829"/>
                  </a:lnTo>
                  <a:lnTo>
                    <a:pt x="638527" y="204108"/>
                  </a:lnTo>
                  <a:lnTo>
                    <a:pt x="506020" y="216060"/>
                  </a:lnTo>
                  <a:lnTo>
                    <a:pt x="0" y="314042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6" name="pl365"/>
            <p:cNvSpPr/>
            <p:nvPr/>
          </p:nvSpPr>
          <p:spPr>
            <a:xfrm>
              <a:off x="5786992" y="1674287"/>
              <a:ext cx="957790" cy="88315"/>
            </a:xfrm>
            <a:custGeom>
              <a:avLst/>
              <a:pathLst>
                <a:path w="957790" h="88315">
                  <a:moveTo>
                    <a:pt x="0" y="88315"/>
                  </a:moveTo>
                  <a:lnTo>
                    <a:pt x="506020" y="78550"/>
                  </a:lnTo>
                  <a:lnTo>
                    <a:pt x="638527" y="62288"/>
                  </a:lnTo>
                  <a:lnTo>
                    <a:pt x="825284" y="28801"/>
                  </a:lnTo>
                  <a:lnTo>
                    <a:pt x="95779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7" name="pl366"/>
            <p:cNvSpPr/>
            <p:nvPr/>
          </p:nvSpPr>
          <p:spPr>
            <a:xfrm>
              <a:off x="5786992" y="1872116"/>
              <a:ext cx="957790" cy="116212"/>
            </a:xfrm>
            <a:custGeom>
              <a:avLst/>
              <a:pathLst>
                <a:path w="957790" h="116212">
                  <a:moveTo>
                    <a:pt x="957790" y="586"/>
                  </a:moveTo>
                  <a:lnTo>
                    <a:pt x="825284" y="0"/>
                  </a:lnTo>
                  <a:lnTo>
                    <a:pt x="638527" y="6278"/>
                  </a:lnTo>
                  <a:lnTo>
                    <a:pt x="506020" y="18230"/>
                  </a:lnTo>
                  <a:lnTo>
                    <a:pt x="0" y="1162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8" name="pl367"/>
            <p:cNvSpPr/>
            <p:nvPr/>
          </p:nvSpPr>
          <p:spPr>
            <a:xfrm>
              <a:off x="5786992" y="1773495"/>
              <a:ext cx="957790" cy="101970"/>
            </a:xfrm>
            <a:custGeom>
              <a:avLst/>
              <a:pathLst>
                <a:path w="957790" h="101970">
                  <a:moveTo>
                    <a:pt x="0" y="101970"/>
                  </a:moveTo>
                  <a:lnTo>
                    <a:pt x="506020" y="48097"/>
                  </a:lnTo>
                  <a:lnTo>
                    <a:pt x="638527" y="33990"/>
                  </a:lnTo>
                  <a:lnTo>
                    <a:pt x="825284" y="14107"/>
                  </a:lnTo>
                  <a:lnTo>
                    <a:pt x="957790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9" name="tx368"/>
            <p:cNvSpPr/>
            <p:nvPr/>
          </p:nvSpPr>
          <p:spPr>
            <a:xfrm>
              <a:off x="6265089" y="1323739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0.235</a:t>
              </a:r>
            </a:p>
          </p:txBody>
        </p:sp>
        <p:sp>
          <p:nvSpPr>
            <p:cNvPr id="370" name="rc369"/>
            <p:cNvSpPr/>
            <p:nvPr/>
          </p:nvSpPr>
          <p:spPr>
            <a:xfrm>
              <a:off x="5691153" y="1287054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71" name="pl370"/>
            <p:cNvSpPr/>
            <p:nvPr/>
          </p:nvSpPr>
          <p:spPr>
            <a:xfrm>
              <a:off x="5691153" y="1287054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1"/>
            <p:cNvSpPr/>
            <p:nvPr/>
          </p:nvSpPr>
          <p:spPr>
            <a:xfrm>
              <a:off x="5662685" y="211755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2"/>
            <p:cNvSpPr/>
            <p:nvPr/>
          </p:nvSpPr>
          <p:spPr>
            <a:xfrm>
              <a:off x="5662685" y="190491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3"/>
            <p:cNvSpPr/>
            <p:nvPr/>
          </p:nvSpPr>
          <p:spPr>
            <a:xfrm>
              <a:off x="5662685" y="169226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4"/>
            <p:cNvSpPr/>
            <p:nvPr/>
          </p:nvSpPr>
          <p:spPr>
            <a:xfrm>
              <a:off x="5662685" y="147961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5"/>
            <p:cNvSpPr/>
            <p:nvPr/>
          </p:nvSpPr>
          <p:spPr>
            <a:xfrm>
              <a:off x="5691153" y="2157637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6"/>
            <p:cNvSpPr/>
            <p:nvPr/>
          </p:nvSpPr>
          <p:spPr>
            <a:xfrm>
              <a:off x="5786992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7"/>
            <p:cNvSpPr/>
            <p:nvPr/>
          </p:nvSpPr>
          <p:spPr>
            <a:xfrm>
              <a:off x="6106256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8"/>
            <p:cNvSpPr/>
            <p:nvPr/>
          </p:nvSpPr>
          <p:spPr>
            <a:xfrm>
              <a:off x="6425519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6744783" y="215763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tx380"/>
            <p:cNvSpPr/>
            <p:nvPr/>
          </p:nvSpPr>
          <p:spPr>
            <a:xfrm>
              <a:off x="5691153" y="1110514"/>
              <a:ext cx="451347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382" name="rc381"/>
            <p:cNvSpPr/>
            <p:nvPr/>
          </p:nvSpPr>
          <p:spPr>
            <a:xfrm>
              <a:off x="1405201" y="2615697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1471832" y="322602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1419785" y="330536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1481527" y="308795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1444180" y="309639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1470000" y="340650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1441999" y="310474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1441029" y="339595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1450158" y="340827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1500174" y="332302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1446199" y="314113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1809151" y="316885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1735874" y="261771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1775483" y="305444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1757618" y="325139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1780920" y="333619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1732158" y="326000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1767388" y="298549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1759313" y="309700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1735475" y="321909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1789112" y="274446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1751325" y="299071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802726" y="317509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821080" y="291030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773076" y="291012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782296" y="334606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777102" y="274973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789233" y="303181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792472" y="309832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2052330" y="313297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2063865" y="308016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2097761" y="315631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084631" y="316038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067853" y="295532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098410" y="321054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116201" y="309917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074580" y="326534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077388" y="326036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055904" y="292960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073164" y="301904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085798" y="292711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083821" y="289150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054546" y="334629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104060" y="319722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074321" y="295350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127389" y="281302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142563" y="326726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074678" y="296938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054439" y="308426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434037" y="316047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386924" y="322943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385777" y="319426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412333" y="340915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399296" y="325054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401879" y="330609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416889" y="267529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461647" y="331370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459365" y="318391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389372" y="310696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417953" y="325413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426641" y="311849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413461" y="327254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417611" y="327615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447721" y="328589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440670" y="335093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462631" y="305290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425759" y="329829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433541" y="322358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453469" y="315801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375631" y="321926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425714" y="271859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436037" y="321072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381674" y="324668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492152" y="2957372"/>
              <a:ext cx="965515" cy="334830"/>
            </a:xfrm>
            <a:custGeom>
              <a:avLst/>
              <a:pathLst>
                <a:path w="965515" h="334830">
                  <a:moveTo>
                    <a:pt x="0" y="0"/>
                  </a:moveTo>
                  <a:lnTo>
                    <a:pt x="510101" y="94641"/>
                  </a:lnTo>
                  <a:lnTo>
                    <a:pt x="643676" y="105302"/>
                  </a:lnTo>
                  <a:lnTo>
                    <a:pt x="831940" y="109403"/>
                  </a:lnTo>
                  <a:lnTo>
                    <a:pt x="965515" y="106796"/>
                  </a:lnTo>
                  <a:lnTo>
                    <a:pt x="965515" y="334830"/>
                  </a:lnTo>
                  <a:lnTo>
                    <a:pt x="831940" y="306928"/>
                  </a:lnTo>
                  <a:lnTo>
                    <a:pt x="643676" y="275376"/>
                  </a:lnTo>
                  <a:lnTo>
                    <a:pt x="510101" y="260741"/>
                  </a:lnTo>
                  <a:lnTo>
                    <a:pt x="0" y="25878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56" name="pl455"/>
            <p:cNvSpPr/>
            <p:nvPr/>
          </p:nvSpPr>
          <p:spPr>
            <a:xfrm>
              <a:off x="1492152" y="2957372"/>
              <a:ext cx="965515" cy="109403"/>
            </a:xfrm>
            <a:custGeom>
              <a:avLst/>
              <a:pathLst>
                <a:path w="965515" h="109403">
                  <a:moveTo>
                    <a:pt x="0" y="0"/>
                  </a:moveTo>
                  <a:lnTo>
                    <a:pt x="510101" y="94641"/>
                  </a:lnTo>
                  <a:lnTo>
                    <a:pt x="643676" y="105302"/>
                  </a:lnTo>
                  <a:lnTo>
                    <a:pt x="831940" y="109403"/>
                  </a:lnTo>
                  <a:lnTo>
                    <a:pt x="965515" y="106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7" name="pl456"/>
            <p:cNvSpPr/>
            <p:nvPr/>
          </p:nvSpPr>
          <p:spPr>
            <a:xfrm>
              <a:off x="1492152" y="3216153"/>
              <a:ext cx="965515" cy="76049"/>
            </a:xfrm>
            <a:custGeom>
              <a:avLst/>
              <a:pathLst>
                <a:path w="965515" h="76049">
                  <a:moveTo>
                    <a:pt x="965515" y="76049"/>
                  </a:moveTo>
                  <a:lnTo>
                    <a:pt x="831940" y="48147"/>
                  </a:lnTo>
                  <a:lnTo>
                    <a:pt x="643676" y="16595"/>
                  </a:lnTo>
                  <a:lnTo>
                    <a:pt x="510101" y="19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8" name="pl457"/>
            <p:cNvSpPr/>
            <p:nvPr/>
          </p:nvSpPr>
          <p:spPr>
            <a:xfrm>
              <a:off x="1492152" y="3086762"/>
              <a:ext cx="965515" cy="91423"/>
            </a:xfrm>
            <a:custGeom>
              <a:avLst/>
              <a:pathLst>
                <a:path w="965515" h="91423">
                  <a:moveTo>
                    <a:pt x="0" y="0"/>
                  </a:moveTo>
                  <a:lnTo>
                    <a:pt x="510101" y="48300"/>
                  </a:lnTo>
                  <a:lnTo>
                    <a:pt x="643676" y="60948"/>
                  </a:lnTo>
                  <a:lnTo>
                    <a:pt x="831940" y="78775"/>
                  </a:lnTo>
                  <a:lnTo>
                    <a:pt x="965515" y="91423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59" name="tx458"/>
            <p:cNvSpPr/>
            <p:nvPr/>
          </p:nvSpPr>
          <p:spPr>
            <a:xfrm>
              <a:off x="1977973" y="2652394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0.326</a:t>
              </a:r>
            </a:p>
          </p:txBody>
        </p:sp>
        <p:sp>
          <p:nvSpPr>
            <p:cNvPr id="460" name="rc459"/>
            <p:cNvSpPr/>
            <p:nvPr/>
          </p:nvSpPr>
          <p:spPr>
            <a:xfrm>
              <a:off x="1405201" y="2615697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61" name="pl460"/>
            <p:cNvSpPr/>
            <p:nvPr/>
          </p:nvSpPr>
          <p:spPr>
            <a:xfrm>
              <a:off x="1405201" y="2615697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tx461"/>
            <p:cNvSpPr/>
            <p:nvPr/>
          </p:nvSpPr>
          <p:spPr>
            <a:xfrm rot="-5400000">
              <a:off x="1235634" y="337370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63" name="tx462"/>
            <p:cNvSpPr/>
            <p:nvPr/>
          </p:nvSpPr>
          <p:spPr>
            <a:xfrm rot="-5400000">
              <a:off x="1235634" y="316979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64" name="tx463"/>
            <p:cNvSpPr/>
            <p:nvPr/>
          </p:nvSpPr>
          <p:spPr>
            <a:xfrm rot="-5400000">
              <a:off x="1235634" y="296587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65" name="tx464"/>
            <p:cNvSpPr/>
            <p:nvPr/>
          </p:nvSpPr>
          <p:spPr>
            <a:xfrm rot="-5400000">
              <a:off x="1235634" y="276195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466" name="pl465"/>
            <p:cNvSpPr/>
            <p:nvPr/>
          </p:nvSpPr>
          <p:spPr>
            <a:xfrm>
              <a:off x="1376732" y="341014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6"/>
            <p:cNvSpPr/>
            <p:nvPr/>
          </p:nvSpPr>
          <p:spPr>
            <a:xfrm>
              <a:off x="1376732" y="320623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7"/>
            <p:cNvSpPr/>
            <p:nvPr/>
          </p:nvSpPr>
          <p:spPr>
            <a:xfrm>
              <a:off x="1376732" y="300231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8"/>
            <p:cNvSpPr/>
            <p:nvPr/>
          </p:nvSpPr>
          <p:spPr>
            <a:xfrm>
              <a:off x="1376732" y="279839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69"/>
            <p:cNvSpPr/>
            <p:nvPr/>
          </p:nvSpPr>
          <p:spPr>
            <a:xfrm>
              <a:off x="1405201" y="3486280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0"/>
            <p:cNvSpPr/>
            <p:nvPr/>
          </p:nvSpPr>
          <p:spPr>
            <a:xfrm>
              <a:off x="1492152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1"/>
            <p:cNvSpPr/>
            <p:nvPr/>
          </p:nvSpPr>
          <p:spPr>
            <a:xfrm>
              <a:off x="1813991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2"/>
            <p:cNvSpPr/>
            <p:nvPr/>
          </p:nvSpPr>
          <p:spPr>
            <a:xfrm>
              <a:off x="2135829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3"/>
            <p:cNvSpPr/>
            <p:nvPr/>
          </p:nvSpPr>
          <p:spPr>
            <a:xfrm>
              <a:off x="2457668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tx474"/>
            <p:cNvSpPr/>
            <p:nvPr/>
          </p:nvSpPr>
          <p:spPr>
            <a:xfrm rot="-5400000">
              <a:off x="1029315" y="3005268"/>
              <a:ext cx="197510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476" name="tx475"/>
            <p:cNvSpPr/>
            <p:nvPr/>
          </p:nvSpPr>
          <p:spPr>
            <a:xfrm>
              <a:off x="1405201" y="2439157"/>
              <a:ext cx="3952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477" name="rc476"/>
            <p:cNvSpPr/>
            <p:nvPr/>
          </p:nvSpPr>
          <p:spPr>
            <a:xfrm>
              <a:off x="2833852" y="2615697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2910285" y="316464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2916109" y="300344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2930448" y="312544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2914419" y="313197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2848435" y="325239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2860827" y="310746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2922299" y="320556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2886490" y="316007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2866941" y="327152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2859269" y="329124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3253354" y="334673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3233477" y="332504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3204772" y="322121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3237597" y="331052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3236825" y="322578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3168628" y="307615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3192961" y="332914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3242157" y="332342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3168194" y="321597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3207084" y="310089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3249950" y="316941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3171326" y="332502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3198387" y="304623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3174321" y="323084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3223599" y="313476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3247840" y="312792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3206677" y="296621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3190326" y="306165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3488573" y="307908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3500981" y="338273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3569680" y="311521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3549422" y="327842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3537262" y="330164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3500618" y="340915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3542851" y="292939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3511342" y="306752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497839" y="320497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3551889" y="314805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3491763" y="336064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521357" y="327274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3571385" y="326653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495053" y="328227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480915" y="316156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3497534" y="331381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3522922" y="324817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3518944" y="303644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3529524" y="320923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3502833" y="261771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3860987" y="319029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3818070" y="323301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3846132" y="293718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3831497" y="331685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3872424" y="301748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3829950" y="326565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3857329" y="324198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3878430" y="3079641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3828550" y="297073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3814619" y="328061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3813535" y="313569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3833031" y="321630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3803905" y="309415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3859475" y="331080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3866417" y="304356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3856934" y="302486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3889929" y="322108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3862885" y="307210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3803778" y="302252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3868692" y="320103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3862578" y="303523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3891282" y="333417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3869292" y="326936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3842597" y="338135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25528" y="3122024"/>
              <a:ext cx="958130" cy="162021"/>
            </a:xfrm>
            <a:custGeom>
              <a:avLst/>
              <a:pathLst>
                <a:path w="958130" h="162021">
                  <a:moveTo>
                    <a:pt x="0" y="16452"/>
                  </a:moveTo>
                  <a:lnTo>
                    <a:pt x="506200" y="18104"/>
                  </a:lnTo>
                  <a:lnTo>
                    <a:pt x="638753" y="14785"/>
                  </a:lnTo>
                  <a:lnTo>
                    <a:pt x="825577" y="7210"/>
                  </a:lnTo>
                  <a:lnTo>
                    <a:pt x="958130" y="0"/>
                  </a:lnTo>
                  <a:lnTo>
                    <a:pt x="958130" y="130422"/>
                  </a:lnTo>
                  <a:lnTo>
                    <a:pt x="825577" y="129859"/>
                  </a:lnTo>
                  <a:lnTo>
                    <a:pt x="638753" y="131654"/>
                  </a:lnTo>
                  <a:lnTo>
                    <a:pt x="506200" y="134982"/>
                  </a:lnTo>
                  <a:lnTo>
                    <a:pt x="0" y="162021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51" name="pl550"/>
            <p:cNvSpPr/>
            <p:nvPr/>
          </p:nvSpPr>
          <p:spPr>
            <a:xfrm>
              <a:off x="2925528" y="3122024"/>
              <a:ext cx="958130" cy="18104"/>
            </a:xfrm>
            <a:custGeom>
              <a:avLst/>
              <a:pathLst>
                <a:path w="958130" h="18104">
                  <a:moveTo>
                    <a:pt x="0" y="16452"/>
                  </a:moveTo>
                  <a:lnTo>
                    <a:pt x="506200" y="18104"/>
                  </a:lnTo>
                  <a:lnTo>
                    <a:pt x="638753" y="14785"/>
                  </a:lnTo>
                  <a:lnTo>
                    <a:pt x="825577" y="7210"/>
                  </a:lnTo>
                  <a:lnTo>
                    <a:pt x="9581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2" name="pl551"/>
            <p:cNvSpPr/>
            <p:nvPr/>
          </p:nvSpPr>
          <p:spPr>
            <a:xfrm>
              <a:off x="2925528" y="3251884"/>
              <a:ext cx="958130" cy="32161"/>
            </a:xfrm>
            <a:custGeom>
              <a:avLst/>
              <a:pathLst>
                <a:path w="958130" h="32161">
                  <a:moveTo>
                    <a:pt x="958130" y="562"/>
                  </a:moveTo>
                  <a:lnTo>
                    <a:pt x="825577" y="0"/>
                  </a:lnTo>
                  <a:lnTo>
                    <a:pt x="638753" y="1794"/>
                  </a:lnTo>
                  <a:lnTo>
                    <a:pt x="506200" y="5123"/>
                  </a:lnTo>
                  <a:lnTo>
                    <a:pt x="0" y="321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3" name="pl552"/>
            <p:cNvSpPr/>
            <p:nvPr/>
          </p:nvSpPr>
          <p:spPr>
            <a:xfrm>
              <a:off x="2925528" y="3187235"/>
              <a:ext cx="958130" cy="24025"/>
            </a:xfrm>
            <a:custGeom>
              <a:avLst/>
              <a:pathLst>
                <a:path w="958130" h="24025">
                  <a:moveTo>
                    <a:pt x="0" y="24025"/>
                  </a:moveTo>
                  <a:lnTo>
                    <a:pt x="506200" y="11332"/>
                  </a:lnTo>
                  <a:lnTo>
                    <a:pt x="638753" y="8008"/>
                  </a:lnTo>
                  <a:lnTo>
                    <a:pt x="825577" y="3323"/>
                  </a:lnTo>
                  <a:lnTo>
                    <a:pt x="958130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54" name="tx553"/>
            <p:cNvSpPr/>
            <p:nvPr/>
          </p:nvSpPr>
          <p:spPr>
            <a:xfrm>
              <a:off x="3403965" y="2652394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0.514</a:t>
              </a:r>
            </a:p>
          </p:txBody>
        </p:sp>
        <p:sp>
          <p:nvSpPr>
            <p:cNvPr id="555" name="rc554"/>
            <p:cNvSpPr/>
            <p:nvPr/>
          </p:nvSpPr>
          <p:spPr>
            <a:xfrm>
              <a:off x="2833852" y="2615697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56" name="pl555"/>
            <p:cNvSpPr/>
            <p:nvPr/>
          </p:nvSpPr>
          <p:spPr>
            <a:xfrm>
              <a:off x="2833852" y="2615697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l556"/>
            <p:cNvSpPr/>
            <p:nvPr/>
          </p:nvSpPr>
          <p:spPr>
            <a:xfrm>
              <a:off x="2805383" y="345418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l557"/>
            <p:cNvSpPr/>
            <p:nvPr/>
          </p:nvSpPr>
          <p:spPr>
            <a:xfrm>
              <a:off x="2805383" y="320841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8"/>
            <p:cNvSpPr/>
            <p:nvPr/>
          </p:nvSpPr>
          <p:spPr>
            <a:xfrm>
              <a:off x="2805383" y="296264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59"/>
            <p:cNvSpPr/>
            <p:nvPr/>
          </p:nvSpPr>
          <p:spPr>
            <a:xfrm>
              <a:off x="2805383" y="271687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0"/>
            <p:cNvSpPr/>
            <p:nvPr/>
          </p:nvSpPr>
          <p:spPr>
            <a:xfrm>
              <a:off x="2833852" y="3486280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1"/>
            <p:cNvSpPr/>
            <p:nvPr/>
          </p:nvSpPr>
          <p:spPr>
            <a:xfrm>
              <a:off x="2925528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2"/>
            <p:cNvSpPr/>
            <p:nvPr/>
          </p:nvSpPr>
          <p:spPr>
            <a:xfrm>
              <a:off x="3244905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3"/>
            <p:cNvSpPr/>
            <p:nvPr/>
          </p:nvSpPr>
          <p:spPr>
            <a:xfrm>
              <a:off x="3564282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4"/>
            <p:cNvSpPr/>
            <p:nvPr/>
          </p:nvSpPr>
          <p:spPr>
            <a:xfrm>
              <a:off x="3883659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tx565"/>
            <p:cNvSpPr/>
            <p:nvPr/>
          </p:nvSpPr>
          <p:spPr>
            <a:xfrm>
              <a:off x="2833852" y="2439157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567" name="rc566"/>
            <p:cNvSpPr/>
            <p:nvPr/>
          </p:nvSpPr>
          <p:spPr>
            <a:xfrm>
              <a:off x="4262502" y="2615697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4292665" y="323622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4351699" y="279999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4319675" y="305157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4277086" y="325413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4327797" y="314812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4332568" y="316816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4303795" y="291397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4328473" y="324282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4287425" y="340915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4279594" y="322311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4670037" y="334123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4605443" y="261771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4594883" y="312004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4659820" y="330954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4674930" y="323764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4599423" y="319160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4617670" y="325580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4624016" y="336461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4637449" y="306403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4613940" y="316474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4665854" y="295547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4678855" y="321862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4665065" y="299884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4652759" y="311732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4661913" y="325490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4615954" y="305521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4639160" y="290786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4667198" y="271069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4962382" y="328146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4949673" y="321102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5002504" y="303582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4952397" y="319158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4977535" y="313416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4940481" y="334061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5004585" y="330435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4967160" y="315122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5004106" y="313032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4938844" y="288755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4972587" y="322043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4976117" y="289578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4938228" y="325658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4948454" y="336101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4976748" y="309736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4915495" y="301126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4960845" y="329912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4999261" y="309870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4969239" y="287824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977155" y="308792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5269889" y="305055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5278237" y="310456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5275333" y="320735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5288775" y="324982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5292560" y="324135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5262413" y="321866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5292882" y="300800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5286748" y="307200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5258195" y="301778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5292816" y="281548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5240816" y="325542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5294428" y="292061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5302676" y="276117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5296408" y="332834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5283687" y="303438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5281616" y="325931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5317960" y="270512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5305782" y="305899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5313465" y="297227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5300398" y="314468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5279130" y="306396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5319933" y="323495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5302814" y="301329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5245369" y="325151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4359528" y="3018785"/>
              <a:ext cx="955819" cy="231386"/>
            </a:xfrm>
            <a:custGeom>
              <a:avLst/>
              <a:pathLst>
                <a:path w="955819" h="231386">
                  <a:moveTo>
                    <a:pt x="0" y="42854"/>
                  </a:moveTo>
                  <a:lnTo>
                    <a:pt x="504979" y="33042"/>
                  </a:lnTo>
                  <a:lnTo>
                    <a:pt x="637213" y="25815"/>
                  </a:lnTo>
                  <a:lnTo>
                    <a:pt x="823586" y="12049"/>
                  </a:lnTo>
                  <a:lnTo>
                    <a:pt x="955819" y="0"/>
                  </a:lnTo>
                  <a:lnTo>
                    <a:pt x="955819" y="169707"/>
                  </a:lnTo>
                  <a:lnTo>
                    <a:pt x="823586" y="172119"/>
                  </a:lnTo>
                  <a:lnTo>
                    <a:pt x="637213" y="178736"/>
                  </a:lnTo>
                  <a:lnTo>
                    <a:pt x="504979" y="185971"/>
                  </a:lnTo>
                  <a:lnTo>
                    <a:pt x="0" y="231386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641" name="pl640"/>
            <p:cNvSpPr/>
            <p:nvPr/>
          </p:nvSpPr>
          <p:spPr>
            <a:xfrm>
              <a:off x="4359528" y="3018785"/>
              <a:ext cx="955819" cy="42854"/>
            </a:xfrm>
            <a:custGeom>
              <a:avLst/>
              <a:pathLst>
                <a:path w="955819" h="42854">
                  <a:moveTo>
                    <a:pt x="0" y="42854"/>
                  </a:moveTo>
                  <a:lnTo>
                    <a:pt x="504979" y="33042"/>
                  </a:lnTo>
                  <a:lnTo>
                    <a:pt x="637213" y="25815"/>
                  </a:lnTo>
                  <a:lnTo>
                    <a:pt x="823586" y="12049"/>
                  </a:lnTo>
                  <a:lnTo>
                    <a:pt x="95581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42" name="pl641"/>
            <p:cNvSpPr/>
            <p:nvPr/>
          </p:nvSpPr>
          <p:spPr>
            <a:xfrm>
              <a:off x="4359528" y="3188492"/>
              <a:ext cx="955819" cy="61678"/>
            </a:xfrm>
            <a:custGeom>
              <a:avLst/>
              <a:pathLst>
                <a:path w="955819" h="61678">
                  <a:moveTo>
                    <a:pt x="955819" y="0"/>
                  </a:moveTo>
                  <a:lnTo>
                    <a:pt x="823586" y="2412"/>
                  </a:lnTo>
                  <a:lnTo>
                    <a:pt x="637213" y="9029"/>
                  </a:lnTo>
                  <a:lnTo>
                    <a:pt x="504979" y="16264"/>
                  </a:lnTo>
                  <a:lnTo>
                    <a:pt x="0" y="616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43" name="pl642"/>
            <p:cNvSpPr/>
            <p:nvPr/>
          </p:nvSpPr>
          <p:spPr>
            <a:xfrm>
              <a:off x="4359528" y="3103639"/>
              <a:ext cx="955819" cy="52266"/>
            </a:xfrm>
            <a:custGeom>
              <a:avLst/>
              <a:pathLst>
                <a:path w="955819" h="52266">
                  <a:moveTo>
                    <a:pt x="0" y="52266"/>
                  </a:moveTo>
                  <a:lnTo>
                    <a:pt x="504979" y="24653"/>
                  </a:lnTo>
                  <a:lnTo>
                    <a:pt x="637213" y="17422"/>
                  </a:lnTo>
                  <a:lnTo>
                    <a:pt x="823586" y="7230"/>
                  </a:lnTo>
                  <a:lnTo>
                    <a:pt x="955819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4" name="tx643"/>
            <p:cNvSpPr/>
            <p:nvPr/>
          </p:nvSpPr>
          <p:spPr>
            <a:xfrm>
              <a:off x="4835653" y="2652401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0.266</a:t>
              </a:r>
            </a:p>
          </p:txBody>
        </p:sp>
        <p:sp>
          <p:nvSpPr>
            <p:cNvPr id="645" name="rc644"/>
            <p:cNvSpPr/>
            <p:nvPr/>
          </p:nvSpPr>
          <p:spPr>
            <a:xfrm>
              <a:off x="4262502" y="2615697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46" name="pl645"/>
            <p:cNvSpPr/>
            <p:nvPr/>
          </p:nvSpPr>
          <p:spPr>
            <a:xfrm>
              <a:off x="4262502" y="2615697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6"/>
            <p:cNvSpPr/>
            <p:nvPr/>
          </p:nvSpPr>
          <p:spPr>
            <a:xfrm>
              <a:off x="4234034" y="327632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l647"/>
            <p:cNvSpPr/>
            <p:nvPr/>
          </p:nvSpPr>
          <p:spPr>
            <a:xfrm>
              <a:off x="4234034" y="302943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8"/>
            <p:cNvSpPr/>
            <p:nvPr/>
          </p:nvSpPr>
          <p:spPr>
            <a:xfrm>
              <a:off x="4234034" y="278254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l649"/>
            <p:cNvSpPr/>
            <p:nvPr/>
          </p:nvSpPr>
          <p:spPr>
            <a:xfrm>
              <a:off x="4262502" y="3486280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l650"/>
            <p:cNvSpPr/>
            <p:nvPr/>
          </p:nvSpPr>
          <p:spPr>
            <a:xfrm>
              <a:off x="4359528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1"/>
            <p:cNvSpPr/>
            <p:nvPr/>
          </p:nvSpPr>
          <p:spPr>
            <a:xfrm>
              <a:off x="4678134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2"/>
            <p:cNvSpPr/>
            <p:nvPr/>
          </p:nvSpPr>
          <p:spPr>
            <a:xfrm>
              <a:off x="4996741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3"/>
            <p:cNvSpPr/>
            <p:nvPr/>
          </p:nvSpPr>
          <p:spPr>
            <a:xfrm>
              <a:off x="5315348" y="348628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tx654"/>
            <p:cNvSpPr/>
            <p:nvPr/>
          </p:nvSpPr>
          <p:spPr>
            <a:xfrm>
              <a:off x="4262502" y="2439157"/>
              <a:ext cx="458571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656" name="rc655"/>
            <p:cNvSpPr/>
            <p:nvPr/>
          </p:nvSpPr>
          <p:spPr>
            <a:xfrm>
              <a:off x="1405201" y="3944339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1461468" y="439704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1470654" y="454169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1504223" y="452690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1451116" y="421662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1444565" y="457800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1446135" y="447823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1501823" y="465862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1474706" y="462575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1419785" y="434847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1473724" y="445709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1805047" y="456069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1772666" y="436566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1765826" y="441242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1794875" y="470177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1770724" y="394635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1778978" y="407373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1812167" y="455777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1792305" y="470607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1784226" y="467405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1783986" y="455261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1764776" y="451495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1811241" y="463858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1737281" y="459790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1761387" y="456398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1753176" y="464796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1758692" y="449115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1823559" y="462693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1808136" y="453107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2084297" y="440600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2115168" y="473779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2073662" y="450884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2081834" y="462299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2068622" y="429752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2098537" y="453062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2143192" y="436082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2098789" y="458494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2134663" y="446298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2058013" y="454987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2103611" y="460074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2063445" y="416393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2125938" y="454976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2132242" y="464688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2104412" y="421946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2140429" y="431965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2097225" y="447151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2115305" y="468059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2128143" y="454625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084813" y="446179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2393154" y="451940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2420988" y="451574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2449286" y="453411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2449458" y="460457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2397297" y="449851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2406724" y="447139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391659" y="444410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441881" y="451199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391898" y="460748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2414203" y="437791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2417253" y="461907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2396934" y="453271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2437730" y="457991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2407537" y="469365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2462631" y="460181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410008" y="463914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2445014" y="458933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453306" y="448556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383799" y="461645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451173" y="444826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447931" y="455981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458575" y="446033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456804" y="452755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402297" y="464477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1501505" y="4428674"/>
              <a:ext cx="957859" cy="205464"/>
            </a:xfrm>
            <a:custGeom>
              <a:avLst/>
              <a:pathLst>
                <a:path w="957859" h="205464">
                  <a:moveTo>
                    <a:pt x="0" y="0"/>
                  </a:moveTo>
                  <a:lnTo>
                    <a:pt x="506057" y="57476"/>
                  </a:lnTo>
                  <a:lnTo>
                    <a:pt x="638573" y="67051"/>
                  </a:lnTo>
                  <a:lnTo>
                    <a:pt x="825343" y="76095"/>
                  </a:lnTo>
                  <a:lnTo>
                    <a:pt x="957859" y="79886"/>
                  </a:lnTo>
                  <a:lnTo>
                    <a:pt x="957859" y="205464"/>
                  </a:lnTo>
                  <a:lnTo>
                    <a:pt x="825343" y="190172"/>
                  </a:lnTo>
                  <a:lnTo>
                    <a:pt x="638573" y="172319"/>
                  </a:lnTo>
                  <a:lnTo>
                    <a:pt x="506057" y="162811"/>
                  </a:lnTo>
                  <a:lnTo>
                    <a:pt x="0" y="147411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730" name="pl729"/>
            <p:cNvSpPr/>
            <p:nvPr/>
          </p:nvSpPr>
          <p:spPr>
            <a:xfrm>
              <a:off x="1501505" y="4428674"/>
              <a:ext cx="957859" cy="79886"/>
            </a:xfrm>
            <a:custGeom>
              <a:avLst/>
              <a:pathLst>
                <a:path w="957859" h="79886">
                  <a:moveTo>
                    <a:pt x="0" y="0"/>
                  </a:moveTo>
                  <a:lnTo>
                    <a:pt x="506057" y="57476"/>
                  </a:lnTo>
                  <a:lnTo>
                    <a:pt x="638573" y="67051"/>
                  </a:lnTo>
                  <a:lnTo>
                    <a:pt x="825343" y="76095"/>
                  </a:lnTo>
                  <a:lnTo>
                    <a:pt x="957859" y="79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1" name="pl730"/>
            <p:cNvSpPr/>
            <p:nvPr/>
          </p:nvSpPr>
          <p:spPr>
            <a:xfrm>
              <a:off x="1501505" y="4576086"/>
              <a:ext cx="957859" cy="58052"/>
            </a:xfrm>
            <a:custGeom>
              <a:avLst/>
              <a:pathLst>
                <a:path w="957859" h="58052">
                  <a:moveTo>
                    <a:pt x="957859" y="58052"/>
                  </a:moveTo>
                  <a:lnTo>
                    <a:pt x="825343" y="42760"/>
                  </a:lnTo>
                  <a:lnTo>
                    <a:pt x="638573" y="24908"/>
                  </a:lnTo>
                  <a:lnTo>
                    <a:pt x="506057" y="154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2" name="pl731"/>
            <p:cNvSpPr/>
            <p:nvPr/>
          </p:nvSpPr>
          <p:spPr>
            <a:xfrm>
              <a:off x="1501505" y="4502380"/>
              <a:ext cx="957859" cy="68969"/>
            </a:xfrm>
            <a:custGeom>
              <a:avLst/>
              <a:pathLst>
                <a:path w="957859" h="68969">
                  <a:moveTo>
                    <a:pt x="0" y="0"/>
                  </a:moveTo>
                  <a:lnTo>
                    <a:pt x="506057" y="36438"/>
                  </a:lnTo>
                  <a:lnTo>
                    <a:pt x="638573" y="45979"/>
                  </a:lnTo>
                  <a:lnTo>
                    <a:pt x="825343" y="59428"/>
                  </a:lnTo>
                  <a:lnTo>
                    <a:pt x="957859" y="68969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33" name="tx732"/>
            <p:cNvSpPr/>
            <p:nvPr/>
          </p:nvSpPr>
          <p:spPr>
            <a:xfrm>
              <a:off x="1979671" y="3981051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0.117</a:t>
              </a:r>
            </a:p>
          </p:txBody>
        </p:sp>
        <p:sp>
          <p:nvSpPr>
            <p:cNvPr id="734" name="rc733"/>
            <p:cNvSpPr/>
            <p:nvPr/>
          </p:nvSpPr>
          <p:spPr>
            <a:xfrm>
              <a:off x="1405201" y="3944339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35" name="pl734"/>
            <p:cNvSpPr/>
            <p:nvPr/>
          </p:nvSpPr>
          <p:spPr>
            <a:xfrm>
              <a:off x="1405201" y="3944339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tx735"/>
            <p:cNvSpPr/>
            <p:nvPr/>
          </p:nvSpPr>
          <p:spPr>
            <a:xfrm rot="-5400000">
              <a:off x="1235634" y="469906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37" name="tx736"/>
            <p:cNvSpPr/>
            <p:nvPr/>
          </p:nvSpPr>
          <p:spPr>
            <a:xfrm rot="-5400000">
              <a:off x="1235634" y="442296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38" name="tx737"/>
            <p:cNvSpPr/>
            <p:nvPr/>
          </p:nvSpPr>
          <p:spPr>
            <a:xfrm rot="-5400000">
              <a:off x="1235634" y="414686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39" name="pl738"/>
            <p:cNvSpPr/>
            <p:nvPr/>
          </p:nvSpPr>
          <p:spPr>
            <a:xfrm>
              <a:off x="1376732" y="473549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39"/>
            <p:cNvSpPr/>
            <p:nvPr/>
          </p:nvSpPr>
          <p:spPr>
            <a:xfrm>
              <a:off x="1376732" y="445940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0"/>
            <p:cNvSpPr/>
            <p:nvPr/>
          </p:nvSpPr>
          <p:spPr>
            <a:xfrm>
              <a:off x="1376732" y="418330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1"/>
            <p:cNvSpPr/>
            <p:nvPr/>
          </p:nvSpPr>
          <p:spPr>
            <a:xfrm>
              <a:off x="1405201" y="4814922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2"/>
            <p:cNvSpPr/>
            <p:nvPr/>
          </p:nvSpPr>
          <p:spPr>
            <a:xfrm>
              <a:off x="1501505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3"/>
            <p:cNvSpPr/>
            <p:nvPr/>
          </p:nvSpPr>
          <p:spPr>
            <a:xfrm>
              <a:off x="1820792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4"/>
            <p:cNvSpPr/>
            <p:nvPr/>
          </p:nvSpPr>
          <p:spPr>
            <a:xfrm>
              <a:off x="2140078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l745"/>
            <p:cNvSpPr/>
            <p:nvPr/>
          </p:nvSpPr>
          <p:spPr>
            <a:xfrm>
              <a:off x="2459365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tx746"/>
            <p:cNvSpPr/>
            <p:nvPr/>
          </p:nvSpPr>
          <p:spPr>
            <a:xfrm>
              <a:off x="1473250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8" name="tx747"/>
            <p:cNvSpPr/>
            <p:nvPr/>
          </p:nvSpPr>
          <p:spPr>
            <a:xfrm>
              <a:off x="1792537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49" name="tx748"/>
            <p:cNvSpPr/>
            <p:nvPr/>
          </p:nvSpPr>
          <p:spPr>
            <a:xfrm>
              <a:off x="2111823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50" name="tx749"/>
            <p:cNvSpPr/>
            <p:nvPr/>
          </p:nvSpPr>
          <p:spPr>
            <a:xfrm>
              <a:off x="2431110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751" name="tx750"/>
            <p:cNvSpPr/>
            <p:nvPr/>
          </p:nvSpPr>
          <p:spPr>
            <a:xfrm>
              <a:off x="1696354" y="5023802"/>
              <a:ext cx="56482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752" name="tx751"/>
            <p:cNvSpPr/>
            <p:nvPr/>
          </p:nvSpPr>
          <p:spPr>
            <a:xfrm rot="-5400000">
              <a:off x="1029315" y="4333911"/>
              <a:ext cx="197510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753" name="tx752"/>
            <p:cNvSpPr/>
            <p:nvPr/>
          </p:nvSpPr>
          <p:spPr>
            <a:xfrm>
              <a:off x="1405201" y="3767799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754" name="rc753"/>
            <p:cNvSpPr/>
            <p:nvPr/>
          </p:nvSpPr>
          <p:spPr>
            <a:xfrm>
              <a:off x="2833852" y="3944339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920489" y="432682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2877293" y="412848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902701" y="436619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2914381" y="432981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913534" y="402610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2883266" y="429756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915922" y="457693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892866" y="449208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848435" y="434042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2912297" y="398707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3211593" y="473779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3181574" y="428882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3230801" y="436627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3177706" y="465933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3246200" y="436699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3241230" y="447784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3229680" y="453873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3236556" y="459649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3188091" y="443811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3211965" y="420897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3197909" y="417510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3211540" y="453302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3215766" y="442095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3164114" y="445658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3214552" y="436678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3162505" y="412960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3219280" y="449564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3192560" y="402693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3506835" y="410577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3519475" y="440183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3538568" y="434405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3560535" y="448581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3562047" y="446700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3559243" y="454408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3545075" y="429351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3482455" y="421075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3506535" y="422070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3545876" y="426111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3505256" y="437175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3534208" y="405533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3530111" y="456147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3536873" y="463981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3483679" y="432283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3563394" y="417004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3558288" y="437526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3537143" y="464021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3562982" y="394635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3540435" y="427471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3826674" y="449543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3859465" y="437166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3811602" y="448653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3869122" y="447622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3834243" y="453585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3885370" y="432731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3814297" y="444989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3812157" y="470546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3866843" y="437654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3835086" y="453034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3829418" y="454041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3823599" y="442472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3825086" y="434572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3837053" y="459957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3809298" y="454289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3885971" y="456386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3866769" y="418045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3883524" y="427538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3891282" y="456901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3841434" y="442196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3839920" y="430724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3804675" y="433913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3874060" y="429418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3814299" y="448028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923483" y="4245963"/>
              <a:ext cx="960085" cy="281359"/>
            </a:xfrm>
            <a:custGeom>
              <a:avLst/>
              <a:pathLst>
                <a:path w="960085" h="281359">
                  <a:moveTo>
                    <a:pt x="0" y="0"/>
                  </a:moveTo>
                  <a:lnTo>
                    <a:pt x="507233" y="84171"/>
                  </a:lnTo>
                  <a:lnTo>
                    <a:pt x="640057" y="100059"/>
                  </a:lnTo>
                  <a:lnTo>
                    <a:pt x="827261" y="117515"/>
                  </a:lnTo>
                  <a:lnTo>
                    <a:pt x="960085" y="126932"/>
                  </a:lnTo>
                  <a:lnTo>
                    <a:pt x="960085" y="281359"/>
                  </a:lnTo>
                  <a:lnTo>
                    <a:pt x="827261" y="259061"/>
                  </a:lnTo>
                  <a:lnTo>
                    <a:pt x="640057" y="231815"/>
                  </a:lnTo>
                  <a:lnTo>
                    <a:pt x="507233" y="215987"/>
                  </a:lnTo>
                  <a:lnTo>
                    <a:pt x="0" y="179041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28" name="pl827"/>
            <p:cNvSpPr/>
            <p:nvPr/>
          </p:nvSpPr>
          <p:spPr>
            <a:xfrm>
              <a:off x="2923483" y="4245963"/>
              <a:ext cx="960085" cy="126932"/>
            </a:xfrm>
            <a:custGeom>
              <a:avLst/>
              <a:pathLst>
                <a:path w="960085" h="126932">
                  <a:moveTo>
                    <a:pt x="0" y="0"/>
                  </a:moveTo>
                  <a:lnTo>
                    <a:pt x="507233" y="84171"/>
                  </a:lnTo>
                  <a:lnTo>
                    <a:pt x="640057" y="100059"/>
                  </a:lnTo>
                  <a:lnTo>
                    <a:pt x="827261" y="117515"/>
                  </a:lnTo>
                  <a:lnTo>
                    <a:pt x="960085" y="126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29" name="pl828"/>
            <p:cNvSpPr/>
            <p:nvPr/>
          </p:nvSpPr>
          <p:spPr>
            <a:xfrm>
              <a:off x="2923483" y="4425005"/>
              <a:ext cx="960085" cy="102317"/>
            </a:xfrm>
            <a:custGeom>
              <a:avLst/>
              <a:pathLst>
                <a:path w="960085" h="102317">
                  <a:moveTo>
                    <a:pt x="960085" y="102317"/>
                  </a:moveTo>
                  <a:lnTo>
                    <a:pt x="827261" y="80019"/>
                  </a:lnTo>
                  <a:lnTo>
                    <a:pt x="640057" y="52773"/>
                  </a:lnTo>
                  <a:lnTo>
                    <a:pt x="507233" y="3694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30" name="pl829"/>
            <p:cNvSpPr/>
            <p:nvPr/>
          </p:nvSpPr>
          <p:spPr>
            <a:xfrm>
              <a:off x="2923483" y="4335484"/>
              <a:ext cx="960085" cy="114625"/>
            </a:xfrm>
            <a:custGeom>
              <a:avLst/>
              <a:pathLst>
                <a:path w="960085" h="114625">
                  <a:moveTo>
                    <a:pt x="0" y="0"/>
                  </a:moveTo>
                  <a:lnTo>
                    <a:pt x="507233" y="60558"/>
                  </a:lnTo>
                  <a:lnTo>
                    <a:pt x="640057" y="76416"/>
                  </a:lnTo>
                  <a:lnTo>
                    <a:pt x="827261" y="98767"/>
                  </a:lnTo>
                  <a:lnTo>
                    <a:pt x="960085" y="114625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tx830"/>
            <p:cNvSpPr/>
            <p:nvPr/>
          </p:nvSpPr>
          <p:spPr>
            <a:xfrm>
              <a:off x="3403874" y="3981041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0.028</a:t>
              </a:r>
            </a:p>
          </p:txBody>
        </p:sp>
        <p:sp>
          <p:nvSpPr>
            <p:cNvPr id="832" name="rc831"/>
            <p:cNvSpPr/>
            <p:nvPr/>
          </p:nvSpPr>
          <p:spPr>
            <a:xfrm>
              <a:off x="2833852" y="3944339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33" name="pl832"/>
            <p:cNvSpPr/>
            <p:nvPr/>
          </p:nvSpPr>
          <p:spPr>
            <a:xfrm>
              <a:off x="2833852" y="3944339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3"/>
            <p:cNvSpPr/>
            <p:nvPr/>
          </p:nvSpPr>
          <p:spPr>
            <a:xfrm>
              <a:off x="2805383" y="474135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4"/>
            <p:cNvSpPr/>
            <p:nvPr/>
          </p:nvSpPr>
          <p:spPr>
            <a:xfrm>
              <a:off x="2805383" y="446941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5"/>
            <p:cNvSpPr/>
            <p:nvPr/>
          </p:nvSpPr>
          <p:spPr>
            <a:xfrm>
              <a:off x="2805383" y="419748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6"/>
            <p:cNvSpPr/>
            <p:nvPr/>
          </p:nvSpPr>
          <p:spPr>
            <a:xfrm>
              <a:off x="2833852" y="4814922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7"/>
            <p:cNvSpPr/>
            <p:nvPr/>
          </p:nvSpPr>
          <p:spPr>
            <a:xfrm>
              <a:off x="2923483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8"/>
            <p:cNvSpPr/>
            <p:nvPr/>
          </p:nvSpPr>
          <p:spPr>
            <a:xfrm>
              <a:off x="3243511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39"/>
            <p:cNvSpPr/>
            <p:nvPr/>
          </p:nvSpPr>
          <p:spPr>
            <a:xfrm>
              <a:off x="3563540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0"/>
            <p:cNvSpPr/>
            <p:nvPr/>
          </p:nvSpPr>
          <p:spPr>
            <a:xfrm>
              <a:off x="3883569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tx841"/>
            <p:cNvSpPr/>
            <p:nvPr/>
          </p:nvSpPr>
          <p:spPr>
            <a:xfrm>
              <a:off x="2895228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43" name="tx842"/>
            <p:cNvSpPr/>
            <p:nvPr/>
          </p:nvSpPr>
          <p:spPr>
            <a:xfrm>
              <a:off x="3215257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44" name="tx843"/>
            <p:cNvSpPr/>
            <p:nvPr/>
          </p:nvSpPr>
          <p:spPr>
            <a:xfrm>
              <a:off x="3535285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45" name="tx844"/>
            <p:cNvSpPr/>
            <p:nvPr/>
          </p:nvSpPr>
          <p:spPr>
            <a:xfrm>
              <a:off x="3855314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46" name="tx845"/>
            <p:cNvSpPr/>
            <p:nvPr/>
          </p:nvSpPr>
          <p:spPr>
            <a:xfrm>
              <a:off x="3125005" y="5023802"/>
              <a:ext cx="56482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47" name="tx846"/>
            <p:cNvSpPr/>
            <p:nvPr/>
          </p:nvSpPr>
          <p:spPr>
            <a:xfrm>
              <a:off x="2833852" y="3767799"/>
              <a:ext cx="33869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848" name="rc847"/>
            <p:cNvSpPr/>
            <p:nvPr/>
          </p:nvSpPr>
          <p:spPr>
            <a:xfrm>
              <a:off x="4262502" y="3944339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4285757" y="461700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4277086" y="452273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4353915" y="463242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4279667" y="405809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4316650" y="444780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4334550" y="429854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4335870" y="473779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4351691" y="452571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4360067" y="443408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4307215" y="419477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4622151" y="441469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4618630" y="424341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4667882" y="462018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4615640" y="466512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4628140" y="394635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4667855" y="407679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4672073" y="470665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4647676" y="464529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4675864" y="467415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4600013" y="460878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4664277" y="458183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4630564" y="468884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4650697" y="450684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4673726" y="452957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4623377" y="436831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4644702" y="443952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4659670" y="469053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4620886" y="459815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4917511" y="462072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4940882" y="458510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4983205" y="458584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4999964" y="455853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4963632" y="457035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4947339" y="462423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4923664" y="460544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4961957" y="439379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4920219" y="465710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4974621" y="446988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4930389" y="464094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4950824" y="450379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4964135" y="463238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4967093" y="466068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4976351" y="432443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4922730" y="460001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4988302" y="442752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4926108" y="454001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4987326" y="446095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4978474" y="446889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5315592" y="468743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5248740" y="455316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5269818" y="443080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5272470" y="454635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5260439" y="445521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5253799" y="460074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5269086" y="452195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5294472" y="460879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5260042" y="440355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5295154" y="442125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5273122" y="455721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5242388" y="463311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5281828" y="451704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5319933" y="464099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5278586" y="450783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5315394" y="467496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5295256" y="434129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5238069" y="463286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5316656" y="460050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5235016" y="452431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5284717" y="446713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5249957" y="453245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5317945" y="456737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5241442" y="461814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4356339" y="4358383"/>
              <a:ext cx="956192" cy="374808"/>
            </a:xfrm>
            <a:custGeom>
              <a:avLst/>
              <a:pathLst>
                <a:path w="956192" h="374808">
                  <a:moveTo>
                    <a:pt x="0" y="0"/>
                  </a:moveTo>
                  <a:lnTo>
                    <a:pt x="505176" y="122629"/>
                  </a:lnTo>
                  <a:lnTo>
                    <a:pt x="637461" y="129332"/>
                  </a:lnTo>
                  <a:lnTo>
                    <a:pt x="823907" y="120726"/>
                  </a:lnTo>
                  <a:lnTo>
                    <a:pt x="956192" y="107896"/>
                  </a:lnTo>
                  <a:lnTo>
                    <a:pt x="956192" y="374808"/>
                  </a:lnTo>
                  <a:lnTo>
                    <a:pt x="823907" y="336152"/>
                  </a:lnTo>
                  <a:lnTo>
                    <a:pt x="637461" y="291145"/>
                  </a:lnTo>
                  <a:lnTo>
                    <a:pt x="505176" y="272020"/>
                  </a:lnTo>
                  <a:lnTo>
                    <a:pt x="0" y="29602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2" name="pl921"/>
            <p:cNvSpPr/>
            <p:nvPr/>
          </p:nvSpPr>
          <p:spPr>
            <a:xfrm>
              <a:off x="4356339" y="4358383"/>
              <a:ext cx="956192" cy="129332"/>
            </a:xfrm>
            <a:custGeom>
              <a:avLst/>
              <a:pathLst>
                <a:path w="956192" h="129332">
                  <a:moveTo>
                    <a:pt x="0" y="0"/>
                  </a:moveTo>
                  <a:lnTo>
                    <a:pt x="505176" y="122629"/>
                  </a:lnTo>
                  <a:lnTo>
                    <a:pt x="637461" y="129332"/>
                  </a:lnTo>
                  <a:lnTo>
                    <a:pt x="823907" y="120726"/>
                  </a:lnTo>
                  <a:lnTo>
                    <a:pt x="956192" y="1078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3" name="pl922"/>
            <p:cNvSpPr/>
            <p:nvPr/>
          </p:nvSpPr>
          <p:spPr>
            <a:xfrm>
              <a:off x="4356339" y="4630403"/>
              <a:ext cx="956192" cy="102788"/>
            </a:xfrm>
            <a:custGeom>
              <a:avLst/>
              <a:pathLst>
                <a:path w="956192" h="102788">
                  <a:moveTo>
                    <a:pt x="956192" y="102788"/>
                  </a:moveTo>
                  <a:lnTo>
                    <a:pt x="823907" y="64131"/>
                  </a:lnTo>
                  <a:lnTo>
                    <a:pt x="637461" y="19124"/>
                  </a:lnTo>
                  <a:lnTo>
                    <a:pt x="505176" y="0"/>
                  </a:lnTo>
                  <a:lnTo>
                    <a:pt x="0" y="23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4" name="pl923"/>
            <p:cNvSpPr/>
            <p:nvPr/>
          </p:nvSpPr>
          <p:spPr>
            <a:xfrm>
              <a:off x="4356339" y="4506393"/>
              <a:ext cx="956192" cy="93342"/>
            </a:xfrm>
            <a:custGeom>
              <a:avLst/>
              <a:pathLst>
                <a:path w="956192" h="93342">
                  <a:moveTo>
                    <a:pt x="0" y="0"/>
                  </a:moveTo>
                  <a:lnTo>
                    <a:pt x="505176" y="49314"/>
                  </a:lnTo>
                  <a:lnTo>
                    <a:pt x="637461" y="62228"/>
                  </a:lnTo>
                  <a:lnTo>
                    <a:pt x="823907" y="80428"/>
                  </a:lnTo>
                  <a:lnTo>
                    <a:pt x="956192" y="93342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5" name="tx924"/>
            <p:cNvSpPr/>
            <p:nvPr/>
          </p:nvSpPr>
          <p:spPr>
            <a:xfrm>
              <a:off x="4832838" y="3981031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0.452</a:t>
              </a:r>
            </a:p>
          </p:txBody>
        </p:sp>
        <p:sp>
          <p:nvSpPr>
            <p:cNvPr id="926" name="rc925"/>
            <p:cNvSpPr/>
            <p:nvPr/>
          </p:nvSpPr>
          <p:spPr>
            <a:xfrm>
              <a:off x="4262502" y="3944339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27" name="pl926"/>
            <p:cNvSpPr/>
            <p:nvPr/>
          </p:nvSpPr>
          <p:spPr>
            <a:xfrm>
              <a:off x="4262502" y="3944339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7"/>
            <p:cNvSpPr/>
            <p:nvPr/>
          </p:nvSpPr>
          <p:spPr>
            <a:xfrm>
              <a:off x="4234034" y="473135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8"/>
            <p:cNvSpPr/>
            <p:nvPr/>
          </p:nvSpPr>
          <p:spPr>
            <a:xfrm>
              <a:off x="4234034" y="454202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l929"/>
            <p:cNvSpPr/>
            <p:nvPr/>
          </p:nvSpPr>
          <p:spPr>
            <a:xfrm>
              <a:off x="4234034" y="435269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0"/>
            <p:cNvSpPr/>
            <p:nvPr/>
          </p:nvSpPr>
          <p:spPr>
            <a:xfrm>
              <a:off x="4234034" y="416336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1"/>
            <p:cNvSpPr/>
            <p:nvPr/>
          </p:nvSpPr>
          <p:spPr>
            <a:xfrm>
              <a:off x="4234034" y="397403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2"/>
            <p:cNvSpPr/>
            <p:nvPr/>
          </p:nvSpPr>
          <p:spPr>
            <a:xfrm>
              <a:off x="4262502" y="4814922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3"/>
            <p:cNvSpPr/>
            <p:nvPr/>
          </p:nvSpPr>
          <p:spPr>
            <a:xfrm>
              <a:off x="4356339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4"/>
            <p:cNvSpPr/>
            <p:nvPr/>
          </p:nvSpPr>
          <p:spPr>
            <a:xfrm>
              <a:off x="4675070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5"/>
            <p:cNvSpPr/>
            <p:nvPr/>
          </p:nvSpPr>
          <p:spPr>
            <a:xfrm>
              <a:off x="4993801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6"/>
            <p:cNvSpPr/>
            <p:nvPr/>
          </p:nvSpPr>
          <p:spPr>
            <a:xfrm>
              <a:off x="5312532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tx937"/>
            <p:cNvSpPr/>
            <p:nvPr/>
          </p:nvSpPr>
          <p:spPr>
            <a:xfrm>
              <a:off x="4328084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39" name="tx938"/>
            <p:cNvSpPr/>
            <p:nvPr/>
          </p:nvSpPr>
          <p:spPr>
            <a:xfrm>
              <a:off x="4646815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40" name="tx939"/>
            <p:cNvSpPr/>
            <p:nvPr/>
          </p:nvSpPr>
          <p:spPr>
            <a:xfrm>
              <a:off x="4965546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41" name="tx940"/>
            <p:cNvSpPr/>
            <p:nvPr/>
          </p:nvSpPr>
          <p:spPr>
            <a:xfrm>
              <a:off x="5284277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42" name="tx941"/>
            <p:cNvSpPr/>
            <p:nvPr/>
          </p:nvSpPr>
          <p:spPr>
            <a:xfrm>
              <a:off x="4553656" y="5023802"/>
              <a:ext cx="56482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43" name="tx942"/>
            <p:cNvSpPr/>
            <p:nvPr/>
          </p:nvSpPr>
          <p:spPr>
            <a:xfrm>
              <a:off x="4262502" y="3767799"/>
              <a:ext cx="41623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944" name="rc943"/>
            <p:cNvSpPr/>
            <p:nvPr/>
          </p:nvSpPr>
          <p:spPr>
            <a:xfrm>
              <a:off x="5691153" y="3944339"/>
              <a:ext cx="1147131" cy="87058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5760315" y="451001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5739723" y="456149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5742195" y="460078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5774542" y="431319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5705737" y="453615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5786501" y="433429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5724582" y="470672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5716789" y="460385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5707601" y="435430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5769633" y="427671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6092452" y="447741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6020840" y="431442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6085342" y="457789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6093344" y="469988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6018659" y="394635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6064568" y="401076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6076522" y="465469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6035047" y="472025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6036074" y="471128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6106474" y="462678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6042640" y="466251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6057030" y="469131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6101824" y="466709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6022406" y="466217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6051122" y="462823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6091587" y="456061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6061473" y="471006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6095506" y="458746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6422566" y="457821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6342058" y="472141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6360956" y="465771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6378898" y="468083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6389077" y="450966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6396811" y="461440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6413090" y="447840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6423818" y="457819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6416242" y="462054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6362357" y="454118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6407935" y="468864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6371474" y="435067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6393760" y="465312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6398252" y="469588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6382534" y="429843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6356659" y="452942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6425102" y="446642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6351155" y="464600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6347129" y="458114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6416917" y="447673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6728956" y="462912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6664022" y="460132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6709417" y="453610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6705109" y="462148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6697087" y="450653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6701980" y="458376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6664776" y="453867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6729007" y="456445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6671153" y="459832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6740480" y="439832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6746132" y="467574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6748584" y="460963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6714048" y="460751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6720467" y="469989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6748337" y="457105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6691498" y="469820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6676118" y="450022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6685332" y="460162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6684415" y="460992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6744013" y="454590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6666252" y="458434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6658886" y="457042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6725715" y="459398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6747040" y="468152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5778033" y="4390294"/>
              <a:ext cx="962004" cy="385056"/>
            </a:xfrm>
            <a:custGeom>
              <a:avLst/>
              <a:pathLst>
                <a:path w="962004" h="385056">
                  <a:moveTo>
                    <a:pt x="0" y="0"/>
                  </a:moveTo>
                  <a:lnTo>
                    <a:pt x="508246" y="125256"/>
                  </a:lnTo>
                  <a:lnTo>
                    <a:pt x="641336" y="129775"/>
                  </a:lnTo>
                  <a:lnTo>
                    <a:pt x="828914" y="116803"/>
                  </a:lnTo>
                  <a:lnTo>
                    <a:pt x="962004" y="100732"/>
                  </a:lnTo>
                  <a:lnTo>
                    <a:pt x="962004" y="385056"/>
                  </a:lnTo>
                  <a:lnTo>
                    <a:pt x="828914" y="344724"/>
                  </a:lnTo>
                  <a:lnTo>
                    <a:pt x="641336" y="297556"/>
                  </a:lnTo>
                  <a:lnTo>
                    <a:pt x="508246" y="277813"/>
                  </a:lnTo>
                  <a:lnTo>
                    <a:pt x="0" y="310419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l1017"/>
            <p:cNvSpPr/>
            <p:nvPr/>
          </p:nvSpPr>
          <p:spPr>
            <a:xfrm>
              <a:off x="5778033" y="4390294"/>
              <a:ext cx="962004" cy="129775"/>
            </a:xfrm>
            <a:custGeom>
              <a:avLst/>
              <a:pathLst>
                <a:path w="962004" h="129775">
                  <a:moveTo>
                    <a:pt x="0" y="0"/>
                  </a:moveTo>
                  <a:lnTo>
                    <a:pt x="508246" y="125256"/>
                  </a:lnTo>
                  <a:lnTo>
                    <a:pt x="641336" y="129775"/>
                  </a:lnTo>
                  <a:lnTo>
                    <a:pt x="828914" y="116803"/>
                  </a:lnTo>
                  <a:lnTo>
                    <a:pt x="962004" y="1007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19" name="pl1018"/>
            <p:cNvSpPr/>
            <p:nvPr/>
          </p:nvSpPr>
          <p:spPr>
            <a:xfrm>
              <a:off x="5778033" y="4668108"/>
              <a:ext cx="962004" cy="107242"/>
            </a:xfrm>
            <a:custGeom>
              <a:avLst/>
              <a:pathLst>
                <a:path w="962004" h="107242">
                  <a:moveTo>
                    <a:pt x="962004" y="107242"/>
                  </a:moveTo>
                  <a:lnTo>
                    <a:pt x="828914" y="66910"/>
                  </a:lnTo>
                  <a:lnTo>
                    <a:pt x="641336" y="19743"/>
                  </a:lnTo>
                  <a:lnTo>
                    <a:pt x="508246" y="0"/>
                  </a:lnTo>
                  <a:lnTo>
                    <a:pt x="0" y="326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20" name="pl1019"/>
            <p:cNvSpPr/>
            <p:nvPr/>
          </p:nvSpPr>
          <p:spPr>
            <a:xfrm>
              <a:off x="5778033" y="4545503"/>
              <a:ext cx="962004" cy="87684"/>
            </a:xfrm>
            <a:custGeom>
              <a:avLst/>
              <a:pathLst>
                <a:path w="962004" h="87684">
                  <a:moveTo>
                    <a:pt x="0" y="0"/>
                  </a:moveTo>
                  <a:lnTo>
                    <a:pt x="508246" y="46325"/>
                  </a:lnTo>
                  <a:lnTo>
                    <a:pt x="641336" y="58456"/>
                  </a:lnTo>
                  <a:lnTo>
                    <a:pt x="828914" y="75554"/>
                  </a:lnTo>
                  <a:lnTo>
                    <a:pt x="962004" y="87684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21" name="tx1020"/>
            <p:cNvSpPr/>
            <p:nvPr/>
          </p:nvSpPr>
          <p:spPr>
            <a:xfrm>
              <a:off x="6260343" y="3981033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0.506</a:t>
              </a:r>
            </a:p>
          </p:txBody>
        </p:sp>
        <p:sp>
          <p:nvSpPr>
            <p:cNvPr id="1022" name="rc1021"/>
            <p:cNvSpPr/>
            <p:nvPr/>
          </p:nvSpPr>
          <p:spPr>
            <a:xfrm>
              <a:off x="5691153" y="3944339"/>
              <a:ext cx="1147131" cy="87058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23" name="pl1022"/>
            <p:cNvSpPr/>
            <p:nvPr/>
          </p:nvSpPr>
          <p:spPr>
            <a:xfrm>
              <a:off x="5691153" y="3944339"/>
              <a:ext cx="0" cy="870583"/>
            </a:xfrm>
            <a:custGeom>
              <a:avLst/>
              <a:pathLst>
                <a:path w="0" h="870583">
                  <a:moveTo>
                    <a:pt x="0" y="8705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l1023"/>
            <p:cNvSpPr/>
            <p:nvPr/>
          </p:nvSpPr>
          <p:spPr>
            <a:xfrm>
              <a:off x="5662685" y="462512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l1024"/>
            <p:cNvSpPr/>
            <p:nvPr/>
          </p:nvSpPr>
          <p:spPr>
            <a:xfrm>
              <a:off x="5662685" y="433540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l1025"/>
            <p:cNvSpPr/>
            <p:nvPr/>
          </p:nvSpPr>
          <p:spPr>
            <a:xfrm>
              <a:off x="5662685" y="404569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l1026"/>
            <p:cNvSpPr/>
            <p:nvPr/>
          </p:nvSpPr>
          <p:spPr>
            <a:xfrm>
              <a:off x="5691153" y="4814922"/>
              <a:ext cx="1147131" cy="0"/>
            </a:xfrm>
            <a:custGeom>
              <a:avLst/>
              <a:pathLst>
                <a:path w="1147131" h="0">
                  <a:moveTo>
                    <a:pt x="0" y="0"/>
                  </a:moveTo>
                  <a:lnTo>
                    <a:pt x="114713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l1027"/>
            <p:cNvSpPr/>
            <p:nvPr/>
          </p:nvSpPr>
          <p:spPr>
            <a:xfrm>
              <a:off x="5778033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l1028"/>
            <p:cNvSpPr/>
            <p:nvPr/>
          </p:nvSpPr>
          <p:spPr>
            <a:xfrm>
              <a:off x="6098701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l1029"/>
            <p:cNvSpPr/>
            <p:nvPr/>
          </p:nvSpPr>
          <p:spPr>
            <a:xfrm>
              <a:off x="6419369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l1030"/>
            <p:cNvSpPr/>
            <p:nvPr/>
          </p:nvSpPr>
          <p:spPr>
            <a:xfrm>
              <a:off x="6740038" y="48149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tx1031"/>
            <p:cNvSpPr/>
            <p:nvPr/>
          </p:nvSpPr>
          <p:spPr>
            <a:xfrm>
              <a:off x="5749778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33" name="tx1032"/>
            <p:cNvSpPr/>
            <p:nvPr/>
          </p:nvSpPr>
          <p:spPr>
            <a:xfrm>
              <a:off x="6070446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34" name="tx1033"/>
            <p:cNvSpPr/>
            <p:nvPr/>
          </p:nvSpPr>
          <p:spPr>
            <a:xfrm>
              <a:off x="6391114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35" name="tx1034"/>
            <p:cNvSpPr/>
            <p:nvPr/>
          </p:nvSpPr>
          <p:spPr>
            <a:xfrm>
              <a:off x="6711783" y="48661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36" name="tx1035"/>
            <p:cNvSpPr/>
            <p:nvPr/>
          </p:nvSpPr>
          <p:spPr>
            <a:xfrm>
              <a:off x="5982307" y="5023802"/>
              <a:ext cx="56482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37" name="tx1036"/>
            <p:cNvSpPr/>
            <p:nvPr/>
          </p:nvSpPr>
          <p:spPr>
            <a:xfrm>
              <a:off x="5691153" y="3767799"/>
              <a:ext cx="4587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038" name="rc1037"/>
            <p:cNvSpPr/>
            <p:nvPr/>
          </p:nvSpPr>
          <p:spPr>
            <a:xfrm>
              <a:off x="3040259" y="5248787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9" name="tx1038"/>
            <p:cNvSpPr/>
            <p:nvPr/>
          </p:nvSpPr>
          <p:spPr>
            <a:xfrm>
              <a:off x="3905716" y="5261452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040" name="rc1039"/>
            <p:cNvSpPr/>
            <p:nvPr/>
          </p:nvSpPr>
          <p:spPr>
            <a:xfrm>
              <a:off x="3040259" y="5413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3092700" y="546579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2" name="rc1041"/>
            <p:cNvSpPr/>
            <p:nvPr/>
          </p:nvSpPr>
          <p:spPr>
            <a:xfrm>
              <a:off x="3040259" y="5650285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3092700" y="570272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4" name="rc1043"/>
            <p:cNvSpPr/>
            <p:nvPr/>
          </p:nvSpPr>
          <p:spPr>
            <a:xfrm>
              <a:off x="3492140" y="5413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3544582" y="546579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6" name="rc1045"/>
            <p:cNvSpPr/>
            <p:nvPr/>
          </p:nvSpPr>
          <p:spPr>
            <a:xfrm>
              <a:off x="3492140" y="5650285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3544582" y="570272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rc1047"/>
            <p:cNvSpPr/>
            <p:nvPr/>
          </p:nvSpPr>
          <p:spPr>
            <a:xfrm>
              <a:off x="3938352" y="5413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3990794" y="546579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rc1049"/>
            <p:cNvSpPr/>
            <p:nvPr/>
          </p:nvSpPr>
          <p:spPr>
            <a:xfrm>
              <a:off x="3938352" y="5650285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3990794" y="570272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rc1051"/>
            <p:cNvSpPr/>
            <p:nvPr/>
          </p:nvSpPr>
          <p:spPr>
            <a:xfrm>
              <a:off x="4373317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4425759" y="546579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rc1053"/>
            <p:cNvSpPr/>
            <p:nvPr/>
          </p:nvSpPr>
          <p:spPr>
            <a:xfrm>
              <a:off x="4373317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4425759" y="570272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rc1055"/>
            <p:cNvSpPr/>
            <p:nvPr/>
          </p:nvSpPr>
          <p:spPr>
            <a:xfrm>
              <a:off x="4819529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4871971" y="546579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rc1057"/>
            <p:cNvSpPr/>
            <p:nvPr/>
          </p:nvSpPr>
          <p:spPr>
            <a:xfrm>
              <a:off x="4819529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4871971" y="570272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tx1059"/>
            <p:cNvSpPr/>
            <p:nvPr/>
          </p:nvSpPr>
          <p:spPr>
            <a:xfrm>
              <a:off x="3277195" y="546691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061" name="tx1060"/>
            <p:cNvSpPr/>
            <p:nvPr/>
          </p:nvSpPr>
          <p:spPr>
            <a:xfrm>
              <a:off x="3277195" y="5703846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062" name="tx1061"/>
            <p:cNvSpPr/>
            <p:nvPr/>
          </p:nvSpPr>
          <p:spPr>
            <a:xfrm>
              <a:off x="3729077" y="5466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063" name="tx1062"/>
            <p:cNvSpPr/>
            <p:nvPr/>
          </p:nvSpPr>
          <p:spPr>
            <a:xfrm>
              <a:off x="3729077" y="5703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064" name="tx1063"/>
            <p:cNvSpPr/>
            <p:nvPr/>
          </p:nvSpPr>
          <p:spPr>
            <a:xfrm>
              <a:off x="4175289" y="5466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065" name="tx1064"/>
            <p:cNvSpPr/>
            <p:nvPr/>
          </p:nvSpPr>
          <p:spPr>
            <a:xfrm>
              <a:off x="4175289" y="5703846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066" name="tx1065"/>
            <p:cNvSpPr/>
            <p:nvPr/>
          </p:nvSpPr>
          <p:spPr>
            <a:xfrm>
              <a:off x="4610254" y="5466910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067" name="tx1066"/>
            <p:cNvSpPr/>
            <p:nvPr/>
          </p:nvSpPr>
          <p:spPr>
            <a:xfrm>
              <a:off x="4610254" y="5703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068" name="tx1067"/>
            <p:cNvSpPr/>
            <p:nvPr/>
          </p:nvSpPr>
          <p:spPr>
            <a:xfrm>
              <a:off x="5056466" y="5466910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069" name="tx1068"/>
            <p:cNvSpPr/>
            <p:nvPr/>
          </p:nvSpPr>
          <p:spPr>
            <a:xfrm>
              <a:off x="5056466" y="5703846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2026-07-20T11:03:25Z</dcterms:modified>
  <cp:category/>
</cp:coreProperties>
</file>