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3240000" cy="3600000"/>
            <a:chOff x="914400" y="914400"/>
            <a:chExt cx="324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324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06289" y="952357"/>
              <a:ext cx="2397500" cy="29357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29825" y="952357"/>
              <a:ext cx="0" cy="2935799"/>
            </a:xfrm>
            <a:custGeom>
              <a:avLst/>
              <a:pathLst>
                <a:path w="0" h="2935799">
                  <a:moveTo>
                    <a:pt x="0" y="293579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782563" y="1048930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2588443" y="1068244"/>
              <a:ext cx="194120" cy="0"/>
            </a:xfrm>
            <a:custGeom>
              <a:avLst/>
              <a:pathLst>
                <a:path w="194120" h="0">
                  <a:moveTo>
                    <a:pt x="19412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2588443" y="1048930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3900120" y="124207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050251" y="1261389"/>
              <a:ext cx="849869" cy="0"/>
            </a:xfrm>
            <a:custGeom>
              <a:avLst/>
              <a:pathLst>
                <a:path w="849869" h="0">
                  <a:moveTo>
                    <a:pt x="84986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050251" y="124207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3966762" y="1435219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141449" y="1454533"/>
              <a:ext cx="825312" cy="0"/>
            </a:xfrm>
            <a:custGeom>
              <a:avLst/>
              <a:pathLst>
                <a:path w="825312" h="0">
                  <a:moveTo>
                    <a:pt x="82531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141449" y="1435219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908732" y="162836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462654" y="1647678"/>
              <a:ext cx="446077" cy="0"/>
            </a:xfrm>
            <a:custGeom>
              <a:avLst/>
              <a:pathLst>
                <a:path w="446077" h="0">
                  <a:moveTo>
                    <a:pt x="446077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462654" y="1628364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2612043" y="182150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815266" y="1840823"/>
              <a:ext cx="796776" cy="0"/>
            </a:xfrm>
            <a:custGeom>
              <a:avLst/>
              <a:pathLst>
                <a:path w="796776" h="0">
                  <a:moveTo>
                    <a:pt x="79677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815266" y="182150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3639890" y="2014653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2662935" y="2033968"/>
              <a:ext cx="976954" cy="0"/>
            </a:xfrm>
            <a:custGeom>
              <a:avLst/>
              <a:pathLst>
                <a:path w="976954" h="0">
                  <a:moveTo>
                    <a:pt x="97695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2662935" y="2014653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152690" y="220779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2872317" y="2227112"/>
              <a:ext cx="280372" cy="0"/>
            </a:xfrm>
            <a:custGeom>
              <a:avLst/>
              <a:pathLst>
                <a:path w="280372" h="0">
                  <a:moveTo>
                    <a:pt x="28037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2872317" y="2207798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3994812" y="240094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3274406" y="2420257"/>
              <a:ext cx="720406" cy="0"/>
            </a:xfrm>
            <a:custGeom>
              <a:avLst/>
              <a:pathLst>
                <a:path w="720406" h="0">
                  <a:moveTo>
                    <a:pt x="7204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3274406" y="240094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029494" y="259408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2580511" y="2613402"/>
              <a:ext cx="448983" cy="0"/>
            </a:xfrm>
            <a:custGeom>
              <a:avLst/>
              <a:pathLst>
                <a:path w="448983" h="0">
                  <a:moveTo>
                    <a:pt x="44898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2580511" y="259408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2871293" y="278723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401840" y="2806546"/>
              <a:ext cx="469453" cy="0"/>
            </a:xfrm>
            <a:custGeom>
              <a:avLst/>
              <a:pathLst>
                <a:path w="469453" h="0">
                  <a:moveTo>
                    <a:pt x="469453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401840" y="2787232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590937" y="298037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147638" y="2999691"/>
              <a:ext cx="443298" cy="0"/>
            </a:xfrm>
            <a:custGeom>
              <a:avLst/>
              <a:pathLst>
                <a:path w="443298" h="0">
                  <a:moveTo>
                    <a:pt x="44329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147638" y="2980377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3481488" y="317352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320128" y="3192836"/>
              <a:ext cx="1161360" cy="0"/>
            </a:xfrm>
            <a:custGeom>
              <a:avLst/>
              <a:pathLst>
                <a:path w="1161360" h="0">
                  <a:moveTo>
                    <a:pt x="116136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320128" y="317352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229900" y="3366666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120072" y="3385980"/>
              <a:ext cx="1109828" cy="0"/>
            </a:xfrm>
            <a:custGeom>
              <a:avLst/>
              <a:pathLst>
                <a:path w="1109828" h="0">
                  <a:moveTo>
                    <a:pt x="110982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120072" y="3366666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3409038" y="355981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209342" y="3579125"/>
              <a:ext cx="1199695" cy="0"/>
            </a:xfrm>
            <a:custGeom>
              <a:avLst/>
              <a:pathLst>
                <a:path w="1199695" h="0">
                  <a:moveTo>
                    <a:pt x="1199695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209342" y="3559811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2724739" y="3752955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274188" y="3772270"/>
              <a:ext cx="450551" cy="0"/>
            </a:xfrm>
            <a:custGeom>
              <a:avLst/>
              <a:pathLst>
                <a:path w="450551" h="0">
                  <a:moveTo>
                    <a:pt x="45055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274188" y="3752955"/>
              <a:ext cx="0" cy="38628"/>
            </a:xfrm>
            <a:custGeom>
              <a:avLst/>
              <a:pathLst>
                <a:path w="0" h="38628">
                  <a:moveTo>
                    <a:pt x="0" y="3862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634051" y="101679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23734" y="120993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02654" y="140308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634241" y="159622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62203" y="178937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99960" y="198251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61051" y="217566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583157" y="23688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753551" y="2561950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585115" y="275509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317836" y="2948239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849356" y="3141384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623534" y="333452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757738" y="3527673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48011" y="3720818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706289" y="952357"/>
              <a:ext cx="2397500" cy="293579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706289" y="952357"/>
              <a:ext cx="0" cy="2935799"/>
            </a:xfrm>
            <a:custGeom>
              <a:avLst/>
              <a:pathLst>
                <a:path w="0" h="2935799">
                  <a:moveTo>
                    <a:pt x="0" y="2935799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124237" y="3735831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124237" y="3542686"/>
              <a:ext cx="5308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446197" y="3349542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446289" y="3156397"/>
              <a:ext cx="20875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508377" y="2963252"/>
              <a:ext cx="14666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457445" y="2770107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112807" y="2576963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112807" y="2383818"/>
              <a:ext cx="5422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361341" y="2190673"/>
              <a:ext cx="293705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502616" y="1997529"/>
              <a:ext cx="15243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446197" y="1804384"/>
              <a:ext cx="20884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367193" y="1611239"/>
              <a:ext cx="287853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463022" y="1418095"/>
              <a:ext cx="19202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446106" y="1224950"/>
              <a:ext cx="208940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457445" y="1031805"/>
              <a:ext cx="19760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677821" y="377227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77821" y="357912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77821" y="338598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77821" y="319283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677821" y="29996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77821" y="28065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77821" y="26134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77821" y="242025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77821" y="22271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77821" y="20339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677821" y="184082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677821" y="164767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677821" y="145453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677821" y="126138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677821" y="106824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706289" y="3888157"/>
              <a:ext cx="2397500" cy="0"/>
            </a:xfrm>
            <a:custGeom>
              <a:avLst/>
              <a:pathLst>
                <a:path w="2397500" h="0">
                  <a:moveTo>
                    <a:pt x="0" y="0"/>
                  </a:moveTo>
                  <a:lnTo>
                    <a:pt x="239750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838428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384126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929825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475523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4021222" y="388815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722619" y="3939400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68317" y="3939400"/>
              <a:ext cx="231617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2830932" y="393940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376631" y="393940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3922330" y="3939400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1927683" y="4097036"/>
              <a:ext cx="195471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855419" y="2374674"/>
              <a:ext cx="2540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1640896" y="4296442"/>
              <a:ext cx="2513503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1640896" y="4345294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440783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2458783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479331" y="4334990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339166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357166" y="438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3377714" y="4334990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2677719" y="4350003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3576102" y="4350003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2026-07-20T14:52:38Z</dcterms:modified>
  <cp:category/>
</cp:coreProperties>
</file>