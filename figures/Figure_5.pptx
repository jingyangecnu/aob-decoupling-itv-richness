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4320000" cy="3600000"/>
            <a:chOff x="914400" y="914400"/>
            <a:chExt cx="4320000" cy="36000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4320000" cy="360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4320000" cy="360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794699" y="952357"/>
              <a:ext cx="3389090" cy="28905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3524281" y="952357"/>
              <a:ext cx="0" cy="2890515"/>
            </a:xfrm>
            <a:custGeom>
              <a:avLst/>
              <a:pathLst>
                <a:path w="0" h="2890515">
                  <a:moveTo>
                    <a:pt x="0" y="28905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3316113" y="1047440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041706" y="1066456"/>
              <a:ext cx="274406" cy="0"/>
            </a:xfrm>
            <a:custGeom>
              <a:avLst/>
              <a:pathLst>
                <a:path w="274406" h="0">
                  <a:moveTo>
                    <a:pt x="274406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041706" y="1047440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895884" y="1237605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3694514" y="1256622"/>
              <a:ext cx="1201370" cy="0"/>
            </a:xfrm>
            <a:custGeom>
              <a:avLst/>
              <a:pathLst>
                <a:path w="1201370" h="0">
                  <a:moveTo>
                    <a:pt x="1201370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3694514" y="1237605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4990089" y="1427771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3823432" y="1446787"/>
              <a:ext cx="1166656" cy="0"/>
            </a:xfrm>
            <a:custGeom>
              <a:avLst/>
              <a:pathLst>
                <a:path w="1166656" h="0">
                  <a:moveTo>
                    <a:pt x="1166656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3823432" y="1427771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3494464" y="1617936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863892" y="1636953"/>
              <a:ext cx="630572" cy="0"/>
            </a:xfrm>
            <a:custGeom>
              <a:avLst/>
              <a:pathLst>
                <a:path w="630572" h="0">
                  <a:moveTo>
                    <a:pt x="630572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2863892" y="1617936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075066" y="1808102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948748" y="1827119"/>
              <a:ext cx="1126318" cy="0"/>
            </a:xfrm>
            <a:custGeom>
              <a:avLst/>
              <a:pathLst>
                <a:path w="1126318" h="0">
                  <a:moveTo>
                    <a:pt x="1126318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948748" y="1808102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4528024" y="1998267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3147007" y="2017284"/>
              <a:ext cx="1381016" cy="0"/>
            </a:xfrm>
            <a:custGeom>
              <a:avLst/>
              <a:pathLst>
                <a:path w="1381016" h="0">
                  <a:moveTo>
                    <a:pt x="1381016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3147007" y="1998267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3839321" y="2188433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3442988" y="2207450"/>
              <a:ext cx="396332" cy="0"/>
            </a:xfrm>
            <a:custGeom>
              <a:avLst/>
              <a:pathLst>
                <a:path w="396332" h="0">
                  <a:moveTo>
                    <a:pt x="396332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3442988" y="2188433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5029740" y="2378598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4011378" y="2397615"/>
              <a:ext cx="1018361" cy="0"/>
            </a:xfrm>
            <a:custGeom>
              <a:avLst/>
              <a:pathLst>
                <a:path w="1018361" h="0">
                  <a:moveTo>
                    <a:pt x="1018361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4011378" y="2378598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3665173" y="2568764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3030493" y="2587781"/>
              <a:ext cx="634679" cy="0"/>
            </a:xfrm>
            <a:custGeom>
              <a:avLst/>
              <a:pathLst>
                <a:path w="634679" h="0">
                  <a:moveTo>
                    <a:pt x="634679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3030493" y="2568764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441541" y="2758930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2777925" y="2777946"/>
              <a:ext cx="663616" cy="0"/>
            </a:xfrm>
            <a:custGeom>
              <a:avLst/>
              <a:pathLst>
                <a:path w="663616" h="0">
                  <a:moveTo>
                    <a:pt x="663616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2777925" y="2758930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4458825" y="2949095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3832181" y="2968112"/>
              <a:ext cx="626644" cy="0"/>
            </a:xfrm>
            <a:custGeom>
              <a:avLst/>
              <a:pathLst>
                <a:path w="626644" h="0">
                  <a:moveTo>
                    <a:pt x="626644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3832181" y="2949095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0"/>
            <p:cNvSpPr/>
            <p:nvPr/>
          </p:nvSpPr>
          <p:spPr>
            <a:xfrm>
              <a:off x="4304108" y="3139261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2662417" y="3158277"/>
              <a:ext cx="1641691" cy="0"/>
            </a:xfrm>
            <a:custGeom>
              <a:avLst/>
              <a:pathLst>
                <a:path w="1641691" h="0">
                  <a:moveTo>
                    <a:pt x="1641691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2662417" y="3139261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3948466" y="3329426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2379620" y="3348443"/>
              <a:ext cx="1568846" cy="0"/>
            </a:xfrm>
            <a:custGeom>
              <a:avLst/>
              <a:pathLst>
                <a:path w="1568846" h="0">
                  <a:moveTo>
                    <a:pt x="1568846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2379620" y="3329426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4201693" y="3519592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2505811" y="3538608"/>
              <a:ext cx="1695881" cy="0"/>
            </a:xfrm>
            <a:custGeom>
              <a:avLst/>
              <a:pathLst>
                <a:path w="1695881" h="0">
                  <a:moveTo>
                    <a:pt x="1695881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2505811" y="3519592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49"/>
            <p:cNvSpPr/>
            <p:nvPr/>
          </p:nvSpPr>
          <p:spPr>
            <a:xfrm>
              <a:off x="3234373" y="3709757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2597476" y="3728774"/>
              <a:ext cx="636896" cy="0"/>
            </a:xfrm>
            <a:custGeom>
              <a:avLst/>
              <a:pathLst>
                <a:path w="636896" h="0">
                  <a:moveTo>
                    <a:pt x="636896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2597476" y="3709757"/>
              <a:ext cx="0" cy="38033"/>
            </a:xfrm>
            <a:custGeom>
              <a:avLst/>
              <a:pathLst>
                <a:path w="0" h="38033">
                  <a:moveTo>
                    <a:pt x="0" y="38033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3127457" y="1015005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4243747" y="1205170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4355308" y="1395336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3127726" y="1585501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2460456" y="1775667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3786063" y="1965832"/>
              <a:ext cx="102903" cy="1029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3589703" y="2155998"/>
              <a:ext cx="102903" cy="1029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4469107" y="2346163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3296381" y="2536329"/>
              <a:ext cx="102903" cy="1029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3058281" y="2726494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4094051" y="2916660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3431811" y="3106825"/>
              <a:ext cx="102903" cy="1029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21600" cap="rnd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3112591" y="3296991"/>
              <a:ext cx="102903" cy="1029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21600" cap="rnd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3302300" y="3487156"/>
              <a:ext cx="102903" cy="10290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21600" cap="rnd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2864473" y="3677322"/>
              <a:ext cx="102903" cy="1029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21600" cap="rnd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1794699" y="952357"/>
              <a:ext cx="3389090" cy="289051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1794699" y="952357"/>
              <a:ext cx="0" cy="2890515"/>
            </a:xfrm>
            <a:custGeom>
              <a:avLst/>
              <a:pathLst>
                <a:path w="0" h="2890515">
                  <a:moveTo>
                    <a:pt x="0" y="2890515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tx69"/>
            <p:cNvSpPr/>
            <p:nvPr/>
          </p:nvSpPr>
          <p:spPr>
            <a:xfrm>
              <a:off x="1140476" y="3687763"/>
              <a:ext cx="59728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Below_PC2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1140476" y="3497597"/>
              <a:ext cx="59728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Below_PC1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1502670" y="3307432"/>
              <a:ext cx="23509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SRA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1502761" y="3117266"/>
              <a:ext cx="23500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RTD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1572622" y="2927101"/>
              <a:ext cx="16514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RD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1515380" y="2736935"/>
              <a:ext cx="22238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SRL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1127766" y="2546770"/>
              <a:ext cx="60999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Above_PC2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1127766" y="2356604"/>
              <a:ext cx="60999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Above_PC1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1407390" y="2166439"/>
              <a:ext cx="3303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Height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1566221" y="1976273"/>
              <a:ext cx="17154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Chl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1502670" y="1786108"/>
              <a:ext cx="23509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SSD</a:t>
              </a:r>
            </a:p>
          </p:txBody>
        </p:sp>
        <p:sp>
          <p:nvSpPr>
            <p:cNvPr id="81" name="tx80"/>
            <p:cNvSpPr/>
            <p:nvPr/>
          </p:nvSpPr>
          <p:spPr>
            <a:xfrm>
              <a:off x="1413882" y="1595942"/>
              <a:ext cx="32388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LDMC</a:t>
              </a:r>
            </a:p>
          </p:txBody>
        </p:sp>
        <p:sp>
          <p:nvSpPr>
            <p:cNvPr id="82" name="tx81"/>
            <p:cNvSpPr/>
            <p:nvPr/>
          </p:nvSpPr>
          <p:spPr>
            <a:xfrm>
              <a:off x="1521690" y="1405777"/>
              <a:ext cx="2160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SLA</a:t>
              </a:r>
            </a:p>
          </p:txBody>
        </p:sp>
        <p:sp>
          <p:nvSpPr>
            <p:cNvPr id="83" name="tx82"/>
            <p:cNvSpPr/>
            <p:nvPr/>
          </p:nvSpPr>
          <p:spPr>
            <a:xfrm>
              <a:off x="1502761" y="1215611"/>
              <a:ext cx="23500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MLA</a:t>
              </a:r>
            </a:p>
          </p:txBody>
        </p:sp>
        <p:sp>
          <p:nvSpPr>
            <p:cNvPr id="84" name="tx83"/>
            <p:cNvSpPr/>
            <p:nvPr/>
          </p:nvSpPr>
          <p:spPr>
            <a:xfrm>
              <a:off x="1515472" y="1025446"/>
              <a:ext cx="22229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LTO</a:t>
              </a:r>
            </a:p>
          </p:txBody>
        </p:sp>
        <p:sp>
          <p:nvSpPr>
            <p:cNvPr id="85" name="pl84"/>
            <p:cNvSpPr/>
            <p:nvPr/>
          </p:nvSpPr>
          <p:spPr>
            <a:xfrm>
              <a:off x="1763067" y="372877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5"/>
            <p:cNvSpPr/>
            <p:nvPr/>
          </p:nvSpPr>
          <p:spPr>
            <a:xfrm>
              <a:off x="1763067" y="353860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1763067" y="334844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1763067" y="315827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8"/>
            <p:cNvSpPr/>
            <p:nvPr/>
          </p:nvSpPr>
          <p:spPr>
            <a:xfrm>
              <a:off x="1763067" y="296811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1763067" y="277794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1763067" y="258778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1763067" y="239761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1763067" y="220745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1763067" y="201728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1763067" y="182711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5"/>
            <p:cNvSpPr/>
            <p:nvPr/>
          </p:nvSpPr>
          <p:spPr>
            <a:xfrm>
              <a:off x="1763067" y="163695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6"/>
            <p:cNvSpPr/>
            <p:nvPr/>
          </p:nvSpPr>
          <p:spPr>
            <a:xfrm>
              <a:off x="1763067" y="144678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7"/>
            <p:cNvSpPr/>
            <p:nvPr/>
          </p:nvSpPr>
          <p:spPr>
            <a:xfrm>
              <a:off x="1763067" y="125662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8"/>
            <p:cNvSpPr/>
            <p:nvPr/>
          </p:nvSpPr>
          <p:spPr>
            <a:xfrm>
              <a:off x="1763067" y="106645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1794699" y="3842873"/>
              <a:ext cx="3389090" cy="0"/>
            </a:xfrm>
            <a:custGeom>
              <a:avLst/>
              <a:pathLst>
                <a:path w="3389090" h="0">
                  <a:moveTo>
                    <a:pt x="0" y="0"/>
                  </a:moveTo>
                  <a:lnTo>
                    <a:pt x="3389090" y="0"/>
                  </a:lnTo>
                </a:path>
              </a:pathLst>
            </a:custGeom>
            <a:ln w="12318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1981489" y="384287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2752885" y="384287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3524281" y="384287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3"/>
            <p:cNvSpPr/>
            <p:nvPr/>
          </p:nvSpPr>
          <p:spPr>
            <a:xfrm>
              <a:off x="4295677" y="384287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5067073" y="3842873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2318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tx105"/>
            <p:cNvSpPr/>
            <p:nvPr/>
          </p:nvSpPr>
          <p:spPr>
            <a:xfrm>
              <a:off x="1851278" y="3899809"/>
              <a:ext cx="26042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-0.50</a:t>
              </a:r>
            </a:p>
          </p:txBody>
        </p:sp>
        <p:sp>
          <p:nvSpPr>
            <p:cNvPr id="107" name="tx106"/>
            <p:cNvSpPr/>
            <p:nvPr/>
          </p:nvSpPr>
          <p:spPr>
            <a:xfrm>
              <a:off x="2622674" y="3899809"/>
              <a:ext cx="26042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-0.25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3413090" y="3899809"/>
              <a:ext cx="22238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09" name="tx108"/>
            <p:cNvSpPr/>
            <p:nvPr/>
          </p:nvSpPr>
          <p:spPr>
            <a:xfrm>
              <a:off x="4184486" y="3899809"/>
              <a:ext cx="22238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110" name="tx109"/>
            <p:cNvSpPr/>
            <p:nvPr/>
          </p:nvSpPr>
          <p:spPr>
            <a:xfrm>
              <a:off x="4955882" y="3899809"/>
              <a:ext cx="22238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111" name="tx110"/>
            <p:cNvSpPr/>
            <p:nvPr/>
          </p:nvSpPr>
          <p:spPr>
            <a:xfrm>
              <a:off x="2413864" y="4075879"/>
              <a:ext cx="2150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Regression coefficients (Richness)</a:t>
              </a:r>
            </a:p>
          </p:txBody>
        </p:sp>
        <p:sp>
          <p:nvSpPr>
            <p:cNvPr id="112" name="tx111"/>
            <p:cNvSpPr/>
            <p:nvPr/>
          </p:nvSpPr>
          <p:spPr>
            <a:xfrm rot="-5400000">
              <a:off x="844538" y="2347506"/>
              <a:ext cx="27934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Trait</a:t>
              </a:r>
            </a:p>
          </p:txBody>
        </p:sp>
        <p:sp>
          <p:nvSpPr>
            <p:cNvPr id="113" name="rc112"/>
            <p:cNvSpPr/>
            <p:nvPr/>
          </p:nvSpPr>
          <p:spPr>
            <a:xfrm>
              <a:off x="2096366" y="4296442"/>
              <a:ext cx="2785756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tx113"/>
            <p:cNvSpPr/>
            <p:nvPr/>
          </p:nvSpPr>
          <p:spPr>
            <a:xfrm>
              <a:off x="2096366" y="4340722"/>
              <a:ext cx="825703" cy="914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Compartment</a:t>
              </a:r>
            </a:p>
          </p:txBody>
        </p:sp>
        <p:sp>
          <p:nvSpPr>
            <p:cNvPr id="115" name="rc114"/>
            <p:cNvSpPr/>
            <p:nvPr/>
          </p:nvSpPr>
          <p:spPr>
            <a:xfrm>
              <a:off x="2985332" y="4296442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3003332" y="4386442"/>
              <a:ext cx="144000" cy="0"/>
            </a:xfrm>
            <a:custGeom>
              <a:avLst/>
              <a:pathLst>
                <a:path w="144000" h="0">
                  <a:moveTo>
                    <a:pt x="0" y="0"/>
                  </a:moveTo>
                  <a:lnTo>
                    <a:pt x="144000" y="0"/>
                  </a:lnTo>
                </a:path>
              </a:pathLst>
            </a:custGeom>
            <a:ln w="21681" cap="flat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6"/>
            <p:cNvSpPr/>
            <p:nvPr/>
          </p:nvSpPr>
          <p:spPr>
            <a:xfrm>
              <a:off x="3023880" y="4334990"/>
              <a:ext cx="102903" cy="102903"/>
            </a:xfrm>
            <a:prstGeom prst="ellipse">
              <a:avLst/>
            </a:prstGeom>
            <a:ln w="21600" cap="rnd">
              <a:solidFill>
                <a:srgbClr val="2F7F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rc117"/>
            <p:cNvSpPr/>
            <p:nvPr/>
          </p:nvSpPr>
          <p:spPr>
            <a:xfrm>
              <a:off x="3971713" y="4296442"/>
              <a:ext cx="179999" cy="1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pl118"/>
            <p:cNvSpPr/>
            <p:nvPr/>
          </p:nvSpPr>
          <p:spPr>
            <a:xfrm>
              <a:off x="3989713" y="4386442"/>
              <a:ext cx="143999" cy="0"/>
            </a:xfrm>
            <a:custGeom>
              <a:avLst/>
              <a:pathLst>
                <a:path w="143999" h="0">
                  <a:moveTo>
                    <a:pt x="0" y="0"/>
                  </a:moveTo>
                  <a:lnTo>
                    <a:pt x="143999" y="0"/>
                  </a:lnTo>
                </a:path>
              </a:pathLst>
            </a:custGeom>
            <a:ln w="21681" cap="flat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19"/>
            <p:cNvSpPr/>
            <p:nvPr/>
          </p:nvSpPr>
          <p:spPr>
            <a:xfrm>
              <a:off x="4010262" y="4334990"/>
              <a:ext cx="102903" cy="102903"/>
            </a:xfrm>
            <a:prstGeom prst="ellipse">
              <a:avLst/>
            </a:prstGeom>
            <a:ln w="21600" cap="rnd">
              <a:solidFill>
                <a:srgbClr val="9C6B2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tx120"/>
            <p:cNvSpPr/>
            <p:nvPr/>
          </p:nvSpPr>
          <p:spPr>
            <a:xfrm>
              <a:off x="3228594" y="4345431"/>
              <a:ext cx="67985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Aboveground</a:t>
              </a:r>
            </a:p>
          </p:txBody>
        </p:sp>
        <p:sp>
          <p:nvSpPr>
            <p:cNvPr id="122" name="tx121"/>
            <p:cNvSpPr/>
            <p:nvPr/>
          </p:nvSpPr>
          <p:spPr>
            <a:xfrm>
              <a:off x="4214976" y="4345431"/>
              <a:ext cx="66714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Belowground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jingyang</cp:lastModifiedBy>
  <cp:revision>3</cp:revision>
  <dcterms:created xsi:type="dcterms:W3CDTF">2017-02-13T16:18:36Z</dcterms:created>
  <dcterms:modified xsi:type="dcterms:W3CDTF">2026-07-20T17:44:15Z</dcterms:modified>
  <cp:category/>
</cp:coreProperties>
</file>