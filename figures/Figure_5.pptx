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4320000" cy="3600000"/>
            <a:chOff x="914400" y="914400"/>
            <a:chExt cx="432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94699" y="952357"/>
              <a:ext cx="3389090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3524281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316113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041706" y="1066456"/>
              <a:ext cx="274406" cy="0"/>
            </a:xfrm>
            <a:custGeom>
              <a:avLst/>
              <a:pathLst>
                <a:path w="274406" h="0">
                  <a:moveTo>
                    <a:pt x="274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041706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4895884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694514" y="1256622"/>
              <a:ext cx="1201370" cy="0"/>
            </a:xfrm>
            <a:custGeom>
              <a:avLst/>
              <a:pathLst>
                <a:path w="1201370" h="0">
                  <a:moveTo>
                    <a:pt x="120137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694514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4990089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823432" y="1446787"/>
              <a:ext cx="1166656" cy="0"/>
            </a:xfrm>
            <a:custGeom>
              <a:avLst/>
              <a:pathLst>
                <a:path w="1166656" h="0">
                  <a:moveTo>
                    <a:pt x="116665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823432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494464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863892" y="1636953"/>
              <a:ext cx="630572" cy="0"/>
            </a:xfrm>
            <a:custGeom>
              <a:avLst/>
              <a:pathLst>
                <a:path w="630572" h="0">
                  <a:moveTo>
                    <a:pt x="6305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863892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75066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948748" y="1827119"/>
              <a:ext cx="1126318" cy="0"/>
            </a:xfrm>
            <a:custGeom>
              <a:avLst/>
              <a:pathLst>
                <a:path w="1126318" h="0">
                  <a:moveTo>
                    <a:pt x="112631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948748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528024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147007" y="2017284"/>
              <a:ext cx="1381016" cy="0"/>
            </a:xfrm>
            <a:custGeom>
              <a:avLst/>
              <a:pathLst>
                <a:path w="1381016" h="0">
                  <a:moveTo>
                    <a:pt x="13810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147007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839321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3442988" y="2207450"/>
              <a:ext cx="396332" cy="0"/>
            </a:xfrm>
            <a:custGeom>
              <a:avLst/>
              <a:pathLst>
                <a:path w="396332" h="0">
                  <a:moveTo>
                    <a:pt x="39633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3442988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5029740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011378" y="2397615"/>
              <a:ext cx="1018361" cy="0"/>
            </a:xfrm>
            <a:custGeom>
              <a:avLst/>
              <a:pathLst>
                <a:path w="1018361" h="0">
                  <a:moveTo>
                    <a:pt x="101836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4011378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665173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030493" y="2587781"/>
              <a:ext cx="634679" cy="0"/>
            </a:xfrm>
            <a:custGeom>
              <a:avLst/>
              <a:pathLst>
                <a:path w="634679" h="0">
                  <a:moveTo>
                    <a:pt x="63467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030493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441541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777925" y="2777946"/>
              <a:ext cx="663616" cy="0"/>
            </a:xfrm>
            <a:custGeom>
              <a:avLst/>
              <a:pathLst>
                <a:path w="663616" h="0">
                  <a:moveTo>
                    <a:pt x="6636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777925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458825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832181" y="2968112"/>
              <a:ext cx="626644" cy="0"/>
            </a:xfrm>
            <a:custGeom>
              <a:avLst/>
              <a:pathLst>
                <a:path w="626644" h="0">
                  <a:moveTo>
                    <a:pt x="62664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832181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4304108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662417" y="3158277"/>
              <a:ext cx="1641691" cy="0"/>
            </a:xfrm>
            <a:custGeom>
              <a:avLst/>
              <a:pathLst>
                <a:path w="1641691" h="0">
                  <a:moveTo>
                    <a:pt x="16416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662417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948466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379620" y="3348443"/>
              <a:ext cx="1568846" cy="0"/>
            </a:xfrm>
            <a:custGeom>
              <a:avLst/>
              <a:pathLst>
                <a:path w="1568846" h="0">
                  <a:moveTo>
                    <a:pt x="156884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379620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4201693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05811" y="3538608"/>
              <a:ext cx="1695881" cy="0"/>
            </a:xfrm>
            <a:custGeom>
              <a:avLst/>
              <a:pathLst>
                <a:path w="1695881" h="0">
                  <a:moveTo>
                    <a:pt x="169588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505811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234373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97476" y="3728774"/>
              <a:ext cx="636896" cy="0"/>
            </a:xfrm>
            <a:custGeom>
              <a:avLst/>
              <a:pathLst>
                <a:path w="636896" h="0">
                  <a:moveTo>
                    <a:pt x="63689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597476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127457" y="10150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43747" y="120517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355308" y="139533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127726" y="158550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460456" y="17756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786063" y="196583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589703" y="215599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4469107" y="23461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296381" y="253632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81" y="272649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094051" y="291666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431811" y="310682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112591" y="329699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02300" y="348715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864473" y="367732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94699" y="952357"/>
              <a:ext cx="3389090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94699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40476" y="3687763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40476" y="3497597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02670" y="3307432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02761" y="3117266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72622" y="2927101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15380" y="2736935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27766" y="2546770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27766" y="2356604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07390" y="2166439"/>
              <a:ext cx="3303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66221" y="1976273"/>
              <a:ext cx="1715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02670" y="1786108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13882" y="1595942"/>
              <a:ext cx="32388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21690" y="1405777"/>
              <a:ext cx="2160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02761" y="1215611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15472" y="1025446"/>
              <a:ext cx="2222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763067" y="37287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763067" y="3538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763067" y="33484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763067" y="31582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763067" y="29681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763067" y="27779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763067" y="25877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763067" y="23976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763067" y="22074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763067" y="20172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763067" y="1827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763067" y="16369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763067" y="14467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763067" y="12566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763067" y="10664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94699" y="3842873"/>
              <a:ext cx="3389090" cy="0"/>
            </a:xfrm>
            <a:custGeom>
              <a:avLst/>
              <a:pathLst>
                <a:path w="3389090" h="0">
                  <a:moveTo>
                    <a:pt x="0" y="0"/>
                  </a:moveTo>
                  <a:lnTo>
                    <a:pt x="33890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981489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752885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24281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295677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5067073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851278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622674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413090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4184486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4955882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413864" y="4075879"/>
              <a:ext cx="2150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44538" y="2347506"/>
              <a:ext cx="2793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2096366" y="429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2096366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985332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003332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023880" y="4334990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971713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989713" y="438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010262" y="4334990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228594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214976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2026-07-20T15:04:55Z</dcterms:modified>
  <cp:category/>
</cp:coreProperties>
</file>