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3240000" cy="3600000"/>
            <a:chOff x="914400" y="914400"/>
            <a:chExt cx="324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94699" y="952357"/>
              <a:ext cx="2309090" cy="289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73116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831284" y="104744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644323" y="1066456"/>
              <a:ext cx="186961" cy="0"/>
            </a:xfrm>
            <a:custGeom>
              <a:avLst/>
              <a:pathLst>
                <a:path w="186961" h="0">
                  <a:moveTo>
                    <a:pt x="18696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644323" y="104744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3907631" y="123760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089101" y="1256622"/>
              <a:ext cx="818530" cy="0"/>
            </a:xfrm>
            <a:custGeom>
              <a:avLst/>
              <a:pathLst>
                <a:path w="818530" h="0">
                  <a:moveTo>
                    <a:pt x="81853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089101" y="123760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971815" y="142777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176936" y="1446787"/>
              <a:ext cx="794878" cy="0"/>
            </a:xfrm>
            <a:custGeom>
              <a:avLst/>
              <a:pathLst>
                <a:path w="794878" h="0">
                  <a:moveTo>
                    <a:pt x="79487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176936" y="142777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952800" y="161793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523172" y="1636953"/>
              <a:ext cx="429628" cy="0"/>
            </a:xfrm>
            <a:custGeom>
              <a:avLst/>
              <a:pathLst>
                <a:path w="429628" h="0">
                  <a:moveTo>
                    <a:pt x="42962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523172" y="161793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2667052" y="180810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899657" y="1827119"/>
              <a:ext cx="767394" cy="0"/>
            </a:xfrm>
            <a:custGeom>
              <a:avLst/>
              <a:pathLst>
                <a:path w="767394" h="0">
                  <a:moveTo>
                    <a:pt x="76739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899657" y="180810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656996" y="199826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2716067" y="2017284"/>
              <a:ext cx="940928" cy="0"/>
            </a:xfrm>
            <a:custGeom>
              <a:avLst/>
              <a:pathLst>
                <a:path w="940928" h="0">
                  <a:moveTo>
                    <a:pt x="94092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2716067" y="199826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187762" y="2188433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2917728" y="2207450"/>
              <a:ext cx="270033" cy="0"/>
            </a:xfrm>
            <a:custGeom>
              <a:avLst/>
              <a:pathLst>
                <a:path w="270033" h="0">
                  <a:moveTo>
                    <a:pt x="27003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2917728" y="2188433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3998831" y="2378598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3304990" y="2397615"/>
              <a:ext cx="693840" cy="0"/>
            </a:xfrm>
            <a:custGeom>
              <a:avLst/>
              <a:pathLst>
                <a:path w="693840" h="0">
                  <a:moveTo>
                    <a:pt x="69384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304990" y="2378598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069110" y="2568764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636683" y="2587781"/>
              <a:ext cx="432426" cy="0"/>
            </a:xfrm>
            <a:custGeom>
              <a:avLst/>
              <a:pathLst>
                <a:path w="432426" h="0">
                  <a:moveTo>
                    <a:pt x="43242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2636683" y="2568764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2916743" y="275893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464600" y="2777946"/>
              <a:ext cx="452142" cy="0"/>
            </a:xfrm>
            <a:custGeom>
              <a:avLst/>
              <a:pathLst>
                <a:path w="452142" h="0">
                  <a:moveTo>
                    <a:pt x="45214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464600" y="275893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609849" y="294909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182897" y="2968112"/>
              <a:ext cx="426952" cy="0"/>
            </a:xfrm>
            <a:custGeom>
              <a:avLst/>
              <a:pathLst>
                <a:path w="426952" h="0">
                  <a:moveTo>
                    <a:pt x="42695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182897" y="294909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504436" y="313926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385901" y="3158277"/>
              <a:ext cx="1118534" cy="0"/>
            </a:xfrm>
            <a:custGeom>
              <a:avLst/>
              <a:pathLst>
                <a:path w="1118534" h="0">
                  <a:moveTo>
                    <a:pt x="111853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385901" y="313926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262126" y="332942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193223" y="3348443"/>
              <a:ext cx="1068902" cy="0"/>
            </a:xfrm>
            <a:custGeom>
              <a:avLst/>
              <a:pathLst>
                <a:path w="1068902" h="0">
                  <a:moveTo>
                    <a:pt x="106890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193223" y="332942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3434657" y="351959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279201" y="3538608"/>
              <a:ext cx="1155455" cy="0"/>
            </a:xfrm>
            <a:custGeom>
              <a:avLst/>
              <a:pathLst>
                <a:path w="1155455" h="0">
                  <a:moveTo>
                    <a:pt x="1155455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279201" y="351959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775593" y="370975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341655" y="3728774"/>
              <a:ext cx="433937" cy="0"/>
            </a:xfrm>
            <a:custGeom>
              <a:avLst/>
              <a:pathLst>
                <a:path w="433937" h="0">
                  <a:moveTo>
                    <a:pt x="43393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341655" y="370975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686352" y="10150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446914" y="1205170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22924" y="139533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86535" y="158550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231903" y="177566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135080" y="1965832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01293" y="215599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600458" y="234616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801444" y="253632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639220" y="272649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344921" y="2916660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893717" y="3106825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676223" y="3296991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805477" y="348715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07172" y="367732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794699" y="952357"/>
              <a:ext cx="2309090" cy="289051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794699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140476" y="3687763"/>
              <a:ext cx="59728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140476" y="3497597"/>
              <a:ext cx="59728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502670" y="3307432"/>
              <a:ext cx="23509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502761" y="3117266"/>
              <a:ext cx="2350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572622" y="2927101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515380" y="2736935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127766" y="2546770"/>
              <a:ext cx="60999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127766" y="2356604"/>
              <a:ext cx="60999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407390" y="2166439"/>
              <a:ext cx="3303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566221" y="1976273"/>
              <a:ext cx="1715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502670" y="1786108"/>
              <a:ext cx="23509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413882" y="1595942"/>
              <a:ext cx="32388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521690" y="1405777"/>
              <a:ext cx="2160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502761" y="1215611"/>
              <a:ext cx="2350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515472" y="1025446"/>
              <a:ext cx="2222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763067" y="37287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763067" y="35386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763067" y="33484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763067" y="31582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763067" y="29681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763067" y="27779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763067" y="25877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763067" y="23976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763067" y="220745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763067" y="20172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763067" y="1827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763067" y="16369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763067" y="14467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763067" y="12566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763067" y="10664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794699" y="3842873"/>
              <a:ext cx="2309090" cy="0"/>
            </a:xfrm>
            <a:custGeom>
              <a:avLst/>
              <a:pathLst>
                <a:path w="2309090" h="0">
                  <a:moveTo>
                    <a:pt x="0" y="0"/>
                  </a:moveTo>
                  <a:lnTo>
                    <a:pt x="23090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921965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447540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973116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498691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4024267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791754" y="3899809"/>
              <a:ext cx="2604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317330" y="3899809"/>
              <a:ext cx="2604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2861925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387500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3913076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873864" y="4075879"/>
              <a:ext cx="2150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844538" y="2347506"/>
              <a:ext cx="27934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1556366" y="4296442"/>
              <a:ext cx="2598033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1556366" y="4340722"/>
              <a:ext cx="82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445332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63332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483880" y="4334990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431713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449713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470262" y="4334990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2688594" y="4345431"/>
              <a:ext cx="67985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3674976" y="4345431"/>
              <a:ext cx="66714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2026-07-20T15:01:05Z</dcterms:modified>
  <cp:category/>
</cp:coreProperties>
</file>