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835679" y="1274399"/>
              <a:ext cx="2138720" cy="25437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7150" y="1274399"/>
              <a:ext cx="0" cy="2543714"/>
            </a:xfrm>
            <a:custGeom>
              <a:avLst/>
              <a:pathLst>
                <a:path w="0" h="2543714">
                  <a:moveTo>
                    <a:pt x="0" y="25437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95783" y="13580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622616" y="1374809"/>
              <a:ext cx="173167" cy="0"/>
            </a:xfrm>
            <a:custGeom>
              <a:avLst/>
              <a:pathLst>
                <a:path w="173167" h="0">
                  <a:moveTo>
                    <a:pt x="17316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622616" y="13580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792714" y="152542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34577" y="1542159"/>
              <a:ext cx="758137" cy="0"/>
            </a:xfrm>
            <a:custGeom>
              <a:avLst/>
              <a:pathLst>
                <a:path w="758137" h="0">
                  <a:moveTo>
                    <a:pt x="75813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34577" y="152542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852163" y="16927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15932" y="1709509"/>
              <a:ext cx="736230" cy="0"/>
            </a:xfrm>
            <a:custGeom>
              <a:avLst/>
              <a:pathLst>
                <a:path w="736230" h="0">
                  <a:moveTo>
                    <a:pt x="73623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15932" y="16927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333" y="18601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510404" y="1876858"/>
              <a:ext cx="397929" cy="0"/>
            </a:xfrm>
            <a:custGeom>
              <a:avLst/>
              <a:pathLst>
                <a:path w="397929" h="0">
                  <a:moveTo>
                    <a:pt x="39792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510404" y="18601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43668" y="202747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932894" y="2044208"/>
              <a:ext cx="710774" cy="0"/>
            </a:xfrm>
            <a:custGeom>
              <a:avLst/>
              <a:pathLst>
                <a:path w="710774" h="0">
                  <a:moveTo>
                    <a:pt x="7107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932894" y="202747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60572" y="21948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89067" y="2211558"/>
              <a:ext cx="871504" cy="0"/>
            </a:xfrm>
            <a:custGeom>
              <a:avLst/>
              <a:pathLst>
                <a:path w="871504" h="0">
                  <a:moveTo>
                    <a:pt x="87150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89067" y="21948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25959" y="23621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5849" y="2378907"/>
              <a:ext cx="250110" cy="0"/>
            </a:xfrm>
            <a:custGeom>
              <a:avLst/>
              <a:pathLst>
                <a:path w="250110" h="0">
                  <a:moveTo>
                    <a:pt x="25011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5849" y="23621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877185" y="252952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34537" y="2546257"/>
              <a:ext cx="642647" cy="0"/>
            </a:xfrm>
            <a:custGeom>
              <a:avLst/>
              <a:pathLst>
                <a:path w="642647" h="0">
                  <a:moveTo>
                    <a:pt x="64264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34537" y="252952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16061" y="26968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615540" y="2713607"/>
              <a:ext cx="400521" cy="0"/>
            </a:xfrm>
            <a:custGeom>
              <a:avLst/>
              <a:pathLst>
                <a:path w="400521" h="0">
                  <a:moveTo>
                    <a:pt x="40052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615540" y="26968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4936" y="28642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56154" y="2880956"/>
              <a:ext cx="418782" cy="0"/>
            </a:xfrm>
            <a:custGeom>
              <a:avLst/>
              <a:pathLst>
                <a:path w="418782" h="0">
                  <a:moveTo>
                    <a:pt x="41878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56154" y="28642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16903" y="303157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21453" y="3048306"/>
              <a:ext cx="395450" cy="0"/>
            </a:xfrm>
            <a:custGeom>
              <a:avLst/>
              <a:pathLst>
                <a:path w="395450" h="0">
                  <a:moveTo>
                    <a:pt x="39545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21453" y="303157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19268" y="31989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83261" y="3215656"/>
              <a:ext cx="1036006" cy="0"/>
            </a:xfrm>
            <a:custGeom>
              <a:avLst/>
              <a:pathLst>
                <a:path w="1036006" h="0">
                  <a:moveTo>
                    <a:pt x="10360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83261" y="31989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194836" y="33662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204799" y="3383005"/>
              <a:ext cx="990036" cy="0"/>
            </a:xfrm>
            <a:custGeom>
              <a:avLst/>
              <a:pathLst>
                <a:path w="990036" h="0">
                  <a:moveTo>
                    <a:pt x="99003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204799" y="33662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354637" y="353362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84434" y="3550355"/>
              <a:ext cx="1070203" cy="0"/>
            </a:xfrm>
            <a:custGeom>
              <a:avLst/>
              <a:pathLst>
                <a:path w="1070203" h="0">
                  <a:moveTo>
                    <a:pt x="107020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84434" y="353362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44200" y="37009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342280" y="3717705"/>
              <a:ext cx="401920" cy="0"/>
            </a:xfrm>
            <a:custGeom>
              <a:avLst/>
              <a:pathLst>
                <a:path w="401920" h="0">
                  <a:moveTo>
                    <a:pt x="4019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342280" y="37009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57747" y="132335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362194" y="149070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32595" y="165805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57917" y="182540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6829" y="199275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3368" y="216010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49452" y="232745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04409" y="2494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64348" y="266215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614093" y="282950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67726" y="299685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813" y="316420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48366" y="333155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68084" y="349890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91788" y="366625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835679" y="1274399"/>
              <a:ext cx="2138720" cy="254371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835679" y="1274399"/>
              <a:ext cx="0" cy="2543714"/>
            </a:xfrm>
            <a:custGeom>
              <a:avLst/>
              <a:pathLst>
                <a:path w="0" h="2543714">
                  <a:moveTo>
                    <a:pt x="0" y="254371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253627" y="368126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253627" y="351391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75587" y="3346566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75679" y="3179217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637766" y="301186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86834" y="284451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42197" y="267716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42197" y="2509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90731" y="2342468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632006" y="217511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75587" y="2007769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96583" y="1840419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92412" y="1673070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75496" y="150572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86834" y="1338370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807211" y="37177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807211" y="35503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807211" y="33830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807211" y="32156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807211" y="30483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807211" y="28809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807211" y="27136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807211" y="2546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807211" y="23789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807211" y="22115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807211" y="2044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807211" y="18768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807211" y="17095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807211" y="15421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807211" y="1374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835679" y="3818114"/>
              <a:ext cx="2138720" cy="0"/>
            </a:xfrm>
            <a:custGeom>
              <a:avLst/>
              <a:pathLst>
                <a:path w="2138720" h="0">
                  <a:moveTo>
                    <a:pt x="0" y="0"/>
                  </a:moveTo>
                  <a:lnTo>
                    <a:pt x="21387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53555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440352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7150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13947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900744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837746" y="3869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324543" y="3869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28257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15055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801852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026994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84809" y="2500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799262" y="4226400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799262" y="4239389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548399" y="4226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9199" y="4280400"/>
              <a:ext cx="86400" cy="0"/>
            </a:xfrm>
            <a:custGeom>
              <a:avLst/>
              <a:pathLst>
                <a:path w="86400" h="0">
                  <a:moveTo>
                    <a:pt x="0" y="0"/>
                  </a:moveTo>
                  <a:lnTo>
                    <a:pt x="864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550947" y="4228948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13151" y="4226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23951" y="4280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15699" y="4228948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713335" y="4247618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478088" y="4247618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2026-07-20T11:42:15Z</dcterms:modified>
  <cp:category/>
</cp:coreProperties>
</file>