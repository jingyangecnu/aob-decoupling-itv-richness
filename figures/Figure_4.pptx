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760000"/>
            <a:chOff x="914400" y="914400"/>
            <a:chExt cx="6120000" cy="576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76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576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3125670" cy="27681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090681" y="952357"/>
              <a:ext cx="2893108" cy="27681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1412445" y="1166855"/>
              <a:ext cx="2627625" cy="23690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1649592" y="28488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794415" y="31850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1748430" y="20854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658885" y="30332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668435" y="30740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511012" y="31780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667147" y="32434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512520" y="32598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536082" y="21198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556139" y="30597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763571" y="33974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718633" y="31439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755928" y="27776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653040" y="33974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585089" y="27475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796589" y="32974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772252" y="23902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638968" y="29857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567261" y="31317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693117" y="28540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542962" y="29023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587618" y="33068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95091" y="27031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520546" y="29305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552894" y="32910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712889" y="26123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694400" y="24789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669181" y="33974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583086" y="33859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626924" y="32282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766014" y="31889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777702" y="3397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625918" y="33974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646686" y="25240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763901" y="30458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644831" y="31590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726225" y="22943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588037" y="23088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1594759" y="19732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1504565" y="31733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1755432" y="31417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1609072" y="26118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1563635" y="26394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572041" y="30494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755454" y="27502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1574479" y="33021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1710415" y="32137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1780314" y="3397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1751207" y="27911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1650466" y="27803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1525799" y="33965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1562500" y="27020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1730268" y="26906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530743" y="13656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1553225" y="29126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1743908" y="24857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1580005" y="18176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1544952" y="18563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1514624" y="28160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523493" y="3397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1590298" y="30501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714611" y="29017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1686504" y="24301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737477" y="18653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1549770" y="31399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1512431" y="31683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1643941" y="29930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1597823" y="25504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1589197" y="30473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1615725" y="25457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1701873" y="27286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1650690" y="31852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1569344" y="31576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1578279" y="32404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1702697" y="31379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1698566" y="31210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1750880" y="29066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1555168" y="28695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1682407" y="27733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1770888" y="33974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1676695" y="23730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1744312" y="33742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1679030" y="31937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1559933" y="30636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1704625" y="31333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1774842" y="16292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1620952" y="26957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1522032" y="221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1596014" y="21423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1623326" y="21768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1783138" y="30193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1784324" y="27403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1586753" y="13618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1663996" y="33912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630492" y="27699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2608688" y="31893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766857" y="33271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2803263" y="27852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623531" y="32584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2739044" y="33071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690947" y="33501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2717354" y="30095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2617253" y="32050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2621440" y="32646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615462" y="33115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2655909" y="33081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686531" y="30769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595786" y="29417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760376" y="30587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2548808" y="32373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646053" y="30821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750540" y="32539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775714" y="31480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552261" y="32919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711998" y="32654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740755" y="32466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746353" y="24623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743558" y="32594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644617" y="27009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826897" y="33974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738098" y="28829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2600675" y="3397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682410" y="32333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2839504" y="33904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2653888" y="33974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2781051" y="25665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2705988" y="33960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2793531" y="28787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767116" y="31043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2575121" y="23471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751559" y="33972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2558509" y="30225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762868" y="32490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2802160" y="31403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710505" y="29839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2692658" y="30923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748129" y="32252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2556484" y="28187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745510" y="28345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2718977" y="31000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2797141" y="25351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2599445" y="30798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2578873" y="24002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2651117" y="30372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761135" y="32317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2681740" y="23313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618194" y="21018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2802300" y="25054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544999" y="32057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2823518" y="32181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2835569" y="32372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2808833" y="27302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2649401" y="32920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2599353" y="30934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2572131" y="32431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2799107" y="26889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2595617" y="29264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2552211" y="31146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826866" y="29197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2601928" y="32218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2754196" y="26071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2685197" y="27907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2596104" y="31939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2724231" y="26753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2729950" y="31514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2684784" y="32819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2622016" y="15179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2609026" y="30851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2633072" y="32485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2783054" y="33323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2549946" y="26382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2650106" y="31620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826457" y="29362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2727594" y="22729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2585733" y="30995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2677475" y="32768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2638296" y="28721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2757815" y="27805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2680367" y="23683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2627549" y="12437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2680932" y="32429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2580758" y="30567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2809070" y="31354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2743791" y="27332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2551260" y="18501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2554126" y="29818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2748352" y="31061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2576882" y="33682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2676039" y="33871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2576245" y="27357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2756238" y="3397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2624177" y="28277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2545518" y="26815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2665343" y="3397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2627159" y="3397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3681390" y="31316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3633445" y="33174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3666676" y="32546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3771205" y="31987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610659" y="30538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3880411" y="29200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3593485" y="33456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3842536" y="33111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3602192" y="32752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3818687" y="33149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3800210" y="33736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3729446" y="33878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3701907" y="33721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3662951" y="33209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3758294" y="31490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3742942" y="33438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3640174" y="33911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3758241" y="33624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3793694" y="33974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3790561" y="33452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3840002" y="31808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3671332" y="28647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3774547" y="33665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3618437" y="33127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3634473" y="33610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3861075" y="33874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3809724" y="33783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3776639" y="33593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3879851" y="33701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3839546" y="30145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726726" y="33364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834315" y="33646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789782" y="3397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611490" y="33103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705061" y="31454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842222" y="33962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660328" y="29830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819621" y="33859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837928" y="29965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701642" y="32715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674416" y="32878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741689" y="3397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633773" y="33164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653515" y="33618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689964" y="32656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621119" y="25823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602982" y="21103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804539" y="31292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787420" y="29642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834080" y="31543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682631" y="21536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743017" y="33062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801263" y="33607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593292" y="33150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638575" y="33717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804947" y="33070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861510" y="33154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681292" y="31915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711537" y="33128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740008" y="33792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642626" y="33653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756499" y="29406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688120" y="31833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699228" y="31491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749224" y="33440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649264" y="30950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796786" y="33709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728243" y="31171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604972" y="31119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808573" y="32909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882283" y="33576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738503" y="28579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823554" y="31822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798565" y="33900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718053" y="26961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3692150" y="31450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3625023" y="27917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702773" y="33334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748712" y="33468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3836847" y="32072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810047" y="33799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742898" y="18882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3772747" y="33505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812208" y="31748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3678516" y="28536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3728262" y="27186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3814959" y="31982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3702402" y="32258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616249" y="31645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3845057" y="29174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621835" y="26797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3742527" y="30510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3772078" y="3397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3740086" y="33972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678221" y="29754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3672956" y="29291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3728456" y="32799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3602955" y="33857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696618" y="33938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3818962" y="32565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661584" y="33927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3855198" y="33928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675007" y="33482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3611278" y="32956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3679986" y="33924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3713308" y="28274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602081" y="32543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3830852" y="33463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846760" y="33844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3638557" y="31214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845668" y="3397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3697232" y="33501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809443" y="27648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3817805" y="33656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3627253" y="33852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3825783" y="29095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l319"/>
            <p:cNvSpPr/>
            <p:nvPr/>
          </p:nvSpPr>
          <p:spPr>
            <a:xfrm>
              <a:off x="1682469" y="1848383"/>
              <a:ext cx="0" cy="801502"/>
            </a:xfrm>
            <a:custGeom>
              <a:avLst/>
              <a:pathLst>
                <a:path w="0" h="801502">
                  <a:moveTo>
                    <a:pt x="0" y="80150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0"/>
            <p:cNvSpPr/>
            <p:nvPr/>
          </p:nvSpPr>
          <p:spPr>
            <a:xfrm>
              <a:off x="1682469" y="3216019"/>
              <a:ext cx="0" cy="212223"/>
            </a:xfrm>
            <a:custGeom>
              <a:avLst/>
              <a:pathLst>
                <a:path w="0" h="212223">
                  <a:moveTo>
                    <a:pt x="0" y="0"/>
                  </a:moveTo>
                  <a:lnTo>
                    <a:pt x="0" y="212223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1531882" y="2649885"/>
              <a:ext cx="301173" cy="566134"/>
            </a:xfrm>
            <a:custGeom>
              <a:avLst/>
              <a:pathLst>
                <a:path w="301173" h="566134">
                  <a:moveTo>
                    <a:pt x="0" y="0"/>
                  </a:moveTo>
                  <a:lnTo>
                    <a:pt x="0" y="566134"/>
                  </a:lnTo>
                  <a:lnTo>
                    <a:pt x="301173" y="566134"/>
                  </a:lnTo>
                  <a:lnTo>
                    <a:pt x="30117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3" name="pl322"/>
            <p:cNvSpPr/>
            <p:nvPr/>
          </p:nvSpPr>
          <p:spPr>
            <a:xfrm>
              <a:off x="1531882" y="3020207"/>
              <a:ext cx="301173" cy="0"/>
            </a:xfrm>
            <a:custGeom>
              <a:avLst/>
              <a:pathLst>
                <a:path w="301173" h="0">
                  <a:moveTo>
                    <a:pt x="0" y="0"/>
                  </a:moveTo>
                  <a:lnTo>
                    <a:pt x="30117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4" name="pl323"/>
            <p:cNvSpPr/>
            <p:nvPr/>
          </p:nvSpPr>
          <p:spPr>
            <a:xfrm>
              <a:off x="2726258" y="2132631"/>
              <a:ext cx="0" cy="688951"/>
            </a:xfrm>
            <a:custGeom>
              <a:avLst/>
              <a:pathLst>
                <a:path w="0" h="688951">
                  <a:moveTo>
                    <a:pt x="0" y="68895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l324"/>
            <p:cNvSpPr/>
            <p:nvPr/>
          </p:nvSpPr>
          <p:spPr>
            <a:xfrm>
              <a:off x="2726258" y="3284737"/>
              <a:ext cx="0" cy="143506"/>
            </a:xfrm>
            <a:custGeom>
              <a:avLst/>
              <a:pathLst>
                <a:path w="0" h="143506">
                  <a:moveTo>
                    <a:pt x="0" y="0"/>
                  </a:moveTo>
                  <a:lnTo>
                    <a:pt x="0" y="143506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2575671" y="2821582"/>
              <a:ext cx="301173" cy="463154"/>
            </a:xfrm>
            <a:custGeom>
              <a:avLst/>
              <a:pathLst>
                <a:path w="301173" h="463154">
                  <a:moveTo>
                    <a:pt x="0" y="0"/>
                  </a:moveTo>
                  <a:lnTo>
                    <a:pt x="0" y="463154"/>
                  </a:lnTo>
                  <a:lnTo>
                    <a:pt x="301173" y="463154"/>
                  </a:lnTo>
                  <a:lnTo>
                    <a:pt x="30117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7" name="pl326"/>
            <p:cNvSpPr/>
            <p:nvPr/>
          </p:nvSpPr>
          <p:spPr>
            <a:xfrm>
              <a:off x="2575671" y="3130829"/>
              <a:ext cx="301173" cy="0"/>
            </a:xfrm>
            <a:custGeom>
              <a:avLst/>
              <a:pathLst>
                <a:path w="301173" h="0">
                  <a:moveTo>
                    <a:pt x="0" y="0"/>
                  </a:moveTo>
                  <a:lnTo>
                    <a:pt x="30117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8" name="pl327"/>
            <p:cNvSpPr/>
            <p:nvPr/>
          </p:nvSpPr>
          <p:spPr>
            <a:xfrm>
              <a:off x="3770046" y="2822490"/>
              <a:ext cx="0" cy="335550"/>
            </a:xfrm>
            <a:custGeom>
              <a:avLst/>
              <a:pathLst>
                <a:path w="0" h="335550">
                  <a:moveTo>
                    <a:pt x="0" y="33555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8"/>
            <p:cNvSpPr/>
            <p:nvPr/>
          </p:nvSpPr>
          <p:spPr>
            <a:xfrm>
              <a:off x="3770046" y="3396198"/>
              <a:ext cx="0" cy="32044"/>
            </a:xfrm>
            <a:custGeom>
              <a:avLst/>
              <a:pathLst>
                <a:path w="0" h="32044">
                  <a:moveTo>
                    <a:pt x="0" y="0"/>
                  </a:moveTo>
                  <a:lnTo>
                    <a:pt x="0" y="32044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3619459" y="3158040"/>
              <a:ext cx="301173" cy="238157"/>
            </a:xfrm>
            <a:custGeom>
              <a:avLst/>
              <a:pathLst>
                <a:path w="301173" h="238157">
                  <a:moveTo>
                    <a:pt x="0" y="0"/>
                  </a:moveTo>
                  <a:lnTo>
                    <a:pt x="0" y="238157"/>
                  </a:lnTo>
                  <a:lnTo>
                    <a:pt x="301173" y="238157"/>
                  </a:lnTo>
                  <a:lnTo>
                    <a:pt x="30117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1" name="pl330"/>
            <p:cNvSpPr/>
            <p:nvPr/>
          </p:nvSpPr>
          <p:spPr>
            <a:xfrm>
              <a:off x="3619459" y="3339493"/>
              <a:ext cx="301173" cy="0"/>
            </a:xfrm>
            <a:custGeom>
              <a:avLst/>
              <a:pathLst>
                <a:path w="301173" h="0">
                  <a:moveTo>
                    <a:pt x="0" y="0"/>
                  </a:moveTo>
                  <a:lnTo>
                    <a:pt x="30117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1682469" y="2700145"/>
              <a:ext cx="2108215" cy="625658"/>
            </a:xfrm>
            <a:custGeom>
              <a:avLst/>
              <a:pathLst>
                <a:path w="2108215" h="625658">
                  <a:moveTo>
                    <a:pt x="0" y="0"/>
                  </a:moveTo>
                  <a:lnTo>
                    <a:pt x="527053" y="136937"/>
                  </a:lnTo>
                  <a:lnTo>
                    <a:pt x="1039049" y="258123"/>
                  </a:lnTo>
                  <a:lnTo>
                    <a:pt x="1505868" y="343085"/>
                  </a:lnTo>
                  <a:lnTo>
                    <a:pt x="2108215" y="412959"/>
                  </a:lnTo>
                  <a:lnTo>
                    <a:pt x="2108215" y="625658"/>
                  </a:lnTo>
                  <a:lnTo>
                    <a:pt x="1505868" y="487657"/>
                  </a:lnTo>
                  <a:lnTo>
                    <a:pt x="1039049" y="411515"/>
                  </a:lnTo>
                  <a:lnTo>
                    <a:pt x="527053" y="356006"/>
                  </a:lnTo>
                  <a:lnTo>
                    <a:pt x="0" y="311052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33" name="pl332"/>
            <p:cNvSpPr/>
            <p:nvPr/>
          </p:nvSpPr>
          <p:spPr>
            <a:xfrm>
              <a:off x="1682469" y="2700145"/>
              <a:ext cx="2108215" cy="412959"/>
            </a:xfrm>
            <a:custGeom>
              <a:avLst/>
              <a:pathLst>
                <a:path w="2108215" h="412959">
                  <a:moveTo>
                    <a:pt x="0" y="0"/>
                  </a:moveTo>
                  <a:lnTo>
                    <a:pt x="527053" y="136937"/>
                  </a:lnTo>
                  <a:lnTo>
                    <a:pt x="1039049" y="258123"/>
                  </a:lnTo>
                  <a:lnTo>
                    <a:pt x="1505868" y="343085"/>
                  </a:lnTo>
                  <a:lnTo>
                    <a:pt x="2108215" y="4129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4" name="pl333"/>
            <p:cNvSpPr/>
            <p:nvPr/>
          </p:nvSpPr>
          <p:spPr>
            <a:xfrm>
              <a:off x="1682469" y="3011198"/>
              <a:ext cx="2108215" cy="314605"/>
            </a:xfrm>
            <a:custGeom>
              <a:avLst/>
              <a:pathLst>
                <a:path w="2108215" h="314605">
                  <a:moveTo>
                    <a:pt x="2108215" y="314605"/>
                  </a:moveTo>
                  <a:lnTo>
                    <a:pt x="1505868" y="176604"/>
                  </a:lnTo>
                  <a:lnTo>
                    <a:pt x="1039049" y="100462"/>
                  </a:lnTo>
                  <a:lnTo>
                    <a:pt x="527053" y="449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5" name="pl334"/>
            <p:cNvSpPr/>
            <p:nvPr/>
          </p:nvSpPr>
          <p:spPr>
            <a:xfrm>
              <a:off x="1682469" y="2855672"/>
              <a:ext cx="2108215" cy="363782"/>
            </a:xfrm>
            <a:custGeom>
              <a:avLst/>
              <a:pathLst>
                <a:path w="2108215" h="363782">
                  <a:moveTo>
                    <a:pt x="0" y="0"/>
                  </a:moveTo>
                  <a:lnTo>
                    <a:pt x="527053" y="90945"/>
                  </a:lnTo>
                  <a:lnTo>
                    <a:pt x="1039049" y="179292"/>
                  </a:lnTo>
                  <a:lnTo>
                    <a:pt x="1505868" y="259844"/>
                  </a:lnTo>
                  <a:lnTo>
                    <a:pt x="2108215" y="363782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tx335"/>
            <p:cNvSpPr/>
            <p:nvPr/>
          </p:nvSpPr>
          <p:spPr>
            <a:xfrm>
              <a:off x="1682469" y="1384237"/>
              <a:ext cx="762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337" name="tx336"/>
            <p:cNvSpPr/>
            <p:nvPr/>
          </p:nvSpPr>
          <p:spPr>
            <a:xfrm>
              <a:off x="1771335" y="1384237"/>
              <a:ext cx="2542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338" name="tx337"/>
            <p:cNvSpPr/>
            <p:nvPr/>
          </p:nvSpPr>
          <p:spPr>
            <a:xfrm>
              <a:off x="1809059" y="138423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339" name="tx338"/>
            <p:cNvSpPr/>
            <p:nvPr/>
          </p:nvSpPr>
          <p:spPr>
            <a:xfrm>
              <a:off x="1881840" y="138423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340" name="tx339"/>
            <p:cNvSpPr/>
            <p:nvPr/>
          </p:nvSpPr>
          <p:spPr>
            <a:xfrm>
              <a:off x="1954581" y="138423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341" name="tx340"/>
            <p:cNvSpPr/>
            <p:nvPr/>
          </p:nvSpPr>
          <p:spPr>
            <a:xfrm>
              <a:off x="2027294" y="1384237"/>
              <a:ext cx="4541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-1.488</a:t>
              </a:r>
            </a:p>
          </p:txBody>
        </p:sp>
        <p:sp>
          <p:nvSpPr>
            <p:cNvPr id="342" name="tx341"/>
            <p:cNvSpPr/>
            <p:nvPr/>
          </p:nvSpPr>
          <p:spPr>
            <a:xfrm>
              <a:off x="2481477" y="1384237"/>
              <a:ext cx="634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343" name="tx342"/>
            <p:cNvSpPr/>
            <p:nvPr/>
          </p:nvSpPr>
          <p:spPr>
            <a:xfrm>
              <a:off x="2544936" y="138423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344" name="tx343"/>
            <p:cNvSpPr/>
            <p:nvPr/>
          </p:nvSpPr>
          <p:spPr>
            <a:xfrm>
              <a:off x="2617676" y="1384237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0.017</a:t>
              </a:r>
            </a:p>
          </p:txBody>
        </p:sp>
        <p:sp>
          <p:nvSpPr>
            <p:cNvPr id="345" name="rc344"/>
            <p:cNvSpPr/>
            <p:nvPr/>
          </p:nvSpPr>
          <p:spPr>
            <a:xfrm>
              <a:off x="1412445" y="1166855"/>
              <a:ext cx="2627625" cy="23690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46" name="pl345"/>
            <p:cNvSpPr/>
            <p:nvPr/>
          </p:nvSpPr>
          <p:spPr>
            <a:xfrm>
              <a:off x="1412445" y="1166855"/>
              <a:ext cx="0" cy="2369073"/>
            </a:xfrm>
            <a:custGeom>
              <a:avLst/>
              <a:pathLst>
                <a:path w="0" h="2369073">
                  <a:moveTo>
                    <a:pt x="0" y="2369073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tx346"/>
            <p:cNvSpPr/>
            <p:nvPr/>
          </p:nvSpPr>
          <p:spPr>
            <a:xfrm>
              <a:off x="1304692" y="339180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8" name="tx347"/>
            <p:cNvSpPr/>
            <p:nvPr/>
          </p:nvSpPr>
          <p:spPr>
            <a:xfrm>
              <a:off x="1304692" y="2693283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9" name="tx348"/>
            <p:cNvSpPr/>
            <p:nvPr/>
          </p:nvSpPr>
          <p:spPr>
            <a:xfrm>
              <a:off x="1304692" y="19947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350" name="tx349"/>
            <p:cNvSpPr/>
            <p:nvPr/>
          </p:nvSpPr>
          <p:spPr>
            <a:xfrm>
              <a:off x="1248182" y="1296242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12</a:t>
              </a:r>
            </a:p>
          </p:txBody>
        </p:sp>
        <p:sp>
          <p:nvSpPr>
            <p:cNvPr id="351" name="pl350"/>
            <p:cNvSpPr/>
            <p:nvPr/>
          </p:nvSpPr>
          <p:spPr>
            <a:xfrm>
              <a:off x="1383977" y="342824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1"/>
            <p:cNvSpPr/>
            <p:nvPr/>
          </p:nvSpPr>
          <p:spPr>
            <a:xfrm>
              <a:off x="1383977" y="272972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2"/>
            <p:cNvSpPr/>
            <p:nvPr/>
          </p:nvSpPr>
          <p:spPr>
            <a:xfrm>
              <a:off x="1383977" y="203120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3"/>
            <p:cNvSpPr/>
            <p:nvPr/>
          </p:nvSpPr>
          <p:spPr>
            <a:xfrm>
              <a:off x="1383977" y="133268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4"/>
            <p:cNvSpPr/>
            <p:nvPr/>
          </p:nvSpPr>
          <p:spPr>
            <a:xfrm>
              <a:off x="1412445" y="3535928"/>
              <a:ext cx="2627625" cy="0"/>
            </a:xfrm>
            <a:custGeom>
              <a:avLst/>
              <a:pathLst>
                <a:path w="2627625" h="0">
                  <a:moveTo>
                    <a:pt x="0" y="0"/>
                  </a:moveTo>
                  <a:lnTo>
                    <a:pt x="2627625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5"/>
            <p:cNvSpPr/>
            <p:nvPr/>
          </p:nvSpPr>
          <p:spPr>
            <a:xfrm>
              <a:off x="1682469" y="353592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6"/>
            <p:cNvSpPr/>
            <p:nvPr/>
          </p:nvSpPr>
          <p:spPr>
            <a:xfrm>
              <a:off x="2726258" y="353592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7"/>
            <p:cNvSpPr/>
            <p:nvPr/>
          </p:nvSpPr>
          <p:spPr>
            <a:xfrm>
              <a:off x="3770046" y="353592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tx358"/>
            <p:cNvSpPr/>
            <p:nvPr/>
          </p:nvSpPr>
          <p:spPr>
            <a:xfrm>
              <a:off x="1654214" y="358717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60" name="tx359"/>
            <p:cNvSpPr/>
            <p:nvPr/>
          </p:nvSpPr>
          <p:spPr>
            <a:xfrm>
              <a:off x="2698003" y="358717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61" name="tx360"/>
            <p:cNvSpPr/>
            <p:nvPr/>
          </p:nvSpPr>
          <p:spPr>
            <a:xfrm>
              <a:off x="3741791" y="358717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62" name="tx361"/>
            <p:cNvSpPr/>
            <p:nvPr/>
          </p:nvSpPr>
          <p:spPr>
            <a:xfrm rot="-5400000">
              <a:off x="115667" y="2305809"/>
              <a:ext cx="183474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Within-species SS (log-biomass)</a:t>
              </a:r>
            </a:p>
          </p:txBody>
        </p:sp>
        <p:sp>
          <p:nvSpPr>
            <p:cNvPr id="363" name="tx362"/>
            <p:cNvSpPr/>
            <p:nvPr/>
          </p:nvSpPr>
          <p:spPr>
            <a:xfrm>
              <a:off x="1412445" y="990315"/>
              <a:ext cx="101598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364" name="rc363"/>
            <p:cNvSpPr/>
            <p:nvPr/>
          </p:nvSpPr>
          <p:spPr>
            <a:xfrm>
              <a:off x="4305554" y="1166855"/>
              <a:ext cx="2627625" cy="23690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4605293" y="33500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4489700" y="28977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4694647" y="27446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4531683" y="31210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4488671" y="31964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4529856" y="32590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4668401" y="32925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4512546" y="33208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4673294" y="18349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4422221" y="32027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4550223" y="33974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4641385" y="32128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4666200" y="31569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4611966" y="33974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4569803" y="32833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4472426" y="32901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4489565" y="33062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4424715" y="32063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4640450" y="32101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4679610" y="31085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4466594" y="31617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4545542" y="32619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4647023" y="30504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4579489" y="25842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4617203" y="33508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4669434" y="33482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4660422" y="29873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4523770" y="33974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4437797" y="33720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4606136" y="3206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4410733" y="32294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4538600" y="33974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4398633" y="33757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4488147" y="20452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4616947" y="31053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4496515" y="33104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4493119" y="28040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4690841" y="25890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4444938" y="22360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4535322" y="31675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4673563" y="32620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4419635" y="29845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4410397" y="23430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4484633" y="27865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4568837" y="29686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4669102" y="29540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4569593" y="26615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4688205" y="33974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4649928" y="28301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4492286" y="28759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4401992" y="33875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4453882" y="26885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4561509" y="31426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4606223" y="15104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4660493" y="25171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4463350" y="29506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4472615" y="30622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4584906" y="26256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4633575" y="31321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4673623" y="33974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4646767" y="31625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4486606" y="30590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4535760" y="31387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4688061" y="27919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4678459" y="30097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4695005" y="31462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4694987" y="31828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4671590" y="31521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4585730" y="32350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4416153" y="30367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4449335" y="31029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4424344" y="27531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4394694" y="30767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4438922" y="33124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4634751" y="31112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4520151" y="31628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4617371" y="31893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4654613" y="32331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4448738" y="31674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4628346" y="33974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4617699" y="32508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4565972" y="33238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4609773" y="32025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4621151" y="32176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4671238" y="32226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4620341" y="23341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4616101" y="27257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4452583" y="20522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4628967" y="25013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4665182" y="22312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4653950" y="32607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4557839" y="31670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4623144" y="28796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4653225" y="33435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5580060" y="30731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5659774" y="33481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5598230" y="33368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5606510" y="30205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5448654" y="33022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5653343" y="33697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5652386" y="33432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5514872" y="32386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5519187" y="33473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5707612" y="33251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5444236" y="33490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5591104" y="33490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5447502" y="32494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5522338" y="32489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5550307" y="32750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5556131" y="32854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5550067" y="31552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5554225" y="33360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5528002" y="32355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5590708" y="33694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5722289" y="33758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5482587" y="33439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5737595" y="29174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5637785" y="33690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5589383" y="27401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5711726" y="33974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5643028" y="32961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5704692" y="33974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5669523" y="32517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5644788" y="33973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5697778" y="33974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5525584" y="27825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5645242" y="33893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5484627" y="26558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5465345" y="31649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5441054" y="25582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5732986" y="33965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5473361" y="31737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5620643" y="32408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5596640" y="33213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5619848" y="32691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5547571" y="30294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5651031" y="33095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5575910" y="31112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5723474" y="25964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5527575" y="32442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5677603" y="28685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5581545" y="31331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5590834" y="29716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5646985" y="32240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5699830" y="33264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5497087" y="24291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5497722" y="17157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5582693" y="30368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5644199" y="32602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5503817" y="31975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5585123" y="32935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5557617" y="28025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5674177" y="33894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5699664" y="31583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543478" y="33547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719588" y="29796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708715" y="31348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719413" y="32007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633458" y="31377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524705" y="33315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673051" y="32127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611948" y="32608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641273" y="33451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661131" y="22265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650575" y="33101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545861" y="32623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543288" y="20453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645184" y="30182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650919" y="28531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461299" y="33380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626798" y="31743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438142" y="31896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561475" y="30304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595096" y="28065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689796" y="30451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463781" y="32287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630264" y="30211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526825" y="28392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479813" y="29663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580185" y="12437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590213" y="33081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495601" y="30736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661645" y="29815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712766" y="24176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440796" y="22601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478183" y="26213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595540" y="32238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5673411" y="33622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721479" y="32485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604219" y="28510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559976" y="33974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5540992" y="31069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5465310" y="26517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5565798" y="33974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5706943" y="33974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512578" y="30691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510339" y="33465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713267" y="32618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500200" y="33020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571997" y="30981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717308" y="30568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645041" y="33787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636335" y="33386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635974" y="32795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753329" y="33528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586988" y="33971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584446" y="33864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741762" y="33880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541804" y="33803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655605" y="32787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752953" y="33481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6617986" y="33849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6663071" y="31106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6695603" y="33974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6495472" y="33856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6734118" y="31313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6777148" y="30786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6738024" y="33499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6486858" y="33586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6625279" y="33263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6655503" y="33586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6677570" y="33971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6549588" y="33924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6748322" y="33581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6676186" y="27698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6768109" y="33567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6698882" y="33453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6750205" y="33974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6642748" y="33427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6498874" y="33678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6481899" y="33974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6553195" y="28302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6654243" y="33940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6758784" y="31233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6639006" y="32465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6686801" y="32406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6487276" y="33974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6566339" y="33436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6640158" y="33776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6766816" y="33235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6762074" y="28374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6695716" y="25918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6628275" y="32599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6748038" y="32194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6569040" y="32147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6777257" y="33570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6586824" y="33816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6520612" y="33791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6597881" y="33065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6761341" y="33387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6745608" y="32096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6628754" y="33728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6622674" y="32861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6517280" y="33845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6557417" y="33801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6501881" y="33804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6667941" y="30955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6701093" y="29326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6518389" y="31192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6560465" y="33356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6710764" y="32561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6768375" y="33640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6600092" y="33854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6626579" y="31652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6619409" y="33565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6569898" y="33916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6768508" y="31567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6743209" y="33578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6580898" y="33962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6598990" y="31565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6677063" y="29526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6581535" y="32265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6496389" y="33182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6699870" y="33972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6751908" y="32425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6717598" y="33083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6661850" y="21211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6576070" y="33893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6765922" y="33542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6571391" y="32339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6715903" y="30004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6678283" y="33428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6586710" y="33741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6634921" y="32843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6605153" y="27410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6662149" y="30015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6747527" y="32125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6518693" y="33974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6562584" y="33962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6510633" y="30380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6517083" y="29376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6515160" y="31510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6667012" y="33791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6735139" y="33972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6483558" y="33861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6671213" y="33943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6762888" y="33870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6575885" y="32936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6763583" y="31804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6701505" y="33974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6625892" y="31983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6711801" y="32962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6635344" y="33778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6552578" y="33744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6689396" y="32401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6519256" y="33974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6782457" y="33465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6736695" y="31678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6637623" y="33856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6516380" y="33974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6547438" y="31734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l675"/>
            <p:cNvSpPr/>
            <p:nvPr/>
          </p:nvSpPr>
          <p:spPr>
            <a:xfrm>
              <a:off x="4575578" y="2364887"/>
              <a:ext cx="0" cy="550093"/>
            </a:xfrm>
            <a:custGeom>
              <a:avLst/>
              <a:pathLst>
                <a:path w="0" h="550093">
                  <a:moveTo>
                    <a:pt x="0" y="55009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l676"/>
            <p:cNvSpPr/>
            <p:nvPr/>
          </p:nvSpPr>
          <p:spPr>
            <a:xfrm>
              <a:off x="4575578" y="3292412"/>
              <a:ext cx="0" cy="135830"/>
            </a:xfrm>
            <a:custGeom>
              <a:avLst/>
              <a:pathLst>
                <a:path w="0" h="135830">
                  <a:moveTo>
                    <a:pt x="0" y="0"/>
                  </a:moveTo>
                  <a:lnTo>
                    <a:pt x="0" y="13583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4424991" y="2914981"/>
              <a:ext cx="301173" cy="377430"/>
            </a:xfrm>
            <a:custGeom>
              <a:avLst/>
              <a:pathLst>
                <a:path w="301173" h="377430">
                  <a:moveTo>
                    <a:pt x="0" y="0"/>
                  </a:moveTo>
                  <a:lnTo>
                    <a:pt x="0" y="377430"/>
                  </a:lnTo>
                  <a:lnTo>
                    <a:pt x="301173" y="377430"/>
                  </a:lnTo>
                  <a:lnTo>
                    <a:pt x="30117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9" name="pl678"/>
            <p:cNvSpPr/>
            <p:nvPr/>
          </p:nvSpPr>
          <p:spPr>
            <a:xfrm>
              <a:off x="4424991" y="3190120"/>
              <a:ext cx="301173" cy="0"/>
            </a:xfrm>
            <a:custGeom>
              <a:avLst/>
              <a:pathLst>
                <a:path w="301173" h="0">
                  <a:moveTo>
                    <a:pt x="0" y="0"/>
                  </a:moveTo>
                  <a:lnTo>
                    <a:pt x="30117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0" name="pl679"/>
            <p:cNvSpPr/>
            <p:nvPr/>
          </p:nvSpPr>
          <p:spPr>
            <a:xfrm>
              <a:off x="5619366" y="2589054"/>
              <a:ext cx="0" cy="460025"/>
            </a:xfrm>
            <a:custGeom>
              <a:avLst/>
              <a:pathLst>
                <a:path w="0" h="460025">
                  <a:moveTo>
                    <a:pt x="0" y="46002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l680"/>
            <p:cNvSpPr/>
            <p:nvPr/>
          </p:nvSpPr>
          <p:spPr>
            <a:xfrm>
              <a:off x="5619366" y="3366859"/>
              <a:ext cx="0" cy="61383"/>
            </a:xfrm>
            <a:custGeom>
              <a:avLst/>
              <a:pathLst>
                <a:path w="0" h="61383">
                  <a:moveTo>
                    <a:pt x="0" y="0"/>
                  </a:moveTo>
                  <a:lnTo>
                    <a:pt x="0" y="61383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5468779" y="3049080"/>
              <a:ext cx="301173" cy="317779"/>
            </a:xfrm>
            <a:custGeom>
              <a:avLst/>
              <a:pathLst>
                <a:path w="301173" h="317779">
                  <a:moveTo>
                    <a:pt x="0" y="0"/>
                  </a:moveTo>
                  <a:lnTo>
                    <a:pt x="0" y="317779"/>
                  </a:lnTo>
                  <a:lnTo>
                    <a:pt x="301173" y="317779"/>
                  </a:lnTo>
                  <a:lnTo>
                    <a:pt x="30117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3" name="pl682"/>
            <p:cNvSpPr/>
            <p:nvPr/>
          </p:nvSpPr>
          <p:spPr>
            <a:xfrm>
              <a:off x="5468779" y="3259570"/>
              <a:ext cx="301173" cy="0"/>
            </a:xfrm>
            <a:custGeom>
              <a:avLst/>
              <a:pathLst>
                <a:path w="301173" h="0">
                  <a:moveTo>
                    <a:pt x="0" y="0"/>
                  </a:moveTo>
                  <a:lnTo>
                    <a:pt x="30117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4" name="pl683"/>
            <p:cNvSpPr/>
            <p:nvPr/>
          </p:nvSpPr>
          <p:spPr>
            <a:xfrm>
              <a:off x="6663155" y="2983461"/>
              <a:ext cx="0" cy="254144"/>
            </a:xfrm>
            <a:custGeom>
              <a:avLst/>
              <a:pathLst>
                <a:path w="0" h="254144">
                  <a:moveTo>
                    <a:pt x="0" y="25414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4"/>
            <p:cNvSpPr/>
            <p:nvPr/>
          </p:nvSpPr>
          <p:spPr>
            <a:xfrm>
              <a:off x="6663155" y="3411497"/>
              <a:ext cx="0" cy="16744"/>
            </a:xfrm>
            <a:custGeom>
              <a:avLst/>
              <a:pathLst>
                <a:path w="0" h="16744">
                  <a:moveTo>
                    <a:pt x="0" y="0"/>
                  </a:moveTo>
                  <a:lnTo>
                    <a:pt x="0" y="16744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6512568" y="3237606"/>
              <a:ext cx="301173" cy="173891"/>
            </a:xfrm>
            <a:custGeom>
              <a:avLst/>
              <a:pathLst>
                <a:path w="301173" h="173891">
                  <a:moveTo>
                    <a:pt x="0" y="0"/>
                  </a:moveTo>
                  <a:lnTo>
                    <a:pt x="0" y="173891"/>
                  </a:lnTo>
                  <a:lnTo>
                    <a:pt x="301173" y="173891"/>
                  </a:lnTo>
                  <a:lnTo>
                    <a:pt x="30117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7" name="pl686"/>
            <p:cNvSpPr/>
            <p:nvPr/>
          </p:nvSpPr>
          <p:spPr>
            <a:xfrm>
              <a:off x="6512568" y="3373582"/>
              <a:ext cx="301173" cy="0"/>
            </a:xfrm>
            <a:custGeom>
              <a:avLst/>
              <a:pathLst>
                <a:path w="301173" h="0">
                  <a:moveTo>
                    <a:pt x="0" y="0"/>
                  </a:moveTo>
                  <a:lnTo>
                    <a:pt x="30117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575578" y="2867639"/>
              <a:ext cx="2108215" cy="511478"/>
            </a:xfrm>
            <a:custGeom>
              <a:avLst/>
              <a:pathLst>
                <a:path w="2108215" h="511478">
                  <a:moveTo>
                    <a:pt x="0" y="0"/>
                  </a:moveTo>
                  <a:lnTo>
                    <a:pt x="527053" y="110367"/>
                  </a:lnTo>
                  <a:lnTo>
                    <a:pt x="1039049" y="206659"/>
                  </a:lnTo>
                  <a:lnTo>
                    <a:pt x="1505868" y="270209"/>
                  </a:lnTo>
                  <a:lnTo>
                    <a:pt x="2108215" y="314182"/>
                  </a:lnTo>
                  <a:lnTo>
                    <a:pt x="2108215" y="511478"/>
                  </a:lnTo>
                  <a:lnTo>
                    <a:pt x="1505868" y="402653"/>
                  </a:lnTo>
                  <a:lnTo>
                    <a:pt x="1039049" y="347785"/>
                  </a:lnTo>
                  <a:lnTo>
                    <a:pt x="527053" y="314198"/>
                  </a:lnTo>
                  <a:lnTo>
                    <a:pt x="0" y="290868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689" name="pl688"/>
            <p:cNvSpPr/>
            <p:nvPr/>
          </p:nvSpPr>
          <p:spPr>
            <a:xfrm>
              <a:off x="4575578" y="2867639"/>
              <a:ext cx="2108215" cy="314182"/>
            </a:xfrm>
            <a:custGeom>
              <a:avLst/>
              <a:pathLst>
                <a:path w="2108215" h="314182">
                  <a:moveTo>
                    <a:pt x="0" y="0"/>
                  </a:moveTo>
                  <a:lnTo>
                    <a:pt x="527053" y="110367"/>
                  </a:lnTo>
                  <a:lnTo>
                    <a:pt x="1039049" y="206659"/>
                  </a:lnTo>
                  <a:lnTo>
                    <a:pt x="1505868" y="270209"/>
                  </a:lnTo>
                  <a:lnTo>
                    <a:pt x="2108215" y="3141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0" name="pl689"/>
            <p:cNvSpPr/>
            <p:nvPr/>
          </p:nvSpPr>
          <p:spPr>
            <a:xfrm>
              <a:off x="4575578" y="3158507"/>
              <a:ext cx="2108215" cy="220610"/>
            </a:xfrm>
            <a:custGeom>
              <a:avLst/>
              <a:pathLst>
                <a:path w="2108215" h="220610">
                  <a:moveTo>
                    <a:pt x="2108215" y="220610"/>
                  </a:moveTo>
                  <a:lnTo>
                    <a:pt x="1505868" y="111785"/>
                  </a:lnTo>
                  <a:lnTo>
                    <a:pt x="1039049" y="56916"/>
                  </a:lnTo>
                  <a:lnTo>
                    <a:pt x="527053" y="233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1" name="pl690"/>
            <p:cNvSpPr/>
            <p:nvPr/>
          </p:nvSpPr>
          <p:spPr>
            <a:xfrm>
              <a:off x="4575578" y="3013073"/>
              <a:ext cx="2108215" cy="267396"/>
            </a:xfrm>
            <a:custGeom>
              <a:avLst/>
              <a:pathLst>
                <a:path w="2108215" h="267396">
                  <a:moveTo>
                    <a:pt x="0" y="0"/>
                  </a:moveTo>
                  <a:lnTo>
                    <a:pt x="527053" y="66849"/>
                  </a:lnTo>
                  <a:lnTo>
                    <a:pt x="1039049" y="131788"/>
                  </a:lnTo>
                  <a:lnTo>
                    <a:pt x="1505868" y="190997"/>
                  </a:lnTo>
                  <a:lnTo>
                    <a:pt x="2108215" y="267396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tx691"/>
            <p:cNvSpPr/>
            <p:nvPr/>
          </p:nvSpPr>
          <p:spPr>
            <a:xfrm>
              <a:off x="4575578" y="1384237"/>
              <a:ext cx="762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693" name="tx692"/>
            <p:cNvSpPr/>
            <p:nvPr/>
          </p:nvSpPr>
          <p:spPr>
            <a:xfrm>
              <a:off x="4664444" y="1384237"/>
              <a:ext cx="2542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694" name="tx693"/>
            <p:cNvSpPr/>
            <p:nvPr/>
          </p:nvSpPr>
          <p:spPr>
            <a:xfrm>
              <a:off x="4702167" y="138423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695" name="tx694"/>
            <p:cNvSpPr/>
            <p:nvPr/>
          </p:nvSpPr>
          <p:spPr>
            <a:xfrm>
              <a:off x="4774949" y="138423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696" name="tx695"/>
            <p:cNvSpPr/>
            <p:nvPr/>
          </p:nvSpPr>
          <p:spPr>
            <a:xfrm>
              <a:off x="4847690" y="138423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697" name="tx696"/>
            <p:cNvSpPr/>
            <p:nvPr/>
          </p:nvSpPr>
          <p:spPr>
            <a:xfrm>
              <a:off x="4920403" y="1384237"/>
              <a:ext cx="4541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-1.533</a:t>
              </a:r>
            </a:p>
          </p:txBody>
        </p:sp>
        <p:sp>
          <p:nvSpPr>
            <p:cNvPr id="698" name="tx697"/>
            <p:cNvSpPr/>
            <p:nvPr/>
          </p:nvSpPr>
          <p:spPr>
            <a:xfrm>
              <a:off x="5374585" y="1384237"/>
              <a:ext cx="634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699" name="tx698"/>
            <p:cNvSpPr/>
            <p:nvPr/>
          </p:nvSpPr>
          <p:spPr>
            <a:xfrm>
              <a:off x="5438045" y="138423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700" name="tx699"/>
            <p:cNvSpPr/>
            <p:nvPr/>
          </p:nvSpPr>
          <p:spPr>
            <a:xfrm>
              <a:off x="5510785" y="1384237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0.038</a:t>
              </a:r>
            </a:p>
          </p:txBody>
        </p:sp>
        <p:sp>
          <p:nvSpPr>
            <p:cNvPr id="701" name="rc700"/>
            <p:cNvSpPr/>
            <p:nvPr/>
          </p:nvSpPr>
          <p:spPr>
            <a:xfrm>
              <a:off x="4305554" y="1166855"/>
              <a:ext cx="2627625" cy="23690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02" name="pl701"/>
            <p:cNvSpPr/>
            <p:nvPr/>
          </p:nvSpPr>
          <p:spPr>
            <a:xfrm>
              <a:off x="4305554" y="1166855"/>
              <a:ext cx="0" cy="2369073"/>
            </a:xfrm>
            <a:custGeom>
              <a:avLst/>
              <a:pathLst>
                <a:path w="0" h="2369073">
                  <a:moveTo>
                    <a:pt x="0" y="2369073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tx702"/>
            <p:cNvSpPr/>
            <p:nvPr/>
          </p:nvSpPr>
          <p:spPr>
            <a:xfrm>
              <a:off x="4197801" y="339180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04" name="tx703"/>
            <p:cNvSpPr/>
            <p:nvPr/>
          </p:nvSpPr>
          <p:spPr>
            <a:xfrm>
              <a:off x="4197801" y="27686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05" name="tx704"/>
            <p:cNvSpPr/>
            <p:nvPr/>
          </p:nvSpPr>
          <p:spPr>
            <a:xfrm>
              <a:off x="4141291" y="2145526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706" name="tx705"/>
            <p:cNvSpPr/>
            <p:nvPr/>
          </p:nvSpPr>
          <p:spPr>
            <a:xfrm>
              <a:off x="4141291" y="1522387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707" name="pl706"/>
            <p:cNvSpPr/>
            <p:nvPr/>
          </p:nvSpPr>
          <p:spPr>
            <a:xfrm>
              <a:off x="4277085" y="342824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7"/>
            <p:cNvSpPr/>
            <p:nvPr/>
          </p:nvSpPr>
          <p:spPr>
            <a:xfrm>
              <a:off x="4277085" y="280510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8"/>
            <p:cNvSpPr/>
            <p:nvPr/>
          </p:nvSpPr>
          <p:spPr>
            <a:xfrm>
              <a:off x="4277085" y="218196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l709"/>
            <p:cNvSpPr/>
            <p:nvPr/>
          </p:nvSpPr>
          <p:spPr>
            <a:xfrm>
              <a:off x="4277085" y="155882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l710"/>
            <p:cNvSpPr/>
            <p:nvPr/>
          </p:nvSpPr>
          <p:spPr>
            <a:xfrm>
              <a:off x="4305554" y="3535928"/>
              <a:ext cx="2627625" cy="0"/>
            </a:xfrm>
            <a:custGeom>
              <a:avLst/>
              <a:pathLst>
                <a:path w="2627625" h="0">
                  <a:moveTo>
                    <a:pt x="0" y="0"/>
                  </a:moveTo>
                  <a:lnTo>
                    <a:pt x="2627625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l711"/>
            <p:cNvSpPr/>
            <p:nvPr/>
          </p:nvSpPr>
          <p:spPr>
            <a:xfrm>
              <a:off x="4575578" y="353592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l712"/>
            <p:cNvSpPr/>
            <p:nvPr/>
          </p:nvSpPr>
          <p:spPr>
            <a:xfrm>
              <a:off x="5619366" y="353592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l713"/>
            <p:cNvSpPr/>
            <p:nvPr/>
          </p:nvSpPr>
          <p:spPr>
            <a:xfrm>
              <a:off x="6663155" y="353592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tx714"/>
            <p:cNvSpPr/>
            <p:nvPr/>
          </p:nvSpPr>
          <p:spPr>
            <a:xfrm>
              <a:off x="4547323" y="358717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16" name="tx715"/>
            <p:cNvSpPr/>
            <p:nvPr/>
          </p:nvSpPr>
          <p:spPr>
            <a:xfrm>
              <a:off x="5591111" y="358717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17" name="tx716"/>
            <p:cNvSpPr/>
            <p:nvPr/>
          </p:nvSpPr>
          <p:spPr>
            <a:xfrm>
              <a:off x="6634900" y="358717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18" name="tx717"/>
            <p:cNvSpPr/>
            <p:nvPr/>
          </p:nvSpPr>
          <p:spPr>
            <a:xfrm>
              <a:off x="4305554" y="990315"/>
              <a:ext cx="100867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719" name="rc718"/>
            <p:cNvSpPr/>
            <p:nvPr/>
          </p:nvSpPr>
          <p:spPr>
            <a:xfrm>
              <a:off x="965010" y="3720501"/>
              <a:ext cx="3083288" cy="29159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rc719"/>
            <p:cNvSpPr/>
            <p:nvPr/>
          </p:nvSpPr>
          <p:spPr>
            <a:xfrm>
              <a:off x="4048298" y="3720501"/>
              <a:ext cx="2935491" cy="29159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rc720"/>
            <p:cNvSpPr/>
            <p:nvPr/>
          </p:nvSpPr>
          <p:spPr>
            <a:xfrm>
              <a:off x="1412445" y="3934998"/>
              <a:ext cx="2585243" cy="23690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1714453" y="49116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1768541" y="45514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1499649" y="45287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1509615" y="61604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1792113" y="44900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1605101" y="44952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1644372" y="44611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1741924" y="46743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1707434" y="47042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1656782" y="44851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1509771" y="45400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1501282" y="48282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1746507" y="59246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1531502" y="50333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1732661" y="60686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1531018" y="50825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1551641" y="47999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1793538" y="46554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1596987" y="45023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1765155" y="46974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1763581" y="55844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1569367" y="61604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1727620" y="55574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1739155" y="44248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1632865" y="55323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1782411" y="44248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1573810" y="55711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1790369" y="61604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1514088" y="52658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1577102" y="44346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1793803" y="53495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1748461" y="49016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1777532" y="51613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1761501" y="61604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1704817" y="47889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1597889" y="47894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1682783" y="50327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1598860" y="47467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1621380" y="52381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1663888" y="50140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1630562" y="61597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1642532" y="52280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1734652" y="55176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1535734" y="61121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1523586" y="48686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1560380" y="54126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1776151" y="48689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1704967" y="46205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1642251" y="60880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1747815" y="60562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1567090" y="55967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1512994" y="61604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1700706" y="61594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1562369" y="45446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1619536" y="58364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1555136" y="46872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1794756" y="57639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1648880" y="56035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1645505" y="54245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1684079" y="61604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1511423" y="50608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1674182" y="50634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1723485" y="60520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1735632" y="61082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1728752" y="60338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1718307" y="54404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1707278" y="59662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1522535" y="55140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1649442" y="52384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1571228" y="61008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1735171" y="57098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1611887" y="57416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1720277" y="54778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1744438" y="60008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1749365" y="51801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1677202" y="51600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1567481" y="56330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1532563" y="50020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1721822" y="49609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1533430" y="61146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1524870" y="46278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1731428" y="50926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1748830" y="50053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1700801" y="54835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1761621" y="54751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1683088" y="59805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1762989" y="58897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1514443" y="44656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1652929" y="44325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1523716" y="57602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1621766" y="44248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1664096" y="57310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1778432" y="60448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2526197" y="61569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2798368" y="45307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2816560" y="46403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2617410" y="45592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2617557" y="47297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2615448" y="49947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2788706" y="45177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2666908" y="46402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2737261" y="45681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2768555" y="47494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2583921" y="47685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2616601" y="44362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2533523" y="45633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2728200" y="45042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2812795" y="46982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2628261" y="44704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2808830" y="46473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2757089" y="44248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2589574" y="45867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2802968" y="51462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2691347" y="59392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2762713" y="50664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2659051" y="44869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2591507" y="44567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2731841" y="61604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2735656" y="44679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2690890" y="44617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2819547" y="47016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2776608" y="44901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2623227" y="44538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2541942" y="44248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2723369" y="45869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2685260" y="45662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2684462" y="44257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2609105" y="47680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2766765" y="44394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2796969" y="46383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2732676" y="44898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2618263" y="45466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2576019" y="44249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2678128" y="45071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2600232" y="44465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2606149" y="45291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2749309" y="47724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2610075" y="50570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2756455" y="47163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2680996" y="47809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2761374" y="48340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2791321" y="52394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2630045" y="44928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2710589" y="45267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2701991" y="47066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2704415" y="44653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2654963" y="46248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2710506" y="45957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2814747" y="46828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2798680" y="45950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2761004" y="45182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2586477" y="49847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2821494" y="47397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2698164" y="50168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2689875" y="48073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2733706" y="53184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2644168" y="44984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2687009" y="4877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2783319" y="47462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2652490" y="45440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2574260" y="44743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2786881" y="47261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2702742" y="48826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2691155" y="44665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2603530" y="53342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2791088" y="46559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2562527" y="53034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2693200" y="48936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2766195" y="46704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2612785" y="46332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2614451" y="44503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2641830" y="54570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2791256" y="45247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2616442" y="46888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2587219" y="56890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2571547" y="58738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2576648" y="48959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2700046" y="47466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2707544" y="48277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2687338" y="54905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2818211" y="51414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2778243" y="48176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2820610" y="44248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2553492" y="44256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2805846" y="47089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2772014" y="51710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2802368" y="47080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2646339" y="52821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2735856" y="44327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2560063" y="48899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2697005" y="44561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2535970" y="61604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2640435" y="47983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2527102" y="53189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2648455" y="44454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2701188" y="60297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2626463" y="46680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2699390" y="45049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2655918" y="44719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2744316" y="49420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2761748" y="46445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2555490" y="53011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2674852" y="50488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2819382" y="46448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2702153" y="53018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3727941" y="44249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3738279" y="44248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3571228" y="44249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3843462" y="44248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3780128" y="44249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3639671" y="44248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3661950" y="44249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3745983" y="44248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3713275" y="44248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3706570" y="44248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3787040" y="44248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3666176" y="44248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3637817" y="44249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3795797" y="44248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3675804" y="44249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3782786" y="44248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3629638" y="44248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3734821" y="44248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3835687" y="44249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3657361" y="44248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3570229" y="44249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3720574" y="44249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3845778" y="44249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3558713" y="44249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3647264" y="44248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3726252" y="44249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3658575" y="44249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3570591" y="44249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3573013" y="44249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3807862" y="44248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3591375" y="44249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3590473" y="44248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3711125" y="44249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3706842" y="44248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3558661" y="44249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3721181" y="44248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3778041" y="44249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3756859" y="44249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3807378" y="44248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3636899" y="44248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3777688" y="44248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3820693" y="44248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3758984" y="44278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3713423" y="44248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3838251" y="44248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3712609" y="44248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3573479" y="44248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3592106" y="44248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3598586" y="45938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3756569" y="44248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3630718" y="44249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3619462" y="44249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3555407" y="44249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3753748" y="44248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3825975" y="44249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3610440" y="44249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3813723" y="44248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3762209" y="44248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3769143" y="44248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3667333" y="44248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3642284" y="44249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3601676" y="44248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3691320" y="44248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3751218" y="44249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3623245" y="44248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3561746" y="44249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3814717" y="44248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3807495" y="44248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3589920" y="44249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3652569" y="44249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3677736" y="44248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3635492" y="44248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3747569" y="44248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3641768" y="44248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3657262" y="44248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3794325" y="44248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3819297" y="44249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3794500" y="44248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3581128" y="44248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3621543" y="44249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3554655" y="44249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3619403" y="44248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3656881" y="44249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3569592" y="44248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3565827" y="44249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3719382" y="44248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3602955" y="44249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3737239" y="44248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3732577" y="44249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3625703" y="44248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3842024" y="44248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3799795" y="44248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3567534" y="44249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3570837" y="44248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3565085" y="44249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3727459" y="44248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3693526" y="44249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3713300" y="44248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3572504" y="44248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3783941" y="44248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3695700" y="44249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3583649" y="44248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3639975" y="44248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3695938" y="44249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3805589" y="44248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3691156" y="44249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3564880" y="44248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3631379" y="44248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3562427" y="44248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3846691" y="44248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3553154" y="44249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3732364" y="44248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3848878" y="44248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3723911" y="44249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3766425" y="44248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3714094" y="44249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3848943" y="44248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3693164" y="44249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3556535" y="44248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3731586" y="44249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3729405" y="44248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3773609" y="44248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3847047" y="44248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3641590" y="44249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3748256" y="44248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3739123" y="44249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3597975" y="44248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3599470" y="44248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3651899" y="44248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3604881" y="44248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3685488" y="44248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3630071" y="44248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3801371" y="44249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3840698" y="44249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3812580" y="44248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3744789" y="44248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3767117" y="44248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3821230" y="44248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3588717" y="44248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3589547" y="44248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7" name="pt1066"/>
            <p:cNvSpPr/>
            <p:nvPr/>
          </p:nvSpPr>
          <p:spPr>
            <a:xfrm>
              <a:off x="3662190" y="44248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8" name="pl1067"/>
            <p:cNvSpPr/>
            <p:nvPr/>
          </p:nvSpPr>
          <p:spPr>
            <a:xfrm>
              <a:off x="1678114" y="4455674"/>
              <a:ext cx="0" cy="367156"/>
            </a:xfrm>
            <a:custGeom>
              <a:avLst/>
              <a:pathLst>
                <a:path w="0" h="367156">
                  <a:moveTo>
                    <a:pt x="0" y="36715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l1068"/>
            <p:cNvSpPr/>
            <p:nvPr/>
          </p:nvSpPr>
          <p:spPr>
            <a:xfrm>
              <a:off x="1678114" y="6007737"/>
              <a:ext cx="0" cy="183521"/>
            </a:xfrm>
            <a:custGeom>
              <a:avLst/>
              <a:pathLst>
                <a:path w="0" h="183521">
                  <a:moveTo>
                    <a:pt x="0" y="0"/>
                  </a:moveTo>
                  <a:lnTo>
                    <a:pt x="0" y="183521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g1069"/>
            <p:cNvSpPr/>
            <p:nvPr/>
          </p:nvSpPr>
          <p:spPr>
            <a:xfrm>
              <a:off x="1529956" y="4822830"/>
              <a:ext cx="296315" cy="1184906"/>
            </a:xfrm>
            <a:custGeom>
              <a:avLst/>
              <a:pathLst>
                <a:path w="296315" h="1184906">
                  <a:moveTo>
                    <a:pt x="0" y="0"/>
                  </a:moveTo>
                  <a:lnTo>
                    <a:pt x="0" y="1184906"/>
                  </a:lnTo>
                  <a:lnTo>
                    <a:pt x="296315" y="1184906"/>
                  </a:lnTo>
                  <a:lnTo>
                    <a:pt x="296315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1" name="pl1070"/>
            <p:cNvSpPr/>
            <p:nvPr/>
          </p:nvSpPr>
          <p:spPr>
            <a:xfrm>
              <a:off x="1529956" y="5411934"/>
              <a:ext cx="296315" cy="0"/>
            </a:xfrm>
            <a:custGeom>
              <a:avLst/>
              <a:pathLst>
                <a:path w="296315" h="0">
                  <a:moveTo>
                    <a:pt x="0" y="0"/>
                  </a:moveTo>
                  <a:lnTo>
                    <a:pt x="296315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2" name="pl1071"/>
            <p:cNvSpPr/>
            <p:nvPr/>
          </p:nvSpPr>
          <p:spPr>
            <a:xfrm>
              <a:off x="2705066" y="4455674"/>
              <a:ext cx="0" cy="81172"/>
            </a:xfrm>
            <a:custGeom>
              <a:avLst/>
              <a:pathLst>
                <a:path w="0" h="81172">
                  <a:moveTo>
                    <a:pt x="0" y="8117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l1072"/>
            <p:cNvSpPr/>
            <p:nvPr/>
          </p:nvSpPr>
          <p:spPr>
            <a:xfrm>
              <a:off x="2705066" y="4994176"/>
              <a:ext cx="0" cy="527186"/>
            </a:xfrm>
            <a:custGeom>
              <a:avLst/>
              <a:pathLst>
                <a:path w="0" h="527186">
                  <a:moveTo>
                    <a:pt x="0" y="0"/>
                  </a:moveTo>
                  <a:lnTo>
                    <a:pt x="0" y="527186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g1073"/>
            <p:cNvSpPr/>
            <p:nvPr/>
          </p:nvSpPr>
          <p:spPr>
            <a:xfrm>
              <a:off x="2556909" y="4536847"/>
              <a:ext cx="296315" cy="457329"/>
            </a:xfrm>
            <a:custGeom>
              <a:avLst/>
              <a:pathLst>
                <a:path w="296315" h="457329">
                  <a:moveTo>
                    <a:pt x="0" y="0"/>
                  </a:moveTo>
                  <a:lnTo>
                    <a:pt x="0" y="457329"/>
                  </a:lnTo>
                  <a:lnTo>
                    <a:pt x="296315" y="457329"/>
                  </a:lnTo>
                  <a:lnTo>
                    <a:pt x="296315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5" name="pl1074"/>
            <p:cNvSpPr/>
            <p:nvPr/>
          </p:nvSpPr>
          <p:spPr>
            <a:xfrm>
              <a:off x="2556909" y="4713581"/>
              <a:ext cx="296315" cy="0"/>
            </a:xfrm>
            <a:custGeom>
              <a:avLst/>
              <a:pathLst>
                <a:path w="296315" h="0">
                  <a:moveTo>
                    <a:pt x="0" y="0"/>
                  </a:moveTo>
                  <a:lnTo>
                    <a:pt x="296315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6" name="pl1075"/>
            <p:cNvSpPr/>
            <p:nvPr/>
          </p:nvSpPr>
          <p:spPr>
            <a:xfrm>
              <a:off x="3732019" y="445567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l1076"/>
            <p:cNvSpPr/>
            <p:nvPr/>
          </p:nvSpPr>
          <p:spPr>
            <a:xfrm>
              <a:off x="3732019" y="445567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g1077"/>
            <p:cNvSpPr/>
            <p:nvPr/>
          </p:nvSpPr>
          <p:spPr>
            <a:xfrm>
              <a:off x="3583861" y="4455674"/>
              <a:ext cx="296315" cy="0"/>
            </a:xfrm>
            <a:custGeom>
              <a:avLst/>
              <a:pathLst>
                <a:path w="296315" h="0">
                  <a:moveTo>
                    <a:pt x="0" y="0"/>
                  </a:moveTo>
                  <a:lnTo>
                    <a:pt x="296315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9" name="pl1078"/>
            <p:cNvSpPr/>
            <p:nvPr/>
          </p:nvSpPr>
          <p:spPr>
            <a:xfrm>
              <a:off x="3583861" y="4455674"/>
              <a:ext cx="296315" cy="0"/>
            </a:xfrm>
            <a:custGeom>
              <a:avLst/>
              <a:pathLst>
                <a:path w="296315" h="0">
                  <a:moveTo>
                    <a:pt x="0" y="0"/>
                  </a:moveTo>
                  <a:lnTo>
                    <a:pt x="296315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0" name="pg1079"/>
            <p:cNvSpPr/>
            <p:nvPr/>
          </p:nvSpPr>
          <p:spPr>
            <a:xfrm>
              <a:off x="1673451" y="4214035"/>
              <a:ext cx="2089026" cy="1286803"/>
            </a:xfrm>
            <a:custGeom>
              <a:avLst/>
              <a:pathLst>
                <a:path w="2089026" h="1286803">
                  <a:moveTo>
                    <a:pt x="0" y="1001677"/>
                  </a:moveTo>
                  <a:lnTo>
                    <a:pt x="459289" y="826762"/>
                  </a:lnTo>
                  <a:lnTo>
                    <a:pt x="1051921" y="558996"/>
                  </a:lnTo>
                  <a:lnTo>
                    <a:pt x="1496395" y="327543"/>
                  </a:lnTo>
                  <a:lnTo>
                    <a:pt x="2089026" y="0"/>
                  </a:lnTo>
                  <a:lnTo>
                    <a:pt x="2089026" y="408996"/>
                  </a:lnTo>
                  <a:lnTo>
                    <a:pt x="1496395" y="614640"/>
                  </a:lnTo>
                  <a:lnTo>
                    <a:pt x="1051921" y="783077"/>
                  </a:lnTo>
                  <a:lnTo>
                    <a:pt x="459289" y="1048499"/>
                  </a:lnTo>
                  <a:lnTo>
                    <a:pt x="0" y="1286803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081" name="pl1080"/>
            <p:cNvSpPr/>
            <p:nvPr/>
          </p:nvSpPr>
          <p:spPr>
            <a:xfrm>
              <a:off x="1673451" y="4214035"/>
              <a:ext cx="2089026" cy="1001677"/>
            </a:xfrm>
            <a:custGeom>
              <a:avLst/>
              <a:pathLst>
                <a:path w="2089026" h="1001677">
                  <a:moveTo>
                    <a:pt x="0" y="1001677"/>
                  </a:moveTo>
                  <a:lnTo>
                    <a:pt x="459289" y="826762"/>
                  </a:lnTo>
                  <a:lnTo>
                    <a:pt x="1051921" y="558996"/>
                  </a:lnTo>
                  <a:lnTo>
                    <a:pt x="1496395" y="327543"/>
                  </a:lnTo>
                  <a:lnTo>
                    <a:pt x="208902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82" name="pl1081"/>
            <p:cNvSpPr/>
            <p:nvPr/>
          </p:nvSpPr>
          <p:spPr>
            <a:xfrm>
              <a:off x="1673451" y="4623031"/>
              <a:ext cx="2089026" cy="877806"/>
            </a:xfrm>
            <a:custGeom>
              <a:avLst/>
              <a:pathLst>
                <a:path w="2089026" h="877806">
                  <a:moveTo>
                    <a:pt x="2089026" y="0"/>
                  </a:moveTo>
                  <a:lnTo>
                    <a:pt x="1496395" y="205643"/>
                  </a:lnTo>
                  <a:lnTo>
                    <a:pt x="1051921" y="374080"/>
                  </a:lnTo>
                  <a:lnTo>
                    <a:pt x="459289" y="639502"/>
                  </a:lnTo>
                  <a:lnTo>
                    <a:pt x="0" y="8778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83" name="pl1082"/>
            <p:cNvSpPr/>
            <p:nvPr/>
          </p:nvSpPr>
          <p:spPr>
            <a:xfrm>
              <a:off x="1673451" y="4418533"/>
              <a:ext cx="2089026" cy="939742"/>
            </a:xfrm>
            <a:custGeom>
              <a:avLst/>
              <a:pathLst>
                <a:path w="2089026" h="939742">
                  <a:moveTo>
                    <a:pt x="0" y="939742"/>
                  </a:moveTo>
                  <a:lnTo>
                    <a:pt x="459289" y="733132"/>
                  </a:lnTo>
                  <a:lnTo>
                    <a:pt x="1051921" y="466538"/>
                  </a:lnTo>
                  <a:lnTo>
                    <a:pt x="1496395" y="266593"/>
                  </a:lnTo>
                  <a:lnTo>
                    <a:pt x="2089026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tx1083"/>
            <p:cNvSpPr/>
            <p:nvPr/>
          </p:nvSpPr>
          <p:spPr>
            <a:xfrm>
              <a:off x="1678114" y="4314907"/>
              <a:ext cx="762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085" name="tx1084"/>
            <p:cNvSpPr/>
            <p:nvPr/>
          </p:nvSpPr>
          <p:spPr>
            <a:xfrm>
              <a:off x="1766980" y="4314907"/>
              <a:ext cx="2542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1086" name="tx1085"/>
            <p:cNvSpPr/>
            <p:nvPr/>
          </p:nvSpPr>
          <p:spPr>
            <a:xfrm>
              <a:off x="1804703" y="431490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087" name="tx1086"/>
            <p:cNvSpPr/>
            <p:nvPr/>
          </p:nvSpPr>
          <p:spPr>
            <a:xfrm>
              <a:off x="1877485" y="431490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088" name="tx1087"/>
            <p:cNvSpPr/>
            <p:nvPr/>
          </p:nvSpPr>
          <p:spPr>
            <a:xfrm>
              <a:off x="1950226" y="431490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089" name="tx1088"/>
            <p:cNvSpPr/>
            <p:nvPr/>
          </p:nvSpPr>
          <p:spPr>
            <a:xfrm>
              <a:off x="2022939" y="4314907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0.384</a:t>
              </a:r>
            </a:p>
          </p:txBody>
        </p:sp>
        <p:sp>
          <p:nvSpPr>
            <p:cNvPr id="1090" name="tx1089"/>
            <p:cNvSpPr/>
            <p:nvPr/>
          </p:nvSpPr>
          <p:spPr>
            <a:xfrm>
              <a:off x="2439082" y="4314907"/>
              <a:ext cx="634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1091" name="tx1090"/>
            <p:cNvSpPr/>
            <p:nvPr/>
          </p:nvSpPr>
          <p:spPr>
            <a:xfrm>
              <a:off x="2502542" y="431490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092" name="tx1091"/>
            <p:cNvSpPr/>
            <p:nvPr/>
          </p:nvSpPr>
          <p:spPr>
            <a:xfrm>
              <a:off x="2575282" y="4314907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&lt; 0.001</a:t>
              </a:r>
            </a:p>
          </p:txBody>
        </p:sp>
        <p:sp>
          <p:nvSpPr>
            <p:cNvPr id="1093" name="rc1092"/>
            <p:cNvSpPr/>
            <p:nvPr/>
          </p:nvSpPr>
          <p:spPr>
            <a:xfrm>
              <a:off x="1412445" y="3934998"/>
              <a:ext cx="2585243" cy="23690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94" name="pl1093"/>
            <p:cNvSpPr/>
            <p:nvPr/>
          </p:nvSpPr>
          <p:spPr>
            <a:xfrm>
              <a:off x="1412445" y="3934998"/>
              <a:ext cx="0" cy="2369073"/>
            </a:xfrm>
            <a:custGeom>
              <a:avLst/>
              <a:pathLst>
                <a:path w="0" h="2369073">
                  <a:moveTo>
                    <a:pt x="0" y="2369073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tx1094"/>
            <p:cNvSpPr/>
            <p:nvPr/>
          </p:nvSpPr>
          <p:spPr>
            <a:xfrm>
              <a:off x="1163417" y="6154820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096" name="tx1095"/>
            <p:cNvSpPr/>
            <p:nvPr/>
          </p:nvSpPr>
          <p:spPr>
            <a:xfrm>
              <a:off x="1163417" y="5720924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097" name="tx1096"/>
            <p:cNvSpPr/>
            <p:nvPr/>
          </p:nvSpPr>
          <p:spPr>
            <a:xfrm>
              <a:off x="1163417" y="5287028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098" name="tx1097"/>
            <p:cNvSpPr/>
            <p:nvPr/>
          </p:nvSpPr>
          <p:spPr>
            <a:xfrm>
              <a:off x="1163417" y="4853131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099" name="tx1098"/>
            <p:cNvSpPr/>
            <p:nvPr/>
          </p:nvSpPr>
          <p:spPr>
            <a:xfrm>
              <a:off x="1163417" y="4419235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100" name="pl1099"/>
            <p:cNvSpPr/>
            <p:nvPr/>
          </p:nvSpPr>
          <p:spPr>
            <a:xfrm>
              <a:off x="1383977" y="619125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l1100"/>
            <p:cNvSpPr/>
            <p:nvPr/>
          </p:nvSpPr>
          <p:spPr>
            <a:xfrm>
              <a:off x="1383977" y="575736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l1101"/>
            <p:cNvSpPr/>
            <p:nvPr/>
          </p:nvSpPr>
          <p:spPr>
            <a:xfrm>
              <a:off x="1383977" y="532346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l1102"/>
            <p:cNvSpPr/>
            <p:nvPr/>
          </p:nvSpPr>
          <p:spPr>
            <a:xfrm>
              <a:off x="1383977" y="488957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l1103"/>
            <p:cNvSpPr/>
            <p:nvPr/>
          </p:nvSpPr>
          <p:spPr>
            <a:xfrm>
              <a:off x="1383977" y="445567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l1104"/>
            <p:cNvSpPr/>
            <p:nvPr/>
          </p:nvSpPr>
          <p:spPr>
            <a:xfrm>
              <a:off x="1412445" y="6304072"/>
              <a:ext cx="2585243" cy="0"/>
            </a:xfrm>
            <a:custGeom>
              <a:avLst/>
              <a:pathLst>
                <a:path w="2585243" h="0">
                  <a:moveTo>
                    <a:pt x="0" y="0"/>
                  </a:moveTo>
                  <a:lnTo>
                    <a:pt x="2585243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l1105"/>
            <p:cNvSpPr/>
            <p:nvPr/>
          </p:nvSpPr>
          <p:spPr>
            <a:xfrm>
              <a:off x="1678114" y="630407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l1106"/>
            <p:cNvSpPr/>
            <p:nvPr/>
          </p:nvSpPr>
          <p:spPr>
            <a:xfrm>
              <a:off x="2705066" y="630407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l1107"/>
            <p:cNvSpPr/>
            <p:nvPr/>
          </p:nvSpPr>
          <p:spPr>
            <a:xfrm>
              <a:off x="3732019" y="630407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tx1108"/>
            <p:cNvSpPr/>
            <p:nvPr/>
          </p:nvSpPr>
          <p:spPr>
            <a:xfrm>
              <a:off x="1649859" y="635531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110" name="tx1109"/>
            <p:cNvSpPr/>
            <p:nvPr/>
          </p:nvSpPr>
          <p:spPr>
            <a:xfrm>
              <a:off x="2676812" y="635531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111" name="tx1110"/>
            <p:cNvSpPr/>
            <p:nvPr/>
          </p:nvSpPr>
          <p:spPr>
            <a:xfrm>
              <a:off x="3703764" y="635531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112" name="tx1111"/>
            <p:cNvSpPr/>
            <p:nvPr/>
          </p:nvSpPr>
          <p:spPr>
            <a:xfrm>
              <a:off x="2444005" y="6512951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113" name="tx1112"/>
            <p:cNvSpPr/>
            <p:nvPr/>
          </p:nvSpPr>
          <p:spPr>
            <a:xfrm rot="-5400000">
              <a:off x="-78550" y="5073952"/>
              <a:ext cx="222318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Proportion of variance between species</a:t>
              </a:r>
            </a:p>
          </p:txBody>
        </p:sp>
        <p:sp>
          <p:nvSpPr>
            <p:cNvPr id="1114" name="tx1113"/>
            <p:cNvSpPr/>
            <p:nvPr/>
          </p:nvSpPr>
          <p:spPr>
            <a:xfrm>
              <a:off x="1412445" y="3758458"/>
              <a:ext cx="101598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Aboveground</a:t>
              </a:r>
            </a:p>
          </p:txBody>
        </p:sp>
        <p:sp>
          <p:nvSpPr>
            <p:cNvPr id="1115" name="rc1114"/>
            <p:cNvSpPr/>
            <p:nvPr/>
          </p:nvSpPr>
          <p:spPr>
            <a:xfrm>
              <a:off x="4347936" y="3934998"/>
              <a:ext cx="2585243" cy="23690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6" name="pt1115"/>
            <p:cNvSpPr/>
            <p:nvPr/>
          </p:nvSpPr>
          <p:spPr>
            <a:xfrm>
              <a:off x="4472498" y="49404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4616594" y="46415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4526956" y="46206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4470525" y="45672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4517443" y="44610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4622680" y="45331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4494304" y="46990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4654493" y="61604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4672895" y="53509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4681774" y="45456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4674283" y="46785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4643369" y="48756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4569527" y="59248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4600484" y="51769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4685744" y="54257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4448608" y="5332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4595390" y="48152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4700295" y="49079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4484288" y="44898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4719174" y="51396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4556685" y="53216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4569736" y="54975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4689650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4597677" y="52912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4687482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4508714" y="61592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4442282" y="61604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4557485" y="52507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4678469" y="45632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4546237" y="58905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4474747" y="50145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4630536" y="55770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4674285" y="49850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4635391" y="50331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4580429" y="49324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4534728" y="46817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4618453" y="54183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4442153" y="61596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4656687" y="55864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4544290" y="57945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4627622" y="61512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4627549" y="60741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4587115" y="52050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4583521" y="57579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4538522" y="53075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4621031" y="46980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4627307" y="61565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4479608" y="61537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4716999" y="57337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4663540" y="61604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4701830" y="61389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4456465" y="45460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4720571" y="60628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4662649" y="44609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4643263" y="57473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4447536" y="53245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4647852" y="57417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4662460" y="50196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4579937" y="45825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4568208" y="49817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4692468" y="60948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4505597" y="61604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4726446" y="60708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4664104" y="49479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4493174" y="58710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4591110" y="56107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4526783" y="53662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4598983" y="58783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4670723" y="51764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4720258" y="59686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4673602" y="55408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4624230" y="60968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4510422" y="52208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4540577" y="53402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4469125" y="55307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4687352" y="53632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4525424" y="49617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4725618" y="58447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4471451" y="46635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4465043" y="53419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4638147" y="53372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4559896" y="54092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4455272" y="56096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4443239" y="56880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4622754" y="54974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4513910" y="45831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4493519" y="46512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4470245" y="54947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4667119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4448107" y="54575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4536406" y="58185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5548618" y="61557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5525757" y="45422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5729121" y="50700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5531795" y="46075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5630939" y="48818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5547989" y="53745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5707898" y="44755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5721806" y="45610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5566067" y="46773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5576032" y="47972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5708005" y="44435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5752326" y="44539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5584569" y="44937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5705011" y="44711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5491464" y="46383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5712830" y="44688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5528082" y="61604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5693679" y="54938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5705597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5730665" y="45258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5484848" y="61102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5538880" y="57531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5477347" y="50678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5690712" y="61604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5552466" y="47312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5689345" y="47547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5594488" y="61604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5495072" y="44352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5500424" y="44943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5531461" y="53058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5753215" y="45165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5668396" y="45112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5517671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5599889" y="45991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5608270" y="44531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5578667" y="44249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5721678" y="48875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5589894" y="44353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5479151" y="46533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5568325" y="45781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5499268" y="46953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5748741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5634679" y="45339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5599939" y="44557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5494625" y="46148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5728847" y="49035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5462260" y="53158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5647973" y="48101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5591953" y="48114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5697500" y="50164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5480324" y="44841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5523043" y="44548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5718661" y="44746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5569106" y="51180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5527760" y="46253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5524895" y="47093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5519455" y="45381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5641874" y="46515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5630254" y="45810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5542762" y="61604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5607301" y="45637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5528457" y="49539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5513730" y="51607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5705400" y="50417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5494580" y="49413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5732337" y="56641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5674266" y="46778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5543546" y="44673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5664704" y="56165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5617072" y="46512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5723083" y="44486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5670349" y="47189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5747396" y="50423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5527316" y="44313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5609681" y="56556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5542047" y="54388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5509376" y="48486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5478751" y="49065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5681252" y="44278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5561178" y="48597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5672100" y="48302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5481510" y="57924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5489303" y="44984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5733552" y="45440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5628396" y="51043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5664799" y="58657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5739526" y="46977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5516037" y="45178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5719918" y="47541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5619344" y="60839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5526306" y="55715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5482141" y="47158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5608410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5627747" y="44407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5693527" y="47031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5753767" y="50409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5509152" y="49401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5562521" y="48842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5515662" y="44261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5572342" y="44425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5616267" y="44494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5602951" y="47693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5717312" y="61604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5657888" y="44249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5710323" y="55408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5605632" y="46884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5614432" y="44618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5600452" y="44878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5" name="pt1314"/>
            <p:cNvSpPr/>
            <p:nvPr/>
          </p:nvSpPr>
          <p:spPr>
            <a:xfrm>
              <a:off x="5740306" y="47445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6" name="pt1315"/>
            <p:cNvSpPr/>
            <p:nvPr/>
          </p:nvSpPr>
          <p:spPr>
            <a:xfrm>
              <a:off x="5740563" y="46286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7" name="pt1316"/>
            <p:cNvSpPr/>
            <p:nvPr/>
          </p:nvSpPr>
          <p:spPr>
            <a:xfrm>
              <a:off x="5651941" y="48412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8" name="pt1317"/>
            <p:cNvSpPr/>
            <p:nvPr/>
          </p:nvSpPr>
          <p:spPr>
            <a:xfrm>
              <a:off x="5674957" y="46926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9" name="pt1318"/>
            <p:cNvSpPr/>
            <p:nvPr/>
          </p:nvSpPr>
          <p:spPr>
            <a:xfrm>
              <a:off x="5711943" y="44249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0" name="pt1319"/>
            <p:cNvSpPr/>
            <p:nvPr/>
          </p:nvSpPr>
          <p:spPr>
            <a:xfrm>
              <a:off x="5694929" y="51555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1" name="pt1320"/>
            <p:cNvSpPr/>
            <p:nvPr/>
          </p:nvSpPr>
          <p:spPr>
            <a:xfrm>
              <a:off x="6528101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2" name="pt1321"/>
            <p:cNvSpPr/>
            <p:nvPr/>
          </p:nvSpPr>
          <p:spPr>
            <a:xfrm>
              <a:off x="6543606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3" name="pt1322"/>
            <p:cNvSpPr/>
            <p:nvPr/>
          </p:nvSpPr>
          <p:spPr>
            <a:xfrm>
              <a:off x="6716814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4" name="pt1323"/>
            <p:cNvSpPr/>
            <p:nvPr/>
          </p:nvSpPr>
          <p:spPr>
            <a:xfrm>
              <a:off x="6587538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5" name="pt1324"/>
            <p:cNvSpPr/>
            <p:nvPr/>
          </p:nvSpPr>
          <p:spPr>
            <a:xfrm>
              <a:off x="6739332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6" name="pt1325"/>
            <p:cNvSpPr/>
            <p:nvPr/>
          </p:nvSpPr>
          <p:spPr>
            <a:xfrm>
              <a:off x="6688651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7" name="pt1326"/>
            <p:cNvSpPr/>
            <p:nvPr/>
          </p:nvSpPr>
          <p:spPr>
            <a:xfrm>
              <a:off x="6625364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8" name="pt1327"/>
            <p:cNvSpPr/>
            <p:nvPr/>
          </p:nvSpPr>
          <p:spPr>
            <a:xfrm>
              <a:off x="6496809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9" name="pt1328"/>
            <p:cNvSpPr/>
            <p:nvPr/>
          </p:nvSpPr>
          <p:spPr>
            <a:xfrm>
              <a:off x="6549732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0" name="pt1329"/>
            <p:cNvSpPr/>
            <p:nvPr/>
          </p:nvSpPr>
          <p:spPr>
            <a:xfrm>
              <a:off x="6663272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1" name="pt1330"/>
            <p:cNvSpPr/>
            <p:nvPr/>
          </p:nvSpPr>
          <p:spPr>
            <a:xfrm>
              <a:off x="6695670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2" name="pt1331"/>
            <p:cNvSpPr/>
            <p:nvPr/>
          </p:nvSpPr>
          <p:spPr>
            <a:xfrm>
              <a:off x="6510607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3" name="pt1332"/>
            <p:cNvSpPr/>
            <p:nvPr/>
          </p:nvSpPr>
          <p:spPr>
            <a:xfrm>
              <a:off x="6681550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4" name="pt1333"/>
            <p:cNvSpPr/>
            <p:nvPr/>
          </p:nvSpPr>
          <p:spPr>
            <a:xfrm>
              <a:off x="6720539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5" name="pt1334"/>
            <p:cNvSpPr/>
            <p:nvPr/>
          </p:nvSpPr>
          <p:spPr>
            <a:xfrm>
              <a:off x="6549769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6" name="pt1335"/>
            <p:cNvSpPr/>
            <p:nvPr/>
          </p:nvSpPr>
          <p:spPr>
            <a:xfrm>
              <a:off x="6535219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7" name="pt1336"/>
            <p:cNvSpPr/>
            <p:nvPr/>
          </p:nvSpPr>
          <p:spPr>
            <a:xfrm>
              <a:off x="6539873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8" name="pt1337"/>
            <p:cNvSpPr/>
            <p:nvPr/>
          </p:nvSpPr>
          <p:spPr>
            <a:xfrm>
              <a:off x="6695355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9" name="pt1338"/>
            <p:cNvSpPr/>
            <p:nvPr/>
          </p:nvSpPr>
          <p:spPr>
            <a:xfrm>
              <a:off x="6680885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0" name="pt1339"/>
            <p:cNvSpPr/>
            <p:nvPr/>
          </p:nvSpPr>
          <p:spPr>
            <a:xfrm>
              <a:off x="6748331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1" name="pt1340"/>
            <p:cNvSpPr/>
            <p:nvPr/>
          </p:nvSpPr>
          <p:spPr>
            <a:xfrm>
              <a:off x="6778082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2" name="pt1341"/>
            <p:cNvSpPr/>
            <p:nvPr/>
          </p:nvSpPr>
          <p:spPr>
            <a:xfrm>
              <a:off x="6625398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3" name="pt1342"/>
            <p:cNvSpPr/>
            <p:nvPr/>
          </p:nvSpPr>
          <p:spPr>
            <a:xfrm>
              <a:off x="6648848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4" name="pt1343"/>
            <p:cNvSpPr/>
            <p:nvPr/>
          </p:nvSpPr>
          <p:spPr>
            <a:xfrm>
              <a:off x="6682792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5" name="pt1344"/>
            <p:cNvSpPr/>
            <p:nvPr/>
          </p:nvSpPr>
          <p:spPr>
            <a:xfrm>
              <a:off x="6707288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6" name="pt1345"/>
            <p:cNvSpPr/>
            <p:nvPr/>
          </p:nvSpPr>
          <p:spPr>
            <a:xfrm>
              <a:off x="6720437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7" name="pt1346"/>
            <p:cNvSpPr/>
            <p:nvPr/>
          </p:nvSpPr>
          <p:spPr>
            <a:xfrm>
              <a:off x="6518293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8" name="pt1347"/>
            <p:cNvSpPr/>
            <p:nvPr/>
          </p:nvSpPr>
          <p:spPr>
            <a:xfrm>
              <a:off x="6748838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9" name="pt1348"/>
            <p:cNvSpPr/>
            <p:nvPr/>
          </p:nvSpPr>
          <p:spPr>
            <a:xfrm>
              <a:off x="6667343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0" name="pt1349"/>
            <p:cNvSpPr/>
            <p:nvPr/>
          </p:nvSpPr>
          <p:spPr>
            <a:xfrm>
              <a:off x="6784118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1" name="pt1350"/>
            <p:cNvSpPr/>
            <p:nvPr/>
          </p:nvSpPr>
          <p:spPr>
            <a:xfrm>
              <a:off x="6573930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2" name="pt1351"/>
            <p:cNvSpPr/>
            <p:nvPr/>
          </p:nvSpPr>
          <p:spPr>
            <a:xfrm>
              <a:off x="6569238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3" name="pt1352"/>
            <p:cNvSpPr/>
            <p:nvPr/>
          </p:nvSpPr>
          <p:spPr>
            <a:xfrm>
              <a:off x="6720335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4" name="pt1353"/>
            <p:cNvSpPr/>
            <p:nvPr/>
          </p:nvSpPr>
          <p:spPr>
            <a:xfrm>
              <a:off x="6513079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5" name="pt1354"/>
            <p:cNvSpPr/>
            <p:nvPr/>
          </p:nvSpPr>
          <p:spPr>
            <a:xfrm>
              <a:off x="6515106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6" name="pt1355"/>
            <p:cNvSpPr/>
            <p:nvPr/>
          </p:nvSpPr>
          <p:spPr>
            <a:xfrm>
              <a:off x="6623158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7" name="pt1356"/>
            <p:cNvSpPr/>
            <p:nvPr/>
          </p:nvSpPr>
          <p:spPr>
            <a:xfrm>
              <a:off x="6696420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8" name="pt1357"/>
            <p:cNvSpPr/>
            <p:nvPr/>
          </p:nvSpPr>
          <p:spPr>
            <a:xfrm>
              <a:off x="6728968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9" name="pt1358"/>
            <p:cNvSpPr/>
            <p:nvPr/>
          </p:nvSpPr>
          <p:spPr>
            <a:xfrm>
              <a:off x="6776154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6502008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6569114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6682074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6612010" y="44277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6552889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6761329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6499286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6659262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6607680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6508633" y="44646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6689453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6782649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6530739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6666785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6721277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6532117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6648539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6574959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6640273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6691070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6723733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6598868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6616361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6583411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6711079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6739185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6558265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6491546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6761817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6534783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6568086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6691245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6754059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6724262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6515831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6566228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6744821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6782356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6632209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6735306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6703750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6669542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6538043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6781655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6654631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6652208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6608193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6702932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6532163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6489187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6655378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6664193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6674633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6745982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6521786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6590549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6530742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6723586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6576088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6700929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6768069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6637449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6727454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6696929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6746529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6662224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6545311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6490284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6727951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6554106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6618166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6510243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6529080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6674999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6733798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6715554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6677370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6698929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6573367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6748855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6518700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6523700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6735308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6513104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6532341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6519233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6565699" y="44248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6724385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6558489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6689042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6661384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6667206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6546000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6599374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6646753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6631059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6569808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6512529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6701077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6584135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6739987" y="4424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1" name="pt1460"/>
            <p:cNvSpPr/>
            <p:nvPr/>
          </p:nvSpPr>
          <p:spPr>
            <a:xfrm>
              <a:off x="6609427" y="4424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2" name="pl1461"/>
            <p:cNvSpPr/>
            <p:nvPr/>
          </p:nvSpPr>
          <p:spPr>
            <a:xfrm>
              <a:off x="4613605" y="4455674"/>
              <a:ext cx="0" cy="509588"/>
            </a:xfrm>
            <a:custGeom>
              <a:avLst/>
              <a:pathLst>
                <a:path w="0" h="509588">
                  <a:moveTo>
                    <a:pt x="0" y="50958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l1462"/>
            <p:cNvSpPr/>
            <p:nvPr/>
          </p:nvSpPr>
          <p:spPr>
            <a:xfrm>
              <a:off x="4613605" y="5918258"/>
              <a:ext cx="0" cy="273000"/>
            </a:xfrm>
            <a:custGeom>
              <a:avLst/>
              <a:pathLst>
                <a:path w="0" h="273000">
                  <a:moveTo>
                    <a:pt x="0" y="0"/>
                  </a:moveTo>
                  <a:lnTo>
                    <a:pt x="0" y="27300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g1463"/>
            <p:cNvSpPr/>
            <p:nvPr/>
          </p:nvSpPr>
          <p:spPr>
            <a:xfrm>
              <a:off x="4465447" y="4965262"/>
              <a:ext cx="296315" cy="952996"/>
            </a:xfrm>
            <a:custGeom>
              <a:avLst/>
              <a:pathLst>
                <a:path w="296315" h="952996">
                  <a:moveTo>
                    <a:pt x="0" y="0"/>
                  </a:moveTo>
                  <a:lnTo>
                    <a:pt x="0" y="952996"/>
                  </a:lnTo>
                  <a:lnTo>
                    <a:pt x="296315" y="952996"/>
                  </a:lnTo>
                  <a:lnTo>
                    <a:pt x="296315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5" name="pl1464"/>
            <p:cNvSpPr/>
            <p:nvPr/>
          </p:nvSpPr>
          <p:spPr>
            <a:xfrm>
              <a:off x="4465447" y="5395567"/>
              <a:ext cx="296315" cy="0"/>
            </a:xfrm>
            <a:custGeom>
              <a:avLst/>
              <a:pathLst>
                <a:path w="296315" h="0">
                  <a:moveTo>
                    <a:pt x="0" y="0"/>
                  </a:moveTo>
                  <a:lnTo>
                    <a:pt x="296315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6" name="pl1465"/>
            <p:cNvSpPr/>
            <p:nvPr/>
          </p:nvSpPr>
          <p:spPr>
            <a:xfrm>
              <a:off x="5640558" y="4455674"/>
              <a:ext cx="0" cy="65904"/>
            </a:xfrm>
            <a:custGeom>
              <a:avLst/>
              <a:pathLst>
                <a:path w="0" h="65904">
                  <a:moveTo>
                    <a:pt x="0" y="6590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l1466"/>
            <p:cNvSpPr/>
            <p:nvPr/>
          </p:nvSpPr>
          <p:spPr>
            <a:xfrm>
              <a:off x="5640558" y="5072840"/>
              <a:ext cx="0" cy="823722"/>
            </a:xfrm>
            <a:custGeom>
              <a:avLst/>
              <a:pathLst>
                <a:path w="0" h="823722">
                  <a:moveTo>
                    <a:pt x="0" y="0"/>
                  </a:moveTo>
                  <a:lnTo>
                    <a:pt x="0" y="823722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g1467"/>
            <p:cNvSpPr/>
            <p:nvPr/>
          </p:nvSpPr>
          <p:spPr>
            <a:xfrm>
              <a:off x="5492400" y="4521578"/>
              <a:ext cx="296315" cy="551261"/>
            </a:xfrm>
            <a:custGeom>
              <a:avLst/>
              <a:pathLst>
                <a:path w="296315" h="551261">
                  <a:moveTo>
                    <a:pt x="0" y="0"/>
                  </a:moveTo>
                  <a:lnTo>
                    <a:pt x="0" y="551261"/>
                  </a:lnTo>
                  <a:lnTo>
                    <a:pt x="296315" y="551261"/>
                  </a:lnTo>
                  <a:lnTo>
                    <a:pt x="296315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9" name="pl1468"/>
            <p:cNvSpPr/>
            <p:nvPr/>
          </p:nvSpPr>
          <p:spPr>
            <a:xfrm>
              <a:off x="5492400" y="4726176"/>
              <a:ext cx="296315" cy="0"/>
            </a:xfrm>
            <a:custGeom>
              <a:avLst/>
              <a:pathLst>
                <a:path w="296315" h="0">
                  <a:moveTo>
                    <a:pt x="0" y="0"/>
                  </a:moveTo>
                  <a:lnTo>
                    <a:pt x="296315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0" name="pl1469"/>
            <p:cNvSpPr/>
            <p:nvPr/>
          </p:nvSpPr>
          <p:spPr>
            <a:xfrm>
              <a:off x="6667510" y="445567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l1470"/>
            <p:cNvSpPr/>
            <p:nvPr/>
          </p:nvSpPr>
          <p:spPr>
            <a:xfrm>
              <a:off x="6667510" y="445567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g1471"/>
            <p:cNvSpPr/>
            <p:nvPr/>
          </p:nvSpPr>
          <p:spPr>
            <a:xfrm>
              <a:off x="6519352" y="4455674"/>
              <a:ext cx="296315" cy="0"/>
            </a:xfrm>
            <a:custGeom>
              <a:avLst/>
              <a:pathLst>
                <a:path w="296315" h="0">
                  <a:moveTo>
                    <a:pt x="0" y="0"/>
                  </a:moveTo>
                  <a:lnTo>
                    <a:pt x="296315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3" name="pl1472"/>
            <p:cNvSpPr/>
            <p:nvPr/>
          </p:nvSpPr>
          <p:spPr>
            <a:xfrm>
              <a:off x="6519352" y="4455674"/>
              <a:ext cx="296315" cy="0"/>
            </a:xfrm>
            <a:custGeom>
              <a:avLst/>
              <a:pathLst>
                <a:path w="296315" h="0">
                  <a:moveTo>
                    <a:pt x="0" y="0"/>
                  </a:moveTo>
                  <a:lnTo>
                    <a:pt x="296315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4" name="pg1473"/>
            <p:cNvSpPr/>
            <p:nvPr/>
          </p:nvSpPr>
          <p:spPr>
            <a:xfrm>
              <a:off x="4608942" y="4262411"/>
              <a:ext cx="2089026" cy="1262011"/>
            </a:xfrm>
            <a:custGeom>
              <a:avLst/>
              <a:pathLst>
                <a:path w="2089026" h="1262011">
                  <a:moveTo>
                    <a:pt x="0" y="1016354"/>
                  </a:moveTo>
                  <a:lnTo>
                    <a:pt x="459289" y="830557"/>
                  </a:lnTo>
                  <a:lnTo>
                    <a:pt x="1051921" y="556988"/>
                  </a:lnTo>
                  <a:lnTo>
                    <a:pt x="1496395" y="325580"/>
                  </a:lnTo>
                  <a:lnTo>
                    <a:pt x="2089026" y="0"/>
                  </a:lnTo>
                  <a:lnTo>
                    <a:pt x="2089026" y="335480"/>
                  </a:lnTo>
                  <a:lnTo>
                    <a:pt x="1496395" y="561073"/>
                  </a:lnTo>
                  <a:lnTo>
                    <a:pt x="1051921" y="743045"/>
                  </a:lnTo>
                  <a:lnTo>
                    <a:pt x="459289" y="1020649"/>
                  </a:lnTo>
                  <a:lnTo>
                    <a:pt x="0" y="1262011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475" name="pl1474"/>
            <p:cNvSpPr/>
            <p:nvPr/>
          </p:nvSpPr>
          <p:spPr>
            <a:xfrm>
              <a:off x="4608942" y="4262411"/>
              <a:ext cx="2089026" cy="1016354"/>
            </a:xfrm>
            <a:custGeom>
              <a:avLst/>
              <a:pathLst>
                <a:path w="2089026" h="1016354">
                  <a:moveTo>
                    <a:pt x="0" y="1016354"/>
                  </a:moveTo>
                  <a:lnTo>
                    <a:pt x="459289" y="830557"/>
                  </a:lnTo>
                  <a:lnTo>
                    <a:pt x="1051921" y="556988"/>
                  </a:lnTo>
                  <a:lnTo>
                    <a:pt x="1496395" y="325580"/>
                  </a:lnTo>
                  <a:lnTo>
                    <a:pt x="208902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76" name="pl1475"/>
            <p:cNvSpPr/>
            <p:nvPr/>
          </p:nvSpPr>
          <p:spPr>
            <a:xfrm>
              <a:off x="4608942" y="4597892"/>
              <a:ext cx="2089026" cy="926530"/>
            </a:xfrm>
            <a:custGeom>
              <a:avLst/>
              <a:pathLst>
                <a:path w="2089026" h="926530">
                  <a:moveTo>
                    <a:pt x="2089026" y="0"/>
                  </a:moveTo>
                  <a:lnTo>
                    <a:pt x="1496395" y="225592"/>
                  </a:lnTo>
                  <a:lnTo>
                    <a:pt x="1051921" y="407564"/>
                  </a:lnTo>
                  <a:lnTo>
                    <a:pt x="459289" y="685168"/>
                  </a:lnTo>
                  <a:lnTo>
                    <a:pt x="0" y="9265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77" name="pl1476"/>
            <p:cNvSpPr/>
            <p:nvPr/>
          </p:nvSpPr>
          <p:spPr>
            <a:xfrm>
              <a:off x="4608942" y="4430152"/>
              <a:ext cx="2089026" cy="971442"/>
            </a:xfrm>
            <a:custGeom>
              <a:avLst/>
              <a:pathLst>
                <a:path w="2089026" h="971442">
                  <a:moveTo>
                    <a:pt x="0" y="971442"/>
                  </a:moveTo>
                  <a:lnTo>
                    <a:pt x="459289" y="757862"/>
                  </a:lnTo>
                  <a:lnTo>
                    <a:pt x="1051921" y="482276"/>
                  </a:lnTo>
                  <a:lnTo>
                    <a:pt x="1496395" y="275586"/>
                  </a:lnTo>
                  <a:lnTo>
                    <a:pt x="2089026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tx1477"/>
            <p:cNvSpPr/>
            <p:nvPr/>
          </p:nvSpPr>
          <p:spPr>
            <a:xfrm>
              <a:off x="4613605" y="4360865"/>
              <a:ext cx="762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479" name="tx1478"/>
            <p:cNvSpPr/>
            <p:nvPr/>
          </p:nvSpPr>
          <p:spPr>
            <a:xfrm>
              <a:off x="4702471" y="4360865"/>
              <a:ext cx="2542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1480" name="tx1479"/>
            <p:cNvSpPr/>
            <p:nvPr/>
          </p:nvSpPr>
          <p:spPr>
            <a:xfrm>
              <a:off x="4740195" y="436086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481" name="tx1480"/>
            <p:cNvSpPr/>
            <p:nvPr/>
          </p:nvSpPr>
          <p:spPr>
            <a:xfrm>
              <a:off x="4812976" y="436086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482" name="tx1481"/>
            <p:cNvSpPr/>
            <p:nvPr/>
          </p:nvSpPr>
          <p:spPr>
            <a:xfrm>
              <a:off x="4885717" y="436086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483" name="tx1482"/>
            <p:cNvSpPr/>
            <p:nvPr/>
          </p:nvSpPr>
          <p:spPr>
            <a:xfrm>
              <a:off x="4958430" y="4360865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0.397</a:t>
              </a:r>
            </a:p>
          </p:txBody>
        </p:sp>
        <p:sp>
          <p:nvSpPr>
            <p:cNvPr id="1484" name="tx1483"/>
            <p:cNvSpPr/>
            <p:nvPr/>
          </p:nvSpPr>
          <p:spPr>
            <a:xfrm>
              <a:off x="5374573" y="4360865"/>
              <a:ext cx="634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1485" name="tx1484"/>
            <p:cNvSpPr/>
            <p:nvPr/>
          </p:nvSpPr>
          <p:spPr>
            <a:xfrm>
              <a:off x="5438033" y="436086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486" name="tx1485"/>
            <p:cNvSpPr/>
            <p:nvPr/>
          </p:nvSpPr>
          <p:spPr>
            <a:xfrm>
              <a:off x="5510773" y="4360865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&lt; 0.001</a:t>
              </a:r>
            </a:p>
          </p:txBody>
        </p:sp>
        <p:sp>
          <p:nvSpPr>
            <p:cNvPr id="1487" name="rc1486"/>
            <p:cNvSpPr/>
            <p:nvPr/>
          </p:nvSpPr>
          <p:spPr>
            <a:xfrm>
              <a:off x="4347936" y="3934998"/>
              <a:ext cx="2585243" cy="23690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488" name="pl1487"/>
            <p:cNvSpPr/>
            <p:nvPr/>
          </p:nvSpPr>
          <p:spPr>
            <a:xfrm>
              <a:off x="4347936" y="3934998"/>
              <a:ext cx="0" cy="2369073"/>
            </a:xfrm>
            <a:custGeom>
              <a:avLst/>
              <a:pathLst>
                <a:path w="0" h="2369073">
                  <a:moveTo>
                    <a:pt x="0" y="2369073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tx1488"/>
            <p:cNvSpPr/>
            <p:nvPr/>
          </p:nvSpPr>
          <p:spPr>
            <a:xfrm>
              <a:off x="4098908" y="6154820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490" name="tx1489"/>
            <p:cNvSpPr/>
            <p:nvPr/>
          </p:nvSpPr>
          <p:spPr>
            <a:xfrm>
              <a:off x="4098908" y="5720924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491" name="tx1490"/>
            <p:cNvSpPr/>
            <p:nvPr/>
          </p:nvSpPr>
          <p:spPr>
            <a:xfrm>
              <a:off x="4098908" y="5287028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492" name="tx1491"/>
            <p:cNvSpPr/>
            <p:nvPr/>
          </p:nvSpPr>
          <p:spPr>
            <a:xfrm>
              <a:off x="4098908" y="4853131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493" name="tx1492"/>
            <p:cNvSpPr/>
            <p:nvPr/>
          </p:nvSpPr>
          <p:spPr>
            <a:xfrm>
              <a:off x="4098908" y="4419235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494" name="pl1493"/>
            <p:cNvSpPr/>
            <p:nvPr/>
          </p:nvSpPr>
          <p:spPr>
            <a:xfrm>
              <a:off x="4319468" y="619125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l1494"/>
            <p:cNvSpPr/>
            <p:nvPr/>
          </p:nvSpPr>
          <p:spPr>
            <a:xfrm>
              <a:off x="4319468" y="575736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l1495"/>
            <p:cNvSpPr/>
            <p:nvPr/>
          </p:nvSpPr>
          <p:spPr>
            <a:xfrm>
              <a:off x="4319468" y="532346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l1496"/>
            <p:cNvSpPr/>
            <p:nvPr/>
          </p:nvSpPr>
          <p:spPr>
            <a:xfrm>
              <a:off x="4319468" y="488957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l1497"/>
            <p:cNvSpPr/>
            <p:nvPr/>
          </p:nvSpPr>
          <p:spPr>
            <a:xfrm>
              <a:off x="4319468" y="445567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8"/>
            <p:cNvSpPr/>
            <p:nvPr/>
          </p:nvSpPr>
          <p:spPr>
            <a:xfrm>
              <a:off x="4347936" y="6304072"/>
              <a:ext cx="2585243" cy="0"/>
            </a:xfrm>
            <a:custGeom>
              <a:avLst/>
              <a:pathLst>
                <a:path w="2585243" h="0">
                  <a:moveTo>
                    <a:pt x="0" y="0"/>
                  </a:moveTo>
                  <a:lnTo>
                    <a:pt x="2585243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499"/>
            <p:cNvSpPr/>
            <p:nvPr/>
          </p:nvSpPr>
          <p:spPr>
            <a:xfrm>
              <a:off x="4613605" y="630407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0"/>
            <p:cNvSpPr/>
            <p:nvPr/>
          </p:nvSpPr>
          <p:spPr>
            <a:xfrm>
              <a:off x="5640558" y="630407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l1501"/>
            <p:cNvSpPr/>
            <p:nvPr/>
          </p:nvSpPr>
          <p:spPr>
            <a:xfrm>
              <a:off x="6667510" y="630407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tx1502"/>
            <p:cNvSpPr/>
            <p:nvPr/>
          </p:nvSpPr>
          <p:spPr>
            <a:xfrm>
              <a:off x="4585350" y="635531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04" name="tx1503"/>
            <p:cNvSpPr/>
            <p:nvPr/>
          </p:nvSpPr>
          <p:spPr>
            <a:xfrm>
              <a:off x="5612303" y="635531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05" name="tx1504"/>
            <p:cNvSpPr/>
            <p:nvPr/>
          </p:nvSpPr>
          <p:spPr>
            <a:xfrm>
              <a:off x="6639255" y="635531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506" name="tx1505"/>
            <p:cNvSpPr/>
            <p:nvPr/>
          </p:nvSpPr>
          <p:spPr>
            <a:xfrm>
              <a:off x="5379496" y="6512951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507" name="tx1506"/>
            <p:cNvSpPr/>
            <p:nvPr/>
          </p:nvSpPr>
          <p:spPr>
            <a:xfrm>
              <a:off x="4347936" y="3758458"/>
              <a:ext cx="100867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2026-07-20T14:52:35Z</dcterms:modified>
  <cp:category/>
</cp:coreProperties>
</file>