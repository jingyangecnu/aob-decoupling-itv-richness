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5760000"/>
            <a:chOff x="914400" y="914400"/>
            <a:chExt cx="6120000" cy="576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576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576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52357"/>
              <a:ext cx="3125670" cy="27681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090681" y="952357"/>
              <a:ext cx="2893108" cy="27681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1412445" y="1166855"/>
              <a:ext cx="2627625" cy="236907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1724827" y="28488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1599273" y="31850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1519273" y="20854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1574905" y="30332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536065" y="30740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570885" y="31780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790113" y="32434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517006" y="32598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554012" y="21198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739354" y="30597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527151" y="33974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738275" y="31439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686534" y="27776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565591" y="33974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696664" y="27475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684717" y="32974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749624" y="23902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779016" y="29857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502538" y="31317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738571" y="28540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509929" y="29023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743805" y="33068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789853" y="27031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748450" y="29305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729000" y="32910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530428" y="26123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753962" y="24789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757639" y="3397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772010" y="33859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702339" y="32282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672873" y="31889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794776" y="33974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607578" y="33974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778798" y="25240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694097" y="30458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691612" y="31590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771037" y="22943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1691342" y="23088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1611593" y="19732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1514859" y="31733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1513061" y="31417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1593180" y="26118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1541786" y="26394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1572181" y="30494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503575" y="27502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1705353" y="33021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1749252" y="32137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1746193" y="3397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1637180" y="27911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1557252" y="27803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1657471" y="33965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1505433" y="27020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1602301" y="26906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1512169" y="13656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1621855" y="29126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1677962" y="24857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1710623" y="18176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1718688" y="18563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1738048" y="28160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1717792" y="3397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1543361" y="30501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1630061" y="29017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1673435" y="24301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1557991" y="18653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1574349" y="31399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1666925" y="31683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1515034" y="29930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1563620" y="25504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1801966" y="30473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1647657" y="25457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1583851" y="27286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1512228" y="31852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1668533" y="31576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1541871" y="32404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1703786" y="31379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1606155" y="31210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1636385" y="29066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1519743" y="28695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1755199" y="27733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1800247" y="33974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1601771" y="23730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1779855" y="33742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1524997" y="31937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1557604" y="30636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1602563" y="31333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1531246" y="16292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1737832" y="26957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1774334" y="22181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1627189" y="21423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1751356" y="21768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1622005" y="30193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1734677" y="27403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1534818" y="13618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1580906" y="33912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2576087" y="27699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2845117" y="31893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2730867" y="33271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2831394" y="27852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2716979" y="32584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2841867" y="33071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2632944" y="33501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2811972" y="30095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2678693" y="32050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2563984" y="32646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2701907" y="33115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2836912" y="33081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689182" y="30769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594486" y="29417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581736" y="30587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2557732" y="32373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2765556" y="30821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2811440" y="32539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840752" y="31480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2720970" y="32919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590213" y="32654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750776" y="32466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636846" y="24623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2729040" y="32594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826647" y="27009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2792874" y="33974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2683629" y="28829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2693301" y="3397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2650007" y="32333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2671245" y="33904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2805229" y="3397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2583526" y="25665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2808379" y="33960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2839009" y="28787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2690107" y="31043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2545066" y="23471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2823245" y="33972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2657980" y="30225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2661733" y="32490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2546927" y="31403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2751213" y="29839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2675486" y="30923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2725515" y="32252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2554979" y="28187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2589086" y="28345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2753188" y="31000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2762693" y="25351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2569672" y="30798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2720654" y="24002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2632895" y="30372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2788028" y="32317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2618307" y="23313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2793255" y="21018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2739659" y="25054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2830465" y="32057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2722674" y="32181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2778971" y="32372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2577042" y="27302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2844951" y="32920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2602946" y="30934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2689711" y="32431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2744603" y="26889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2608879" y="29264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2553207" y="31146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2746800" y="29197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2580623" y="32218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2622475" y="26071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2674342" y="27907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2713414" y="31939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2672355" y="26753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2613630" y="31514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2640315" y="32819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2665463" y="15179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2707513" y="30851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2805555" y="32485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2586259" y="33323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2760374" y="26382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2625089" y="31620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2758065" y="29362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2656649" y="22729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2712836" y="30995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2551249" y="32768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2670736" y="28721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2657573" y="27805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2588199" y="23683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2819914" y="12437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2711348" y="32429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2822040" y="30567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2744688" y="31354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2796725" y="27332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2792592" y="18501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2781130" y="29818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2590685" y="31061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2551790" y="33682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2778588" y="33871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2733765" y="27357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2659297" y="33974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2662167" y="28277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2784558" y="26815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2562693" y="33974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2679919" y="3397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3630704" y="31316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3667023" y="33174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3797045" y="32546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3707817" y="31987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3631861" y="30538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3810291" y="29200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3869631" y="33456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3644417" y="33111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3610121" y="32752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3737826" y="33149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3761293" y="33736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3600337" y="33878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3706240" y="33721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3776597" y="33209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3809748" y="31490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3834578" y="33438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3791292" y="33911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3617482" y="33624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3717017" y="3397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3843009" y="33452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3654565" y="31808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3660833" y="28647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3839936" y="33665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3844456" y="33127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3688448" y="33610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3860966" y="33874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3637390" y="33783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3830457" y="33593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3600411" y="33701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3745711" y="30145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3866254" y="33364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3853512" y="33646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3746064" y="33974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3877503" y="33103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3792136" y="31454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660666" y="33962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805463" y="29830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3596989" y="33859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741717" y="29965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3841714" y="32715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638098" y="32878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690043" y="3397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707108" y="33164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880451" y="33618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623863" y="32656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845305" y="25823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778399" y="21103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865488" y="31292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675204" y="29642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724537" y="31543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792883" y="21536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760671" y="33062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848367" y="33607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662996" y="33150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770245" y="33717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668556" y="33070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792022" y="33154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727376" y="31915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684526" y="33128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818174" y="33792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736223" y="33653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830881" y="29406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693636" y="31833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831184" y="31491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830174" y="33440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808416" y="30950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654686" y="33709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871952" y="31171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658917" y="31119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772047" y="32909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866582" y="33576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888173" y="28579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741110" y="31822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604055" y="33900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722677" y="26961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3645017" y="31450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3603851" y="27917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3883634" y="33334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3804773" y="33468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3870188" y="32072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3871286" y="33799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3594687" y="18882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3822538" y="33505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3880991" y="31748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3696671" y="28536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9" name="pt288"/>
            <p:cNvSpPr/>
            <p:nvPr/>
          </p:nvSpPr>
          <p:spPr>
            <a:xfrm>
              <a:off x="3720612" y="27186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0" name="pt289"/>
            <p:cNvSpPr/>
            <p:nvPr/>
          </p:nvSpPr>
          <p:spPr>
            <a:xfrm>
              <a:off x="3648595" y="31982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1" name="pt290"/>
            <p:cNvSpPr/>
            <p:nvPr/>
          </p:nvSpPr>
          <p:spPr>
            <a:xfrm>
              <a:off x="3789493" y="32258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2" name="pt291"/>
            <p:cNvSpPr/>
            <p:nvPr/>
          </p:nvSpPr>
          <p:spPr>
            <a:xfrm>
              <a:off x="3618320" y="31645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3677314" y="29174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3667850" y="26797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3619250" y="30510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3823443" y="3397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3743800" y="33972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3781454" y="29754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3827368" y="29291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3677450" y="32799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3691399" y="33857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3757719" y="33938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3697662" y="32565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3768080" y="33927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3889209" y="33928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3864409" y="33482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3748962" y="32956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3799673" y="33924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3615711" y="28274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3606249" y="32543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3846240" y="33463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3689576" y="33844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3848525" y="31214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3769691" y="3397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3874741" y="33501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3628788" y="27648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3780273" y="33656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3696872" y="33852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3843132" y="29095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l319"/>
            <p:cNvSpPr/>
            <p:nvPr/>
          </p:nvSpPr>
          <p:spPr>
            <a:xfrm>
              <a:off x="1682469" y="1848383"/>
              <a:ext cx="0" cy="801502"/>
            </a:xfrm>
            <a:custGeom>
              <a:avLst/>
              <a:pathLst>
                <a:path w="0" h="801502">
                  <a:moveTo>
                    <a:pt x="0" y="80150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l320"/>
            <p:cNvSpPr/>
            <p:nvPr/>
          </p:nvSpPr>
          <p:spPr>
            <a:xfrm>
              <a:off x="1682469" y="3216019"/>
              <a:ext cx="0" cy="212223"/>
            </a:xfrm>
            <a:custGeom>
              <a:avLst/>
              <a:pathLst>
                <a:path w="0" h="212223">
                  <a:moveTo>
                    <a:pt x="0" y="0"/>
                  </a:moveTo>
                  <a:lnTo>
                    <a:pt x="0" y="212223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1531882" y="2649885"/>
              <a:ext cx="301173" cy="566134"/>
            </a:xfrm>
            <a:custGeom>
              <a:avLst/>
              <a:pathLst>
                <a:path w="301173" h="566134">
                  <a:moveTo>
                    <a:pt x="0" y="0"/>
                  </a:moveTo>
                  <a:lnTo>
                    <a:pt x="0" y="566134"/>
                  </a:lnTo>
                  <a:lnTo>
                    <a:pt x="301173" y="566134"/>
                  </a:lnTo>
                  <a:lnTo>
                    <a:pt x="301173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3" name="pl322"/>
            <p:cNvSpPr/>
            <p:nvPr/>
          </p:nvSpPr>
          <p:spPr>
            <a:xfrm>
              <a:off x="1531882" y="3020207"/>
              <a:ext cx="301173" cy="0"/>
            </a:xfrm>
            <a:custGeom>
              <a:avLst/>
              <a:pathLst>
                <a:path w="301173" h="0">
                  <a:moveTo>
                    <a:pt x="0" y="0"/>
                  </a:moveTo>
                  <a:lnTo>
                    <a:pt x="301173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4" name="pl323"/>
            <p:cNvSpPr/>
            <p:nvPr/>
          </p:nvSpPr>
          <p:spPr>
            <a:xfrm>
              <a:off x="2726258" y="2132631"/>
              <a:ext cx="0" cy="688951"/>
            </a:xfrm>
            <a:custGeom>
              <a:avLst/>
              <a:pathLst>
                <a:path w="0" h="688951">
                  <a:moveTo>
                    <a:pt x="0" y="68895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l324"/>
            <p:cNvSpPr/>
            <p:nvPr/>
          </p:nvSpPr>
          <p:spPr>
            <a:xfrm>
              <a:off x="2726258" y="3284736"/>
              <a:ext cx="0" cy="143506"/>
            </a:xfrm>
            <a:custGeom>
              <a:avLst/>
              <a:pathLst>
                <a:path w="0" h="143506">
                  <a:moveTo>
                    <a:pt x="0" y="0"/>
                  </a:moveTo>
                  <a:lnTo>
                    <a:pt x="0" y="143506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2575671" y="2821582"/>
              <a:ext cx="301173" cy="463154"/>
            </a:xfrm>
            <a:custGeom>
              <a:avLst/>
              <a:pathLst>
                <a:path w="301173" h="463154">
                  <a:moveTo>
                    <a:pt x="0" y="0"/>
                  </a:moveTo>
                  <a:lnTo>
                    <a:pt x="0" y="463154"/>
                  </a:lnTo>
                  <a:lnTo>
                    <a:pt x="301173" y="463154"/>
                  </a:lnTo>
                  <a:lnTo>
                    <a:pt x="301173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7" name="pl326"/>
            <p:cNvSpPr/>
            <p:nvPr/>
          </p:nvSpPr>
          <p:spPr>
            <a:xfrm>
              <a:off x="2575671" y="3130829"/>
              <a:ext cx="301173" cy="0"/>
            </a:xfrm>
            <a:custGeom>
              <a:avLst/>
              <a:pathLst>
                <a:path w="301173" h="0">
                  <a:moveTo>
                    <a:pt x="0" y="0"/>
                  </a:moveTo>
                  <a:lnTo>
                    <a:pt x="301173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8" name="pl327"/>
            <p:cNvSpPr/>
            <p:nvPr/>
          </p:nvSpPr>
          <p:spPr>
            <a:xfrm>
              <a:off x="3770046" y="2822490"/>
              <a:ext cx="0" cy="335550"/>
            </a:xfrm>
            <a:custGeom>
              <a:avLst/>
              <a:pathLst>
                <a:path w="0" h="335550">
                  <a:moveTo>
                    <a:pt x="0" y="33555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l328"/>
            <p:cNvSpPr/>
            <p:nvPr/>
          </p:nvSpPr>
          <p:spPr>
            <a:xfrm>
              <a:off x="3770046" y="3396198"/>
              <a:ext cx="0" cy="32044"/>
            </a:xfrm>
            <a:custGeom>
              <a:avLst/>
              <a:pathLst>
                <a:path w="0" h="32044">
                  <a:moveTo>
                    <a:pt x="0" y="0"/>
                  </a:moveTo>
                  <a:lnTo>
                    <a:pt x="0" y="32044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3619459" y="3158040"/>
              <a:ext cx="301173" cy="238157"/>
            </a:xfrm>
            <a:custGeom>
              <a:avLst/>
              <a:pathLst>
                <a:path w="301173" h="238157">
                  <a:moveTo>
                    <a:pt x="0" y="0"/>
                  </a:moveTo>
                  <a:lnTo>
                    <a:pt x="0" y="238157"/>
                  </a:lnTo>
                  <a:lnTo>
                    <a:pt x="301173" y="238157"/>
                  </a:lnTo>
                  <a:lnTo>
                    <a:pt x="301173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1" name="pl330"/>
            <p:cNvSpPr/>
            <p:nvPr/>
          </p:nvSpPr>
          <p:spPr>
            <a:xfrm>
              <a:off x="3619459" y="3339493"/>
              <a:ext cx="301173" cy="0"/>
            </a:xfrm>
            <a:custGeom>
              <a:avLst/>
              <a:pathLst>
                <a:path w="301173" h="0">
                  <a:moveTo>
                    <a:pt x="0" y="0"/>
                  </a:moveTo>
                  <a:lnTo>
                    <a:pt x="301173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1682469" y="2700145"/>
              <a:ext cx="2108215" cy="625658"/>
            </a:xfrm>
            <a:custGeom>
              <a:avLst/>
              <a:pathLst>
                <a:path w="2108215" h="625658">
                  <a:moveTo>
                    <a:pt x="0" y="0"/>
                  </a:moveTo>
                  <a:lnTo>
                    <a:pt x="527053" y="136937"/>
                  </a:lnTo>
                  <a:lnTo>
                    <a:pt x="1039049" y="258123"/>
                  </a:lnTo>
                  <a:lnTo>
                    <a:pt x="1505868" y="343085"/>
                  </a:lnTo>
                  <a:lnTo>
                    <a:pt x="2108215" y="412959"/>
                  </a:lnTo>
                  <a:lnTo>
                    <a:pt x="2108215" y="625658"/>
                  </a:lnTo>
                  <a:lnTo>
                    <a:pt x="1505868" y="487656"/>
                  </a:lnTo>
                  <a:lnTo>
                    <a:pt x="1039049" y="411515"/>
                  </a:lnTo>
                  <a:lnTo>
                    <a:pt x="527053" y="356006"/>
                  </a:lnTo>
                  <a:lnTo>
                    <a:pt x="0" y="311052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33" name="pl332"/>
            <p:cNvSpPr/>
            <p:nvPr/>
          </p:nvSpPr>
          <p:spPr>
            <a:xfrm>
              <a:off x="1682469" y="2700145"/>
              <a:ext cx="2108215" cy="412959"/>
            </a:xfrm>
            <a:custGeom>
              <a:avLst/>
              <a:pathLst>
                <a:path w="2108215" h="412959">
                  <a:moveTo>
                    <a:pt x="0" y="0"/>
                  </a:moveTo>
                  <a:lnTo>
                    <a:pt x="527053" y="136937"/>
                  </a:lnTo>
                  <a:lnTo>
                    <a:pt x="1039049" y="258123"/>
                  </a:lnTo>
                  <a:lnTo>
                    <a:pt x="1505868" y="343085"/>
                  </a:lnTo>
                  <a:lnTo>
                    <a:pt x="2108215" y="4129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4" name="pl333"/>
            <p:cNvSpPr/>
            <p:nvPr/>
          </p:nvSpPr>
          <p:spPr>
            <a:xfrm>
              <a:off x="1682469" y="3011198"/>
              <a:ext cx="2108215" cy="314605"/>
            </a:xfrm>
            <a:custGeom>
              <a:avLst/>
              <a:pathLst>
                <a:path w="2108215" h="314605">
                  <a:moveTo>
                    <a:pt x="2108215" y="314605"/>
                  </a:moveTo>
                  <a:lnTo>
                    <a:pt x="1505868" y="176604"/>
                  </a:lnTo>
                  <a:lnTo>
                    <a:pt x="1039049" y="100462"/>
                  </a:lnTo>
                  <a:lnTo>
                    <a:pt x="527053" y="4495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5" name="pl334"/>
            <p:cNvSpPr/>
            <p:nvPr/>
          </p:nvSpPr>
          <p:spPr>
            <a:xfrm>
              <a:off x="1682469" y="2855672"/>
              <a:ext cx="2108215" cy="363782"/>
            </a:xfrm>
            <a:custGeom>
              <a:avLst/>
              <a:pathLst>
                <a:path w="2108215" h="363782">
                  <a:moveTo>
                    <a:pt x="0" y="0"/>
                  </a:moveTo>
                  <a:lnTo>
                    <a:pt x="527053" y="90945"/>
                  </a:lnTo>
                  <a:lnTo>
                    <a:pt x="1039049" y="179292"/>
                  </a:lnTo>
                  <a:lnTo>
                    <a:pt x="1505868" y="259844"/>
                  </a:lnTo>
                  <a:lnTo>
                    <a:pt x="2108215" y="363782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tx335"/>
            <p:cNvSpPr/>
            <p:nvPr/>
          </p:nvSpPr>
          <p:spPr>
            <a:xfrm>
              <a:off x="1682469" y="1384237"/>
              <a:ext cx="762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337" name="tx336"/>
            <p:cNvSpPr/>
            <p:nvPr/>
          </p:nvSpPr>
          <p:spPr>
            <a:xfrm>
              <a:off x="1771335" y="1384237"/>
              <a:ext cx="2542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338" name="tx337"/>
            <p:cNvSpPr/>
            <p:nvPr/>
          </p:nvSpPr>
          <p:spPr>
            <a:xfrm>
              <a:off x="1809059" y="138423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339" name="tx338"/>
            <p:cNvSpPr/>
            <p:nvPr/>
          </p:nvSpPr>
          <p:spPr>
            <a:xfrm>
              <a:off x="1881840" y="138423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340" name="tx339"/>
            <p:cNvSpPr/>
            <p:nvPr/>
          </p:nvSpPr>
          <p:spPr>
            <a:xfrm>
              <a:off x="1954581" y="138423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341" name="tx340"/>
            <p:cNvSpPr/>
            <p:nvPr/>
          </p:nvSpPr>
          <p:spPr>
            <a:xfrm>
              <a:off x="2027294" y="1384237"/>
              <a:ext cx="4541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= -1.488</a:t>
              </a:r>
            </a:p>
          </p:txBody>
        </p:sp>
        <p:sp>
          <p:nvSpPr>
            <p:cNvPr id="342" name="tx341"/>
            <p:cNvSpPr/>
            <p:nvPr/>
          </p:nvSpPr>
          <p:spPr>
            <a:xfrm>
              <a:off x="2481477" y="1384237"/>
              <a:ext cx="634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343" name="tx342"/>
            <p:cNvSpPr/>
            <p:nvPr/>
          </p:nvSpPr>
          <p:spPr>
            <a:xfrm>
              <a:off x="2544936" y="138423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344" name="tx343"/>
            <p:cNvSpPr/>
            <p:nvPr/>
          </p:nvSpPr>
          <p:spPr>
            <a:xfrm>
              <a:off x="2617676" y="1384237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= 0.017</a:t>
              </a:r>
            </a:p>
          </p:txBody>
        </p:sp>
        <p:sp>
          <p:nvSpPr>
            <p:cNvPr id="345" name="rc344"/>
            <p:cNvSpPr/>
            <p:nvPr/>
          </p:nvSpPr>
          <p:spPr>
            <a:xfrm>
              <a:off x="1412445" y="1166855"/>
              <a:ext cx="2627625" cy="236907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46" name="pl345"/>
            <p:cNvSpPr/>
            <p:nvPr/>
          </p:nvSpPr>
          <p:spPr>
            <a:xfrm>
              <a:off x="1412445" y="1166855"/>
              <a:ext cx="0" cy="2369073"/>
            </a:xfrm>
            <a:custGeom>
              <a:avLst/>
              <a:pathLst>
                <a:path w="0" h="2369073">
                  <a:moveTo>
                    <a:pt x="0" y="236907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tx346"/>
            <p:cNvSpPr/>
            <p:nvPr/>
          </p:nvSpPr>
          <p:spPr>
            <a:xfrm>
              <a:off x="1304692" y="339180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8" name="tx347"/>
            <p:cNvSpPr/>
            <p:nvPr/>
          </p:nvSpPr>
          <p:spPr>
            <a:xfrm>
              <a:off x="1304692" y="2693283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9" name="tx348"/>
            <p:cNvSpPr/>
            <p:nvPr/>
          </p:nvSpPr>
          <p:spPr>
            <a:xfrm>
              <a:off x="1304692" y="19947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350" name="tx349"/>
            <p:cNvSpPr/>
            <p:nvPr/>
          </p:nvSpPr>
          <p:spPr>
            <a:xfrm>
              <a:off x="1248182" y="1296242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12</a:t>
              </a:r>
            </a:p>
          </p:txBody>
        </p:sp>
        <p:sp>
          <p:nvSpPr>
            <p:cNvPr id="351" name="pl350"/>
            <p:cNvSpPr/>
            <p:nvPr/>
          </p:nvSpPr>
          <p:spPr>
            <a:xfrm>
              <a:off x="1383977" y="342824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l351"/>
            <p:cNvSpPr/>
            <p:nvPr/>
          </p:nvSpPr>
          <p:spPr>
            <a:xfrm>
              <a:off x="1383977" y="272972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l352"/>
            <p:cNvSpPr/>
            <p:nvPr/>
          </p:nvSpPr>
          <p:spPr>
            <a:xfrm>
              <a:off x="1383977" y="203120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l353"/>
            <p:cNvSpPr/>
            <p:nvPr/>
          </p:nvSpPr>
          <p:spPr>
            <a:xfrm>
              <a:off x="1383977" y="133268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l354"/>
            <p:cNvSpPr/>
            <p:nvPr/>
          </p:nvSpPr>
          <p:spPr>
            <a:xfrm>
              <a:off x="1412445" y="3535928"/>
              <a:ext cx="2627625" cy="0"/>
            </a:xfrm>
            <a:custGeom>
              <a:avLst/>
              <a:pathLst>
                <a:path w="2627625" h="0">
                  <a:moveTo>
                    <a:pt x="0" y="0"/>
                  </a:moveTo>
                  <a:lnTo>
                    <a:pt x="262762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l355"/>
            <p:cNvSpPr/>
            <p:nvPr/>
          </p:nvSpPr>
          <p:spPr>
            <a:xfrm>
              <a:off x="1682469" y="353592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l356"/>
            <p:cNvSpPr/>
            <p:nvPr/>
          </p:nvSpPr>
          <p:spPr>
            <a:xfrm>
              <a:off x="2726258" y="353592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l357"/>
            <p:cNvSpPr/>
            <p:nvPr/>
          </p:nvSpPr>
          <p:spPr>
            <a:xfrm>
              <a:off x="3770046" y="353592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tx358"/>
            <p:cNvSpPr/>
            <p:nvPr/>
          </p:nvSpPr>
          <p:spPr>
            <a:xfrm>
              <a:off x="1654214" y="3587171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60" name="tx359"/>
            <p:cNvSpPr/>
            <p:nvPr/>
          </p:nvSpPr>
          <p:spPr>
            <a:xfrm>
              <a:off x="2698003" y="3587171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61" name="tx360"/>
            <p:cNvSpPr/>
            <p:nvPr/>
          </p:nvSpPr>
          <p:spPr>
            <a:xfrm>
              <a:off x="3741791" y="3587171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62" name="tx361"/>
            <p:cNvSpPr/>
            <p:nvPr/>
          </p:nvSpPr>
          <p:spPr>
            <a:xfrm rot="-5400000">
              <a:off x="115667" y="2305809"/>
              <a:ext cx="183474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Within-species SS (log-biomass)</a:t>
              </a:r>
            </a:p>
          </p:txBody>
        </p:sp>
        <p:sp>
          <p:nvSpPr>
            <p:cNvPr id="363" name="tx362"/>
            <p:cNvSpPr/>
            <p:nvPr/>
          </p:nvSpPr>
          <p:spPr>
            <a:xfrm>
              <a:off x="1412445" y="990315"/>
              <a:ext cx="101598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364" name="rc363"/>
            <p:cNvSpPr/>
            <p:nvPr/>
          </p:nvSpPr>
          <p:spPr>
            <a:xfrm>
              <a:off x="4305554" y="1166855"/>
              <a:ext cx="2627625" cy="236907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4494066" y="33500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4574759" y="28977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4604854" y="27446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4446544" y="31210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4685468" y="31964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4534692" y="32590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4420053" y="32925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4542771" y="33208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4503646" y="18349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4463901" y="32027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4653264" y="33974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4619146" y="32128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4413004" y="31569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4633347" y="33974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4630610" y="32833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4523971" y="32901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4454603" y="33062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4530667" y="32063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4685338" y="32101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4578756" y="31085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4492225" y="31617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4682222" y="32619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4428586" y="30504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4633618" y="25842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4619170" y="33508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4632358" y="33482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4524351" y="29873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4642590" y="33974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4604762" y="33720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4640355" y="320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4686955" y="32294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4565426" y="33974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4399007" y="33757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4658839" y="20452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4628927" y="31053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4458390" y="33104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4586371" y="28040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4413580" y="25890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4412001" y="22360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4629857" y="31675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4614611" y="32620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4494154" y="29845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4557131" y="23430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4593549" y="27865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4651532" y="29686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4456790" y="29540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4676527" y="26615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4445194" y="33974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4593739" y="28301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4618680" y="28759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4438603" y="33875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4481917" y="26885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4455705" y="31426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4546543" y="15104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4417393" y="25171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4471203" y="29506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4638005" y="30622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4556727" y="26256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4513794" y="31321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4416434" y="33974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4616649" y="31625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4562520" y="30590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4595808" y="31387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4533486" y="27919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4586499" y="30097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4647151" y="31462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4473199" y="31828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4590429" y="31521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4594379" y="32350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4592931" y="30367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4412968" y="31029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4617863" y="27531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4445726" y="30767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4616886" y="33124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4521830" y="31112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4641701" y="31628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4529182" y="31893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4428884" y="32331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4522741" y="31674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4463388" y="33974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4566676" y="32508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4612852" y="33238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4540592" y="32025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4521097" y="32176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4451270" y="32226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4556137" y="23341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4549435" y="27257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4606334" y="20522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4599551" y="25013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4505643" y="22312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4637854" y="32607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4445449" y="31670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4551183" y="28796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4429900" y="33435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5526041" y="30731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5679034" y="33481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5477155" y="33368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5614944" y="30205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5593713" y="33022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5590734" y="33697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5467145" y="33432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5738247" y="32386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5450216" y="33473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5524695" y="33251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5536482" y="33490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5596043" y="33490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5587090" y="32494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5489650" y="32489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5530958" y="32750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5686533" y="32854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5508181" y="31552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5679793" y="33360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5647008" y="32355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5707863" y="33694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5543086" y="33758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5588518" y="33439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5693706" y="29174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5733160" y="33690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5525559" y="27402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5673645" y="33974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5625828" y="32961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5675748" y="33974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5457340" y="32517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5606577" y="33973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5693890" y="33974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5600458" y="27825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5479976" y="33893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5678616" y="26558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5586325" y="31649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5550629" y="25582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5691880" y="33965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5616524" y="31737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5615158" y="32408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5695586" y="33213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5543103" y="32691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5609825" y="30294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5460733" y="33095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5678835" y="31112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5447862" y="25964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5734268" y="32442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5505222" y="28685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5498078" y="31331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5501278" y="29717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5510930" y="32240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5724877" y="33264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5570914" y="24291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5704419" y="17157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5725636" y="30368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5620450" y="32602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5527740" y="31975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5585205" y="32935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5694521" y="28025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5531519" y="33894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5666821" y="31583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5499322" y="33547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5700456" y="29796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5593834" y="31348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5451082" y="32007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5551117" y="31377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5456217" y="33315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5734580" y="32127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5525253" y="32608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5559530" y="33451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5627836" y="22265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5625338" y="33101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5612986" y="32623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639109" y="20453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5688291" y="30182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5606617" y="28531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5730430" y="33380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688144" y="31743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5558841" y="31896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5472881" y="30304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5510224" y="28065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5460725" y="30451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5438828" y="32287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5606538" y="30211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5643576" y="28392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591308" y="29663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5562682" y="12437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720192" y="33081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5661558" y="30736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5478285" y="29815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5588707" y="24176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5615136" y="22601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5571517" y="26213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726685" y="32238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5517027" y="33622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5613979" y="32485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5620122" y="28510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5459263" y="33974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5575782" y="31069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5698271" y="26517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5509552" y="33974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5723652" y="33974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6658571" y="30691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6502146" y="33465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6698081" y="32618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6531474" y="33020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6675402" y="30981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6630098" y="30568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6731023" y="33787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6587690" y="33386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6491544" y="32795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6486253" y="33528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6535896" y="33971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6604337" y="33864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6623466" y="33880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6697418" y="33803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6521451" y="32787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6693266" y="33481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6738279" y="33849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6617801" y="31106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6661763" y="33974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6487600" y="33856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6748431" y="31313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6772095" y="30786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6723336" y="33499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6777857" y="33586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6682163" y="33263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6533467" y="33586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6645430" y="33971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6527064" y="33924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6714683" y="33581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6521318" y="27698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6676729" y="33567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6488069" y="33453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6635026" y="33974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6490430" y="33427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6517974" y="33678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6653019" y="33974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6585760" y="28302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6731705" y="33940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6734765" y="31233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6708535" y="32465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6762635" y="32406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6562896" y="33974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6611172" y="33436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6633653" y="33776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6632391" y="33235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6638467" y="28374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6636638" y="25918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6676823" y="32599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6594162" y="32194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6576390" y="32147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6663978" y="33570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6753676" y="33816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6736002" y="33791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6551077" y="33065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6670850" y="33387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6634948" y="32096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6763196" y="33728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6483134" y="32861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6534085" y="33845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6766732" y="33801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6763025" y="33804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6493273" y="30955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6782626" y="29326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6773523" y="31192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6639749" y="33356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6636965" y="32561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6700449" y="33640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6621345" y="33854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6492241" y="31652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6583218" y="33564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6671104" y="33916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6681065" y="31567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6747282" y="33578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6711948" y="33962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6638644" y="31565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6594264" y="29526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6614805" y="32265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6713062" y="33182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6648060" y="33972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6588235" y="32425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6686744" y="33083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6599375" y="21211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6627678" y="33893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6533629" y="33542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6634740" y="32339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6612345" y="30004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6665971" y="33428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6745040" y="33741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6544919" y="32843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6613458" y="27410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6597577" y="30015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6774971" y="32125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6707592" y="33974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6689020" y="33962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6741290" y="30380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6732819" y="29376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6656930" y="31510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6766393" y="33791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6538626" y="33972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6496810" y="33861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6664449" y="33943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6778395" y="33870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6496120" y="32936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6638315" y="31804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6761569" y="33974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6745699" y="31983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6631731" y="32962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6770339" y="33778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6538271" y="33744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6682471" y="32401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6626131" y="33974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6533204" y="33465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6580471" y="31678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6705540" y="33856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6542025" y="33974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6574747" y="31734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pl675"/>
            <p:cNvSpPr/>
            <p:nvPr/>
          </p:nvSpPr>
          <p:spPr>
            <a:xfrm>
              <a:off x="4575578" y="2364888"/>
              <a:ext cx="0" cy="550093"/>
            </a:xfrm>
            <a:custGeom>
              <a:avLst/>
              <a:pathLst>
                <a:path w="0" h="550093">
                  <a:moveTo>
                    <a:pt x="0" y="55009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l676"/>
            <p:cNvSpPr/>
            <p:nvPr/>
          </p:nvSpPr>
          <p:spPr>
            <a:xfrm>
              <a:off x="4575578" y="3292412"/>
              <a:ext cx="0" cy="135830"/>
            </a:xfrm>
            <a:custGeom>
              <a:avLst/>
              <a:pathLst>
                <a:path w="0" h="135830">
                  <a:moveTo>
                    <a:pt x="0" y="0"/>
                  </a:moveTo>
                  <a:lnTo>
                    <a:pt x="0" y="13583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7"/>
            <p:cNvSpPr/>
            <p:nvPr/>
          </p:nvSpPr>
          <p:spPr>
            <a:xfrm>
              <a:off x="4424991" y="2914981"/>
              <a:ext cx="301173" cy="377430"/>
            </a:xfrm>
            <a:custGeom>
              <a:avLst/>
              <a:pathLst>
                <a:path w="301173" h="377430">
                  <a:moveTo>
                    <a:pt x="0" y="0"/>
                  </a:moveTo>
                  <a:lnTo>
                    <a:pt x="0" y="377430"/>
                  </a:lnTo>
                  <a:lnTo>
                    <a:pt x="301173" y="377430"/>
                  </a:lnTo>
                  <a:lnTo>
                    <a:pt x="301173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9" name="pl678"/>
            <p:cNvSpPr/>
            <p:nvPr/>
          </p:nvSpPr>
          <p:spPr>
            <a:xfrm>
              <a:off x="4424991" y="3190121"/>
              <a:ext cx="301173" cy="0"/>
            </a:xfrm>
            <a:custGeom>
              <a:avLst/>
              <a:pathLst>
                <a:path w="301173" h="0">
                  <a:moveTo>
                    <a:pt x="0" y="0"/>
                  </a:moveTo>
                  <a:lnTo>
                    <a:pt x="301173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0" name="pl679"/>
            <p:cNvSpPr/>
            <p:nvPr/>
          </p:nvSpPr>
          <p:spPr>
            <a:xfrm>
              <a:off x="5619366" y="2589054"/>
              <a:ext cx="0" cy="460026"/>
            </a:xfrm>
            <a:custGeom>
              <a:avLst/>
              <a:pathLst>
                <a:path w="0" h="460026">
                  <a:moveTo>
                    <a:pt x="0" y="46002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l680"/>
            <p:cNvSpPr/>
            <p:nvPr/>
          </p:nvSpPr>
          <p:spPr>
            <a:xfrm>
              <a:off x="5619366" y="3366859"/>
              <a:ext cx="0" cy="61383"/>
            </a:xfrm>
            <a:custGeom>
              <a:avLst/>
              <a:pathLst>
                <a:path w="0" h="61383">
                  <a:moveTo>
                    <a:pt x="0" y="0"/>
                  </a:moveTo>
                  <a:lnTo>
                    <a:pt x="0" y="61383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1"/>
            <p:cNvSpPr/>
            <p:nvPr/>
          </p:nvSpPr>
          <p:spPr>
            <a:xfrm>
              <a:off x="5468779" y="3049080"/>
              <a:ext cx="301173" cy="317779"/>
            </a:xfrm>
            <a:custGeom>
              <a:avLst/>
              <a:pathLst>
                <a:path w="301173" h="317779">
                  <a:moveTo>
                    <a:pt x="0" y="0"/>
                  </a:moveTo>
                  <a:lnTo>
                    <a:pt x="0" y="317779"/>
                  </a:lnTo>
                  <a:lnTo>
                    <a:pt x="301173" y="317779"/>
                  </a:lnTo>
                  <a:lnTo>
                    <a:pt x="301173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3" name="pl682"/>
            <p:cNvSpPr/>
            <p:nvPr/>
          </p:nvSpPr>
          <p:spPr>
            <a:xfrm>
              <a:off x="5468779" y="3259570"/>
              <a:ext cx="301173" cy="0"/>
            </a:xfrm>
            <a:custGeom>
              <a:avLst/>
              <a:pathLst>
                <a:path w="301173" h="0">
                  <a:moveTo>
                    <a:pt x="0" y="0"/>
                  </a:moveTo>
                  <a:lnTo>
                    <a:pt x="301173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4" name="pl683"/>
            <p:cNvSpPr/>
            <p:nvPr/>
          </p:nvSpPr>
          <p:spPr>
            <a:xfrm>
              <a:off x="6663155" y="2983461"/>
              <a:ext cx="0" cy="254145"/>
            </a:xfrm>
            <a:custGeom>
              <a:avLst/>
              <a:pathLst>
                <a:path w="0" h="254145">
                  <a:moveTo>
                    <a:pt x="0" y="25414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l684"/>
            <p:cNvSpPr/>
            <p:nvPr/>
          </p:nvSpPr>
          <p:spPr>
            <a:xfrm>
              <a:off x="6663155" y="3411498"/>
              <a:ext cx="0" cy="16744"/>
            </a:xfrm>
            <a:custGeom>
              <a:avLst/>
              <a:pathLst>
                <a:path w="0" h="16744">
                  <a:moveTo>
                    <a:pt x="0" y="0"/>
                  </a:moveTo>
                  <a:lnTo>
                    <a:pt x="0" y="16744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5"/>
            <p:cNvSpPr/>
            <p:nvPr/>
          </p:nvSpPr>
          <p:spPr>
            <a:xfrm>
              <a:off x="6512568" y="3237606"/>
              <a:ext cx="301173" cy="173891"/>
            </a:xfrm>
            <a:custGeom>
              <a:avLst/>
              <a:pathLst>
                <a:path w="301173" h="173891">
                  <a:moveTo>
                    <a:pt x="0" y="0"/>
                  </a:moveTo>
                  <a:lnTo>
                    <a:pt x="0" y="173891"/>
                  </a:lnTo>
                  <a:lnTo>
                    <a:pt x="301173" y="173891"/>
                  </a:lnTo>
                  <a:lnTo>
                    <a:pt x="301173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7" name="pl686"/>
            <p:cNvSpPr/>
            <p:nvPr/>
          </p:nvSpPr>
          <p:spPr>
            <a:xfrm>
              <a:off x="6512568" y="3373583"/>
              <a:ext cx="301173" cy="0"/>
            </a:xfrm>
            <a:custGeom>
              <a:avLst/>
              <a:pathLst>
                <a:path w="301173" h="0">
                  <a:moveTo>
                    <a:pt x="0" y="0"/>
                  </a:moveTo>
                  <a:lnTo>
                    <a:pt x="301173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8" name="pg687"/>
            <p:cNvSpPr/>
            <p:nvPr/>
          </p:nvSpPr>
          <p:spPr>
            <a:xfrm>
              <a:off x="4575578" y="2867639"/>
              <a:ext cx="2108215" cy="511478"/>
            </a:xfrm>
            <a:custGeom>
              <a:avLst/>
              <a:pathLst>
                <a:path w="2108215" h="511478">
                  <a:moveTo>
                    <a:pt x="0" y="0"/>
                  </a:moveTo>
                  <a:lnTo>
                    <a:pt x="527053" y="110367"/>
                  </a:lnTo>
                  <a:lnTo>
                    <a:pt x="1039049" y="206659"/>
                  </a:lnTo>
                  <a:lnTo>
                    <a:pt x="1505868" y="270209"/>
                  </a:lnTo>
                  <a:lnTo>
                    <a:pt x="2108215" y="314182"/>
                  </a:lnTo>
                  <a:lnTo>
                    <a:pt x="2108215" y="511478"/>
                  </a:lnTo>
                  <a:lnTo>
                    <a:pt x="1505868" y="402653"/>
                  </a:lnTo>
                  <a:lnTo>
                    <a:pt x="1039049" y="347785"/>
                  </a:lnTo>
                  <a:lnTo>
                    <a:pt x="527053" y="314199"/>
                  </a:lnTo>
                  <a:lnTo>
                    <a:pt x="0" y="290868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689" name="pl688"/>
            <p:cNvSpPr/>
            <p:nvPr/>
          </p:nvSpPr>
          <p:spPr>
            <a:xfrm>
              <a:off x="4575578" y="2867639"/>
              <a:ext cx="2108215" cy="314182"/>
            </a:xfrm>
            <a:custGeom>
              <a:avLst/>
              <a:pathLst>
                <a:path w="2108215" h="314182">
                  <a:moveTo>
                    <a:pt x="0" y="0"/>
                  </a:moveTo>
                  <a:lnTo>
                    <a:pt x="527053" y="110367"/>
                  </a:lnTo>
                  <a:lnTo>
                    <a:pt x="1039049" y="206659"/>
                  </a:lnTo>
                  <a:lnTo>
                    <a:pt x="1505868" y="270209"/>
                  </a:lnTo>
                  <a:lnTo>
                    <a:pt x="2108215" y="3141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0" name="pl689"/>
            <p:cNvSpPr/>
            <p:nvPr/>
          </p:nvSpPr>
          <p:spPr>
            <a:xfrm>
              <a:off x="4575578" y="3158508"/>
              <a:ext cx="2108215" cy="220610"/>
            </a:xfrm>
            <a:custGeom>
              <a:avLst/>
              <a:pathLst>
                <a:path w="2108215" h="220610">
                  <a:moveTo>
                    <a:pt x="2108215" y="220610"/>
                  </a:moveTo>
                  <a:lnTo>
                    <a:pt x="1505868" y="111785"/>
                  </a:lnTo>
                  <a:lnTo>
                    <a:pt x="1039049" y="56916"/>
                  </a:lnTo>
                  <a:lnTo>
                    <a:pt x="527053" y="233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1" name="pl690"/>
            <p:cNvSpPr/>
            <p:nvPr/>
          </p:nvSpPr>
          <p:spPr>
            <a:xfrm>
              <a:off x="4575578" y="3013073"/>
              <a:ext cx="2108215" cy="267396"/>
            </a:xfrm>
            <a:custGeom>
              <a:avLst/>
              <a:pathLst>
                <a:path w="2108215" h="267396">
                  <a:moveTo>
                    <a:pt x="0" y="0"/>
                  </a:moveTo>
                  <a:lnTo>
                    <a:pt x="527053" y="66849"/>
                  </a:lnTo>
                  <a:lnTo>
                    <a:pt x="1039049" y="131788"/>
                  </a:lnTo>
                  <a:lnTo>
                    <a:pt x="1505868" y="190997"/>
                  </a:lnTo>
                  <a:lnTo>
                    <a:pt x="2108215" y="267396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tx691"/>
            <p:cNvSpPr/>
            <p:nvPr/>
          </p:nvSpPr>
          <p:spPr>
            <a:xfrm>
              <a:off x="4575578" y="1384237"/>
              <a:ext cx="762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693" name="tx692"/>
            <p:cNvSpPr/>
            <p:nvPr/>
          </p:nvSpPr>
          <p:spPr>
            <a:xfrm>
              <a:off x="4664444" y="1384237"/>
              <a:ext cx="2542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694" name="tx693"/>
            <p:cNvSpPr/>
            <p:nvPr/>
          </p:nvSpPr>
          <p:spPr>
            <a:xfrm>
              <a:off x="4702167" y="138423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695" name="tx694"/>
            <p:cNvSpPr/>
            <p:nvPr/>
          </p:nvSpPr>
          <p:spPr>
            <a:xfrm>
              <a:off x="4774949" y="138423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696" name="tx695"/>
            <p:cNvSpPr/>
            <p:nvPr/>
          </p:nvSpPr>
          <p:spPr>
            <a:xfrm>
              <a:off x="4847690" y="138423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697" name="tx696"/>
            <p:cNvSpPr/>
            <p:nvPr/>
          </p:nvSpPr>
          <p:spPr>
            <a:xfrm>
              <a:off x="4920403" y="1384237"/>
              <a:ext cx="4541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= -1.533</a:t>
              </a:r>
            </a:p>
          </p:txBody>
        </p:sp>
        <p:sp>
          <p:nvSpPr>
            <p:cNvPr id="698" name="tx697"/>
            <p:cNvSpPr/>
            <p:nvPr/>
          </p:nvSpPr>
          <p:spPr>
            <a:xfrm>
              <a:off x="5374585" y="1384237"/>
              <a:ext cx="634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699" name="tx698"/>
            <p:cNvSpPr/>
            <p:nvPr/>
          </p:nvSpPr>
          <p:spPr>
            <a:xfrm>
              <a:off x="5438045" y="138423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700" name="tx699"/>
            <p:cNvSpPr/>
            <p:nvPr/>
          </p:nvSpPr>
          <p:spPr>
            <a:xfrm>
              <a:off x="5510785" y="1384237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= 0.038</a:t>
              </a:r>
            </a:p>
          </p:txBody>
        </p:sp>
        <p:sp>
          <p:nvSpPr>
            <p:cNvPr id="701" name="rc700"/>
            <p:cNvSpPr/>
            <p:nvPr/>
          </p:nvSpPr>
          <p:spPr>
            <a:xfrm>
              <a:off x="4305554" y="1166855"/>
              <a:ext cx="2627625" cy="236907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02" name="pl701"/>
            <p:cNvSpPr/>
            <p:nvPr/>
          </p:nvSpPr>
          <p:spPr>
            <a:xfrm>
              <a:off x="4305554" y="1166855"/>
              <a:ext cx="0" cy="2369073"/>
            </a:xfrm>
            <a:custGeom>
              <a:avLst/>
              <a:pathLst>
                <a:path w="0" h="2369073">
                  <a:moveTo>
                    <a:pt x="0" y="236907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tx702"/>
            <p:cNvSpPr/>
            <p:nvPr/>
          </p:nvSpPr>
          <p:spPr>
            <a:xfrm>
              <a:off x="4197801" y="339180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04" name="tx703"/>
            <p:cNvSpPr/>
            <p:nvPr/>
          </p:nvSpPr>
          <p:spPr>
            <a:xfrm>
              <a:off x="4197801" y="27686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05" name="tx704"/>
            <p:cNvSpPr/>
            <p:nvPr/>
          </p:nvSpPr>
          <p:spPr>
            <a:xfrm>
              <a:off x="4141291" y="2145526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706" name="tx705"/>
            <p:cNvSpPr/>
            <p:nvPr/>
          </p:nvSpPr>
          <p:spPr>
            <a:xfrm>
              <a:off x="4141291" y="1522387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707" name="pl706"/>
            <p:cNvSpPr/>
            <p:nvPr/>
          </p:nvSpPr>
          <p:spPr>
            <a:xfrm>
              <a:off x="4277085" y="342824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l707"/>
            <p:cNvSpPr/>
            <p:nvPr/>
          </p:nvSpPr>
          <p:spPr>
            <a:xfrm>
              <a:off x="4277085" y="280510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l708"/>
            <p:cNvSpPr/>
            <p:nvPr/>
          </p:nvSpPr>
          <p:spPr>
            <a:xfrm>
              <a:off x="4277085" y="218196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l709"/>
            <p:cNvSpPr/>
            <p:nvPr/>
          </p:nvSpPr>
          <p:spPr>
            <a:xfrm>
              <a:off x="4277085" y="155882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l710"/>
            <p:cNvSpPr/>
            <p:nvPr/>
          </p:nvSpPr>
          <p:spPr>
            <a:xfrm>
              <a:off x="4305554" y="3535928"/>
              <a:ext cx="2627625" cy="0"/>
            </a:xfrm>
            <a:custGeom>
              <a:avLst/>
              <a:pathLst>
                <a:path w="2627625" h="0">
                  <a:moveTo>
                    <a:pt x="0" y="0"/>
                  </a:moveTo>
                  <a:lnTo>
                    <a:pt x="262762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l711"/>
            <p:cNvSpPr/>
            <p:nvPr/>
          </p:nvSpPr>
          <p:spPr>
            <a:xfrm>
              <a:off x="4575578" y="353592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l712"/>
            <p:cNvSpPr/>
            <p:nvPr/>
          </p:nvSpPr>
          <p:spPr>
            <a:xfrm>
              <a:off x="5619366" y="353592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l713"/>
            <p:cNvSpPr/>
            <p:nvPr/>
          </p:nvSpPr>
          <p:spPr>
            <a:xfrm>
              <a:off x="6663155" y="353592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tx714"/>
            <p:cNvSpPr/>
            <p:nvPr/>
          </p:nvSpPr>
          <p:spPr>
            <a:xfrm>
              <a:off x="4547323" y="3587171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16" name="tx715"/>
            <p:cNvSpPr/>
            <p:nvPr/>
          </p:nvSpPr>
          <p:spPr>
            <a:xfrm>
              <a:off x="5591111" y="3587171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17" name="tx716"/>
            <p:cNvSpPr/>
            <p:nvPr/>
          </p:nvSpPr>
          <p:spPr>
            <a:xfrm>
              <a:off x="6634900" y="3587171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18" name="tx717"/>
            <p:cNvSpPr/>
            <p:nvPr/>
          </p:nvSpPr>
          <p:spPr>
            <a:xfrm>
              <a:off x="4305554" y="990315"/>
              <a:ext cx="100867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719" name="rc718"/>
            <p:cNvSpPr/>
            <p:nvPr/>
          </p:nvSpPr>
          <p:spPr>
            <a:xfrm>
              <a:off x="965010" y="3720501"/>
              <a:ext cx="3083288" cy="291594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rc719"/>
            <p:cNvSpPr/>
            <p:nvPr/>
          </p:nvSpPr>
          <p:spPr>
            <a:xfrm>
              <a:off x="4048298" y="3720501"/>
              <a:ext cx="2935491" cy="291594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rc720"/>
            <p:cNvSpPr/>
            <p:nvPr/>
          </p:nvSpPr>
          <p:spPr>
            <a:xfrm>
              <a:off x="1412445" y="3934998"/>
              <a:ext cx="2585243" cy="236907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1594745" y="49116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1694819" y="45514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1698706" y="45287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1731414" y="44900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1697253" y="44952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1723697" y="44611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1516885" y="46743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1584898" y="61604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1719726" y="47043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1624253" y="44851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1614109" y="45399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1684286" y="48282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1606403" y="59246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1725984" y="50333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1622751" y="60686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1565389" y="50825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1735182" y="47999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1611761" y="46554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1575316" y="45024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1504860" y="46974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1654814" y="55844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1626632" y="61604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1697334" y="61604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1569717" y="55575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1703643" y="44249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1731130" y="55322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1717707" y="44248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1741648" y="55711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1542443" y="61604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1783423" y="52658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1638579" y="44346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1553853" y="53496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1723665" y="49016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1721247" y="51612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1743151" y="61604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1541594" y="47890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1659492" y="47894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1757822" y="50327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1711018" y="47467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1518016" y="52381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1667240" y="50140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1649458" y="61597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1724718" y="52279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1583167" y="55176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1676152" y="61121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1794196" y="48686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1706009" y="54126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1755219" y="48689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1515328" y="46205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1777024" y="60880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1569902" y="60563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1683878" y="55967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1768906" y="61604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1517581" y="61595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1636131" y="45446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1550540" y="58364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1723824" y="46871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1655872" y="57640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1524385" y="6160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1704297" y="56036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1791188" y="54245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1581403" y="50608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1704023" y="50634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1644781" y="60520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1569621" y="61082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1617552" y="61604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1703248" y="60338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1746237" y="54404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1578282" y="59662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1645198" y="55140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1615206" y="52384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1781847" y="61008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1609920" y="57098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1787511" y="57416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1794745" y="54778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1771671" y="60008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1751902" y="51801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1649989" y="51600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1667188" y="56330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1757205" y="50020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1686753" y="49608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1733000" y="61147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1635353" y="46277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1751587" y="50926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1614689" y="50053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1558419" y="54834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1719889" y="54751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1730436" y="59805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1785839" y="58897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1791396" y="44656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1700391" y="44325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1510249" y="57602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1682849" y="44249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1545862" y="57310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1503894" y="60448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2801895" y="61568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2687805" y="45307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2805209" y="46403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2587081" y="45592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2652924" y="47297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2670472" y="49946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2665355" y="45178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2770356" y="46402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2695465" y="45681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2728089" y="47494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2590598" y="47685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2553089" y="44361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2612624" y="45633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2630075" y="45042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2741626" y="46982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2529905" y="44705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2577380" y="46472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2625640" y="44248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2772943" y="4586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2587030" y="51462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2543230" y="59392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2558353" y="50665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2531719" y="44869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2771278" y="44567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2797652" y="61604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2572681" y="44679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2546586" y="44617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2584008" y="47016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2770915" y="44901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2726742" y="44538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2665163" y="44249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2729103" y="45869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2769195" y="45662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2537911" y="44257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2592982" y="47679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2820423" y="44395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2802884" y="46383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2757536" y="44898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2743769" y="45467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2783888" y="44249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2540783" y="45071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2673209" y="44465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2796521" y="45291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2801497" y="47724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2756472" y="50570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2628932" y="47163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2674723" y="47809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2685502" y="48341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2639380" y="52394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2710531" y="44928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2804506" y="45266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2815936" y="47066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2629565" y="44653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2735061" y="46249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2545313" y="45957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2537013" y="46827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2776776" y="45950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2765336" y="45182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2570177" y="49847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2625442" y="47396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2689373" y="50168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2628948" y="48074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2636862" y="53184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2587445" y="44984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2822351" y="48777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2626096" y="47462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2806723" y="45440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2622544" y="44742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2579041" y="47262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2717537" y="48826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2666119" y="44665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2580834" y="53342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2626191" y="46559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0" name="pt889"/>
            <p:cNvSpPr/>
            <p:nvPr/>
          </p:nvSpPr>
          <p:spPr>
            <a:xfrm>
              <a:off x="2776562" y="53034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1" name="pt890"/>
            <p:cNvSpPr/>
            <p:nvPr/>
          </p:nvSpPr>
          <p:spPr>
            <a:xfrm>
              <a:off x="2745504" y="48936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2611170" y="46704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2645116" y="46331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2567814" y="44503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2583513" y="54570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2579866" y="45247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2761147" y="46889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2783561" y="56890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2557870" y="58738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2678672" y="48959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2602686" y="47466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2530920" y="48277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2771385" y="54905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2594917" y="51414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2683187" y="48175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2749103" y="44248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2556463" y="44256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2678348" y="47089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2592753" y="51711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2624306" y="47080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2728107" y="52821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2676391" y="44328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2625176" y="48899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2560926" y="44561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2720221" y="47983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2748774" y="53189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2818285" y="44454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2594472" y="60297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2643817" y="46681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2774628" y="45049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2532425" y="44718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2810607" y="49420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2627145" y="46445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2639270" y="53011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2748824" y="50488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2619998" y="46449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2622326" y="53018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8" name="pt927"/>
            <p:cNvSpPr/>
            <p:nvPr/>
          </p:nvSpPr>
          <p:spPr>
            <a:xfrm>
              <a:off x="3757032" y="44248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9" name="pt928"/>
            <p:cNvSpPr/>
            <p:nvPr/>
          </p:nvSpPr>
          <p:spPr>
            <a:xfrm>
              <a:off x="3806862" y="44249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0" name="pt929"/>
            <p:cNvSpPr/>
            <p:nvPr/>
          </p:nvSpPr>
          <p:spPr>
            <a:xfrm>
              <a:off x="3833860" y="44249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1" name="pt930"/>
            <p:cNvSpPr/>
            <p:nvPr/>
          </p:nvSpPr>
          <p:spPr>
            <a:xfrm>
              <a:off x="3806125" y="44249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2" name="pt931"/>
            <p:cNvSpPr/>
            <p:nvPr/>
          </p:nvSpPr>
          <p:spPr>
            <a:xfrm>
              <a:off x="3760144" y="44249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3" name="pt932"/>
            <p:cNvSpPr/>
            <p:nvPr/>
          </p:nvSpPr>
          <p:spPr>
            <a:xfrm>
              <a:off x="3704918" y="44248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4" name="pt933"/>
            <p:cNvSpPr/>
            <p:nvPr/>
          </p:nvSpPr>
          <p:spPr>
            <a:xfrm>
              <a:off x="3822622" y="44248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5" name="pt934"/>
            <p:cNvSpPr/>
            <p:nvPr/>
          </p:nvSpPr>
          <p:spPr>
            <a:xfrm>
              <a:off x="3597242" y="44248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6" name="pt935"/>
            <p:cNvSpPr/>
            <p:nvPr/>
          </p:nvSpPr>
          <p:spPr>
            <a:xfrm>
              <a:off x="3706199" y="44248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7" name="pt936"/>
            <p:cNvSpPr/>
            <p:nvPr/>
          </p:nvSpPr>
          <p:spPr>
            <a:xfrm>
              <a:off x="3599292" y="44248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8" name="pt937"/>
            <p:cNvSpPr/>
            <p:nvPr/>
          </p:nvSpPr>
          <p:spPr>
            <a:xfrm>
              <a:off x="3586377" y="44249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9" name="pt938"/>
            <p:cNvSpPr/>
            <p:nvPr/>
          </p:nvSpPr>
          <p:spPr>
            <a:xfrm>
              <a:off x="3615799" y="44248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0" name="pt939"/>
            <p:cNvSpPr/>
            <p:nvPr/>
          </p:nvSpPr>
          <p:spPr>
            <a:xfrm>
              <a:off x="3797762" y="44248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1" name="pt940"/>
            <p:cNvSpPr/>
            <p:nvPr/>
          </p:nvSpPr>
          <p:spPr>
            <a:xfrm>
              <a:off x="3705471" y="44248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2" name="pt941"/>
            <p:cNvSpPr/>
            <p:nvPr/>
          </p:nvSpPr>
          <p:spPr>
            <a:xfrm>
              <a:off x="3560912" y="44249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3" name="pt942"/>
            <p:cNvSpPr/>
            <p:nvPr/>
          </p:nvSpPr>
          <p:spPr>
            <a:xfrm>
              <a:off x="3577976" y="44248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4" name="pt943"/>
            <p:cNvSpPr/>
            <p:nvPr/>
          </p:nvSpPr>
          <p:spPr>
            <a:xfrm>
              <a:off x="3710463" y="44248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3743643" y="44248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3587930" y="44248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3748208" y="44248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3625384" y="44248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3705670" y="44249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3711944" y="44248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3614604" y="44249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3835790" y="44248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3597475" y="44248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3577184" y="44249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3571274" y="44248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3756536" y="44248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3753978" y="44249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3837448" y="44249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3641477" y="44248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3661820" y="44249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3574301" y="44249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3797266" y="44248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3660619" y="44248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3630631" y="44248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3844500" y="44248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3605730" y="44248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3744269" y="44249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3710691" y="44249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3556831" y="44248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3636338" y="44278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3701078" y="44249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3573076" y="44248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3765938" y="44248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3582897" y="44248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3830913" y="44248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3786575" y="45939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3607188" y="44248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3811588" y="44248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3687575" y="44249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3788533" y="44249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3613141" y="44248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3668212" y="44248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3605542" y="44248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3740843" y="44249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3724939" y="44248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3592633" y="44248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3627775" y="44248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3554191" y="44248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3719804" y="44249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3737491" y="44248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3703184" y="44249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3790169" y="44248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3829891" y="44248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3742064" y="44249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3611571" y="44249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3704803" y="44249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3756084" y="44248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3801204" y="44249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3823666" y="44248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3794176" y="44249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3584756" y="44248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3693502" y="44248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3618447" y="44248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3561743" y="44248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3756003" y="44248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3799822" y="44249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3713180" y="44248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3663448" y="44248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3799681" y="44249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3779596" y="44248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3582688" y="44249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3818311" y="44249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3557141" y="44248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3773104" y="44248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3589799" y="44248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3647400" y="44249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3562469" y="44248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3837796" y="44248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3636377" y="44248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3695640" y="44249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3620397" y="44248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3747486" y="44248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3840345" y="44248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3618338" y="44249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3778495" y="44248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3767497" y="44249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3726806" y="44248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3800110" y="44249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3589890" y="44249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3837877" y="44248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3658706" y="44248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3646220" y="44248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3615695" y="44249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3827674" y="44248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3745861" y="44249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3559643" y="44248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3726990" y="44249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3628100" y="44248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3580990" y="44249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3842315" y="44248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3756148" y="44249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3631139" y="44249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3713079" y="44248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3681150" y="44248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3780185" y="44248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3561063" y="44248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3599699" y="44248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3662333" y="44249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3558682" y="44248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3672965" y="44249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3682638" y="44248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3781853" y="44249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3692860" y="44249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3657011" y="44249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3708641" y="44249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3571200" y="44249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3810332" y="44248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3722642" y="44248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3564630" y="44248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3760524" y="44249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3553202" y="44249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3620532" y="44249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3641643" y="44249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3555834" y="44248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5" name="pt1064"/>
            <p:cNvSpPr/>
            <p:nvPr/>
          </p:nvSpPr>
          <p:spPr>
            <a:xfrm>
              <a:off x="3819175" y="44248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3712710" y="44249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7" name="pt1066"/>
            <p:cNvSpPr/>
            <p:nvPr/>
          </p:nvSpPr>
          <p:spPr>
            <a:xfrm>
              <a:off x="3727473" y="44248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8" name="pt1067"/>
            <p:cNvSpPr/>
            <p:nvPr/>
          </p:nvSpPr>
          <p:spPr>
            <a:xfrm>
              <a:off x="3789204" y="44249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9" name="pl1068"/>
            <p:cNvSpPr/>
            <p:nvPr/>
          </p:nvSpPr>
          <p:spPr>
            <a:xfrm>
              <a:off x="1678114" y="4455674"/>
              <a:ext cx="0" cy="367156"/>
            </a:xfrm>
            <a:custGeom>
              <a:avLst/>
              <a:pathLst>
                <a:path w="0" h="367156">
                  <a:moveTo>
                    <a:pt x="0" y="36715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l1069"/>
            <p:cNvSpPr/>
            <p:nvPr/>
          </p:nvSpPr>
          <p:spPr>
            <a:xfrm>
              <a:off x="1678114" y="6007737"/>
              <a:ext cx="0" cy="183521"/>
            </a:xfrm>
            <a:custGeom>
              <a:avLst/>
              <a:pathLst>
                <a:path w="0" h="183521">
                  <a:moveTo>
                    <a:pt x="0" y="0"/>
                  </a:moveTo>
                  <a:lnTo>
                    <a:pt x="0" y="183521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g1070"/>
            <p:cNvSpPr/>
            <p:nvPr/>
          </p:nvSpPr>
          <p:spPr>
            <a:xfrm>
              <a:off x="1529956" y="4822830"/>
              <a:ext cx="296315" cy="1184906"/>
            </a:xfrm>
            <a:custGeom>
              <a:avLst/>
              <a:pathLst>
                <a:path w="296315" h="1184906">
                  <a:moveTo>
                    <a:pt x="0" y="0"/>
                  </a:moveTo>
                  <a:lnTo>
                    <a:pt x="0" y="1184906"/>
                  </a:lnTo>
                  <a:lnTo>
                    <a:pt x="296315" y="1184906"/>
                  </a:lnTo>
                  <a:lnTo>
                    <a:pt x="296315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2" name="pl1071"/>
            <p:cNvSpPr/>
            <p:nvPr/>
          </p:nvSpPr>
          <p:spPr>
            <a:xfrm>
              <a:off x="1529956" y="5411934"/>
              <a:ext cx="296315" cy="0"/>
            </a:xfrm>
            <a:custGeom>
              <a:avLst/>
              <a:pathLst>
                <a:path w="296315" h="0">
                  <a:moveTo>
                    <a:pt x="0" y="0"/>
                  </a:moveTo>
                  <a:lnTo>
                    <a:pt x="296315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3" name="pl1072"/>
            <p:cNvSpPr/>
            <p:nvPr/>
          </p:nvSpPr>
          <p:spPr>
            <a:xfrm>
              <a:off x="2705066" y="4455674"/>
              <a:ext cx="0" cy="81172"/>
            </a:xfrm>
            <a:custGeom>
              <a:avLst/>
              <a:pathLst>
                <a:path w="0" h="81172">
                  <a:moveTo>
                    <a:pt x="0" y="8117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l1073"/>
            <p:cNvSpPr/>
            <p:nvPr/>
          </p:nvSpPr>
          <p:spPr>
            <a:xfrm>
              <a:off x="2705066" y="4994176"/>
              <a:ext cx="0" cy="527186"/>
            </a:xfrm>
            <a:custGeom>
              <a:avLst/>
              <a:pathLst>
                <a:path w="0" h="527186">
                  <a:moveTo>
                    <a:pt x="0" y="0"/>
                  </a:moveTo>
                  <a:lnTo>
                    <a:pt x="0" y="527186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g1074"/>
            <p:cNvSpPr/>
            <p:nvPr/>
          </p:nvSpPr>
          <p:spPr>
            <a:xfrm>
              <a:off x="2556909" y="4536847"/>
              <a:ext cx="296315" cy="457329"/>
            </a:xfrm>
            <a:custGeom>
              <a:avLst/>
              <a:pathLst>
                <a:path w="296315" h="457329">
                  <a:moveTo>
                    <a:pt x="0" y="0"/>
                  </a:moveTo>
                  <a:lnTo>
                    <a:pt x="0" y="457329"/>
                  </a:lnTo>
                  <a:lnTo>
                    <a:pt x="296315" y="457329"/>
                  </a:lnTo>
                  <a:lnTo>
                    <a:pt x="296315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6" name="pl1075"/>
            <p:cNvSpPr/>
            <p:nvPr/>
          </p:nvSpPr>
          <p:spPr>
            <a:xfrm>
              <a:off x="2556909" y="4713581"/>
              <a:ext cx="296315" cy="0"/>
            </a:xfrm>
            <a:custGeom>
              <a:avLst/>
              <a:pathLst>
                <a:path w="296315" h="0">
                  <a:moveTo>
                    <a:pt x="0" y="0"/>
                  </a:moveTo>
                  <a:lnTo>
                    <a:pt x="296315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7" name="pl1076"/>
            <p:cNvSpPr/>
            <p:nvPr/>
          </p:nvSpPr>
          <p:spPr>
            <a:xfrm>
              <a:off x="3732019" y="445567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l1077"/>
            <p:cNvSpPr/>
            <p:nvPr/>
          </p:nvSpPr>
          <p:spPr>
            <a:xfrm>
              <a:off x="3732019" y="445567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g1078"/>
            <p:cNvSpPr/>
            <p:nvPr/>
          </p:nvSpPr>
          <p:spPr>
            <a:xfrm>
              <a:off x="3583861" y="4455674"/>
              <a:ext cx="296315" cy="0"/>
            </a:xfrm>
            <a:custGeom>
              <a:avLst/>
              <a:pathLst>
                <a:path w="296315" h="0">
                  <a:moveTo>
                    <a:pt x="0" y="0"/>
                  </a:moveTo>
                  <a:lnTo>
                    <a:pt x="296315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0" name="pl1079"/>
            <p:cNvSpPr/>
            <p:nvPr/>
          </p:nvSpPr>
          <p:spPr>
            <a:xfrm>
              <a:off x="3583861" y="4455674"/>
              <a:ext cx="296315" cy="0"/>
            </a:xfrm>
            <a:custGeom>
              <a:avLst/>
              <a:pathLst>
                <a:path w="296315" h="0">
                  <a:moveTo>
                    <a:pt x="0" y="0"/>
                  </a:moveTo>
                  <a:lnTo>
                    <a:pt x="296315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1" name="pg1080"/>
            <p:cNvSpPr/>
            <p:nvPr/>
          </p:nvSpPr>
          <p:spPr>
            <a:xfrm>
              <a:off x="1673451" y="4214035"/>
              <a:ext cx="2089026" cy="1286803"/>
            </a:xfrm>
            <a:custGeom>
              <a:avLst/>
              <a:pathLst>
                <a:path w="2089026" h="1286803">
                  <a:moveTo>
                    <a:pt x="0" y="1001677"/>
                  </a:moveTo>
                  <a:lnTo>
                    <a:pt x="459289" y="826762"/>
                  </a:lnTo>
                  <a:lnTo>
                    <a:pt x="1051921" y="558996"/>
                  </a:lnTo>
                  <a:lnTo>
                    <a:pt x="1496395" y="327543"/>
                  </a:lnTo>
                  <a:lnTo>
                    <a:pt x="2089026" y="0"/>
                  </a:lnTo>
                  <a:lnTo>
                    <a:pt x="2089026" y="408996"/>
                  </a:lnTo>
                  <a:lnTo>
                    <a:pt x="1496395" y="614640"/>
                  </a:lnTo>
                  <a:lnTo>
                    <a:pt x="1051921" y="783077"/>
                  </a:lnTo>
                  <a:lnTo>
                    <a:pt x="459289" y="1048499"/>
                  </a:lnTo>
                  <a:lnTo>
                    <a:pt x="0" y="1286803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082" name="pl1081"/>
            <p:cNvSpPr/>
            <p:nvPr/>
          </p:nvSpPr>
          <p:spPr>
            <a:xfrm>
              <a:off x="1673451" y="4214035"/>
              <a:ext cx="2089026" cy="1001677"/>
            </a:xfrm>
            <a:custGeom>
              <a:avLst/>
              <a:pathLst>
                <a:path w="2089026" h="1001677">
                  <a:moveTo>
                    <a:pt x="0" y="1001677"/>
                  </a:moveTo>
                  <a:lnTo>
                    <a:pt x="459289" y="826762"/>
                  </a:lnTo>
                  <a:lnTo>
                    <a:pt x="1051921" y="558996"/>
                  </a:lnTo>
                  <a:lnTo>
                    <a:pt x="1496395" y="327543"/>
                  </a:lnTo>
                  <a:lnTo>
                    <a:pt x="208902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83" name="pl1082"/>
            <p:cNvSpPr/>
            <p:nvPr/>
          </p:nvSpPr>
          <p:spPr>
            <a:xfrm>
              <a:off x="1673451" y="4623031"/>
              <a:ext cx="2089026" cy="877806"/>
            </a:xfrm>
            <a:custGeom>
              <a:avLst/>
              <a:pathLst>
                <a:path w="2089026" h="877806">
                  <a:moveTo>
                    <a:pt x="2089026" y="0"/>
                  </a:moveTo>
                  <a:lnTo>
                    <a:pt x="1496395" y="205643"/>
                  </a:lnTo>
                  <a:lnTo>
                    <a:pt x="1051921" y="374080"/>
                  </a:lnTo>
                  <a:lnTo>
                    <a:pt x="459289" y="639502"/>
                  </a:lnTo>
                  <a:lnTo>
                    <a:pt x="0" y="8778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84" name="pl1083"/>
            <p:cNvSpPr/>
            <p:nvPr/>
          </p:nvSpPr>
          <p:spPr>
            <a:xfrm>
              <a:off x="1673451" y="4418533"/>
              <a:ext cx="2089026" cy="939742"/>
            </a:xfrm>
            <a:custGeom>
              <a:avLst/>
              <a:pathLst>
                <a:path w="2089026" h="939742">
                  <a:moveTo>
                    <a:pt x="0" y="939742"/>
                  </a:moveTo>
                  <a:lnTo>
                    <a:pt x="459289" y="733132"/>
                  </a:lnTo>
                  <a:lnTo>
                    <a:pt x="1051921" y="466538"/>
                  </a:lnTo>
                  <a:lnTo>
                    <a:pt x="1496395" y="266593"/>
                  </a:lnTo>
                  <a:lnTo>
                    <a:pt x="2089026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tx1084"/>
            <p:cNvSpPr/>
            <p:nvPr/>
          </p:nvSpPr>
          <p:spPr>
            <a:xfrm>
              <a:off x="1678114" y="4314907"/>
              <a:ext cx="762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1086" name="tx1085"/>
            <p:cNvSpPr/>
            <p:nvPr/>
          </p:nvSpPr>
          <p:spPr>
            <a:xfrm>
              <a:off x="1766980" y="4314907"/>
              <a:ext cx="2542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1087" name="tx1086"/>
            <p:cNvSpPr/>
            <p:nvPr/>
          </p:nvSpPr>
          <p:spPr>
            <a:xfrm>
              <a:off x="1804703" y="431490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1088" name="tx1087"/>
            <p:cNvSpPr/>
            <p:nvPr/>
          </p:nvSpPr>
          <p:spPr>
            <a:xfrm>
              <a:off x="1877485" y="431490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089" name="tx1088"/>
            <p:cNvSpPr/>
            <p:nvPr/>
          </p:nvSpPr>
          <p:spPr>
            <a:xfrm>
              <a:off x="1950226" y="431490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090" name="tx1089"/>
            <p:cNvSpPr/>
            <p:nvPr/>
          </p:nvSpPr>
          <p:spPr>
            <a:xfrm>
              <a:off x="2022939" y="4314907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= 0.384</a:t>
              </a:r>
            </a:p>
          </p:txBody>
        </p:sp>
        <p:sp>
          <p:nvSpPr>
            <p:cNvPr id="1091" name="tx1090"/>
            <p:cNvSpPr/>
            <p:nvPr/>
          </p:nvSpPr>
          <p:spPr>
            <a:xfrm>
              <a:off x="2439082" y="4314907"/>
              <a:ext cx="634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1092" name="tx1091"/>
            <p:cNvSpPr/>
            <p:nvPr/>
          </p:nvSpPr>
          <p:spPr>
            <a:xfrm>
              <a:off x="2502542" y="431490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093" name="tx1092"/>
            <p:cNvSpPr/>
            <p:nvPr/>
          </p:nvSpPr>
          <p:spPr>
            <a:xfrm>
              <a:off x="2575282" y="4314907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&lt; 0.001</a:t>
              </a:r>
            </a:p>
          </p:txBody>
        </p:sp>
        <p:sp>
          <p:nvSpPr>
            <p:cNvPr id="1094" name="rc1093"/>
            <p:cNvSpPr/>
            <p:nvPr/>
          </p:nvSpPr>
          <p:spPr>
            <a:xfrm>
              <a:off x="1412445" y="3934998"/>
              <a:ext cx="2585243" cy="236907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95" name="pl1094"/>
            <p:cNvSpPr/>
            <p:nvPr/>
          </p:nvSpPr>
          <p:spPr>
            <a:xfrm>
              <a:off x="1412445" y="3934998"/>
              <a:ext cx="0" cy="2369073"/>
            </a:xfrm>
            <a:custGeom>
              <a:avLst/>
              <a:pathLst>
                <a:path w="0" h="2369073">
                  <a:moveTo>
                    <a:pt x="0" y="236907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tx1095"/>
            <p:cNvSpPr/>
            <p:nvPr/>
          </p:nvSpPr>
          <p:spPr>
            <a:xfrm>
              <a:off x="1163417" y="6154820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097" name="tx1096"/>
            <p:cNvSpPr/>
            <p:nvPr/>
          </p:nvSpPr>
          <p:spPr>
            <a:xfrm>
              <a:off x="1163417" y="5720924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098" name="tx1097"/>
            <p:cNvSpPr/>
            <p:nvPr/>
          </p:nvSpPr>
          <p:spPr>
            <a:xfrm>
              <a:off x="1163417" y="5287028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099" name="tx1098"/>
            <p:cNvSpPr/>
            <p:nvPr/>
          </p:nvSpPr>
          <p:spPr>
            <a:xfrm>
              <a:off x="1163417" y="4853131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100" name="tx1099"/>
            <p:cNvSpPr/>
            <p:nvPr/>
          </p:nvSpPr>
          <p:spPr>
            <a:xfrm>
              <a:off x="1163417" y="4419235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101" name="pl1100"/>
            <p:cNvSpPr/>
            <p:nvPr/>
          </p:nvSpPr>
          <p:spPr>
            <a:xfrm>
              <a:off x="1383977" y="619125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l1101"/>
            <p:cNvSpPr/>
            <p:nvPr/>
          </p:nvSpPr>
          <p:spPr>
            <a:xfrm>
              <a:off x="1383977" y="575736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l1102"/>
            <p:cNvSpPr/>
            <p:nvPr/>
          </p:nvSpPr>
          <p:spPr>
            <a:xfrm>
              <a:off x="1383977" y="532346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l1103"/>
            <p:cNvSpPr/>
            <p:nvPr/>
          </p:nvSpPr>
          <p:spPr>
            <a:xfrm>
              <a:off x="1383977" y="488957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l1104"/>
            <p:cNvSpPr/>
            <p:nvPr/>
          </p:nvSpPr>
          <p:spPr>
            <a:xfrm>
              <a:off x="1383977" y="445567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l1105"/>
            <p:cNvSpPr/>
            <p:nvPr/>
          </p:nvSpPr>
          <p:spPr>
            <a:xfrm>
              <a:off x="1412445" y="6304072"/>
              <a:ext cx="2585243" cy="0"/>
            </a:xfrm>
            <a:custGeom>
              <a:avLst/>
              <a:pathLst>
                <a:path w="2585243" h="0">
                  <a:moveTo>
                    <a:pt x="0" y="0"/>
                  </a:moveTo>
                  <a:lnTo>
                    <a:pt x="2585243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l1106"/>
            <p:cNvSpPr/>
            <p:nvPr/>
          </p:nvSpPr>
          <p:spPr>
            <a:xfrm>
              <a:off x="1678114" y="630407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l1107"/>
            <p:cNvSpPr/>
            <p:nvPr/>
          </p:nvSpPr>
          <p:spPr>
            <a:xfrm>
              <a:off x="2705066" y="630407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l1108"/>
            <p:cNvSpPr/>
            <p:nvPr/>
          </p:nvSpPr>
          <p:spPr>
            <a:xfrm>
              <a:off x="3732019" y="630407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tx1109"/>
            <p:cNvSpPr/>
            <p:nvPr/>
          </p:nvSpPr>
          <p:spPr>
            <a:xfrm>
              <a:off x="1649859" y="635531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111" name="tx1110"/>
            <p:cNvSpPr/>
            <p:nvPr/>
          </p:nvSpPr>
          <p:spPr>
            <a:xfrm>
              <a:off x="2676812" y="635531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112" name="tx1111"/>
            <p:cNvSpPr/>
            <p:nvPr/>
          </p:nvSpPr>
          <p:spPr>
            <a:xfrm>
              <a:off x="3703764" y="635531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113" name="tx1112"/>
            <p:cNvSpPr/>
            <p:nvPr/>
          </p:nvSpPr>
          <p:spPr>
            <a:xfrm>
              <a:off x="2444005" y="6512951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114" name="tx1113"/>
            <p:cNvSpPr/>
            <p:nvPr/>
          </p:nvSpPr>
          <p:spPr>
            <a:xfrm rot="-5400000">
              <a:off x="-78550" y="5073952"/>
              <a:ext cx="222318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Proportion of variance between species</a:t>
              </a:r>
            </a:p>
          </p:txBody>
        </p:sp>
        <p:sp>
          <p:nvSpPr>
            <p:cNvPr id="1115" name="tx1114"/>
            <p:cNvSpPr/>
            <p:nvPr/>
          </p:nvSpPr>
          <p:spPr>
            <a:xfrm>
              <a:off x="1412445" y="3758458"/>
              <a:ext cx="101598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Aboveground</a:t>
              </a:r>
            </a:p>
          </p:txBody>
        </p:sp>
        <p:sp>
          <p:nvSpPr>
            <p:cNvPr id="1116" name="rc1115"/>
            <p:cNvSpPr/>
            <p:nvPr/>
          </p:nvSpPr>
          <p:spPr>
            <a:xfrm>
              <a:off x="4347936" y="3934998"/>
              <a:ext cx="2585243" cy="236907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7" name="pt1116"/>
            <p:cNvSpPr/>
            <p:nvPr/>
          </p:nvSpPr>
          <p:spPr>
            <a:xfrm>
              <a:off x="4632137" y="49404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8" name="pt1117"/>
            <p:cNvSpPr/>
            <p:nvPr/>
          </p:nvSpPr>
          <p:spPr>
            <a:xfrm>
              <a:off x="4550967" y="46415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9" name="pt1118"/>
            <p:cNvSpPr/>
            <p:nvPr/>
          </p:nvSpPr>
          <p:spPr>
            <a:xfrm>
              <a:off x="4622015" y="46206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0" name="pt1119"/>
            <p:cNvSpPr/>
            <p:nvPr/>
          </p:nvSpPr>
          <p:spPr>
            <a:xfrm>
              <a:off x="4567390" y="61604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1" name="pt1120"/>
            <p:cNvSpPr/>
            <p:nvPr/>
          </p:nvSpPr>
          <p:spPr>
            <a:xfrm>
              <a:off x="4566661" y="45672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2" name="pt1121"/>
            <p:cNvSpPr/>
            <p:nvPr/>
          </p:nvSpPr>
          <p:spPr>
            <a:xfrm>
              <a:off x="4679370" y="44610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3" name="pt1122"/>
            <p:cNvSpPr/>
            <p:nvPr/>
          </p:nvSpPr>
          <p:spPr>
            <a:xfrm>
              <a:off x="4603743" y="45331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4" name="pt1123"/>
            <p:cNvSpPr/>
            <p:nvPr/>
          </p:nvSpPr>
          <p:spPr>
            <a:xfrm>
              <a:off x="4517331" y="46990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5" name="pt1124"/>
            <p:cNvSpPr/>
            <p:nvPr/>
          </p:nvSpPr>
          <p:spPr>
            <a:xfrm>
              <a:off x="4681174" y="61604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6" name="pt1125"/>
            <p:cNvSpPr/>
            <p:nvPr/>
          </p:nvSpPr>
          <p:spPr>
            <a:xfrm>
              <a:off x="4526934" y="53509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7" name="pt1126"/>
            <p:cNvSpPr/>
            <p:nvPr/>
          </p:nvSpPr>
          <p:spPr>
            <a:xfrm>
              <a:off x="4607349" y="45456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8" name="pt1127"/>
            <p:cNvSpPr/>
            <p:nvPr/>
          </p:nvSpPr>
          <p:spPr>
            <a:xfrm>
              <a:off x="4434722" y="46785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9" name="pt1128"/>
            <p:cNvSpPr/>
            <p:nvPr/>
          </p:nvSpPr>
          <p:spPr>
            <a:xfrm>
              <a:off x="4564202" y="48756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0" name="pt1129"/>
            <p:cNvSpPr/>
            <p:nvPr/>
          </p:nvSpPr>
          <p:spPr>
            <a:xfrm>
              <a:off x="4511926" y="59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1" name="pt1130"/>
            <p:cNvSpPr/>
            <p:nvPr/>
          </p:nvSpPr>
          <p:spPr>
            <a:xfrm>
              <a:off x="4491965" y="51769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2" name="pt1131"/>
            <p:cNvSpPr/>
            <p:nvPr/>
          </p:nvSpPr>
          <p:spPr>
            <a:xfrm>
              <a:off x="4451243" y="54257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3" name="pt1132"/>
            <p:cNvSpPr/>
            <p:nvPr/>
          </p:nvSpPr>
          <p:spPr>
            <a:xfrm>
              <a:off x="4624850" y="53324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4" name="pt1133"/>
            <p:cNvSpPr/>
            <p:nvPr/>
          </p:nvSpPr>
          <p:spPr>
            <a:xfrm>
              <a:off x="4476947" y="48152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5" name="pt1134"/>
            <p:cNvSpPr/>
            <p:nvPr/>
          </p:nvSpPr>
          <p:spPr>
            <a:xfrm>
              <a:off x="4526039" y="49079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6" name="pt1135"/>
            <p:cNvSpPr/>
            <p:nvPr/>
          </p:nvSpPr>
          <p:spPr>
            <a:xfrm>
              <a:off x="4504288" y="44898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7" name="pt1136"/>
            <p:cNvSpPr/>
            <p:nvPr/>
          </p:nvSpPr>
          <p:spPr>
            <a:xfrm>
              <a:off x="4666289" y="51396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8" name="pt1137"/>
            <p:cNvSpPr/>
            <p:nvPr/>
          </p:nvSpPr>
          <p:spPr>
            <a:xfrm>
              <a:off x="4710855" y="53216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9" name="pt1138"/>
            <p:cNvSpPr/>
            <p:nvPr/>
          </p:nvSpPr>
          <p:spPr>
            <a:xfrm>
              <a:off x="4443042" y="61604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0" name="pt1139"/>
            <p:cNvSpPr/>
            <p:nvPr/>
          </p:nvSpPr>
          <p:spPr>
            <a:xfrm>
              <a:off x="4648384" y="54975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1" name="pt1140"/>
            <p:cNvSpPr/>
            <p:nvPr/>
          </p:nvSpPr>
          <p:spPr>
            <a:xfrm>
              <a:off x="4657429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2" name="pt1141"/>
            <p:cNvSpPr/>
            <p:nvPr/>
          </p:nvSpPr>
          <p:spPr>
            <a:xfrm>
              <a:off x="4541371" y="52911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3" name="pt1142"/>
            <p:cNvSpPr/>
            <p:nvPr/>
          </p:nvSpPr>
          <p:spPr>
            <a:xfrm>
              <a:off x="4657742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4" name="pt1143"/>
            <p:cNvSpPr/>
            <p:nvPr/>
          </p:nvSpPr>
          <p:spPr>
            <a:xfrm>
              <a:off x="4674488" y="61592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5" name="pt1144"/>
            <p:cNvSpPr/>
            <p:nvPr/>
          </p:nvSpPr>
          <p:spPr>
            <a:xfrm>
              <a:off x="4438783" y="52507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6" name="pt1145"/>
            <p:cNvSpPr/>
            <p:nvPr/>
          </p:nvSpPr>
          <p:spPr>
            <a:xfrm>
              <a:off x="4509338" y="45632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7" name="pt1146"/>
            <p:cNvSpPr/>
            <p:nvPr/>
          </p:nvSpPr>
          <p:spPr>
            <a:xfrm>
              <a:off x="4660098" y="58905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8" name="pt1147"/>
            <p:cNvSpPr/>
            <p:nvPr/>
          </p:nvSpPr>
          <p:spPr>
            <a:xfrm>
              <a:off x="4547519" y="50145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9" name="pt1148"/>
            <p:cNvSpPr/>
            <p:nvPr/>
          </p:nvSpPr>
          <p:spPr>
            <a:xfrm>
              <a:off x="4692625" y="55770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0" name="pt1149"/>
            <p:cNvSpPr/>
            <p:nvPr/>
          </p:nvSpPr>
          <p:spPr>
            <a:xfrm>
              <a:off x="4503939" y="61604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1" name="pt1150"/>
            <p:cNvSpPr/>
            <p:nvPr/>
          </p:nvSpPr>
          <p:spPr>
            <a:xfrm>
              <a:off x="4662939" y="49850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2" name="pt1151"/>
            <p:cNvSpPr/>
            <p:nvPr/>
          </p:nvSpPr>
          <p:spPr>
            <a:xfrm>
              <a:off x="4582843" y="50331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3" name="pt1152"/>
            <p:cNvSpPr/>
            <p:nvPr/>
          </p:nvSpPr>
          <p:spPr>
            <a:xfrm>
              <a:off x="4665880" y="49324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4" name="pt1153"/>
            <p:cNvSpPr/>
            <p:nvPr/>
          </p:nvSpPr>
          <p:spPr>
            <a:xfrm>
              <a:off x="4512144" y="46817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5" name="pt1154"/>
            <p:cNvSpPr/>
            <p:nvPr/>
          </p:nvSpPr>
          <p:spPr>
            <a:xfrm>
              <a:off x="4516590" y="54182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6" name="pt1155"/>
            <p:cNvSpPr/>
            <p:nvPr/>
          </p:nvSpPr>
          <p:spPr>
            <a:xfrm>
              <a:off x="4442782" y="61596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7" name="pt1156"/>
            <p:cNvSpPr/>
            <p:nvPr/>
          </p:nvSpPr>
          <p:spPr>
            <a:xfrm>
              <a:off x="4558617" y="55864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8" name="pt1157"/>
            <p:cNvSpPr/>
            <p:nvPr/>
          </p:nvSpPr>
          <p:spPr>
            <a:xfrm>
              <a:off x="4527591" y="57945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9" name="pt1158"/>
            <p:cNvSpPr/>
            <p:nvPr/>
          </p:nvSpPr>
          <p:spPr>
            <a:xfrm>
              <a:off x="4444507" y="61512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0" name="pt1159"/>
            <p:cNvSpPr/>
            <p:nvPr/>
          </p:nvSpPr>
          <p:spPr>
            <a:xfrm>
              <a:off x="4478396" y="60741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1" name="pt1160"/>
            <p:cNvSpPr/>
            <p:nvPr/>
          </p:nvSpPr>
          <p:spPr>
            <a:xfrm>
              <a:off x="4687000" y="52050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2" name="pt1161"/>
            <p:cNvSpPr/>
            <p:nvPr/>
          </p:nvSpPr>
          <p:spPr>
            <a:xfrm>
              <a:off x="4459932" y="57579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3" name="pt1162"/>
            <p:cNvSpPr/>
            <p:nvPr/>
          </p:nvSpPr>
          <p:spPr>
            <a:xfrm>
              <a:off x="4538828" y="53075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4" name="pt1163"/>
            <p:cNvSpPr/>
            <p:nvPr/>
          </p:nvSpPr>
          <p:spPr>
            <a:xfrm>
              <a:off x="4676231" y="46980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5" name="pt1164"/>
            <p:cNvSpPr/>
            <p:nvPr/>
          </p:nvSpPr>
          <p:spPr>
            <a:xfrm>
              <a:off x="4636942" y="61565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6" name="pt1165"/>
            <p:cNvSpPr/>
            <p:nvPr/>
          </p:nvSpPr>
          <p:spPr>
            <a:xfrm>
              <a:off x="4700484" y="61537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7" name="pt1166"/>
            <p:cNvSpPr/>
            <p:nvPr/>
          </p:nvSpPr>
          <p:spPr>
            <a:xfrm>
              <a:off x="4592330" y="57337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8" name="pt1167"/>
            <p:cNvSpPr/>
            <p:nvPr/>
          </p:nvSpPr>
          <p:spPr>
            <a:xfrm>
              <a:off x="4553162" y="61389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9" name="pt1168"/>
            <p:cNvSpPr/>
            <p:nvPr/>
          </p:nvSpPr>
          <p:spPr>
            <a:xfrm>
              <a:off x="4666201" y="45460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0" name="pt1169"/>
            <p:cNvSpPr/>
            <p:nvPr/>
          </p:nvSpPr>
          <p:spPr>
            <a:xfrm>
              <a:off x="4552843" y="60628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1" name="pt1170"/>
            <p:cNvSpPr/>
            <p:nvPr/>
          </p:nvSpPr>
          <p:spPr>
            <a:xfrm>
              <a:off x="4483471" y="44609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2" name="pt1171"/>
            <p:cNvSpPr/>
            <p:nvPr/>
          </p:nvSpPr>
          <p:spPr>
            <a:xfrm>
              <a:off x="4522767" y="57473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3" name="pt1172"/>
            <p:cNvSpPr/>
            <p:nvPr/>
          </p:nvSpPr>
          <p:spPr>
            <a:xfrm>
              <a:off x="4689485" y="61604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4" name="pt1173"/>
            <p:cNvSpPr/>
            <p:nvPr/>
          </p:nvSpPr>
          <p:spPr>
            <a:xfrm>
              <a:off x="4534545" y="53245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5" name="pt1174"/>
            <p:cNvSpPr/>
            <p:nvPr/>
          </p:nvSpPr>
          <p:spPr>
            <a:xfrm>
              <a:off x="4620996" y="57417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6" name="pt1175"/>
            <p:cNvSpPr/>
            <p:nvPr/>
          </p:nvSpPr>
          <p:spPr>
            <a:xfrm>
              <a:off x="4575640" y="61604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7" name="pt1176"/>
            <p:cNvSpPr/>
            <p:nvPr/>
          </p:nvSpPr>
          <p:spPr>
            <a:xfrm>
              <a:off x="4527871" y="50196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8" name="pt1177"/>
            <p:cNvSpPr/>
            <p:nvPr/>
          </p:nvSpPr>
          <p:spPr>
            <a:xfrm>
              <a:off x="4612052" y="45825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9" name="pt1178"/>
            <p:cNvSpPr/>
            <p:nvPr/>
          </p:nvSpPr>
          <p:spPr>
            <a:xfrm>
              <a:off x="4517804" y="49817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0" name="pt1179"/>
            <p:cNvSpPr/>
            <p:nvPr/>
          </p:nvSpPr>
          <p:spPr>
            <a:xfrm>
              <a:off x="4687671" y="60948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1" name="pt1180"/>
            <p:cNvSpPr/>
            <p:nvPr/>
          </p:nvSpPr>
          <p:spPr>
            <a:xfrm>
              <a:off x="4623963" y="61604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2" name="pt1181"/>
            <p:cNvSpPr/>
            <p:nvPr/>
          </p:nvSpPr>
          <p:spPr>
            <a:xfrm>
              <a:off x="4445935" y="60708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3" name="pt1182"/>
            <p:cNvSpPr/>
            <p:nvPr/>
          </p:nvSpPr>
          <p:spPr>
            <a:xfrm>
              <a:off x="4640942" y="49479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4" name="pt1183"/>
            <p:cNvSpPr/>
            <p:nvPr/>
          </p:nvSpPr>
          <p:spPr>
            <a:xfrm>
              <a:off x="4684336" y="58710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5" name="pt1184"/>
            <p:cNvSpPr/>
            <p:nvPr/>
          </p:nvSpPr>
          <p:spPr>
            <a:xfrm>
              <a:off x="4466500" y="56107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6" name="pt1185"/>
            <p:cNvSpPr/>
            <p:nvPr/>
          </p:nvSpPr>
          <p:spPr>
            <a:xfrm>
              <a:off x="4564731" y="53662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7" name="pt1186"/>
            <p:cNvSpPr/>
            <p:nvPr/>
          </p:nvSpPr>
          <p:spPr>
            <a:xfrm>
              <a:off x="4656065" y="58783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8" name="pt1187"/>
            <p:cNvSpPr/>
            <p:nvPr/>
          </p:nvSpPr>
          <p:spPr>
            <a:xfrm>
              <a:off x="4696935" y="61604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9" name="pt1188"/>
            <p:cNvSpPr/>
            <p:nvPr/>
          </p:nvSpPr>
          <p:spPr>
            <a:xfrm>
              <a:off x="4582694" y="51764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0" name="pt1189"/>
            <p:cNvSpPr/>
            <p:nvPr/>
          </p:nvSpPr>
          <p:spPr>
            <a:xfrm>
              <a:off x="4494411" y="59686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1" name="pt1190"/>
            <p:cNvSpPr/>
            <p:nvPr/>
          </p:nvSpPr>
          <p:spPr>
            <a:xfrm>
              <a:off x="4575466" y="55408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2" name="pt1191"/>
            <p:cNvSpPr/>
            <p:nvPr/>
          </p:nvSpPr>
          <p:spPr>
            <a:xfrm>
              <a:off x="4686349" y="60968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3" name="pt1192"/>
            <p:cNvSpPr/>
            <p:nvPr/>
          </p:nvSpPr>
          <p:spPr>
            <a:xfrm>
              <a:off x="4601995" y="52208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4" name="pt1193"/>
            <p:cNvSpPr/>
            <p:nvPr/>
          </p:nvSpPr>
          <p:spPr>
            <a:xfrm>
              <a:off x="4697232" y="53402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5" name="pt1194"/>
            <p:cNvSpPr/>
            <p:nvPr/>
          </p:nvSpPr>
          <p:spPr>
            <a:xfrm>
              <a:off x="4553856" y="55307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6" name="pt1195"/>
            <p:cNvSpPr/>
            <p:nvPr/>
          </p:nvSpPr>
          <p:spPr>
            <a:xfrm>
              <a:off x="4620072" y="53632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7" name="pt1196"/>
            <p:cNvSpPr/>
            <p:nvPr/>
          </p:nvSpPr>
          <p:spPr>
            <a:xfrm>
              <a:off x="4469886" y="49617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8" name="pt1197"/>
            <p:cNvSpPr/>
            <p:nvPr/>
          </p:nvSpPr>
          <p:spPr>
            <a:xfrm>
              <a:off x="4604617" y="58447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9" name="pt1198"/>
            <p:cNvSpPr/>
            <p:nvPr/>
          </p:nvSpPr>
          <p:spPr>
            <a:xfrm>
              <a:off x="4627284" y="46635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0" name="pt1199"/>
            <p:cNvSpPr/>
            <p:nvPr/>
          </p:nvSpPr>
          <p:spPr>
            <a:xfrm>
              <a:off x="4715098" y="53420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1" name="pt1200"/>
            <p:cNvSpPr/>
            <p:nvPr/>
          </p:nvSpPr>
          <p:spPr>
            <a:xfrm>
              <a:off x="4590494" y="53372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2" name="pt1201"/>
            <p:cNvSpPr/>
            <p:nvPr/>
          </p:nvSpPr>
          <p:spPr>
            <a:xfrm>
              <a:off x="4474348" y="54092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3" name="pt1202"/>
            <p:cNvSpPr/>
            <p:nvPr/>
          </p:nvSpPr>
          <p:spPr>
            <a:xfrm>
              <a:off x="4440018" y="56096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4" name="pt1203"/>
            <p:cNvSpPr/>
            <p:nvPr/>
          </p:nvSpPr>
          <p:spPr>
            <a:xfrm>
              <a:off x="4477762" y="56880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5" name="pt1204"/>
            <p:cNvSpPr/>
            <p:nvPr/>
          </p:nvSpPr>
          <p:spPr>
            <a:xfrm>
              <a:off x="4663942" y="54974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6" name="pt1205"/>
            <p:cNvSpPr/>
            <p:nvPr/>
          </p:nvSpPr>
          <p:spPr>
            <a:xfrm>
              <a:off x="4449771" y="45831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7" name="pt1206"/>
            <p:cNvSpPr/>
            <p:nvPr/>
          </p:nvSpPr>
          <p:spPr>
            <a:xfrm>
              <a:off x="4561554" y="46512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8" name="pt1207"/>
            <p:cNvSpPr/>
            <p:nvPr/>
          </p:nvSpPr>
          <p:spPr>
            <a:xfrm>
              <a:off x="4599539" y="54947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9" name="pt1208"/>
            <p:cNvSpPr/>
            <p:nvPr/>
          </p:nvSpPr>
          <p:spPr>
            <a:xfrm>
              <a:off x="4464627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0" name="pt1209"/>
            <p:cNvSpPr/>
            <p:nvPr/>
          </p:nvSpPr>
          <p:spPr>
            <a:xfrm>
              <a:off x="4460349" y="54575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1" name="pt1210"/>
            <p:cNvSpPr/>
            <p:nvPr/>
          </p:nvSpPr>
          <p:spPr>
            <a:xfrm>
              <a:off x="4538723" y="58185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2" name="pt1211"/>
            <p:cNvSpPr/>
            <p:nvPr/>
          </p:nvSpPr>
          <p:spPr>
            <a:xfrm>
              <a:off x="5564406" y="61557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3" name="pt1212"/>
            <p:cNvSpPr/>
            <p:nvPr/>
          </p:nvSpPr>
          <p:spPr>
            <a:xfrm>
              <a:off x="5689145" y="45422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4" name="pt1213"/>
            <p:cNvSpPr/>
            <p:nvPr/>
          </p:nvSpPr>
          <p:spPr>
            <a:xfrm>
              <a:off x="5576551" y="50700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5" name="pt1214"/>
            <p:cNvSpPr/>
            <p:nvPr/>
          </p:nvSpPr>
          <p:spPr>
            <a:xfrm>
              <a:off x="5755398" y="46075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6" name="pt1215"/>
            <p:cNvSpPr/>
            <p:nvPr/>
          </p:nvSpPr>
          <p:spPr>
            <a:xfrm>
              <a:off x="5749231" y="48818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7" name="pt1216"/>
            <p:cNvSpPr/>
            <p:nvPr/>
          </p:nvSpPr>
          <p:spPr>
            <a:xfrm>
              <a:off x="5560596" y="53745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8" name="pt1217"/>
            <p:cNvSpPr/>
            <p:nvPr/>
          </p:nvSpPr>
          <p:spPr>
            <a:xfrm>
              <a:off x="5577185" y="44755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9" name="pt1218"/>
            <p:cNvSpPr/>
            <p:nvPr/>
          </p:nvSpPr>
          <p:spPr>
            <a:xfrm>
              <a:off x="5524446" y="45610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0" name="pt1219"/>
            <p:cNvSpPr/>
            <p:nvPr/>
          </p:nvSpPr>
          <p:spPr>
            <a:xfrm>
              <a:off x="5756515" y="46773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1" name="pt1220"/>
            <p:cNvSpPr/>
            <p:nvPr/>
          </p:nvSpPr>
          <p:spPr>
            <a:xfrm>
              <a:off x="5591580" y="47972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2" name="pt1221"/>
            <p:cNvSpPr/>
            <p:nvPr/>
          </p:nvSpPr>
          <p:spPr>
            <a:xfrm>
              <a:off x="5749987" y="44435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3" name="pt1222"/>
            <p:cNvSpPr/>
            <p:nvPr/>
          </p:nvSpPr>
          <p:spPr>
            <a:xfrm>
              <a:off x="5731539" y="44539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4" name="pt1223"/>
            <p:cNvSpPr/>
            <p:nvPr/>
          </p:nvSpPr>
          <p:spPr>
            <a:xfrm>
              <a:off x="5671800" y="44937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5" name="pt1224"/>
            <p:cNvSpPr/>
            <p:nvPr/>
          </p:nvSpPr>
          <p:spPr>
            <a:xfrm>
              <a:off x="5587499" y="44711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6" name="pt1225"/>
            <p:cNvSpPr/>
            <p:nvPr/>
          </p:nvSpPr>
          <p:spPr>
            <a:xfrm>
              <a:off x="5470111" y="46383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7" name="pt1226"/>
            <p:cNvSpPr/>
            <p:nvPr/>
          </p:nvSpPr>
          <p:spPr>
            <a:xfrm>
              <a:off x="5484793" y="44688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8" name="pt1227"/>
            <p:cNvSpPr/>
            <p:nvPr/>
          </p:nvSpPr>
          <p:spPr>
            <a:xfrm>
              <a:off x="5517698" y="54938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9" name="pt1228"/>
            <p:cNvSpPr/>
            <p:nvPr/>
          </p:nvSpPr>
          <p:spPr>
            <a:xfrm>
              <a:off x="5639811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0" name="pt1229"/>
            <p:cNvSpPr/>
            <p:nvPr/>
          </p:nvSpPr>
          <p:spPr>
            <a:xfrm>
              <a:off x="5673187" y="45258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1" name="pt1230"/>
            <p:cNvSpPr/>
            <p:nvPr/>
          </p:nvSpPr>
          <p:spPr>
            <a:xfrm>
              <a:off x="5750362" y="61102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2" name="pt1231"/>
            <p:cNvSpPr/>
            <p:nvPr/>
          </p:nvSpPr>
          <p:spPr>
            <a:xfrm>
              <a:off x="5571828" y="57531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3" name="pt1232"/>
            <p:cNvSpPr/>
            <p:nvPr/>
          </p:nvSpPr>
          <p:spPr>
            <a:xfrm>
              <a:off x="5488320" y="50678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4" name="pt1233"/>
            <p:cNvSpPr/>
            <p:nvPr/>
          </p:nvSpPr>
          <p:spPr>
            <a:xfrm>
              <a:off x="5515563" y="47312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5" name="pt1234"/>
            <p:cNvSpPr/>
            <p:nvPr/>
          </p:nvSpPr>
          <p:spPr>
            <a:xfrm>
              <a:off x="5630457" y="47547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6" name="pt1235"/>
            <p:cNvSpPr/>
            <p:nvPr/>
          </p:nvSpPr>
          <p:spPr>
            <a:xfrm>
              <a:off x="5699067" y="61604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7" name="pt1236"/>
            <p:cNvSpPr/>
            <p:nvPr/>
          </p:nvSpPr>
          <p:spPr>
            <a:xfrm>
              <a:off x="5544263" y="44352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8" name="pt1237"/>
            <p:cNvSpPr/>
            <p:nvPr/>
          </p:nvSpPr>
          <p:spPr>
            <a:xfrm>
              <a:off x="5679992" y="44943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9" name="pt1238"/>
            <p:cNvSpPr/>
            <p:nvPr/>
          </p:nvSpPr>
          <p:spPr>
            <a:xfrm>
              <a:off x="5518714" y="53058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0" name="pt1239"/>
            <p:cNvSpPr/>
            <p:nvPr/>
          </p:nvSpPr>
          <p:spPr>
            <a:xfrm>
              <a:off x="5694378" y="45165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1" name="pt1240"/>
            <p:cNvSpPr/>
            <p:nvPr/>
          </p:nvSpPr>
          <p:spPr>
            <a:xfrm>
              <a:off x="5643913" y="45112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2" name="pt1241"/>
            <p:cNvSpPr/>
            <p:nvPr/>
          </p:nvSpPr>
          <p:spPr>
            <a:xfrm>
              <a:off x="5515551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3" name="pt1242"/>
            <p:cNvSpPr/>
            <p:nvPr/>
          </p:nvSpPr>
          <p:spPr>
            <a:xfrm>
              <a:off x="5522478" y="45991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4" name="pt1243"/>
            <p:cNvSpPr/>
            <p:nvPr/>
          </p:nvSpPr>
          <p:spPr>
            <a:xfrm>
              <a:off x="5621893" y="44531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5" name="pt1244"/>
            <p:cNvSpPr/>
            <p:nvPr/>
          </p:nvSpPr>
          <p:spPr>
            <a:xfrm>
              <a:off x="5665135" y="44249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6" name="pt1245"/>
            <p:cNvSpPr/>
            <p:nvPr/>
          </p:nvSpPr>
          <p:spPr>
            <a:xfrm>
              <a:off x="5607298" y="48875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7" name="pt1246"/>
            <p:cNvSpPr/>
            <p:nvPr/>
          </p:nvSpPr>
          <p:spPr>
            <a:xfrm>
              <a:off x="5533109" y="44353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8" name="pt1247"/>
            <p:cNvSpPr/>
            <p:nvPr/>
          </p:nvSpPr>
          <p:spPr>
            <a:xfrm>
              <a:off x="5545786" y="46533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9" name="pt1248"/>
            <p:cNvSpPr/>
            <p:nvPr/>
          </p:nvSpPr>
          <p:spPr>
            <a:xfrm>
              <a:off x="5548830" y="45781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0" name="pt1249"/>
            <p:cNvSpPr/>
            <p:nvPr/>
          </p:nvSpPr>
          <p:spPr>
            <a:xfrm>
              <a:off x="5518838" y="46953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1" name="pt1250"/>
            <p:cNvSpPr/>
            <p:nvPr/>
          </p:nvSpPr>
          <p:spPr>
            <a:xfrm>
              <a:off x="5666596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2" name="pt1251"/>
            <p:cNvSpPr/>
            <p:nvPr/>
          </p:nvSpPr>
          <p:spPr>
            <a:xfrm>
              <a:off x="5463774" y="45339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3" name="pt1252"/>
            <p:cNvSpPr/>
            <p:nvPr/>
          </p:nvSpPr>
          <p:spPr>
            <a:xfrm>
              <a:off x="5553127" y="44557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4" name="pt1253"/>
            <p:cNvSpPr/>
            <p:nvPr/>
          </p:nvSpPr>
          <p:spPr>
            <a:xfrm>
              <a:off x="5530445" y="46148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5" name="pt1254"/>
            <p:cNvSpPr/>
            <p:nvPr/>
          </p:nvSpPr>
          <p:spPr>
            <a:xfrm>
              <a:off x="5466752" y="49035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6" name="pt1255"/>
            <p:cNvSpPr/>
            <p:nvPr/>
          </p:nvSpPr>
          <p:spPr>
            <a:xfrm>
              <a:off x="5602486" y="53158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7" name="pt1256"/>
            <p:cNvSpPr/>
            <p:nvPr/>
          </p:nvSpPr>
          <p:spPr>
            <a:xfrm>
              <a:off x="5551962" y="48101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8" name="pt1257"/>
            <p:cNvSpPr/>
            <p:nvPr/>
          </p:nvSpPr>
          <p:spPr>
            <a:xfrm>
              <a:off x="5619032" y="48114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9" name="pt1258"/>
            <p:cNvSpPr/>
            <p:nvPr/>
          </p:nvSpPr>
          <p:spPr>
            <a:xfrm>
              <a:off x="5694298" y="50164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0" name="pt1259"/>
            <p:cNvSpPr/>
            <p:nvPr/>
          </p:nvSpPr>
          <p:spPr>
            <a:xfrm>
              <a:off x="5541662" y="44841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1" name="pt1260"/>
            <p:cNvSpPr/>
            <p:nvPr/>
          </p:nvSpPr>
          <p:spPr>
            <a:xfrm>
              <a:off x="5597351" y="44548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2" name="pt1261"/>
            <p:cNvSpPr/>
            <p:nvPr/>
          </p:nvSpPr>
          <p:spPr>
            <a:xfrm>
              <a:off x="5698761" y="44746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3" name="pt1262"/>
            <p:cNvSpPr/>
            <p:nvPr/>
          </p:nvSpPr>
          <p:spPr>
            <a:xfrm>
              <a:off x="5600488" y="51180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4" name="pt1263"/>
            <p:cNvSpPr/>
            <p:nvPr/>
          </p:nvSpPr>
          <p:spPr>
            <a:xfrm>
              <a:off x="5550241" y="46253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5" name="pt1264"/>
            <p:cNvSpPr/>
            <p:nvPr/>
          </p:nvSpPr>
          <p:spPr>
            <a:xfrm>
              <a:off x="5542948" y="47093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6" name="pt1265"/>
            <p:cNvSpPr/>
            <p:nvPr/>
          </p:nvSpPr>
          <p:spPr>
            <a:xfrm>
              <a:off x="5478442" y="45381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7" name="pt1266"/>
            <p:cNvSpPr/>
            <p:nvPr/>
          </p:nvSpPr>
          <p:spPr>
            <a:xfrm>
              <a:off x="5756993" y="46515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8" name="pt1267"/>
            <p:cNvSpPr/>
            <p:nvPr/>
          </p:nvSpPr>
          <p:spPr>
            <a:xfrm>
              <a:off x="5725842" y="45810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9" name="pt1268"/>
            <p:cNvSpPr/>
            <p:nvPr/>
          </p:nvSpPr>
          <p:spPr>
            <a:xfrm>
              <a:off x="5601962" y="61604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0" name="pt1269"/>
            <p:cNvSpPr/>
            <p:nvPr/>
          </p:nvSpPr>
          <p:spPr>
            <a:xfrm>
              <a:off x="5631288" y="45637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1" name="pt1270"/>
            <p:cNvSpPr/>
            <p:nvPr/>
          </p:nvSpPr>
          <p:spPr>
            <a:xfrm>
              <a:off x="5750793" y="49539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2" name="pt1271"/>
            <p:cNvSpPr/>
            <p:nvPr/>
          </p:nvSpPr>
          <p:spPr>
            <a:xfrm>
              <a:off x="5757163" y="51607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3" name="pt1272"/>
            <p:cNvSpPr/>
            <p:nvPr/>
          </p:nvSpPr>
          <p:spPr>
            <a:xfrm>
              <a:off x="5505649" y="50417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4" name="pt1273"/>
            <p:cNvSpPr/>
            <p:nvPr/>
          </p:nvSpPr>
          <p:spPr>
            <a:xfrm>
              <a:off x="5556631" y="49413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5" name="pt1274"/>
            <p:cNvSpPr/>
            <p:nvPr/>
          </p:nvSpPr>
          <p:spPr>
            <a:xfrm>
              <a:off x="5734182" y="56641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6" name="pt1275"/>
            <p:cNvSpPr/>
            <p:nvPr/>
          </p:nvSpPr>
          <p:spPr>
            <a:xfrm>
              <a:off x="5623934" y="46778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7" name="pt1276"/>
            <p:cNvSpPr/>
            <p:nvPr/>
          </p:nvSpPr>
          <p:spPr>
            <a:xfrm>
              <a:off x="5483432" y="44673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8" name="pt1277"/>
            <p:cNvSpPr/>
            <p:nvPr/>
          </p:nvSpPr>
          <p:spPr>
            <a:xfrm>
              <a:off x="5474664" y="56165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9" name="pt1278"/>
            <p:cNvSpPr/>
            <p:nvPr/>
          </p:nvSpPr>
          <p:spPr>
            <a:xfrm>
              <a:off x="5590732" y="46512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0" name="pt1279"/>
            <p:cNvSpPr/>
            <p:nvPr/>
          </p:nvSpPr>
          <p:spPr>
            <a:xfrm>
              <a:off x="5496277" y="44486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1" name="pt1280"/>
            <p:cNvSpPr/>
            <p:nvPr/>
          </p:nvSpPr>
          <p:spPr>
            <a:xfrm>
              <a:off x="5609443" y="47189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2" name="pt1281"/>
            <p:cNvSpPr/>
            <p:nvPr/>
          </p:nvSpPr>
          <p:spPr>
            <a:xfrm>
              <a:off x="5593399" y="50423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3" name="pt1282"/>
            <p:cNvSpPr/>
            <p:nvPr/>
          </p:nvSpPr>
          <p:spPr>
            <a:xfrm>
              <a:off x="5635594" y="44313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4" name="pt1283"/>
            <p:cNvSpPr/>
            <p:nvPr/>
          </p:nvSpPr>
          <p:spPr>
            <a:xfrm>
              <a:off x="5669246" y="56556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5" name="pt1284"/>
            <p:cNvSpPr/>
            <p:nvPr/>
          </p:nvSpPr>
          <p:spPr>
            <a:xfrm>
              <a:off x="5647622" y="54388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6" name="pt1285"/>
            <p:cNvSpPr/>
            <p:nvPr/>
          </p:nvSpPr>
          <p:spPr>
            <a:xfrm>
              <a:off x="5714192" y="48486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7" name="pt1286"/>
            <p:cNvSpPr/>
            <p:nvPr/>
          </p:nvSpPr>
          <p:spPr>
            <a:xfrm>
              <a:off x="5682687" y="49065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8" name="pt1287"/>
            <p:cNvSpPr/>
            <p:nvPr/>
          </p:nvSpPr>
          <p:spPr>
            <a:xfrm>
              <a:off x="5501432" y="44278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9" name="pt1288"/>
            <p:cNvSpPr/>
            <p:nvPr/>
          </p:nvSpPr>
          <p:spPr>
            <a:xfrm>
              <a:off x="5717159" y="48597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0" name="pt1289"/>
            <p:cNvSpPr/>
            <p:nvPr/>
          </p:nvSpPr>
          <p:spPr>
            <a:xfrm>
              <a:off x="5700509" y="48302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1" name="pt1290"/>
            <p:cNvSpPr/>
            <p:nvPr/>
          </p:nvSpPr>
          <p:spPr>
            <a:xfrm>
              <a:off x="5608111" y="57924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2" name="pt1291"/>
            <p:cNvSpPr/>
            <p:nvPr/>
          </p:nvSpPr>
          <p:spPr>
            <a:xfrm>
              <a:off x="5756113" y="44984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3" name="pt1292"/>
            <p:cNvSpPr/>
            <p:nvPr/>
          </p:nvSpPr>
          <p:spPr>
            <a:xfrm>
              <a:off x="5682909" y="45440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4" name="pt1293"/>
            <p:cNvSpPr/>
            <p:nvPr/>
          </p:nvSpPr>
          <p:spPr>
            <a:xfrm>
              <a:off x="5545546" y="51043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5" name="pt1294"/>
            <p:cNvSpPr/>
            <p:nvPr/>
          </p:nvSpPr>
          <p:spPr>
            <a:xfrm>
              <a:off x="5601119" y="58657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6" name="pt1295"/>
            <p:cNvSpPr/>
            <p:nvPr/>
          </p:nvSpPr>
          <p:spPr>
            <a:xfrm>
              <a:off x="5657107" y="46977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7" name="pt1296"/>
            <p:cNvSpPr/>
            <p:nvPr/>
          </p:nvSpPr>
          <p:spPr>
            <a:xfrm>
              <a:off x="5750450" y="45178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8" name="pt1297"/>
            <p:cNvSpPr/>
            <p:nvPr/>
          </p:nvSpPr>
          <p:spPr>
            <a:xfrm>
              <a:off x="5591469" y="47541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9" name="pt1298"/>
            <p:cNvSpPr/>
            <p:nvPr/>
          </p:nvSpPr>
          <p:spPr>
            <a:xfrm>
              <a:off x="5683770" y="60839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0" name="pt1299"/>
            <p:cNvSpPr/>
            <p:nvPr/>
          </p:nvSpPr>
          <p:spPr>
            <a:xfrm>
              <a:off x="5719188" y="55715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1" name="pt1300"/>
            <p:cNvSpPr/>
            <p:nvPr/>
          </p:nvSpPr>
          <p:spPr>
            <a:xfrm>
              <a:off x="5699686" y="47158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2" name="pt1301"/>
            <p:cNvSpPr/>
            <p:nvPr/>
          </p:nvSpPr>
          <p:spPr>
            <a:xfrm>
              <a:off x="5694387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3" name="pt1302"/>
            <p:cNvSpPr/>
            <p:nvPr/>
          </p:nvSpPr>
          <p:spPr>
            <a:xfrm>
              <a:off x="5734707" y="44407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4" name="pt1303"/>
            <p:cNvSpPr/>
            <p:nvPr/>
          </p:nvSpPr>
          <p:spPr>
            <a:xfrm>
              <a:off x="5606583" y="47031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5" name="pt1304"/>
            <p:cNvSpPr/>
            <p:nvPr/>
          </p:nvSpPr>
          <p:spPr>
            <a:xfrm>
              <a:off x="5490269" y="50409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6" name="pt1305"/>
            <p:cNvSpPr/>
            <p:nvPr/>
          </p:nvSpPr>
          <p:spPr>
            <a:xfrm>
              <a:off x="5548967" y="49401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7" name="pt1306"/>
            <p:cNvSpPr/>
            <p:nvPr/>
          </p:nvSpPr>
          <p:spPr>
            <a:xfrm>
              <a:off x="5507316" y="48842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8" name="pt1307"/>
            <p:cNvSpPr/>
            <p:nvPr/>
          </p:nvSpPr>
          <p:spPr>
            <a:xfrm>
              <a:off x="5650296" y="44261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9" name="pt1308"/>
            <p:cNvSpPr/>
            <p:nvPr/>
          </p:nvSpPr>
          <p:spPr>
            <a:xfrm>
              <a:off x="5728827" y="44425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0" name="pt1309"/>
            <p:cNvSpPr/>
            <p:nvPr/>
          </p:nvSpPr>
          <p:spPr>
            <a:xfrm>
              <a:off x="5562882" y="44494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1" name="pt1310"/>
            <p:cNvSpPr/>
            <p:nvPr/>
          </p:nvSpPr>
          <p:spPr>
            <a:xfrm>
              <a:off x="5590504" y="61604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2" name="pt1311"/>
            <p:cNvSpPr/>
            <p:nvPr/>
          </p:nvSpPr>
          <p:spPr>
            <a:xfrm>
              <a:off x="5657386" y="47693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3" name="pt1312"/>
            <p:cNvSpPr/>
            <p:nvPr/>
          </p:nvSpPr>
          <p:spPr>
            <a:xfrm>
              <a:off x="5499626" y="61604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4" name="pt1313"/>
            <p:cNvSpPr/>
            <p:nvPr/>
          </p:nvSpPr>
          <p:spPr>
            <a:xfrm>
              <a:off x="5601884" y="44249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5" name="pt1314"/>
            <p:cNvSpPr/>
            <p:nvPr/>
          </p:nvSpPr>
          <p:spPr>
            <a:xfrm>
              <a:off x="5677329" y="55408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6" name="pt1315"/>
            <p:cNvSpPr/>
            <p:nvPr/>
          </p:nvSpPr>
          <p:spPr>
            <a:xfrm>
              <a:off x="5501562" y="46884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7" name="pt1316"/>
            <p:cNvSpPr/>
            <p:nvPr/>
          </p:nvSpPr>
          <p:spPr>
            <a:xfrm>
              <a:off x="5747417" y="44618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8" name="pt1317"/>
            <p:cNvSpPr/>
            <p:nvPr/>
          </p:nvSpPr>
          <p:spPr>
            <a:xfrm>
              <a:off x="5654361" y="44878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9" name="pt1318"/>
            <p:cNvSpPr/>
            <p:nvPr/>
          </p:nvSpPr>
          <p:spPr>
            <a:xfrm>
              <a:off x="5463884" y="47445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0" name="pt1319"/>
            <p:cNvSpPr/>
            <p:nvPr/>
          </p:nvSpPr>
          <p:spPr>
            <a:xfrm>
              <a:off x="5472305" y="46286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1" name="pt1320"/>
            <p:cNvSpPr/>
            <p:nvPr/>
          </p:nvSpPr>
          <p:spPr>
            <a:xfrm>
              <a:off x="5499166" y="48412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2" name="pt1321"/>
            <p:cNvSpPr/>
            <p:nvPr/>
          </p:nvSpPr>
          <p:spPr>
            <a:xfrm>
              <a:off x="5705431" y="46926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3" name="pt1322"/>
            <p:cNvSpPr/>
            <p:nvPr/>
          </p:nvSpPr>
          <p:spPr>
            <a:xfrm>
              <a:off x="5505069" y="44249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4" name="pt1323"/>
            <p:cNvSpPr/>
            <p:nvPr/>
          </p:nvSpPr>
          <p:spPr>
            <a:xfrm>
              <a:off x="5511345" y="51555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5" name="pt1324"/>
            <p:cNvSpPr/>
            <p:nvPr/>
          </p:nvSpPr>
          <p:spPr>
            <a:xfrm>
              <a:off x="6587699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6" name="pt1325"/>
            <p:cNvSpPr/>
            <p:nvPr/>
          </p:nvSpPr>
          <p:spPr>
            <a:xfrm>
              <a:off x="6727126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7" name="pt1326"/>
            <p:cNvSpPr/>
            <p:nvPr/>
          </p:nvSpPr>
          <p:spPr>
            <a:xfrm>
              <a:off x="6784846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8" name="pt1327"/>
            <p:cNvSpPr/>
            <p:nvPr/>
          </p:nvSpPr>
          <p:spPr>
            <a:xfrm>
              <a:off x="6646368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9" name="pt1328"/>
            <p:cNvSpPr/>
            <p:nvPr/>
          </p:nvSpPr>
          <p:spPr>
            <a:xfrm>
              <a:off x="6730348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0" name="pt1329"/>
            <p:cNvSpPr/>
            <p:nvPr/>
          </p:nvSpPr>
          <p:spPr>
            <a:xfrm>
              <a:off x="6490186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1" name="pt1330"/>
            <p:cNvSpPr/>
            <p:nvPr/>
          </p:nvSpPr>
          <p:spPr>
            <a:xfrm>
              <a:off x="6737139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2" name="pt1331"/>
            <p:cNvSpPr/>
            <p:nvPr/>
          </p:nvSpPr>
          <p:spPr>
            <a:xfrm>
              <a:off x="6686734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3" name="pt1332"/>
            <p:cNvSpPr/>
            <p:nvPr/>
          </p:nvSpPr>
          <p:spPr>
            <a:xfrm>
              <a:off x="6638587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4" name="pt1333"/>
            <p:cNvSpPr/>
            <p:nvPr/>
          </p:nvSpPr>
          <p:spPr>
            <a:xfrm>
              <a:off x="6708627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5" name="pt1334"/>
            <p:cNvSpPr/>
            <p:nvPr/>
          </p:nvSpPr>
          <p:spPr>
            <a:xfrm>
              <a:off x="6623442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6" name="pt1335"/>
            <p:cNvSpPr/>
            <p:nvPr/>
          </p:nvSpPr>
          <p:spPr>
            <a:xfrm>
              <a:off x="6671900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7" name="pt1336"/>
            <p:cNvSpPr/>
            <p:nvPr/>
          </p:nvSpPr>
          <p:spPr>
            <a:xfrm>
              <a:off x="6576611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8" name="pt1337"/>
            <p:cNvSpPr/>
            <p:nvPr/>
          </p:nvSpPr>
          <p:spPr>
            <a:xfrm>
              <a:off x="6663346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9" name="pt1338"/>
            <p:cNvSpPr/>
            <p:nvPr/>
          </p:nvSpPr>
          <p:spPr>
            <a:xfrm>
              <a:off x="6521320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0" name="pt1339"/>
            <p:cNvSpPr/>
            <p:nvPr/>
          </p:nvSpPr>
          <p:spPr>
            <a:xfrm>
              <a:off x="6509949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1" name="pt1340"/>
            <p:cNvSpPr/>
            <p:nvPr/>
          </p:nvSpPr>
          <p:spPr>
            <a:xfrm>
              <a:off x="6592407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2" name="pt1341"/>
            <p:cNvSpPr/>
            <p:nvPr/>
          </p:nvSpPr>
          <p:spPr>
            <a:xfrm>
              <a:off x="6729523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3" name="pt1342"/>
            <p:cNvSpPr/>
            <p:nvPr/>
          </p:nvSpPr>
          <p:spPr>
            <a:xfrm>
              <a:off x="6774468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4" name="pt1343"/>
            <p:cNvSpPr/>
            <p:nvPr/>
          </p:nvSpPr>
          <p:spPr>
            <a:xfrm>
              <a:off x="6561415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5" name="pt1344"/>
            <p:cNvSpPr/>
            <p:nvPr/>
          </p:nvSpPr>
          <p:spPr>
            <a:xfrm>
              <a:off x="6520615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6" name="pt1345"/>
            <p:cNvSpPr/>
            <p:nvPr/>
          </p:nvSpPr>
          <p:spPr>
            <a:xfrm>
              <a:off x="6635859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7" name="pt1346"/>
            <p:cNvSpPr/>
            <p:nvPr/>
          </p:nvSpPr>
          <p:spPr>
            <a:xfrm>
              <a:off x="6537186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8" name="pt1347"/>
            <p:cNvSpPr/>
            <p:nvPr/>
          </p:nvSpPr>
          <p:spPr>
            <a:xfrm>
              <a:off x="6691049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9" name="pt1348"/>
            <p:cNvSpPr/>
            <p:nvPr/>
          </p:nvSpPr>
          <p:spPr>
            <a:xfrm>
              <a:off x="6622278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0" name="pt1349"/>
            <p:cNvSpPr/>
            <p:nvPr/>
          </p:nvSpPr>
          <p:spPr>
            <a:xfrm>
              <a:off x="6762678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1" name="pt1350"/>
            <p:cNvSpPr/>
            <p:nvPr/>
          </p:nvSpPr>
          <p:spPr>
            <a:xfrm>
              <a:off x="6774846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2" name="pt1351"/>
            <p:cNvSpPr/>
            <p:nvPr/>
          </p:nvSpPr>
          <p:spPr>
            <a:xfrm>
              <a:off x="6593088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3" name="pt1352"/>
            <p:cNvSpPr/>
            <p:nvPr/>
          </p:nvSpPr>
          <p:spPr>
            <a:xfrm>
              <a:off x="6753497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4" name="pt1353"/>
            <p:cNvSpPr/>
            <p:nvPr/>
          </p:nvSpPr>
          <p:spPr>
            <a:xfrm>
              <a:off x="6598214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5" name="pt1354"/>
            <p:cNvSpPr/>
            <p:nvPr/>
          </p:nvSpPr>
          <p:spPr>
            <a:xfrm>
              <a:off x="6638644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6" name="pt1355"/>
            <p:cNvSpPr/>
            <p:nvPr/>
          </p:nvSpPr>
          <p:spPr>
            <a:xfrm>
              <a:off x="6549856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7" name="pt1356"/>
            <p:cNvSpPr/>
            <p:nvPr/>
          </p:nvSpPr>
          <p:spPr>
            <a:xfrm>
              <a:off x="6603127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8" name="pt1357"/>
            <p:cNvSpPr/>
            <p:nvPr/>
          </p:nvSpPr>
          <p:spPr>
            <a:xfrm>
              <a:off x="6623099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9" name="pt1358"/>
            <p:cNvSpPr/>
            <p:nvPr/>
          </p:nvSpPr>
          <p:spPr>
            <a:xfrm>
              <a:off x="6562714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0" name="pt1359"/>
            <p:cNvSpPr/>
            <p:nvPr/>
          </p:nvSpPr>
          <p:spPr>
            <a:xfrm>
              <a:off x="6574642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1" name="pt1360"/>
            <p:cNvSpPr/>
            <p:nvPr/>
          </p:nvSpPr>
          <p:spPr>
            <a:xfrm>
              <a:off x="6675072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2" name="pt1361"/>
            <p:cNvSpPr/>
            <p:nvPr/>
          </p:nvSpPr>
          <p:spPr>
            <a:xfrm>
              <a:off x="6583145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3" name="pt1362"/>
            <p:cNvSpPr/>
            <p:nvPr/>
          </p:nvSpPr>
          <p:spPr>
            <a:xfrm>
              <a:off x="6587694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4" name="pt1363"/>
            <p:cNvSpPr/>
            <p:nvPr/>
          </p:nvSpPr>
          <p:spPr>
            <a:xfrm>
              <a:off x="6550304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5" name="pt1364"/>
            <p:cNvSpPr/>
            <p:nvPr/>
          </p:nvSpPr>
          <p:spPr>
            <a:xfrm>
              <a:off x="6521790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6" name="pt1365"/>
            <p:cNvSpPr/>
            <p:nvPr/>
          </p:nvSpPr>
          <p:spPr>
            <a:xfrm>
              <a:off x="6659561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7" name="pt1366"/>
            <p:cNvSpPr/>
            <p:nvPr/>
          </p:nvSpPr>
          <p:spPr>
            <a:xfrm>
              <a:off x="6685215" y="44277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8" name="pt1367"/>
            <p:cNvSpPr/>
            <p:nvPr/>
          </p:nvSpPr>
          <p:spPr>
            <a:xfrm>
              <a:off x="6637759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9" name="pt1368"/>
            <p:cNvSpPr/>
            <p:nvPr/>
          </p:nvSpPr>
          <p:spPr>
            <a:xfrm>
              <a:off x="6566988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0" name="pt1369"/>
            <p:cNvSpPr/>
            <p:nvPr/>
          </p:nvSpPr>
          <p:spPr>
            <a:xfrm>
              <a:off x="6699864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1" name="pt1370"/>
            <p:cNvSpPr/>
            <p:nvPr/>
          </p:nvSpPr>
          <p:spPr>
            <a:xfrm>
              <a:off x="6748041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2" name="pt1371"/>
            <p:cNvSpPr/>
            <p:nvPr/>
          </p:nvSpPr>
          <p:spPr>
            <a:xfrm>
              <a:off x="6489142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3" name="pt1372"/>
            <p:cNvSpPr/>
            <p:nvPr/>
          </p:nvSpPr>
          <p:spPr>
            <a:xfrm>
              <a:off x="6497899" y="44646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4" name="pt1373"/>
            <p:cNvSpPr/>
            <p:nvPr/>
          </p:nvSpPr>
          <p:spPr>
            <a:xfrm>
              <a:off x="6754370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5" name="pt1374"/>
            <p:cNvSpPr/>
            <p:nvPr/>
          </p:nvSpPr>
          <p:spPr>
            <a:xfrm>
              <a:off x="6654402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6" name="pt1375"/>
            <p:cNvSpPr/>
            <p:nvPr/>
          </p:nvSpPr>
          <p:spPr>
            <a:xfrm>
              <a:off x="6703613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7" name="pt1376"/>
            <p:cNvSpPr/>
            <p:nvPr/>
          </p:nvSpPr>
          <p:spPr>
            <a:xfrm>
              <a:off x="6555700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8" name="pt1377"/>
            <p:cNvSpPr/>
            <p:nvPr/>
          </p:nvSpPr>
          <p:spPr>
            <a:xfrm>
              <a:off x="6708606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9" name="pt1378"/>
            <p:cNvSpPr/>
            <p:nvPr/>
          </p:nvSpPr>
          <p:spPr>
            <a:xfrm>
              <a:off x="6543457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0" name="pt1379"/>
            <p:cNvSpPr/>
            <p:nvPr/>
          </p:nvSpPr>
          <p:spPr>
            <a:xfrm>
              <a:off x="6592456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1" name="pt1380"/>
            <p:cNvSpPr/>
            <p:nvPr/>
          </p:nvSpPr>
          <p:spPr>
            <a:xfrm>
              <a:off x="6623395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2" name="pt1381"/>
            <p:cNvSpPr/>
            <p:nvPr/>
          </p:nvSpPr>
          <p:spPr>
            <a:xfrm>
              <a:off x="6727474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3" name="pt1382"/>
            <p:cNvSpPr/>
            <p:nvPr/>
          </p:nvSpPr>
          <p:spPr>
            <a:xfrm>
              <a:off x="6570954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4" name="pt1383"/>
            <p:cNvSpPr/>
            <p:nvPr/>
          </p:nvSpPr>
          <p:spPr>
            <a:xfrm>
              <a:off x="6576517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5" name="pt1384"/>
            <p:cNvSpPr/>
            <p:nvPr/>
          </p:nvSpPr>
          <p:spPr>
            <a:xfrm>
              <a:off x="6711248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6" name="pt1385"/>
            <p:cNvSpPr/>
            <p:nvPr/>
          </p:nvSpPr>
          <p:spPr>
            <a:xfrm>
              <a:off x="6560386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7" name="pt1386"/>
            <p:cNvSpPr/>
            <p:nvPr/>
          </p:nvSpPr>
          <p:spPr>
            <a:xfrm>
              <a:off x="6771078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8" name="pt1387"/>
            <p:cNvSpPr/>
            <p:nvPr/>
          </p:nvSpPr>
          <p:spPr>
            <a:xfrm>
              <a:off x="6591731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9" name="pt1388"/>
            <p:cNvSpPr/>
            <p:nvPr/>
          </p:nvSpPr>
          <p:spPr>
            <a:xfrm>
              <a:off x="6762949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0" name="pt1389"/>
            <p:cNvSpPr/>
            <p:nvPr/>
          </p:nvSpPr>
          <p:spPr>
            <a:xfrm>
              <a:off x="6594846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1" name="pt1390"/>
            <p:cNvSpPr/>
            <p:nvPr/>
          </p:nvSpPr>
          <p:spPr>
            <a:xfrm>
              <a:off x="6526488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2" name="pt1391"/>
            <p:cNvSpPr/>
            <p:nvPr/>
          </p:nvSpPr>
          <p:spPr>
            <a:xfrm>
              <a:off x="6684886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3" name="pt1392"/>
            <p:cNvSpPr/>
            <p:nvPr/>
          </p:nvSpPr>
          <p:spPr>
            <a:xfrm>
              <a:off x="6548324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4" name="pt1393"/>
            <p:cNvSpPr/>
            <p:nvPr/>
          </p:nvSpPr>
          <p:spPr>
            <a:xfrm>
              <a:off x="6718841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5" name="pt1394"/>
            <p:cNvSpPr/>
            <p:nvPr/>
          </p:nvSpPr>
          <p:spPr>
            <a:xfrm>
              <a:off x="6735229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6" name="pt1395"/>
            <p:cNvSpPr/>
            <p:nvPr/>
          </p:nvSpPr>
          <p:spPr>
            <a:xfrm>
              <a:off x="6488630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7" name="pt1396"/>
            <p:cNvSpPr/>
            <p:nvPr/>
          </p:nvSpPr>
          <p:spPr>
            <a:xfrm>
              <a:off x="6731720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8" name="pt1397"/>
            <p:cNvSpPr/>
            <p:nvPr/>
          </p:nvSpPr>
          <p:spPr>
            <a:xfrm>
              <a:off x="6660899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9" name="pt1398"/>
            <p:cNvSpPr/>
            <p:nvPr/>
          </p:nvSpPr>
          <p:spPr>
            <a:xfrm>
              <a:off x="6762023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0" name="pt1399"/>
            <p:cNvSpPr/>
            <p:nvPr/>
          </p:nvSpPr>
          <p:spPr>
            <a:xfrm>
              <a:off x="6511462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1" name="pt1400"/>
            <p:cNvSpPr/>
            <p:nvPr/>
          </p:nvSpPr>
          <p:spPr>
            <a:xfrm>
              <a:off x="6512518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2" name="pt1401"/>
            <p:cNvSpPr/>
            <p:nvPr/>
          </p:nvSpPr>
          <p:spPr>
            <a:xfrm>
              <a:off x="6676706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3" name="pt1402"/>
            <p:cNvSpPr/>
            <p:nvPr/>
          </p:nvSpPr>
          <p:spPr>
            <a:xfrm>
              <a:off x="6755665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4" name="pt1403"/>
            <p:cNvSpPr/>
            <p:nvPr/>
          </p:nvSpPr>
          <p:spPr>
            <a:xfrm>
              <a:off x="6663964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5" name="pt1404"/>
            <p:cNvSpPr/>
            <p:nvPr/>
          </p:nvSpPr>
          <p:spPr>
            <a:xfrm>
              <a:off x="6613363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6" name="pt1405"/>
            <p:cNvSpPr/>
            <p:nvPr/>
          </p:nvSpPr>
          <p:spPr>
            <a:xfrm>
              <a:off x="6627790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7" name="pt1406"/>
            <p:cNvSpPr/>
            <p:nvPr/>
          </p:nvSpPr>
          <p:spPr>
            <a:xfrm>
              <a:off x="6721180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8" name="pt1407"/>
            <p:cNvSpPr/>
            <p:nvPr/>
          </p:nvSpPr>
          <p:spPr>
            <a:xfrm>
              <a:off x="6781791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9" name="pt1408"/>
            <p:cNvSpPr/>
            <p:nvPr/>
          </p:nvSpPr>
          <p:spPr>
            <a:xfrm>
              <a:off x="6650704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0" name="pt1409"/>
            <p:cNvSpPr/>
            <p:nvPr/>
          </p:nvSpPr>
          <p:spPr>
            <a:xfrm>
              <a:off x="6591275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1" name="pt1410"/>
            <p:cNvSpPr/>
            <p:nvPr/>
          </p:nvSpPr>
          <p:spPr>
            <a:xfrm>
              <a:off x="6548706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2" name="pt1411"/>
            <p:cNvSpPr/>
            <p:nvPr/>
          </p:nvSpPr>
          <p:spPr>
            <a:xfrm>
              <a:off x="6608959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3" name="pt1412"/>
            <p:cNvSpPr/>
            <p:nvPr/>
          </p:nvSpPr>
          <p:spPr>
            <a:xfrm>
              <a:off x="6706242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4" name="pt1413"/>
            <p:cNvSpPr/>
            <p:nvPr/>
          </p:nvSpPr>
          <p:spPr>
            <a:xfrm>
              <a:off x="6766357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5" name="pt1414"/>
            <p:cNvSpPr/>
            <p:nvPr/>
          </p:nvSpPr>
          <p:spPr>
            <a:xfrm>
              <a:off x="6586554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6" name="pt1415"/>
            <p:cNvSpPr/>
            <p:nvPr/>
          </p:nvSpPr>
          <p:spPr>
            <a:xfrm>
              <a:off x="6547640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7" name="pt1416"/>
            <p:cNvSpPr/>
            <p:nvPr/>
          </p:nvSpPr>
          <p:spPr>
            <a:xfrm>
              <a:off x="6540202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8" name="pt1417"/>
            <p:cNvSpPr/>
            <p:nvPr/>
          </p:nvSpPr>
          <p:spPr>
            <a:xfrm>
              <a:off x="6655068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9" name="pt1418"/>
            <p:cNvSpPr/>
            <p:nvPr/>
          </p:nvSpPr>
          <p:spPr>
            <a:xfrm>
              <a:off x="6593161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0" name="pt1419"/>
            <p:cNvSpPr/>
            <p:nvPr/>
          </p:nvSpPr>
          <p:spPr>
            <a:xfrm>
              <a:off x="6506099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1" name="pt1420"/>
            <p:cNvSpPr/>
            <p:nvPr/>
          </p:nvSpPr>
          <p:spPr>
            <a:xfrm>
              <a:off x="6727858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2" name="pt1421"/>
            <p:cNvSpPr/>
            <p:nvPr/>
          </p:nvSpPr>
          <p:spPr>
            <a:xfrm>
              <a:off x="6644123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3" name="pt1422"/>
            <p:cNvSpPr/>
            <p:nvPr/>
          </p:nvSpPr>
          <p:spPr>
            <a:xfrm>
              <a:off x="6614657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4" name="pt1423"/>
            <p:cNvSpPr/>
            <p:nvPr/>
          </p:nvSpPr>
          <p:spPr>
            <a:xfrm>
              <a:off x="6526829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5" name="pt1424"/>
            <p:cNvSpPr/>
            <p:nvPr/>
          </p:nvSpPr>
          <p:spPr>
            <a:xfrm>
              <a:off x="6696344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6" name="pt1425"/>
            <p:cNvSpPr/>
            <p:nvPr/>
          </p:nvSpPr>
          <p:spPr>
            <a:xfrm>
              <a:off x="6574595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7" name="pt1426"/>
            <p:cNvSpPr/>
            <p:nvPr/>
          </p:nvSpPr>
          <p:spPr>
            <a:xfrm>
              <a:off x="6780101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8" name="pt1427"/>
            <p:cNvSpPr/>
            <p:nvPr/>
          </p:nvSpPr>
          <p:spPr>
            <a:xfrm>
              <a:off x="6764714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9" name="pt1428"/>
            <p:cNvSpPr/>
            <p:nvPr/>
          </p:nvSpPr>
          <p:spPr>
            <a:xfrm>
              <a:off x="6735220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0" name="pt1429"/>
            <p:cNvSpPr/>
            <p:nvPr/>
          </p:nvSpPr>
          <p:spPr>
            <a:xfrm>
              <a:off x="6766284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1" name="pt1430"/>
            <p:cNvSpPr/>
            <p:nvPr/>
          </p:nvSpPr>
          <p:spPr>
            <a:xfrm>
              <a:off x="6649323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2" name="pt1431"/>
            <p:cNvSpPr/>
            <p:nvPr/>
          </p:nvSpPr>
          <p:spPr>
            <a:xfrm>
              <a:off x="6547672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3" name="pt1432"/>
            <p:cNvSpPr/>
            <p:nvPr/>
          </p:nvSpPr>
          <p:spPr>
            <a:xfrm>
              <a:off x="6621065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4" name="pt1433"/>
            <p:cNvSpPr/>
            <p:nvPr/>
          </p:nvSpPr>
          <p:spPr>
            <a:xfrm>
              <a:off x="6686005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5" name="pt1434"/>
            <p:cNvSpPr/>
            <p:nvPr/>
          </p:nvSpPr>
          <p:spPr>
            <a:xfrm>
              <a:off x="6735779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6" name="pt1435"/>
            <p:cNvSpPr/>
            <p:nvPr/>
          </p:nvSpPr>
          <p:spPr>
            <a:xfrm>
              <a:off x="6523229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7" name="pt1436"/>
            <p:cNvSpPr/>
            <p:nvPr/>
          </p:nvSpPr>
          <p:spPr>
            <a:xfrm>
              <a:off x="6626896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8" name="pt1437"/>
            <p:cNvSpPr/>
            <p:nvPr/>
          </p:nvSpPr>
          <p:spPr>
            <a:xfrm>
              <a:off x="6737079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9" name="pt1438"/>
            <p:cNvSpPr/>
            <p:nvPr/>
          </p:nvSpPr>
          <p:spPr>
            <a:xfrm>
              <a:off x="6676769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0" name="pt1439"/>
            <p:cNvSpPr/>
            <p:nvPr/>
          </p:nvSpPr>
          <p:spPr>
            <a:xfrm>
              <a:off x="6632675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1" name="pt1440"/>
            <p:cNvSpPr/>
            <p:nvPr/>
          </p:nvSpPr>
          <p:spPr>
            <a:xfrm>
              <a:off x="6527269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2" name="pt1441"/>
            <p:cNvSpPr/>
            <p:nvPr/>
          </p:nvSpPr>
          <p:spPr>
            <a:xfrm>
              <a:off x="6535897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3" name="pt1442"/>
            <p:cNvSpPr/>
            <p:nvPr/>
          </p:nvSpPr>
          <p:spPr>
            <a:xfrm>
              <a:off x="6739071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4" name="pt1443"/>
            <p:cNvSpPr/>
            <p:nvPr/>
          </p:nvSpPr>
          <p:spPr>
            <a:xfrm>
              <a:off x="6735020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5" name="pt1444"/>
            <p:cNvSpPr/>
            <p:nvPr/>
          </p:nvSpPr>
          <p:spPr>
            <a:xfrm>
              <a:off x="6596276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6" name="pt1445"/>
            <p:cNvSpPr/>
            <p:nvPr/>
          </p:nvSpPr>
          <p:spPr>
            <a:xfrm>
              <a:off x="6521004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7" name="pt1446"/>
            <p:cNvSpPr/>
            <p:nvPr/>
          </p:nvSpPr>
          <p:spPr>
            <a:xfrm>
              <a:off x="6545599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8" name="pt1447"/>
            <p:cNvSpPr/>
            <p:nvPr/>
          </p:nvSpPr>
          <p:spPr>
            <a:xfrm>
              <a:off x="6515328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9" name="pt1448"/>
            <p:cNvSpPr/>
            <p:nvPr/>
          </p:nvSpPr>
          <p:spPr>
            <a:xfrm>
              <a:off x="6508018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0" name="pt1449"/>
            <p:cNvSpPr/>
            <p:nvPr/>
          </p:nvSpPr>
          <p:spPr>
            <a:xfrm>
              <a:off x="6742628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1" name="pt1450"/>
            <p:cNvSpPr/>
            <p:nvPr/>
          </p:nvSpPr>
          <p:spPr>
            <a:xfrm>
              <a:off x="6620773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2" name="pt1451"/>
            <p:cNvSpPr/>
            <p:nvPr/>
          </p:nvSpPr>
          <p:spPr>
            <a:xfrm>
              <a:off x="6778225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3" name="pt1452"/>
            <p:cNvSpPr/>
            <p:nvPr/>
          </p:nvSpPr>
          <p:spPr>
            <a:xfrm>
              <a:off x="6752361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4" name="pt1453"/>
            <p:cNvSpPr/>
            <p:nvPr/>
          </p:nvSpPr>
          <p:spPr>
            <a:xfrm>
              <a:off x="6718631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5" name="pt1454"/>
            <p:cNvSpPr/>
            <p:nvPr/>
          </p:nvSpPr>
          <p:spPr>
            <a:xfrm>
              <a:off x="6547529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6" name="pt1455"/>
            <p:cNvSpPr/>
            <p:nvPr/>
          </p:nvSpPr>
          <p:spPr>
            <a:xfrm>
              <a:off x="6494510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7" name="pt1456"/>
            <p:cNvSpPr/>
            <p:nvPr/>
          </p:nvSpPr>
          <p:spPr>
            <a:xfrm>
              <a:off x="6639629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8" name="pt1457"/>
            <p:cNvSpPr/>
            <p:nvPr/>
          </p:nvSpPr>
          <p:spPr>
            <a:xfrm>
              <a:off x="6733012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9" name="pt1458"/>
            <p:cNvSpPr/>
            <p:nvPr/>
          </p:nvSpPr>
          <p:spPr>
            <a:xfrm>
              <a:off x="6491349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0" name="pt1459"/>
            <p:cNvSpPr/>
            <p:nvPr/>
          </p:nvSpPr>
          <p:spPr>
            <a:xfrm>
              <a:off x="6530188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1" name="pt1460"/>
            <p:cNvSpPr/>
            <p:nvPr/>
          </p:nvSpPr>
          <p:spPr>
            <a:xfrm>
              <a:off x="6721651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2" name="pt1461"/>
            <p:cNvSpPr/>
            <p:nvPr/>
          </p:nvSpPr>
          <p:spPr>
            <a:xfrm>
              <a:off x="6669179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3" name="pt1462"/>
            <p:cNvSpPr/>
            <p:nvPr/>
          </p:nvSpPr>
          <p:spPr>
            <a:xfrm>
              <a:off x="6698001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4" name="pt1463"/>
            <p:cNvSpPr/>
            <p:nvPr/>
          </p:nvSpPr>
          <p:spPr>
            <a:xfrm>
              <a:off x="6639777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5" name="pt1464"/>
            <p:cNvSpPr/>
            <p:nvPr/>
          </p:nvSpPr>
          <p:spPr>
            <a:xfrm>
              <a:off x="6670908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6" name="pl1465"/>
            <p:cNvSpPr/>
            <p:nvPr/>
          </p:nvSpPr>
          <p:spPr>
            <a:xfrm>
              <a:off x="4613605" y="4455674"/>
              <a:ext cx="0" cy="509588"/>
            </a:xfrm>
            <a:custGeom>
              <a:avLst/>
              <a:pathLst>
                <a:path w="0" h="509588">
                  <a:moveTo>
                    <a:pt x="0" y="50958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l1466"/>
            <p:cNvSpPr/>
            <p:nvPr/>
          </p:nvSpPr>
          <p:spPr>
            <a:xfrm>
              <a:off x="4613605" y="5918258"/>
              <a:ext cx="0" cy="273000"/>
            </a:xfrm>
            <a:custGeom>
              <a:avLst/>
              <a:pathLst>
                <a:path w="0" h="273000">
                  <a:moveTo>
                    <a:pt x="0" y="0"/>
                  </a:moveTo>
                  <a:lnTo>
                    <a:pt x="0" y="27300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g1467"/>
            <p:cNvSpPr/>
            <p:nvPr/>
          </p:nvSpPr>
          <p:spPr>
            <a:xfrm>
              <a:off x="4465447" y="4965262"/>
              <a:ext cx="296315" cy="952996"/>
            </a:xfrm>
            <a:custGeom>
              <a:avLst/>
              <a:pathLst>
                <a:path w="296315" h="952996">
                  <a:moveTo>
                    <a:pt x="0" y="0"/>
                  </a:moveTo>
                  <a:lnTo>
                    <a:pt x="0" y="952996"/>
                  </a:lnTo>
                  <a:lnTo>
                    <a:pt x="296315" y="952996"/>
                  </a:lnTo>
                  <a:lnTo>
                    <a:pt x="296315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9" name="pl1468"/>
            <p:cNvSpPr/>
            <p:nvPr/>
          </p:nvSpPr>
          <p:spPr>
            <a:xfrm>
              <a:off x="4465447" y="5395567"/>
              <a:ext cx="296315" cy="0"/>
            </a:xfrm>
            <a:custGeom>
              <a:avLst/>
              <a:pathLst>
                <a:path w="296315" h="0">
                  <a:moveTo>
                    <a:pt x="0" y="0"/>
                  </a:moveTo>
                  <a:lnTo>
                    <a:pt x="296315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0" name="pl1469"/>
            <p:cNvSpPr/>
            <p:nvPr/>
          </p:nvSpPr>
          <p:spPr>
            <a:xfrm>
              <a:off x="5640558" y="4455674"/>
              <a:ext cx="0" cy="65904"/>
            </a:xfrm>
            <a:custGeom>
              <a:avLst/>
              <a:pathLst>
                <a:path w="0" h="65904">
                  <a:moveTo>
                    <a:pt x="0" y="6590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l1470"/>
            <p:cNvSpPr/>
            <p:nvPr/>
          </p:nvSpPr>
          <p:spPr>
            <a:xfrm>
              <a:off x="5640558" y="5072840"/>
              <a:ext cx="0" cy="823722"/>
            </a:xfrm>
            <a:custGeom>
              <a:avLst/>
              <a:pathLst>
                <a:path w="0" h="823722">
                  <a:moveTo>
                    <a:pt x="0" y="0"/>
                  </a:moveTo>
                  <a:lnTo>
                    <a:pt x="0" y="823722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g1471"/>
            <p:cNvSpPr/>
            <p:nvPr/>
          </p:nvSpPr>
          <p:spPr>
            <a:xfrm>
              <a:off x="5492400" y="4521578"/>
              <a:ext cx="296315" cy="551261"/>
            </a:xfrm>
            <a:custGeom>
              <a:avLst/>
              <a:pathLst>
                <a:path w="296315" h="551261">
                  <a:moveTo>
                    <a:pt x="0" y="0"/>
                  </a:moveTo>
                  <a:lnTo>
                    <a:pt x="0" y="551261"/>
                  </a:lnTo>
                  <a:lnTo>
                    <a:pt x="296315" y="551261"/>
                  </a:lnTo>
                  <a:lnTo>
                    <a:pt x="296315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3" name="pl1472"/>
            <p:cNvSpPr/>
            <p:nvPr/>
          </p:nvSpPr>
          <p:spPr>
            <a:xfrm>
              <a:off x="5492400" y="4726176"/>
              <a:ext cx="296315" cy="0"/>
            </a:xfrm>
            <a:custGeom>
              <a:avLst/>
              <a:pathLst>
                <a:path w="296315" h="0">
                  <a:moveTo>
                    <a:pt x="0" y="0"/>
                  </a:moveTo>
                  <a:lnTo>
                    <a:pt x="296315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4" name="pl1473"/>
            <p:cNvSpPr/>
            <p:nvPr/>
          </p:nvSpPr>
          <p:spPr>
            <a:xfrm>
              <a:off x="6667510" y="445567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l1474"/>
            <p:cNvSpPr/>
            <p:nvPr/>
          </p:nvSpPr>
          <p:spPr>
            <a:xfrm>
              <a:off x="6667510" y="445567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g1475"/>
            <p:cNvSpPr/>
            <p:nvPr/>
          </p:nvSpPr>
          <p:spPr>
            <a:xfrm>
              <a:off x="6519352" y="4455674"/>
              <a:ext cx="296315" cy="0"/>
            </a:xfrm>
            <a:custGeom>
              <a:avLst/>
              <a:pathLst>
                <a:path w="296315" h="0">
                  <a:moveTo>
                    <a:pt x="0" y="0"/>
                  </a:moveTo>
                  <a:lnTo>
                    <a:pt x="296315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7" name="pl1476"/>
            <p:cNvSpPr/>
            <p:nvPr/>
          </p:nvSpPr>
          <p:spPr>
            <a:xfrm>
              <a:off x="6519352" y="4455674"/>
              <a:ext cx="296315" cy="0"/>
            </a:xfrm>
            <a:custGeom>
              <a:avLst/>
              <a:pathLst>
                <a:path w="296315" h="0">
                  <a:moveTo>
                    <a:pt x="0" y="0"/>
                  </a:moveTo>
                  <a:lnTo>
                    <a:pt x="296315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8" name="pg1477"/>
            <p:cNvSpPr/>
            <p:nvPr/>
          </p:nvSpPr>
          <p:spPr>
            <a:xfrm>
              <a:off x="4608942" y="4262411"/>
              <a:ext cx="2089026" cy="1262011"/>
            </a:xfrm>
            <a:custGeom>
              <a:avLst/>
              <a:pathLst>
                <a:path w="2089026" h="1262011">
                  <a:moveTo>
                    <a:pt x="0" y="1016354"/>
                  </a:moveTo>
                  <a:lnTo>
                    <a:pt x="459289" y="830557"/>
                  </a:lnTo>
                  <a:lnTo>
                    <a:pt x="1051921" y="556988"/>
                  </a:lnTo>
                  <a:lnTo>
                    <a:pt x="1496395" y="325580"/>
                  </a:lnTo>
                  <a:lnTo>
                    <a:pt x="2089026" y="0"/>
                  </a:lnTo>
                  <a:lnTo>
                    <a:pt x="2089026" y="335480"/>
                  </a:lnTo>
                  <a:lnTo>
                    <a:pt x="1496395" y="561073"/>
                  </a:lnTo>
                  <a:lnTo>
                    <a:pt x="1051921" y="743045"/>
                  </a:lnTo>
                  <a:lnTo>
                    <a:pt x="459289" y="1020649"/>
                  </a:lnTo>
                  <a:lnTo>
                    <a:pt x="0" y="1262011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479" name="pl1478"/>
            <p:cNvSpPr/>
            <p:nvPr/>
          </p:nvSpPr>
          <p:spPr>
            <a:xfrm>
              <a:off x="4608942" y="4262411"/>
              <a:ext cx="2089026" cy="1016354"/>
            </a:xfrm>
            <a:custGeom>
              <a:avLst/>
              <a:pathLst>
                <a:path w="2089026" h="1016354">
                  <a:moveTo>
                    <a:pt x="0" y="1016354"/>
                  </a:moveTo>
                  <a:lnTo>
                    <a:pt x="459289" y="830557"/>
                  </a:lnTo>
                  <a:lnTo>
                    <a:pt x="1051921" y="556988"/>
                  </a:lnTo>
                  <a:lnTo>
                    <a:pt x="1496395" y="325580"/>
                  </a:lnTo>
                  <a:lnTo>
                    <a:pt x="208902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80" name="pl1479"/>
            <p:cNvSpPr/>
            <p:nvPr/>
          </p:nvSpPr>
          <p:spPr>
            <a:xfrm>
              <a:off x="4608942" y="4597892"/>
              <a:ext cx="2089026" cy="926530"/>
            </a:xfrm>
            <a:custGeom>
              <a:avLst/>
              <a:pathLst>
                <a:path w="2089026" h="926530">
                  <a:moveTo>
                    <a:pt x="2089026" y="0"/>
                  </a:moveTo>
                  <a:lnTo>
                    <a:pt x="1496395" y="225592"/>
                  </a:lnTo>
                  <a:lnTo>
                    <a:pt x="1051921" y="407564"/>
                  </a:lnTo>
                  <a:lnTo>
                    <a:pt x="459289" y="685168"/>
                  </a:lnTo>
                  <a:lnTo>
                    <a:pt x="0" y="9265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81" name="pl1480"/>
            <p:cNvSpPr/>
            <p:nvPr/>
          </p:nvSpPr>
          <p:spPr>
            <a:xfrm>
              <a:off x="4608942" y="4430152"/>
              <a:ext cx="2089026" cy="971442"/>
            </a:xfrm>
            <a:custGeom>
              <a:avLst/>
              <a:pathLst>
                <a:path w="2089026" h="971442">
                  <a:moveTo>
                    <a:pt x="0" y="971442"/>
                  </a:moveTo>
                  <a:lnTo>
                    <a:pt x="459289" y="757862"/>
                  </a:lnTo>
                  <a:lnTo>
                    <a:pt x="1051921" y="482276"/>
                  </a:lnTo>
                  <a:lnTo>
                    <a:pt x="1496395" y="275586"/>
                  </a:lnTo>
                  <a:lnTo>
                    <a:pt x="2089026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tx1481"/>
            <p:cNvSpPr/>
            <p:nvPr/>
          </p:nvSpPr>
          <p:spPr>
            <a:xfrm>
              <a:off x="4613605" y="4360865"/>
              <a:ext cx="762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1483" name="tx1482"/>
            <p:cNvSpPr/>
            <p:nvPr/>
          </p:nvSpPr>
          <p:spPr>
            <a:xfrm>
              <a:off x="4702471" y="4360865"/>
              <a:ext cx="2542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1484" name="tx1483"/>
            <p:cNvSpPr/>
            <p:nvPr/>
          </p:nvSpPr>
          <p:spPr>
            <a:xfrm>
              <a:off x="4740195" y="436086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1485" name="tx1484"/>
            <p:cNvSpPr/>
            <p:nvPr/>
          </p:nvSpPr>
          <p:spPr>
            <a:xfrm>
              <a:off x="4812976" y="436086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486" name="tx1485"/>
            <p:cNvSpPr/>
            <p:nvPr/>
          </p:nvSpPr>
          <p:spPr>
            <a:xfrm>
              <a:off x="4885717" y="436086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487" name="tx1486"/>
            <p:cNvSpPr/>
            <p:nvPr/>
          </p:nvSpPr>
          <p:spPr>
            <a:xfrm>
              <a:off x="4958430" y="4360865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= 0.397</a:t>
              </a:r>
            </a:p>
          </p:txBody>
        </p:sp>
        <p:sp>
          <p:nvSpPr>
            <p:cNvPr id="1488" name="tx1487"/>
            <p:cNvSpPr/>
            <p:nvPr/>
          </p:nvSpPr>
          <p:spPr>
            <a:xfrm>
              <a:off x="5374573" y="4360865"/>
              <a:ext cx="634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1489" name="tx1488"/>
            <p:cNvSpPr/>
            <p:nvPr/>
          </p:nvSpPr>
          <p:spPr>
            <a:xfrm>
              <a:off x="5438033" y="436086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490" name="tx1489"/>
            <p:cNvSpPr/>
            <p:nvPr/>
          </p:nvSpPr>
          <p:spPr>
            <a:xfrm>
              <a:off x="5510773" y="4360865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&lt; 0.001</a:t>
              </a:r>
            </a:p>
          </p:txBody>
        </p:sp>
        <p:sp>
          <p:nvSpPr>
            <p:cNvPr id="1491" name="rc1490"/>
            <p:cNvSpPr/>
            <p:nvPr/>
          </p:nvSpPr>
          <p:spPr>
            <a:xfrm>
              <a:off x="4347936" y="3934998"/>
              <a:ext cx="2585243" cy="236907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492" name="pl1491"/>
            <p:cNvSpPr/>
            <p:nvPr/>
          </p:nvSpPr>
          <p:spPr>
            <a:xfrm>
              <a:off x="4347936" y="3934998"/>
              <a:ext cx="0" cy="2369073"/>
            </a:xfrm>
            <a:custGeom>
              <a:avLst/>
              <a:pathLst>
                <a:path w="0" h="2369073">
                  <a:moveTo>
                    <a:pt x="0" y="236907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tx1492"/>
            <p:cNvSpPr/>
            <p:nvPr/>
          </p:nvSpPr>
          <p:spPr>
            <a:xfrm>
              <a:off x="4098908" y="6154820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494" name="tx1493"/>
            <p:cNvSpPr/>
            <p:nvPr/>
          </p:nvSpPr>
          <p:spPr>
            <a:xfrm>
              <a:off x="4098908" y="5720924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495" name="tx1494"/>
            <p:cNvSpPr/>
            <p:nvPr/>
          </p:nvSpPr>
          <p:spPr>
            <a:xfrm>
              <a:off x="4098908" y="5287028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496" name="tx1495"/>
            <p:cNvSpPr/>
            <p:nvPr/>
          </p:nvSpPr>
          <p:spPr>
            <a:xfrm>
              <a:off x="4098908" y="4853131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497" name="tx1496"/>
            <p:cNvSpPr/>
            <p:nvPr/>
          </p:nvSpPr>
          <p:spPr>
            <a:xfrm>
              <a:off x="4098908" y="4419235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498" name="pl1497"/>
            <p:cNvSpPr/>
            <p:nvPr/>
          </p:nvSpPr>
          <p:spPr>
            <a:xfrm>
              <a:off x="4319468" y="619125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l1498"/>
            <p:cNvSpPr/>
            <p:nvPr/>
          </p:nvSpPr>
          <p:spPr>
            <a:xfrm>
              <a:off x="4319468" y="575736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l1499"/>
            <p:cNvSpPr/>
            <p:nvPr/>
          </p:nvSpPr>
          <p:spPr>
            <a:xfrm>
              <a:off x="4319468" y="532346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l1500"/>
            <p:cNvSpPr/>
            <p:nvPr/>
          </p:nvSpPr>
          <p:spPr>
            <a:xfrm>
              <a:off x="4319468" y="488957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l1501"/>
            <p:cNvSpPr/>
            <p:nvPr/>
          </p:nvSpPr>
          <p:spPr>
            <a:xfrm>
              <a:off x="4319468" y="445567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l1502"/>
            <p:cNvSpPr/>
            <p:nvPr/>
          </p:nvSpPr>
          <p:spPr>
            <a:xfrm>
              <a:off x="4347936" y="6304072"/>
              <a:ext cx="2585243" cy="0"/>
            </a:xfrm>
            <a:custGeom>
              <a:avLst/>
              <a:pathLst>
                <a:path w="2585243" h="0">
                  <a:moveTo>
                    <a:pt x="0" y="0"/>
                  </a:moveTo>
                  <a:lnTo>
                    <a:pt x="2585243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l1503"/>
            <p:cNvSpPr/>
            <p:nvPr/>
          </p:nvSpPr>
          <p:spPr>
            <a:xfrm>
              <a:off x="4613605" y="630407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l1504"/>
            <p:cNvSpPr/>
            <p:nvPr/>
          </p:nvSpPr>
          <p:spPr>
            <a:xfrm>
              <a:off x="5640558" y="630407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l1505"/>
            <p:cNvSpPr/>
            <p:nvPr/>
          </p:nvSpPr>
          <p:spPr>
            <a:xfrm>
              <a:off x="6667510" y="630407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tx1506"/>
            <p:cNvSpPr/>
            <p:nvPr/>
          </p:nvSpPr>
          <p:spPr>
            <a:xfrm>
              <a:off x="4585350" y="635531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508" name="tx1507"/>
            <p:cNvSpPr/>
            <p:nvPr/>
          </p:nvSpPr>
          <p:spPr>
            <a:xfrm>
              <a:off x="5612303" y="635531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509" name="tx1508"/>
            <p:cNvSpPr/>
            <p:nvPr/>
          </p:nvSpPr>
          <p:spPr>
            <a:xfrm>
              <a:off x="6639255" y="635531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510" name="tx1509"/>
            <p:cNvSpPr/>
            <p:nvPr/>
          </p:nvSpPr>
          <p:spPr>
            <a:xfrm>
              <a:off x="5379496" y="6512951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511" name="tx1510"/>
            <p:cNvSpPr/>
            <p:nvPr/>
          </p:nvSpPr>
          <p:spPr>
            <a:xfrm>
              <a:off x="4347936" y="3758458"/>
              <a:ext cx="100867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Belowground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2026-07-20T13:47:43Z</dcterms:modified>
  <cp:category/>
</cp:coreProperties>
</file>