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5760000"/>
            <a:chOff x="914400" y="914400"/>
            <a:chExt cx="6120000" cy="576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576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576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52357"/>
              <a:ext cx="3138408" cy="276066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4103418" y="952357"/>
              <a:ext cx="2880371" cy="276066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1457695" y="1185068"/>
              <a:ext cx="2595112" cy="23257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1827634" y="283530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1701493" y="31653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1737791" y="208592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1658789" y="301632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710293" y="305634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668385" y="31584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797113" y="322270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555269" y="32387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710837" y="21196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579180" y="30423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599979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583451" y="31249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827719" y="276536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630077" y="33738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824798" y="273584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765713" y="327565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669654" y="23850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736202" y="29697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762056" y="31130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725469" y="284035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631675" y="288786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704262" y="32849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683405" y="26923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809267" y="29155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702834" y="326936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1762060" y="26030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1687671" y="247215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658537" y="33738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1752513" y="33625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589531" y="32077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614813" y="31691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798709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561975" y="33738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836431" y="25164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1813028" y="30287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838263" y="313982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584819" y="22909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1630212" y="230515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1683823" y="19757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1757304" y="315390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1719746" y="312281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1546997" y="260264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1573247" y="26297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1808833" y="303219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730785" y="273849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1605427" y="328029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1667470" y="319348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1660097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1608838" y="27786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1579454" y="276810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1841030" y="33729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1724837" y="26911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1777154" y="268004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1582667" y="13792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1547059" y="289793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1750054" y="24788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1810544" y="18229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1721342" y="18609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1728418" y="28031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1822677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1558685" y="30329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1588619" y="28872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1758974" y="242425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1805635" y="186983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1657985" y="31210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1756874" y="31489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1743698" y="297686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1767348" y="254234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1728793" y="303013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1642345" y="25377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1694724" y="271734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1709045" y="31655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1649846" y="313841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1818795" y="321973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1685022" y="311914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1709609" y="310250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1799461" y="289200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1833681" y="28556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1773186" y="27611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1718044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1643600" y="23682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1731673" y="335113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1620207" y="31739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1743017" y="304616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1691008" y="31145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1695621" y="163798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pt94"/>
            <p:cNvSpPr/>
            <p:nvPr/>
          </p:nvSpPr>
          <p:spPr>
            <a:xfrm>
              <a:off x="1662811" y="26850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pt95"/>
            <p:cNvSpPr/>
            <p:nvPr/>
          </p:nvSpPr>
          <p:spPr>
            <a:xfrm>
              <a:off x="1552929" y="22161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pt96"/>
            <p:cNvSpPr/>
            <p:nvPr/>
          </p:nvSpPr>
          <p:spPr>
            <a:xfrm>
              <a:off x="1637861" y="21416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pt97"/>
            <p:cNvSpPr/>
            <p:nvPr/>
          </p:nvSpPr>
          <p:spPr>
            <a:xfrm>
              <a:off x="1610465" y="21756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pt98"/>
            <p:cNvSpPr/>
            <p:nvPr/>
          </p:nvSpPr>
          <p:spPr>
            <a:xfrm>
              <a:off x="1804197" y="30027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pt99"/>
            <p:cNvSpPr/>
            <p:nvPr/>
          </p:nvSpPr>
          <p:spPr>
            <a:xfrm>
              <a:off x="1604996" y="27287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pt100"/>
            <p:cNvSpPr/>
            <p:nvPr/>
          </p:nvSpPr>
          <p:spPr>
            <a:xfrm>
              <a:off x="1694429" y="137549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pt101"/>
            <p:cNvSpPr/>
            <p:nvPr/>
          </p:nvSpPr>
          <p:spPr>
            <a:xfrm>
              <a:off x="1706241" y="336781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pt102"/>
            <p:cNvSpPr/>
            <p:nvPr/>
          </p:nvSpPr>
          <p:spPr>
            <a:xfrm>
              <a:off x="2792843" y="275781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pt103"/>
            <p:cNvSpPr/>
            <p:nvPr/>
          </p:nvSpPr>
          <p:spPr>
            <a:xfrm>
              <a:off x="2755678" y="31695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" name="pt104"/>
            <p:cNvSpPr/>
            <p:nvPr/>
          </p:nvSpPr>
          <p:spPr>
            <a:xfrm>
              <a:off x="2613428" y="33047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pt105"/>
            <p:cNvSpPr/>
            <p:nvPr/>
          </p:nvSpPr>
          <p:spPr>
            <a:xfrm>
              <a:off x="2693707" y="27728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pt106"/>
            <p:cNvSpPr/>
            <p:nvPr/>
          </p:nvSpPr>
          <p:spPr>
            <a:xfrm>
              <a:off x="2757129" y="323744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pt107"/>
            <p:cNvSpPr/>
            <p:nvPr/>
          </p:nvSpPr>
          <p:spPr>
            <a:xfrm>
              <a:off x="2625922" y="328524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pt108"/>
            <p:cNvSpPr/>
            <p:nvPr/>
          </p:nvSpPr>
          <p:spPr>
            <a:xfrm>
              <a:off x="2711793" y="332743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pt109"/>
            <p:cNvSpPr/>
            <p:nvPr/>
          </p:nvSpPr>
          <p:spPr>
            <a:xfrm>
              <a:off x="2715556" y="29930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pt110"/>
            <p:cNvSpPr/>
            <p:nvPr/>
          </p:nvSpPr>
          <p:spPr>
            <a:xfrm>
              <a:off x="2843465" y="318502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2845346" y="32435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2783503" y="328952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2652615" y="328622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636144" y="305923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2731446" y="29264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777541" y="30413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2811478" y="32166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2579923" y="30643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2823983" y="323299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583867" y="312901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2871776" y="32703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751968" y="324432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854754" y="32258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832559" y="24559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2672066" y="32383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674921" y="26901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2760167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2779093" y="286874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2772542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2595780" y="32127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2660746" y="336703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2827773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2668001" y="255812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2678772" y="33724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2724312" y="286462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2818684" y="30860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2676073" y="23427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2751762" y="337361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2776648" y="300583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2668310" y="32281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2732130" y="312145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2767500" y="29679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2680247" y="30743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2755918" y="320480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2776483" y="28057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2610411" y="28212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2618618" y="30819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2714683" y="25273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2739833" y="306206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2608785" y="239491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2760675" y="302026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2615014" y="32111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2657722" y="232723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2723742" y="21019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2659844" y="249822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2585828" y="31856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2591341" y="319786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2857696" y="32165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2648993" y="271886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2777691" y="327043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2704736" y="30754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2718234" y="32224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2711597" y="267831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2862213" y="29114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2869887" y="309623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2667019" y="290486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2706418" y="320150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2727679" y="259799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2596342" y="277831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2722939" y="31740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2813263" y="26649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2768239" y="313236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2704950" y="326049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2868772" y="152873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2645786" y="30672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2815679" y="32277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2642471" y="330991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2753568" y="26285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2648416" y="31428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2833210" y="292109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2619314" y="22699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2609164" y="30813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2843987" y="325551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2674101" y="28581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2848863" y="276823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2716122" y="23635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2775136" y="125959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2826162" y="32221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2786648" y="30393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2702063" y="31166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" name="pt191"/>
            <p:cNvSpPr/>
            <p:nvPr/>
          </p:nvSpPr>
          <p:spPr>
            <a:xfrm>
              <a:off x="2613537" y="272183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" name="pt192"/>
            <p:cNvSpPr/>
            <p:nvPr/>
          </p:nvSpPr>
          <p:spPr>
            <a:xfrm>
              <a:off x="2688482" y="185491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" name="pt193"/>
            <p:cNvSpPr/>
            <p:nvPr/>
          </p:nvSpPr>
          <p:spPr>
            <a:xfrm>
              <a:off x="2657152" y="296582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pt194"/>
            <p:cNvSpPr/>
            <p:nvPr/>
          </p:nvSpPr>
          <p:spPr>
            <a:xfrm>
              <a:off x="2762823" y="308790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pt195"/>
            <p:cNvSpPr/>
            <p:nvPr/>
          </p:nvSpPr>
          <p:spPr>
            <a:xfrm>
              <a:off x="2821224" y="334520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" name="pt196"/>
            <p:cNvSpPr/>
            <p:nvPr/>
          </p:nvSpPr>
          <p:spPr>
            <a:xfrm>
              <a:off x="2639371" y="33637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" name="pt197"/>
            <p:cNvSpPr/>
            <p:nvPr/>
          </p:nvSpPr>
          <p:spPr>
            <a:xfrm>
              <a:off x="2584178" y="27242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" name="pt198"/>
            <p:cNvSpPr/>
            <p:nvPr/>
          </p:nvSpPr>
          <p:spPr>
            <a:xfrm>
              <a:off x="2797537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pt199"/>
            <p:cNvSpPr/>
            <p:nvPr/>
          </p:nvSpPr>
          <p:spPr>
            <a:xfrm>
              <a:off x="2644117" y="281458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" name="pt200"/>
            <p:cNvSpPr/>
            <p:nvPr/>
          </p:nvSpPr>
          <p:spPr>
            <a:xfrm>
              <a:off x="2832052" y="267105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pt201"/>
            <p:cNvSpPr/>
            <p:nvPr/>
          </p:nvSpPr>
          <p:spPr>
            <a:xfrm>
              <a:off x="2758092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" name="pt202"/>
            <p:cNvSpPr/>
            <p:nvPr/>
          </p:nvSpPr>
          <p:spPr>
            <a:xfrm>
              <a:off x="2588996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3638649" y="311295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3702575" y="329532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3872486" y="323363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3607978" y="31788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3613132" y="303653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3765387" y="29051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3679349" y="33229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3859025" y="328914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3778579" y="32539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3837262" y="32928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3893357" y="33504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3860875" y="336442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3627674" y="334905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3615442" y="329873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3870812" y="31300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3886570" y="33212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3794603" y="33676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3822771" y="33395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3738119" y="33738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3629447" y="33226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3708417" y="31612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3841504" y="285088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3705962" y="33435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3810874" y="32906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3869169" y="33381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3646180" y="336402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3814514" y="335509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3892249" y="333649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3882812" y="33470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3687383" y="29980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3789123" y="33139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3608341" y="33416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3750212" y="33738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3806210" y="328833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3796546" y="31264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863826" y="337271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3831363" y="29669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3784768" y="336254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3626160" y="29803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3681607" y="32502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3692604" y="326624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3806669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658179" y="32943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3821913" y="33388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3766381" y="32444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616095" y="25736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743678" y="21102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608797" y="311052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690271" y="29486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769953" y="31351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680045" y="21528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750130" y="328434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729465" y="333784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824701" y="329294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663162" y="334861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660900" y="32851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889292" y="32933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839019" y="31716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612231" y="329079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753872" y="33559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712785" y="33423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3619995" y="292544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728029" y="31636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849136" y="313010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778764" y="33213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715312" y="307695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790577" y="33478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741977" y="30986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835799" y="30936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3890237" y="326933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855667" y="333476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3854426" y="284419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785752" y="316256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739278" y="33666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3778194" y="26853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3768976" y="31260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3857641" y="27792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3776073" y="33109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3673366" y="332413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3785585" y="31870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3667318" y="33566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3738215" y="189225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6" name="pt285"/>
            <p:cNvSpPr/>
            <p:nvPr/>
          </p:nvSpPr>
          <p:spPr>
            <a:xfrm>
              <a:off x="3857564" y="332785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7" name="pt286"/>
            <p:cNvSpPr/>
            <p:nvPr/>
          </p:nvSpPr>
          <p:spPr>
            <a:xfrm>
              <a:off x="3869605" y="31553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8" name="pt287"/>
            <p:cNvSpPr/>
            <p:nvPr/>
          </p:nvSpPr>
          <p:spPr>
            <a:xfrm>
              <a:off x="3846027" y="28399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9" name="pt288"/>
            <p:cNvSpPr/>
            <p:nvPr/>
          </p:nvSpPr>
          <p:spPr>
            <a:xfrm>
              <a:off x="3671548" y="27074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0" name="pt289"/>
            <p:cNvSpPr/>
            <p:nvPr/>
          </p:nvSpPr>
          <p:spPr>
            <a:xfrm>
              <a:off x="3851530" y="31782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1" name="pt290"/>
            <p:cNvSpPr/>
            <p:nvPr/>
          </p:nvSpPr>
          <p:spPr>
            <a:xfrm>
              <a:off x="3648680" y="32054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2" name="pt291"/>
            <p:cNvSpPr/>
            <p:nvPr/>
          </p:nvSpPr>
          <p:spPr>
            <a:xfrm>
              <a:off x="3789160" y="31451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3893201" y="290264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3647118" y="26693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3696365" y="30337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3608221" y="33738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3732707" y="337362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3613860" y="29596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3756481" y="291410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3767543" y="325851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3693609" y="33623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3779611" y="337034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3653049" y="32355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3708889" y="33692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3692771" y="33693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3723881" y="33256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3740472" y="327392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3889337" y="336899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3879775" y="281432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3751824" y="32333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3643269" y="33237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3609595" y="336105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3831361" y="31028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3761610" y="33738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3606868" y="332743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3741649" y="275282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3709466" y="33425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3738460" y="336191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3736479" y="28949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l319"/>
            <p:cNvSpPr/>
            <p:nvPr/>
          </p:nvSpPr>
          <p:spPr>
            <a:xfrm>
              <a:off x="1724378" y="1854121"/>
              <a:ext cx="0" cy="786830"/>
            </a:xfrm>
            <a:custGeom>
              <a:avLst/>
              <a:pathLst>
                <a:path w="0" h="786830">
                  <a:moveTo>
                    <a:pt x="0" y="78683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l320"/>
            <p:cNvSpPr/>
            <p:nvPr/>
          </p:nvSpPr>
          <p:spPr>
            <a:xfrm>
              <a:off x="1724378" y="3196723"/>
              <a:ext cx="0" cy="208338"/>
            </a:xfrm>
            <a:custGeom>
              <a:avLst/>
              <a:pathLst>
                <a:path w="0" h="208338">
                  <a:moveTo>
                    <a:pt x="0" y="0"/>
                  </a:moveTo>
                  <a:lnTo>
                    <a:pt x="0" y="208338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1575655" y="2640952"/>
              <a:ext cx="297447" cy="555771"/>
            </a:xfrm>
            <a:custGeom>
              <a:avLst/>
              <a:pathLst>
                <a:path w="297447" h="555771">
                  <a:moveTo>
                    <a:pt x="0" y="0"/>
                  </a:moveTo>
                  <a:lnTo>
                    <a:pt x="0" y="555771"/>
                  </a:lnTo>
                  <a:lnTo>
                    <a:pt x="297447" y="555771"/>
                  </a:lnTo>
                  <a:lnTo>
                    <a:pt x="297447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3" name="pl322"/>
            <p:cNvSpPr/>
            <p:nvPr/>
          </p:nvSpPr>
          <p:spPr>
            <a:xfrm>
              <a:off x="1575655" y="3004496"/>
              <a:ext cx="297447" cy="0"/>
            </a:xfrm>
            <a:custGeom>
              <a:avLst/>
              <a:pathLst>
                <a:path w="297447" h="0">
                  <a:moveTo>
                    <a:pt x="0" y="0"/>
                  </a:moveTo>
                  <a:lnTo>
                    <a:pt x="297447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4" name="pl323"/>
            <p:cNvSpPr/>
            <p:nvPr/>
          </p:nvSpPr>
          <p:spPr>
            <a:xfrm>
              <a:off x="2755251" y="2133166"/>
              <a:ext cx="0" cy="676340"/>
            </a:xfrm>
            <a:custGeom>
              <a:avLst/>
              <a:pathLst>
                <a:path w="0" h="676340">
                  <a:moveTo>
                    <a:pt x="0" y="67634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l324"/>
            <p:cNvSpPr/>
            <p:nvPr/>
          </p:nvSpPr>
          <p:spPr>
            <a:xfrm>
              <a:off x="2755251" y="3264183"/>
              <a:ext cx="0" cy="140879"/>
            </a:xfrm>
            <a:custGeom>
              <a:avLst/>
              <a:pathLst>
                <a:path w="0" h="140879">
                  <a:moveTo>
                    <a:pt x="0" y="0"/>
                  </a:moveTo>
                  <a:lnTo>
                    <a:pt x="0" y="140879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2606528" y="2809506"/>
              <a:ext cx="297447" cy="454676"/>
            </a:xfrm>
            <a:custGeom>
              <a:avLst/>
              <a:pathLst>
                <a:path w="297447" h="454676">
                  <a:moveTo>
                    <a:pt x="0" y="0"/>
                  </a:moveTo>
                  <a:lnTo>
                    <a:pt x="0" y="454676"/>
                  </a:lnTo>
                  <a:lnTo>
                    <a:pt x="297447" y="454676"/>
                  </a:lnTo>
                  <a:lnTo>
                    <a:pt x="297447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7" name="pl326"/>
            <p:cNvSpPr/>
            <p:nvPr/>
          </p:nvSpPr>
          <p:spPr>
            <a:xfrm>
              <a:off x="2606528" y="3113092"/>
              <a:ext cx="297447" cy="0"/>
            </a:xfrm>
            <a:custGeom>
              <a:avLst/>
              <a:pathLst>
                <a:path w="297447" h="0">
                  <a:moveTo>
                    <a:pt x="0" y="0"/>
                  </a:moveTo>
                  <a:lnTo>
                    <a:pt x="297447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8" name="pl327"/>
            <p:cNvSpPr/>
            <p:nvPr/>
          </p:nvSpPr>
          <p:spPr>
            <a:xfrm>
              <a:off x="3786124" y="2810398"/>
              <a:ext cx="0" cy="329408"/>
            </a:xfrm>
            <a:custGeom>
              <a:avLst/>
              <a:pathLst>
                <a:path w="0" h="329408">
                  <a:moveTo>
                    <a:pt x="0" y="32940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l328"/>
            <p:cNvSpPr/>
            <p:nvPr/>
          </p:nvSpPr>
          <p:spPr>
            <a:xfrm>
              <a:off x="3786124" y="3373604"/>
              <a:ext cx="0" cy="31457"/>
            </a:xfrm>
            <a:custGeom>
              <a:avLst/>
              <a:pathLst>
                <a:path w="0" h="31457">
                  <a:moveTo>
                    <a:pt x="0" y="0"/>
                  </a:moveTo>
                  <a:lnTo>
                    <a:pt x="0" y="31457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3637401" y="3139806"/>
              <a:ext cx="297447" cy="233798"/>
            </a:xfrm>
            <a:custGeom>
              <a:avLst/>
              <a:pathLst>
                <a:path w="297447" h="233798">
                  <a:moveTo>
                    <a:pt x="0" y="0"/>
                  </a:moveTo>
                  <a:lnTo>
                    <a:pt x="0" y="233798"/>
                  </a:lnTo>
                  <a:lnTo>
                    <a:pt x="297447" y="233798"/>
                  </a:lnTo>
                  <a:lnTo>
                    <a:pt x="297447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1" name="pl330"/>
            <p:cNvSpPr/>
            <p:nvPr/>
          </p:nvSpPr>
          <p:spPr>
            <a:xfrm>
              <a:off x="3637401" y="3317937"/>
              <a:ext cx="297447" cy="0"/>
            </a:xfrm>
            <a:custGeom>
              <a:avLst/>
              <a:pathLst>
                <a:path w="297447" h="0">
                  <a:moveTo>
                    <a:pt x="0" y="0"/>
                  </a:moveTo>
                  <a:lnTo>
                    <a:pt x="297447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1724378" y="2690292"/>
              <a:ext cx="2082129" cy="614205"/>
            </a:xfrm>
            <a:custGeom>
              <a:avLst/>
              <a:pathLst>
                <a:path w="2082129" h="614205">
                  <a:moveTo>
                    <a:pt x="0" y="0"/>
                  </a:moveTo>
                  <a:lnTo>
                    <a:pt x="520532" y="134430"/>
                  </a:lnTo>
                  <a:lnTo>
                    <a:pt x="1026192" y="253398"/>
                  </a:lnTo>
                  <a:lnTo>
                    <a:pt x="1487235" y="336805"/>
                  </a:lnTo>
                  <a:lnTo>
                    <a:pt x="2082129" y="405400"/>
                  </a:lnTo>
                  <a:lnTo>
                    <a:pt x="2082129" y="614205"/>
                  </a:lnTo>
                  <a:lnTo>
                    <a:pt x="1487235" y="478730"/>
                  </a:lnTo>
                  <a:lnTo>
                    <a:pt x="1026192" y="403982"/>
                  </a:lnTo>
                  <a:lnTo>
                    <a:pt x="520532" y="349490"/>
                  </a:lnTo>
                  <a:lnTo>
                    <a:pt x="0" y="305359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33" name="pl332"/>
            <p:cNvSpPr/>
            <p:nvPr/>
          </p:nvSpPr>
          <p:spPr>
            <a:xfrm>
              <a:off x="1724378" y="2690292"/>
              <a:ext cx="2082129" cy="405400"/>
            </a:xfrm>
            <a:custGeom>
              <a:avLst/>
              <a:pathLst>
                <a:path w="2082129" h="405400">
                  <a:moveTo>
                    <a:pt x="0" y="0"/>
                  </a:moveTo>
                  <a:lnTo>
                    <a:pt x="520532" y="134430"/>
                  </a:lnTo>
                  <a:lnTo>
                    <a:pt x="1026192" y="253398"/>
                  </a:lnTo>
                  <a:lnTo>
                    <a:pt x="1487235" y="336805"/>
                  </a:lnTo>
                  <a:lnTo>
                    <a:pt x="2082129" y="4054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4" name="pl333"/>
            <p:cNvSpPr/>
            <p:nvPr/>
          </p:nvSpPr>
          <p:spPr>
            <a:xfrm>
              <a:off x="1724378" y="2995652"/>
              <a:ext cx="2082129" cy="308846"/>
            </a:xfrm>
            <a:custGeom>
              <a:avLst/>
              <a:pathLst>
                <a:path w="2082129" h="308846">
                  <a:moveTo>
                    <a:pt x="2082129" y="308846"/>
                  </a:moveTo>
                  <a:lnTo>
                    <a:pt x="1487235" y="173371"/>
                  </a:lnTo>
                  <a:lnTo>
                    <a:pt x="1026192" y="98623"/>
                  </a:lnTo>
                  <a:lnTo>
                    <a:pt x="520532" y="441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5" name="pl334"/>
            <p:cNvSpPr/>
            <p:nvPr/>
          </p:nvSpPr>
          <p:spPr>
            <a:xfrm>
              <a:off x="1724378" y="2842972"/>
              <a:ext cx="2082129" cy="357123"/>
            </a:xfrm>
            <a:custGeom>
              <a:avLst/>
              <a:pathLst>
                <a:path w="2082129" h="357123">
                  <a:moveTo>
                    <a:pt x="0" y="0"/>
                  </a:moveTo>
                  <a:lnTo>
                    <a:pt x="520532" y="89280"/>
                  </a:lnTo>
                  <a:lnTo>
                    <a:pt x="1026192" y="176010"/>
                  </a:lnTo>
                  <a:lnTo>
                    <a:pt x="1487235" y="255088"/>
                  </a:lnTo>
                  <a:lnTo>
                    <a:pt x="2082129" y="357123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tx335"/>
            <p:cNvSpPr/>
            <p:nvPr/>
          </p:nvSpPr>
          <p:spPr>
            <a:xfrm>
              <a:off x="1724378" y="1398783"/>
              <a:ext cx="84673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337" name="tx336"/>
            <p:cNvSpPr/>
            <p:nvPr/>
          </p:nvSpPr>
          <p:spPr>
            <a:xfrm>
              <a:off x="1823056" y="1398783"/>
              <a:ext cx="28254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338" name="tx337"/>
            <p:cNvSpPr/>
            <p:nvPr/>
          </p:nvSpPr>
          <p:spPr>
            <a:xfrm>
              <a:off x="1864972" y="1398783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339" name="tx338"/>
            <p:cNvSpPr/>
            <p:nvPr/>
          </p:nvSpPr>
          <p:spPr>
            <a:xfrm>
              <a:off x="1945809" y="1398783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340" name="tx339"/>
            <p:cNvSpPr/>
            <p:nvPr/>
          </p:nvSpPr>
          <p:spPr>
            <a:xfrm>
              <a:off x="2026606" y="1398783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341" name="tx340"/>
            <p:cNvSpPr/>
            <p:nvPr/>
          </p:nvSpPr>
          <p:spPr>
            <a:xfrm>
              <a:off x="2107388" y="1398691"/>
              <a:ext cx="50474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= -1.488</a:t>
              </a:r>
            </a:p>
          </p:txBody>
        </p:sp>
        <p:sp>
          <p:nvSpPr>
            <p:cNvPr id="342" name="tx341"/>
            <p:cNvSpPr/>
            <p:nvPr/>
          </p:nvSpPr>
          <p:spPr>
            <a:xfrm>
              <a:off x="2612137" y="1398691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343" name="tx342"/>
            <p:cNvSpPr/>
            <p:nvPr/>
          </p:nvSpPr>
          <p:spPr>
            <a:xfrm>
              <a:off x="2682729" y="1398783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344" name="tx343"/>
            <p:cNvSpPr/>
            <p:nvPr/>
          </p:nvSpPr>
          <p:spPr>
            <a:xfrm>
              <a:off x="2763525" y="1398691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= 0.017</a:t>
              </a:r>
            </a:p>
          </p:txBody>
        </p:sp>
        <p:sp>
          <p:nvSpPr>
            <p:cNvPr id="345" name="rc344"/>
            <p:cNvSpPr/>
            <p:nvPr/>
          </p:nvSpPr>
          <p:spPr>
            <a:xfrm>
              <a:off x="1457695" y="1185068"/>
              <a:ext cx="2595112" cy="232570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46" name="pl345"/>
            <p:cNvSpPr/>
            <p:nvPr/>
          </p:nvSpPr>
          <p:spPr>
            <a:xfrm>
              <a:off x="1457695" y="1185068"/>
              <a:ext cx="0" cy="2325708"/>
            </a:xfrm>
            <a:custGeom>
              <a:avLst/>
              <a:pathLst>
                <a:path w="0" h="2325708">
                  <a:moveTo>
                    <a:pt x="0" y="2325708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tx346"/>
            <p:cNvSpPr/>
            <p:nvPr/>
          </p:nvSpPr>
          <p:spPr>
            <a:xfrm>
              <a:off x="1337208" y="3364051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8" name="tx347"/>
            <p:cNvSpPr/>
            <p:nvPr/>
          </p:nvSpPr>
          <p:spPr>
            <a:xfrm>
              <a:off x="1337208" y="267831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9" name="tx348"/>
            <p:cNvSpPr/>
            <p:nvPr/>
          </p:nvSpPr>
          <p:spPr>
            <a:xfrm>
              <a:off x="1337208" y="199258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350" name="tx349"/>
            <p:cNvSpPr/>
            <p:nvPr/>
          </p:nvSpPr>
          <p:spPr>
            <a:xfrm>
              <a:off x="1273657" y="1306848"/>
              <a:ext cx="12710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12</a:t>
              </a:r>
            </a:p>
          </p:txBody>
        </p:sp>
        <p:sp>
          <p:nvSpPr>
            <p:cNvPr id="351" name="pl350"/>
            <p:cNvSpPr/>
            <p:nvPr/>
          </p:nvSpPr>
          <p:spPr>
            <a:xfrm>
              <a:off x="1426063" y="340506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l351"/>
            <p:cNvSpPr/>
            <p:nvPr/>
          </p:nvSpPr>
          <p:spPr>
            <a:xfrm>
              <a:off x="1426063" y="271932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l352"/>
            <p:cNvSpPr/>
            <p:nvPr/>
          </p:nvSpPr>
          <p:spPr>
            <a:xfrm>
              <a:off x="1426063" y="203359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l353"/>
            <p:cNvSpPr/>
            <p:nvPr/>
          </p:nvSpPr>
          <p:spPr>
            <a:xfrm>
              <a:off x="1426063" y="134785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l354"/>
            <p:cNvSpPr/>
            <p:nvPr/>
          </p:nvSpPr>
          <p:spPr>
            <a:xfrm>
              <a:off x="1457695" y="3510777"/>
              <a:ext cx="2595112" cy="0"/>
            </a:xfrm>
            <a:custGeom>
              <a:avLst/>
              <a:pathLst>
                <a:path w="2595112" h="0">
                  <a:moveTo>
                    <a:pt x="0" y="0"/>
                  </a:moveTo>
                  <a:lnTo>
                    <a:pt x="2595112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l355"/>
            <p:cNvSpPr/>
            <p:nvPr/>
          </p:nvSpPr>
          <p:spPr>
            <a:xfrm>
              <a:off x="1724378" y="3510777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l356"/>
            <p:cNvSpPr/>
            <p:nvPr/>
          </p:nvSpPr>
          <p:spPr>
            <a:xfrm>
              <a:off x="2755251" y="3510777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l357"/>
            <p:cNvSpPr/>
            <p:nvPr/>
          </p:nvSpPr>
          <p:spPr>
            <a:xfrm>
              <a:off x="3786124" y="3510777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tx358"/>
            <p:cNvSpPr/>
            <p:nvPr/>
          </p:nvSpPr>
          <p:spPr>
            <a:xfrm>
              <a:off x="1692603" y="356771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60" name="tx359"/>
            <p:cNvSpPr/>
            <p:nvPr/>
          </p:nvSpPr>
          <p:spPr>
            <a:xfrm>
              <a:off x="2723476" y="356771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61" name="tx360"/>
            <p:cNvSpPr/>
            <p:nvPr/>
          </p:nvSpPr>
          <p:spPr>
            <a:xfrm>
              <a:off x="3754349" y="356771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62" name="tx361"/>
            <p:cNvSpPr/>
            <p:nvPr/>
          </p:nvSpPr>
          <p:spPr>
            <a:xfrm rot="-5400000">
              <a:off x="25508" y="2297813"/>
              <a:ext cx="201862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Within-species SS (log-biomass)</a:t>
              </a:r>
            </a:p>
          </p:txBody>
        </p:sp>
        <p:sp>
          <p:nvSpPr>
            <p:cNvPr id="363" name="tx362"/>
            <p:cNvSpPr/>
            <p:nvPr/>
          </p:nvSpPr>
          <p:spPr>
            <a:xfrm>
              <a:off x="1457695" y="990315"/>
              <a:ext cx="111757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364" name="rc363"/>
            <p:cNvSpPr/>
            <p:nvPr/>
          </p:nvSpPr>
          <p:spPr>
            <a:xfrm>
              <a:off x="4338066" y="1185068"/>
              <a:ext cx="2595112" cy="23257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4477584" y="33273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4708096" y="288329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4721327" y="273299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4633228" y="310252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4660737" y="31765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4605714" y="323797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4516110" y="32708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4497520" y="329866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4604863" y="183994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4651495" y="31827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4630732" y="33738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4435256" y="319259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4614018" y="313774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4594444" y="33738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4495705" y="32618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4558103" y="32685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4521808" y="328431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4630897" y="318622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4599163" y="31899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4632711" y="309026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4649781" y="314246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4717876" y="32408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4528906" y="303321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4620442" y="257554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4652368" y="332812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4566314" y="33255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4587728" y="297128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4488310" y="33738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4483889" y="33488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4702831" y="318630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4517565" y="320892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4532751" y="33738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4455732" y="335260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4620049" y="204641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4480419" y="30871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4498466" y="328848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4613707" y="279136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4455089" y="258028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4701173" y="223368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4543589" y="314820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4513987" y="324098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4660257" y="296851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4474807" y="23387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4530247" y="277415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4436638" y="295286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4449735" y="293857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4631358" y="26514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4470988" y="33738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4428435" y="281697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4497928" y="286185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4478153" y="336413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4624130" y="26779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4488711" y="31237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4550547" y="15214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4634287" y="25096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4636088" y="293526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4641326" y="304483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4550124" y="261614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4525635" y="31134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4684376" y="33738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4476809" y="31432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4447025" y="304162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4457581" y="31199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4455940" y="27794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4715976" y="299324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4591334" y="312728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4539376" y="31631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4429251" y="313301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4702657" y="32144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4649045" y="301971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4475449" y="30847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4657207" y="274133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4672778" y="30590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4610695" y="329044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4544707" y="309291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4486596" y="31435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4690393" y="316958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4586124" y="321256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4601752" y="314803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4436804" y="33738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4639498" y="32299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4501883" y="330161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4534524" y="318249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4555122" y="319734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4707891" y="32022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4466608" y="23299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4719270" y="271449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4521358" y="205332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4685460" y="249412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4449861" y="222898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4432126" y="323962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4527572" y="314764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4448414" y="28655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4651303" y="33209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5636132" y="305548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5704472" y="332545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5603717" y="33143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5559993" y="30038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5550833" y="32804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5527082" y="33466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5749725" y="33206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5692325" y="32180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5752447" y="332471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5626201" y="330293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5566217" y="332639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5463255" y="332632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5564504" y="32286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5682898" y="32280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5570010" y="32537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5704654" y="32639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5705232" y="313605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5664787" y="33136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5518803" y="321490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5668480" y="334636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5512399" y="33526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5537333" y="332135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5635400" y="29026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5625309" y="33459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5606473" y="27286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5499370" y="33738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5650508" y="327442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5599655" y="33738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5656022" y="32308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5686200" y="33737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5696442" y="33738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5721026" y="277017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5655692" y="336588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5684033" y="264588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5718659" y="31456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5625561" y="255004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5718372" y="33729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5611310" y="31542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5616598" y="322014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5749155" y="329919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5565382" y="324786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5597643" y="301260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5593944" y="32875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5566353" y="309293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5484197" y="258748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5685409" y="322347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5570730" y="28546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5533082" y="311435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5560632" y="295590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5595327" y="320358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5715891" y="330420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5639200" y="242327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5690095" y="172292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5668270" y="301988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5481040" y="32391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5703648" y="317763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5533733" y="32718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5680424" y="278989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5685679" y="33660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5607353" y="313913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5571098" y="333194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5708307" y="296372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5483912" y="311606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5500969" y="31807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5539883" y="311894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5742924" y="330914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5587784" y="31925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5471540" y="323978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5582001" y="332247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5691845" y="222437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5634258" y="328819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5536742" y="32412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697556" y="204646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5708721" y="300164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5611508" y="28394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5697008" y="331552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5620113" y="31548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5650274" y="31698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5483672" y="301356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5701371" y="27937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5529598" y="302801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5619377" y="32082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5594009" y="300445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5705063" y="282591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5648287" y="295065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5528206" y="125959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5547289" y="32861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5637907" y="305603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5695584" y="296556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5664420" y="241201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5542774" y="22573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5626427" y="26119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5516028" y="32034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5573079" y="333932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5646089" y="32277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5690216" y="283746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5643240" y="33738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5467755" y="30886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5605299" y="26418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5475015" y="33738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5600761" y="33738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6671947" y="305161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6701072" y="33239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6636633" y="324072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6513264" y="32802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6630170" y="30800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6563580" y="303949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6767136" y="33555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6581760" y="331608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6537000" y="325813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6604812" y="333006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6783881" y="337351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6681454" y="336309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6604916" y="33646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6722064" y="335704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6764061" y="325731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6710738" y="33254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6771754" y="33616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6776772" y="30922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6541408" y="33738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6537090" y="33623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6733719" y="311261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6543821" y="306093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6739615" y="33271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6689492" y="33357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6606366" y="330404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6619511" y="333578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6534335" y="337354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6520319" y="33689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6657684" y="33352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6706363" y="275775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6518353" y="333394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6582426" y="332274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6543433" y="33738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6720981" y="33201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6731165" y="334478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6612614" y="337383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6497707" y="281701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6608563" y="337053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6720435" y="310473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6714422" y="322577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6712530" y="32199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6512108" y="337387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6629966" y="33210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6486635" y="33544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6562588" y="330135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6608188" y="282409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6762894" y="25830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6656750" y="32388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6677817" y="319907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6510489" y="31945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6541028" y="333421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6515159" y="335830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6720762" y="335594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6556105" y="328460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6522641" y="33162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6681267" y="31895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6685255" y="334975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6586370" y="326458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6641607" y="336116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6527342" y="335685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6662849" y="335714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6669984" y="30774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6630306" y="291753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6495955" y="31007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6715925" y="331322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6779014" y="32351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6649670" y="33410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6577740" y="33620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6628227" y="31458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6702350" y="333366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6772071" y="336819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6633599" y="313753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6529090" y="333501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6694390" y="337272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6735769" y="31373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6670638" y="293722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6526727" y="320605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6586088" y="32960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6693794" y="337369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6522706" y="32217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6778271" y="32863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6704549" y="212090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6780964" y="336586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6723079" y="33314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6531880" y="32133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6730142" y="29841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6633767" y="33202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6708406" y="335095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6527152" y="326286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6497293" y="272946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6713105" y="298517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6538869" y="319236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6642492" y="33738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6560874" y="337271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6660693" y="302105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6489168" y="292244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6683210" y="313198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6735619" y="33559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6682165" y="337365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6607785" y="33628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6774215" y="337086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6739002" y="33636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6684626" y="32720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6745008" y="316084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6575085" y="337382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6493556" y="31783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6580501" y="327447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6586386" y="335457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6660601" y="335124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6537107" y="32194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6569188" y="337386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6644346" y="33238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6638635" y="31485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6506325" y="336231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6487780" y="337385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6600121" y="315392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pl675"/>
            <p:cNvSpPr/>
            <p:nvPr/>
          </p:nvSpPr>
          <p:spPr>
            <a:xfrm>
              <a:off x="4604749" y="2361171"/>
              <a:ext cx="0" cy="540024"/>
            </a:xfrm>
            <a:custGeom>
              <a:avLst/>
              <a:pathLst>
                <a:path w="0" h="540024">
                  <a:moveTo>
                    <a:pt x="0" y="54002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l676"/>
            <p:cNvSpPr/>
            <p:nvPr/>
          </p:nvSpPr>
          <p:spPr>
            <a:xfrm>
              <a:off x="4604749" y="3271717"/>
              <a:ext cx="0" cy="133344"/>
            </a:xfrm>
            <a:custGeom>
              <a:avLst/>
              <a:pathLst>
                <a:path w="0" h="133344">
                  <a:moveTo>
                    <a:pt x="0" y="0"/>
                  </a:moveTo>
                  <a:lnTo>
                    <a:pt x="0" y="133344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7"/>
            <p:cNvSpPr/>
            <p:nvPr/>
          </p:nvSpPr>
          <p:spPr>
            <a:xfrm>
              <a:off x="4456026" y="2901195"/>
              <a:ext cx="297447" cy="370521"/>
            </a:xfrm>
            <a:custGeom>
              <a:avLst/>
              <a:pathLst>
                <a:path w="297447" h="370521">
                  <a:moveTo>
                    <a:pt x="0" y="0"/>
                  </a:moveTo>
                  <a:lnTo>
                    <a:pt x="0" y="370521"/>
                  </a:lnTo>
                  <a:lnTo>
                    <a:pt x="297447" y="370521"/>
                  </a:lnTo>
                  <a:lnTo>
                    <a:pt x="297447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9" name="pl678"/>
            <p:cNvSpPr/>
            <p:nvPr/>
          </p:nvSpPr>
          <p:spPr>
            <a:xfrm>
              <a:off x="4456026" y="3171298"/>
              <a:ext cx="297447" cy="0"/>
            </a:xfrm>
            <a:custGeom>
              <a:avLst/>
              <a:pathLst>
                <a:path w="297447" h="0">
                  <a:moveTo>
                    <a:pt x="0" y="0"/>
                  </a:moveTo>
                  <a:lnTo>
                    <a:pt x="297447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0" name="pl679"/>
            <p:cNvSpPr/>
            <p:nvPr/>
          </p:nvSpPr>
          <p:spPr>
            <a:xfrm>
              <a:off x="5635623" y="2581234"/>
              <a:ext cx="0" cy="451605"/>
            </a:xfrm>
            <a:custGeom>
              <a:avLst/>
              <a:pathLst>
                <a:path w="0" h="451605">
                  <a:moveTo>
                    <a:pt x="0" y="45160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l680"/>
            <p:cNvSpPr/>
            <p:nvPr/>
          </p:nvSpPr>
          <p:spPr>
            <a:xfrm>
              <a:off x="5635623" y="3344801"/>
              <a:ext cx="0" cy="60259"/>
            </a:xfrm>
            <a:custGeom>
              <a:avLst/>
              <a:pathLst>
                <a:path w="0" h="60259">
                  <a:moveTo>
                    <a:pt x="0" y="0"/>
                  </a:moveTo>
                  <a:lnTo>
                    <a:pt x="0" y="60259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1"/>
            <p:cNvSpPr/>
            <p:nvPr/>
          </p:nvSpPr>
          <p:spPr>
            <a:xfrm>
              <a:off x="5486899" y="3032839"/>
              <a:ext cx="297447" cy="311962"/>
            </a:xfrm>
            <a:custGeom>
              <a:avLst/>
              <a:pathLst>
                <a:path w="297447" h="311962">
                  <a:moveTo>
                    <a:pt x="0" y="0"/>
                  </a:moveTo>
                  <a:lnTo>
                    <a:pt x="0" y="311962"/>
                  </a:lnTo>
                  <a:lnTo>
                    <a:pt x="297447" y="311962"/>
                  </a:lnTo>
                  <a:lnTo>
                    <a:pt x="297447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3" name="pl682"/>
            <p:cNvSpPr/>
            <p:nvPr/>
          </p:nvSpPr>
          <p:spPr>
            <a:xfrm>
              <a:off x="5486899" y="3239476"/>
              <a:ext cx="297447" cy="0"/>
            </a:xfrm>
            <a:custGeom>
              <a:avLst/>
              <a:pathLst>
                <a:path w="297447" h="0">
                  <a:moveTo>
                    <a:pt x="0" y="0"/>
                  </a:moveTo>
                  <a:lnTo>
                    <a:pt x="297447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4" name="pl683"/>
            <p:cNvSpPr/>
            <p:nvPr/>
          </p:nvSpPr>
          <p:spPr>
            <a:xfrm>
              <a:off x="6666496" y="2968422"/>
              <a:ext cx="0" cy="249492"/>
            </a:xfrm>
            <a:custGeom>
              <a:avLst/>
              <a:pathLst>
                <a:path w="0" h="249492">
                  <a:moveTo>
                    <a:pt x="0" y="249492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l684"/>
            <p:cNvSpPr/>
            <p:nvPr/>
          </p:nvSpPr>
          <p:spPr>
            <a:xfrm>
              <a:off x="6666496" y="3388623"/>
              <a:ext cx="0" cy="16438"/>
            </a:xfrm>
            <a:custGeom>
              <a:avLst/>
              <a:pathLst>
                <a:path w="0" h="16438">
                  <a:moveTo>
                    <a:pt x="0" y="0"/>
                  </a:moveTo>
                  <a:lnTo>
                    <a:pt x="0" y="16438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5"/>
            <p:cNvSpPr/>
            <p:nvPr/>
          </p:nvSpPr>
          <p:spPr>
            <a:xfrm>
              <a:off x="6517772" y="3217914"/>
              <a:ext cx="297447" cy="170708"/>
            </a:xfrm>
            <a:custGeom>
              <a:avLst/>
              <a:pathLst>
                <a:path w="297447" h="170708">
                  <a:moveTo>
                    <a:pt x="0" y="0"/>
                  </a:moveTo>
                  <a:lnTo>
                    <a:pt x="0" y="170708"/>
                  </a:lnTo>
                  <a:lnTo>
                    <a:pt x="297447" y="170708"/>
                  </a:lnTo>
                  <a:lnTo>
                    <a:pt x="297447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7" name="pl686"/>
            <p:cNvSpPr/>
            <p:nvPr/>
          </p:nvSpPr>
          <p:spPr>
            <a:xfrm>
              <a:off x="6517772" y="3351402"/>
              <a:ext cx="297447" cy="0"/>
            </a:xfrm>
            <a:custGeom>
              <a:avLst/>
              <a:pathLst>
                <a:path w="297447" h="0">
                  <a:moveTo>
                    <a:pt x="0" y="0"/>
                  </a:moveTo>
                  <a:lnTo>
                    <a:pt x="297447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8" name="pg687"/>
            <p:cNvSpPr/>
            <p:nvPr/>
          </p:nvSpPr>
          <p:spPr>
            <a:xfrm>
              <a:off x="4604749" y="2854720"/>
              <a:ext cx="2082129" cy="502116"/>
            </a:xfrm>
            <a:custGeom>
              <a:avLst/>
              <a:pathLst>
                <a:path w="2082129" h="502116">
                  <a:moveTo>
                    <a:pt x="0" y="0"/>
                  </a:moveTo>
                  <a:lnTo>
                    <a:pt x="520532" y="108347"/>
                  </a:lnTo>
                  <a:lnTo>
                    <a:pt x="1026192" y="202876"/>
                  </a:lnTo>
                  <a:lnTo>
                    <a:pt x="1487235" y="265263"/>
                  </a:lnTo>
                  <a:lnTo>
                    <a:pt x="2082129" y="308431"/>
                  </a:lnTo>
                  <a:lnTo>
                    <a:pt x="2082129" y="502116"/>
                  </a:lnTo>
                  <a:lnTo>
                    <a:pt x="1487235" y="395282"/>
                  </a:lnTo>
                  <a:lnTo>
                    <a:pt x="1026192" y="341419"/>
                  </a:lnTo>
                  <a:lnTo>
                    <a:pt x="520532" y="308447"/>
                  </a:lnTo>
                  <a:lnTo>
                    <a:pt x="0" y="285544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689" name="pl688"/>
            <p:cNvSpPr/>
            <p:nvPr/>
          </p:nvSpPr>
          <p:spPr>
            <a:xfrm>
              <a:off x="4604749" y="2854720"/>
              <a:ext cx="2082129" cy="308431"/>
            </a:xfrm>
            <a:custGeom>
              <a:avLst/>
              <a:pathLst>
                <a:path w="2082129" h="308431">
                  <a:moveTo>
                    <a:pt x="0" y="0"/>
                  </a:moveTo>
                  <a:lnTo>
                    <a:pt x="520532" y="108347"/>
                  </a:lnTo>
                  <a:lnTo>
                    <a:pt x="1026192" y="202876"/>
                  </a:lnTo>
                  <a:lnTo>
                    <a:pt x="1487235" y="265263"/>
                  </a:lnTo>
                  <a:lnTo>
                    <a:pt x="2082129" y="3084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0" name="pl689"/>
            <p:cNvSpPr/>
            <p:nvPr/>
          </p:nvSpPr>
          <p:spPr>
            <a:xfrm>
              <a:off x="4604749" y="3140264"/>
              <a:ext cx="2082129" cy="216572"/>
            </a:xfrm>
            <a:custGeom>
              <a:avLst/>
              <a:pathLst>
                <a:path w="2082129" h="216572">
                  <a:moveTo>
                    <a:pt x="2082129" y="216572"/>
                  </a:moveTo>
                  <a:lnTo>
                    <a:pt x="1487235" y="109738"/>
                  </a:lnTo>
                  <a:lnTo>
                    <a:pt x="1026192" y="55875"/>
                  </a:lnTo>
                  <a:lnTo>
                    <a:pt x="520532" y="229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1" name="pl690"/>
            <p:cNvSpPr/>
            <p:nvPr/>
          </p:nvSpPr>
          <p:spPr>
            <a:xfrm>
              <a:off x="4604749" y="2997492"/>
              <a:ext cx="2082129" cy="262501"/>
            </a:xfrm>
            <a:custGeom>
              <a:avLst/>
              <a:pathLst>
                <a:path w="2082129" h="262501">
                  <a:moveTo>
                    <a:pt x="0" y="0"/>
                  </a:moveTo>
                  <a:lnTo>
                    <a:pt x="520532" y="65625"/>
                  </a:lnTo>
                  <a:lnTo>
                    <a:pt x="1026192" y="129375"/>
                  </a:lnTo>
                  <a:lnTo>
                    <a:pt x="1487235" y="187501"/>
                  </a:lnTo>
                  <a:lnTo>
                    <a:pt x="2082129" y="262501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tx691"/>
            <p:cNvSpPr/>
            <p:nvPr/>
          </p:nvSpPr>
          <p:spPr>
            <a:xfrm>
              <a:off x="4604749" y="1398783"/>
              <a:ext cx="84673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693" name="tx692"/>
            <p:cNvSpPr/>
            <p:nvPr/>
          </p:nvSpPr>
          <p:spPr>
            <a:xfrm>
              <a:off x="4703427" y="1398783"/>
              <a:ext cx="28254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694" name="tx693"/>
            <p:cNvSpPr/>
            <p:nvPr/>
          </p:nvSpPr>
          <p:spPr>
            <a:xfrm>
              <a:off x="4745343" y="1398783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695" name="tx694"/>
            <p:cNvSpPr/>
            <p:nvPr/>
          </p:nvSpPr>
          <p:spPr>
            <a:xfrm>
              <a:off x="4826181" y="1398783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696" name="tx695"/>
            <p:cNvSpPr/>
            <p:nvPr/>
          </p:nvSpPr>
          <p:spPr>
            <a:xfrm>
              <a:off x="4906977" y="1398783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697" name="tx696"/>
            <p:cNvSpPr/>
            <p:nvPr/>
          </p:nvSpPr>
          <p:spPr>
            <a:xfrm>
              <a:off x="4987760" y="1398691"/>
              <a:ext cx="50474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= -1.533</a:t>
              </a:r>
            </a:p>
          </p:txBody>
        </p:sp>
        <p:sp>
          <p:nvSpPr>
            <p:cNvPr id="698" name="tx697"/>
            <p:cNvSpPr/>
            <p:nvPr/>
          </p:nvSpPr>
          <p:spPr>
            <a:xfrm>
              <a:off x="5492508" y="1398691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699" name="tx698"/>
            <p:cNvSpPr/>
            <p:nvPr/>
          </p:nvSpPr>
          <p:spPr>
            <a:xfrm>
              <a:off x="5563100" y="1398783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700" name="tx699"/>
            <p:cNvSpPr/>
            <p:nvPr/>
          </p:nvSpPr>
          <p:spPr>
            <a:xfrm>
              <a:off x="5643896" y="1398691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= 0.038</a:t>
              </a:r>
            </a:p>
          </p:txBody>
        </p:sp>
        <p:sp>
          <p:nvSpPr>
            <p:cNvPr id="701" name="rc700"/>
            <p:cNvSpPr/>
            <p:nvPr/>
          </p:nvSpPr>
          <p:spPr>
            <a:xfrm>
              <a:off x="4338066" y="1185068"/>
              <a:ext cx="2595112" cy="232570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02" name="pl701"/>
            <p:cNvSpPr/>
            <p:nvPr/>
          </p:nvSpPr>
          <p:spPr>
            <a:xfrm>
              <a:off x="4338066" y="1185068"/>
              <a:ext cx="0" cy="2325708"/>
            </a:xfrm>
            <a:custGeom>
              <a:avLst/>
              <a:pathLst>
                <a:path w="0" h="2325708">
                  <a:moveTo>
                    <a:pt x="0" y="2325708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tx702"/>
            <p:cNvSpPr/>
            <p:nvPr/>
          </p:nvSpPr>
          <p:spPr>
            <a:xfrm>
              <a:off x="4217579" y="3364050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04" name="tx703"/>
            <p:cNvSpPr/>
            <p:nvPr/>
          </p:nvSpPr>
          <p:spPr>
            <a:xfrm>
              <a:off x="4217579" y="2752318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05" name="tx704"/>
            <p:cNvSpPr/>
            <p:nvPr/>
          </p:nvSpPr>
          <p:spPr>
            <a:xfrm>
              <a:off x="4154028" y="2140586"/>
              <a:ext cx="12710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706" name="tx705"/>
            <p:cNvSpPr/>
            <p:nvPr/>
          </p:nvSpPr>
          <p:spPr>
            <a:xfrm>
              <a:off x="4154028" y="1528853"/>
              <a:ext cx="12710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707" name="pl706"/>
            <p:cNvSpPr/>
            <p:nvPr/>
          </p:nvSpPr>
          <p:spPr>
            <a:xfrm>
              <a:off x="4306435" y="340506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l707"/>
            <p:cNvSpPr/>
            <p:nvPr/>
          </p:nvSpPr>
          <p:spPr>
            <a:xfrm>
              <a:off x="4306435" y="279332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l708"/>
            <p:cNvSpPr/>
            <p:nvPr/>
          </p:nvSpPr>
          <p:spPr>
            <a:xfrm>
              <a:off x="4306435" y="218159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l709"/>
            <p:cNvSpPr/>
            <p:nvPr/>
          </p:nvSpPr>
          <p:spPr>
            <a:xfrm>
              <a:off x="4306435" y="156986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l710"/>
            <p:cNvSpPr/>
            <p:nvPr/>
          </p:nvSpPr>
          <p:spPr>
            <a:xfrm>
              <a:off x="4338066" y="3510777"/>
              <a:ext cx="2595112" cy="0"/>
            </a:xfrm>
            <a:custGeom>
              <a:avLst/>
              <a:pathLst>
                <a:path w="2595112" h="0">
                  <a:moveTo>
                    <a:pt x="0" y="0"/>
                  </a:moveTo>
                  <a:lnTo>
                    <a:pt x="2595112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l711"/>
            <p:cNvSpPr/>
            <p:nvPr/>
          </p:nvSpPr>
          <p:spPr>
            <a:xfrm>
              <a:off x="4604749" y="3510777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l712"/>
            <p:cNvSpPr/>
            <p:nvPr/>
          </p:nvSpPr>
          <p:spPr>
            <a:xfrm>
              <a:off x="5635623" y="3510777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l713"/>
            <p:cNvSpPr/>
            <p:nvPr/>
          </p:nvSpPr>
          <p:spPr>
            <a:xfrm>
              <a:off x="6666496" y="3510777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tx714"/>
            <p:cNvSpPr/>
            <p:nvPr/>
          </p:nvSpPr>
          <p:spPr>
            <a:xfrm>
              <a:off x="4572974" y="356771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16" name="tx715"/>
            <p:cNvSpPr/>
            <p:nvPr/>
          </p:nvSpPr>
          <p:spPr>
            <a:xfrm>
              <a:off x="5603847" y="356771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17" name="tx716"/>
            <p:cNvSpPr/>
            <p:nvPr/>
          </p:nvSpPr>
          <p:spPr>
            <a:xfrm>
              <a:off x="6634720" y="356771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18" name="tx717"/>
            <p:cNvSpPr/>
            <p:nvPr/>
          </p:nvSpPr>
          <p:spPr>
            <a:xfrm>
              <a:off x="4338066" y="990315"/>
              <a:ext cx="11097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719" name="rc718"/>
            <p:cNvSpPr/>
            <p:nvPr/>
          </p:nvSpPr>
          <p:spPr>
            <a:xfrm>
              <a:off x="965010" y="3713021"/>
              <a:ext cx="3090767" cy="29234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" name="rc719"/>
            <p:cNvSpPr/>
            <p:nvPr/>
          </p:nvSpPr>
          <p:spPr>
            <a:xfrm>
              <a:off x="4055778" y="3713021"/>
              <a:ext cx="2928011" cy="29234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" name="rc720"/>
            <p:cNvSpPr/>
            <p:nvPr/>
          </p:nvSpPr>
          <p:spPr>
            <a:xfrm>
              <a:off x="1457695" y="3945732"/>
              <a:ext cx="2547472" cy="23257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1780362" y="490354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1626935" y="454994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1740686" y="452763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1782346" y="448961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1589184" y="44948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1667324" y="44612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1715985" y="46705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1757523" y="47000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1633128" y="448478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1690383" y="453872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1775115" y="482163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1661177" y="589794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1794377" y="502301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1757519" y="603935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1822430" y="507133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1674838" y="479384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1769180" y="465203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1667635" y="450174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1608200" y="46932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1796010" y="556398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1615616" y="553756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1729240" y="44257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1670203" y="551284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1798980" y="44256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1820396" y="55510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1809481" y="525122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1780973" y="44352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1546574" y="533352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1550840" y="48936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1715315" y="514863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1632673" y="61294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1812212" y="478315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1648330" y="478356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1721722" y="502234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1669373" y="474164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1728330" y="52240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1543828" y="50040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1790408" y="612879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1777518" y="52140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1597939" y="54984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1819958" y="608207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1797025" y="48613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1752314" y="53953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1795132" y="48616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1724877" y="461776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1640920" y="60584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1817394" y="602722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1633930" y="55761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1700322" y="61285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1580423" y="454321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1676614" y="58114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1653649" y="46831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1604461" y="57402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1627741" y="558282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1759136" y="540706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1584662" y="50499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1776230" y="505253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1755934" y="602300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1569544" y="60782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1630313" y="61294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1815408" y="60051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1605930" y="54226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1588199" y="59388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1754690" y="549493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1805507" y="522438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1785434" y="607102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1819162" y="612946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1653549" y="568712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1614267" y="571835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1696682" y="54593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1671255" y="59727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1560350" y="51670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1693346" y="514738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1653398" y="56116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1566908" y="499225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1806383" y="495186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1712628" y="60845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1560164" y="46248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1545448" y="508123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1773811" y="49955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1635366" y="54648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1546201" y="545670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1667273" y="595284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1686097" y="586366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1571417" y="446574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1691243" y="443323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1746043" y="573662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1833828" y="44256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1683134" y="570792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1642434" y="60159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2782923" y="612596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2741789" y="452964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2608316" y="463725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2845386" y="455751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2691073" y="47248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2767302" y="498504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2685086" y="45169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2796420" y="463711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2806702" y="45663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2714824" y="474431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2807895" y="476304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2613103" y="443683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2727691" y="45615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2785382" y="45035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2811708" y="46940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2795936" y="44704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2595545" y="46440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2770925" y="442571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2635247" y="45846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2739011" y="513384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2564997" y="591231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2710834" y="50555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2584525" y="44865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2719085" y="445698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2716001" y="612949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2558428" y="446790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2776175" y="446183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2720290" y="469742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2817312" y="44896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2760778" y="445410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2794310" y="44256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2804923" y="458474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2823325" y="45644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2688485" y="44264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2698089" y="476252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2761449" y="44399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2586754" y="463518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2642443" y="448944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2819778" y="454523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2748274" y="44256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2594827" y="45064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2735042" y="44468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2819800" y="452805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2817223" y="47669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2588746" y="50462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2809564" y="47117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2760033" y="477533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2679181" y="482743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2691909" y="52253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2657847" y="449235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2825466" y="452564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2576109" y="47022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2757051" y="446545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2704647" y="46220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2651654" y="45934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2569449" y="467886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2618168" y="45927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2837347" y="61295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2701518" y="451732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2630051" y="497531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2558426" y="473473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2762384" y="500676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2719070" y="480120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2827137" y="53029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2735084" y="449785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2745347" y="487018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2576878" y="474119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2756548" y="454262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2593772" y="44741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2700835" y="47214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2635577" y="487509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2696581" y="446657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2808499" y="531840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2613693" y="46525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2601172" y="52881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2751369" y="488589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2831354" y="466669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2661371" y="46301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0" name="pt889"/>
            <p:cNvSpPr/>
            <p:nvPr/>
          </p:nvSpPr>
          <p:spPr>
            <a:xfrm>
              <a:off x="2577845" y="44506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1" name="pt890"/>
            <p:cNvSpPr/>
            <p:nvPr/>
          </p:nvSpPr>
          <p:spPr>
            <a:xfrm>
              <a:off x="2669425" y="543892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2" name="pt891"/>
            <p:cNvSpPr/>
            <p:nvPr/>
          </p:nvSpPr>
          <p:spPr>
            <a:xfrm>
              <a:off x="2792281" y="452371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3" name="pt892"/>
            <p:cNvSpPr/>
            <p:nvPr/>
          </p:nvSpPr>
          <p:spPr>
            <a:xfrm>
              <a:off x="2579780" y="46848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2808113" y="566671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2555680" y="58481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2786168" y="488812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2794224" y="474152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2719299" y="482114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2562293" y="547183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2564084" y="512913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2620835" y="481123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2564915" y="44256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2567895" y="44263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2796911" y="47044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2560964" y="515826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2808186" y="470362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2566656" y="52672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2579817" y="443348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2640100" y="488221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2704030" y="44563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2827959" y="61294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2568123" y="479229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2644882" y="530334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2773904" y="444585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2565393" y="600113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2579378" y="466443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2663355" y="45042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2597488" y="44718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2598421" y="493333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2798046" y="464134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2841869" y="528588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2593953" y="50381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2592511" y="464171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2778358" y="528663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3635252" y="442571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3739320" y="442565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3698903" y="44256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8" name="pt927"/>
            <p:cNvSpPr/>
            <p:nvPr/>
          </p:nvSpPr>
          <p:spPr>
            <a:xfrm>
              <a:off x="3613969" y="442565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9" name="pt928"/>
            <p:cNvSpPr/>
            <p:nvPr/>
          </p:nvSpPr>
          <p:spPr>
            <a:xfrm>
              <a:off x="3620834" y="442566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0" name="pt929"/>
            <p:cNvSpPr/>
            <p:nvPr/>
          </p:nvSpPr>
          <p:spPr>
            <a:xfrm>
              <a:off x="3599803" y="442569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1" name="pt930"/>
            <p:cNvSpPr/>
            <p:nvPr/>
          </p:nvSpPr>
          <p:spPr>
            <a:xfrm>
              <a:off x="3698228" y="442571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2" name="pt931"/>
            <p:cNvSpPr/>
            <p:nvPr/>
          </p:nvSpPr>
          <p:spPr>
            <a:xfrm>
              <a:off x="3806250" y="442568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3" name="pt932"/>
            <p:cNvSpPr/>
            <p:nvPr/>
          </p:nvSpPr>
          <p:spPr>
            <a:xfrm>
              <a:off x="3773097" y="442571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4" name="pt933"/>
            <p:cNvSpPr/>
            <p:nvPr/>
          </p:nvSpPr>
          <p:spPr>
            <a:xfrm>
              <a:off x="3614371" y="44256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5" name="pt934"/>
            <p:cNvSpPr/>
            <p:nvPr/>
          </p:nvSpPr>
          <p:spPr>
            <a:xfrm>
              <a:off x="3690145" y="44256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6" name="pt935"/>
            <p:cNvSpPr/>
            <p:nvPr/>
          </p:nvSpPr>
          <p:spPr>
            <a:xfrm>
              <a:off x="3572000" y="442571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7" name="pt936"/>
            <p:cNvSpPr/>
            <p:nvPr/>
          </p:nvSpPr>
          <p:spPr>
            <a:xfrm>
              <a:off x="3700770" y="442568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8" name="pt937"/>
            <p:cNvSpPr/>
            <p:nvPr/>
          </p:nvSpPr>
          <p:spPr>
            <a:xfrm>
              <a:off x="3830106" y="44256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9" name="pt938"/>
            <p:cNvSpPr/>
            <p:nvPr/>
          </p:nvSpPr>
          <p:spPr>
            <a:xfrm>
              <a:off x="3842287" y="44257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0" name="pt939"/>
            <p:cNvSpPr/>
            <p:nvPr/>
          </p:nvSpPr>
          <p:spPr>
            <a:xfrm>
              <a:off x="3717453" y="44256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1" name="pt940"/>
            <p:cNvSpPr/>
            <p:nvPr/>
          </p:nvSpPr>
          <p:spPr>
            <a:xfrm>
              <a:off x="3606686" y="44256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2" name="pt941"/>
            <p:cNvSpPr/>
            <p:nvPr/>
          </p:nvSpPr>
          <p:spPr>
            <a:xfrm>
              <a:off x="3843131" y="44257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3" name="pt942"/>
            <p:cNvSpPr/>
            <p:nvPr/>
          </p:nvSpPr>
          <p:spPr>
            <a:xfrm>
              <a:off x="3816248" y="44256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4" name="pt943"/>
            <p:cNvSpPr/>
            <p:nvPr/>
          </p:nvSpPr>
          <p:spPr>
            <a:xfrm>
              <a:off x="3725051" y="44256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3635027" y="44256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3745558" y="442570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3706706" y="44256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3796742" y="442568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3840796" y="44256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3644285" y="442568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3667627" y="442571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3615018" y="442571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3668800" y="442568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3814102" y="442569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3584871" y="44256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3629185" y="44256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3704759" y="44256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3780755" y="442569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3619420" y="442567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3681199" y="44257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3846612" y="44256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3824582" y="442569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3789434" y="44256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3711559" y="44256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3692892" y="442569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3829578" y="44256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3739084" y="44285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3681735" y="44256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3803266" y="442571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3572226" y="442566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3708151" y="44257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3742083" y="442568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3736218" y="45916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3638529" y="44256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3601003" y="442565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3642427" y="442568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3569596" y="442571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3633605" y="44256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3848959" y="44256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3769670" y="442567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3774392" y="442570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3608918" y="442571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3833448" y="442570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3568516" y="442568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3758603" y="442565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3642350" y="44256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3584139" y="44256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3763452" y="442571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3715711" y="44256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3713942" y="442568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3763599" y="442569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3584721" y="442565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3656251" y="44256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3737945" y="442566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3729486" y="442565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3705129" y="442568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3709165" y="442566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3827109" y="44256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3637109" y="442570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3756846" y="442565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3670942" y="44256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3787664" y="4425709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3735215" y="44257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3567164" y="442565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3635797" y="442570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3612565" y="442571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3707635" y="442566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3755244" y="44256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3762452" y="44256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3789271" y="442570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3636543" y="44256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3691854" y="442569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3683602" y="44257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3730250" y="44256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3786561" y="442570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3740671" y="4425656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3627772" y="44256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3695117" y="44256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3765675" y="442571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3801280" y="442569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3710459" y="442571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3628991" y="442567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3658508" y="442569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3613312" y="44256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3614137" y="442569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3644081" y="442568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3614654" y="442567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3829480" y="442571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3705449" y="44256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3828753" y="442568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3671050" y="442571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3851495" y="44256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3623937" y="442569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3848767" y="44256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3583582" y="442571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3677070" y="442566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3725367" y="442568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3569088" y="442568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3850865" y="442569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3662671" y="442566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3670217" y="44256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3644697" y="442569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3644762" y="442570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3830509" y="44256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3604503" y="442565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3646377" y="442570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3568044" y="442566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3799974" y="44256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3608275" y="442568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3583808" y="442567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3761882" y="442565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3681305" y="4425700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3846464" y="4425705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3636435" y="442570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3794620" y="442566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3843775" y="442567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3707468" y="4425674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3834754" y="4425661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3794922" y="4425652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3687802" y="442566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3704696" y="4425693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3668527" y="442571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3589413" y="442567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3732973" y="4425687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5" name="pt1064"/>
            <p:cNvSpPr/>
            <p:nvPr/>
          </p:nvSpPr>
          <p:spPr>
            <a:xfrm>
              <a:off x="3646107" y="4425718"/>
              <a:ext cx="62384" cy="62384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6" name="pl1065"/>
            <p:cNvSpPr/>
            <p:nvPr/>
          </p:nvSpPr>
          <p:spPr>
            <a:xfrm>
              <a:off x="1719482" y="4456877"/>
              <a:ext cx="0" cy="360435"/>
            </a:xfrm>
            <a:custGeom>
              <a:avLst/>
              <a:pathLst>
                <a:path w="0" h="360435">
                  <a:moveTo>
                    <a:pt x="0" y="36043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l1066"/>
            <p:cNvSpPr/>
            <p:nvPr/>
          </p:nvSpPr>
          <p:spPr>
            <a:xfrm>
              <a:off x="1719482" y="5980530"/>
              <a:ext cx="0" cy="180162"/>
            </a:xfrm>
            <a:custGeom>
              <a:avLst/>
              <a:pathLst>
                <a:path w="0" h="180162">
                  <a:moveTo>
                    <a:pt x="0" y="0"/>
                  </a:moveTo>
                  <a:lnTo>
                    <a:pt x="0" y="180162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g1067"/>
            <p:cNvSpPr/>
            <p:nvPr/>
          </p:nvSpPr>
          <p:spPr>
            <a:xfrm>
              <a:off x="1573489" y="4817313"/>
              <a:ext cx="291986" cy="1163217"/>
            </a:xfrm>
            <a:custGeom>
              <a:avLst/>
              <a:pathLst>
                <a:path w="291986" h="1163217">
                  <a:moveTo>
                    <a:pt x="0" y="0"/>
                  </a:moveTo>
                  <a:lnTo>
                    <a:pt x="0" y="1163217"/>
                  </a:lnTo>
                  <a:lnTo>
                    <a:pt x="291986" y="1163217"/>
                  </a:lnTo>
                  <a:lnTo>
                    <a:pt x="291986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9" name="pl1068"/>
            <p:cNvSpPr/>
            <p:nvPr/>
          </p:nvSpPr>
          <p:spPr>
            <a:xfrm>
              <a:off x="1573489" y="5395633"/>
              <a:ext cx="291986" cy="0"/>
            </a:xfrm>
            <a:custGeom>
              <a:avLst/>
              <a:pathLst>
                <a:path w="291986" h="0">
                  <a:moveTo>
                    <a:pt x="0" y="0"/>
                  </a:moveTo>
                  <a:lnTo>
                    <a:pt x="291986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0" name="pl1069"/>
            <p:cNvSpPr/>
            <p:nvPr/>
          </p:nvSpPr>
          <p:spPr>
            <a:xfrm>
              <a:off x="2731431" y="4456877"/>
              <a:ext cx="0" cy="79686"/>
            </a:xfrm>
            <a:custGeom>
              <a:avLst/>
              <a:pathLst>
                <a:path w="0" h="79686">
                  <a:moveTo>
                    <a:pt x="0" y="7968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l1070"/>
            <p:cNvSpPr/>
            <p:nvPr/>
          </p:nvSpPr>
          <p:spPr>
            <a:xfrm>
              <a:off x="2731431" y="4985522"/>
              <a:ext cx="0" cy="517536"/>
            </a:xfrm>
            <a:custGeom>
              <a:avLst/>
              <a:pathLst>
                <a:path w="0" h="517536">
                  <a:moveTo>
                    <a:pt x="0" y="0"/>
                  </a:moveTo>
                  <a:lnTo>
                    <a:pt x="0" y="517536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g1071"/>
            <p:cNvSpPr/>
            <p:nvPr/>
          </p:nvSpPr>
          <p:spPr>
            <a:xfrm>
              <a:off x="2585438" y="4536564"/>
              <a:ext cx="291986" cy="448958"/>
            </a:xfrm>
            <a:custGeom>
              <a:avLst/>
              <a:pathLst>
                <a:path w="291986" h="448958">
                  <a:moveTo>
                    <a:pt x="0" y="0"/>
                  </a:moveTo>
                  <a:lnTo>
                    <a:pt x="0" y="448958"/>
                  </a:lnTo>
                  <a:lnTo>
                    <a:pt x="291986" y="448958"/>
                  </a:lnTo>
                  <a:lnTo>
                    <a:pt x="291986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3" name="pl1072"/>
            <p:cNvSpPr/>
            <p:nvPr/>
          </p:nvSpPr>
          <p:spPr>
            <a:xfrm>
              <a:off x="2585438" y="4710063"/>
              <a:ext cx="291986" cy="0"/>
            </a:xfrm>
            <a:custGeom>
              <a:avLst/>
              <a:pathLst>
                <a:path w="291986" h="0">
                  <a:moveTo>
                    <a:pt x="0" y="0"/>
                  </a:moveTo>
                  <a:lnTo>
                    <a:pt x="291986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4" name="pl1073"/>
            <p:cNvSpPr/>
            <p:nvPr/>
          </p:nvSpPr>
          <p:spPr>
            <a:xfrm>
              <a:off x="3743380" y="445687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l1074"/>
            <p:cNvSpPr/>
            <p:nvPr/>
          </p:nvSpPr>
          <p:spPr>
            <a:xfrm>
              <a:off x="3743380" y="445687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g1075"/>
            <p:cNvSpPr/>
            <p:nvPr/>
          </p:nvSpPr>
          <p:spPr>
            <a:xfrm>
              <a:off x="3597387" y="4456877"/>
              <a:ext cx="291986" cy="0"/>
            </a:xfrm>
            <a:custGeom>
              <a:avLst/>
              <a:pathLst>
                <a:path w="291986" h="0">
                  <a:moveTo>
                    <a:pt x="0" y="0"/>
                  </a:moveTo>
                  <a:lnTo>
                    <a:pt x="291986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7" name="pl1076"/>
            <p:cNvSpPr/>
            <p:nvPr/>
          </p:nvSpPr>
          <p:spPr>
            <a:xfrm>
              <a:off x="3597387" y="4456877"/>
              <a:ext cx="291986" cy="0"/>
            </a:xfrm>
            <a:custGeom>
              <a:avLst/>
              <a:pathLst>
                <a:path w="291986" h="0">
                  <a:moveTo>
                    <a:pt x="0" y="0"/>
                  </a:moveTo>
                  <a:lnTo>
                    <a:pt x="291986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8" name="pg1077"/>
            <p:cNvSpPr/>
            <p:nvPr/>
          </p:nvSpPr>
          <p:spPr>
            <a:xfrm>
              <a:off x="1714888" y="4219661"/>
              <a:ext cx="2058506" cy="1263249"/>
            </a:xfrm>
            <a:custGeom>
              <a:avLst/>
              <a:pathLst>
                <a:path w="2058506" h="1263249">
                  <a:moveTo>
                    <a:pt x="0" y="983342"/>
                  </a:moveTo>
                  <a:lnTo>
                    <a:pt x="452579" y="811628"/>
                  </a:lnTo>
                  <a:lnTo>
                    <a:pt x="1036552" y="548764"/>
                  </a:lnTo>
                  <a:lnTo>
                    <a:pt x="1474532" y="321547"/>
                  </a:lnTo>
                  <a:lnTo>
                    <a:pt x="2058506" y="0"/>
                  </a:lnTo>
                  <a:lnTo>
                    <a:pt x="2058506" y="401510"/>
                  </a:lnTo>
                  <a:lnTo>
                    <a:pt x="1474532" y="603389"/>
                  </a:lnTo>
                  <a:lnTo>
                    <a:pt x="1036552" y="768743"/>
                  </a:lnTo>
                  <a:lnTo>
                    <a:pt x="452579" y="1029306"/>
                  </a:lnTo>
                  <a:lnTo>
                    <a:pt x="0" y="1263249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079" name="pl1078"/>
            <p:cNvSpPr/>
            <p:nvPr/>
          </p:nvSpPr>
          <p:spPr>
            <a:xfrm>
              <a:off x="1714888" y="4219661"/>
              <a:ext cx="2058506" cy="983342"/>
            </a:xfrm>
            <a:custGeom>
              <a:avLst/>
              <a:pathLst>
                <a:path w="2058506" h="983342">
                  <a:moveTo>
                    <a:pt x="0" y="983342"/>
                  </a:moveTo>
                  <a:lnTo>
                    <a:pt x="452579" y="811628"/>
                  </a:lnTo>
                  <a:lnTo>
                    <a:pt x="1036552" y="548764"/>
                  </a:lnTo>
                  <a:lnTo>
                    <a:pt x="1474532" y="321547"/>
                  </a:lnTo>
                  <a:lnTo>
                    <a:pt x="205850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80" name="pl1079"/>
            <p:cNvSpPr/>
            <p:nvPr/>
          </p:nvSpPr>
          <p:spPr>
            <a:xfrm>
              <a:off x="1714888" y="4621171"/>
              <a:ext cx="2058506" cy="861738"/>
            </a:xfrm>
            <a:custGeom>
              <a:avLst/>
              <a:pathLst>
                <a:path w="2058506" h="861738">
                  <a:moveTo>
                    <a:pt x="2058506" y="0"/>
                  </a:moveTo>
                  <a:lnTo>
                    <a:pt x="1474532" y="201879"/>
                  </a:lnTo>
                  <a:lnTo>
                    <a:pt x="1036552" y="367233"/>
                  </a:lnTo>
                  <a:lnTo>
                    <a:pt x="452579" y="627796"/>
                  </a:lnTo>
                  <a:lnTo>
                    <a:pt x="0" y="8617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81" name="pl1080"/>
            <p:cNvSpPr/>
            <p:nvPr/>
          </p:nvSpPr>
          <p:spPr>
            <a:xfrm>
              <a:off x="1714888" y="4420416"/>
              <a:ext cx="2058506" cy="922540"/>
            </a:xfrm>
            <a:custGeom>
              <a:avLst/>
              <a:pathLst>
                <a:path w="2058506" h="922540">
                  <a:moveTo>
                    <a:pt x="0" y="922540"/>
                  </a:moveTo>
                  <a:lnTo>
                    <a:pt x="452579" y="719712"/>
                  </a:lnTo>
                  <a:lnTo>
                    <a:pt x="1036552" y="457998"/>
                  </a:lnTo>
                  <a:lnTo>
                    <a:pt x="1474532" y="261713"/>
                  </a:lnTo>
                  <a:lnTo>
                    <a:pt x="2058506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tx1081"/>
            <p:cNvSpPr/>
            <p:nvPr/>
          </p:nvSpPr>
          <p:spPr>
            <a:xfrm>
              <a:off x="1719482" y="4318999"/>
              <a:ext cx="84673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1083" name="tx1082"/>
            <p:cNvSpPr/>
            <p:nvPr/>
          </p:nvSpPr>
          <p:spPr>
            <a:xfrm>
              <a:off x="1818160" y="4318999"/>
              <a:ext cx="28254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1084" name="tx1083"/>
            <p:cNvSpPr/>
            <p:nvPr/>
          </p:nvSpPr>
          <p:spPr>
            <a:xfrm>
              <a:off x="1860076" y="4318999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1085" name="tx1084"/>
            <p:cNvSpPr/>
            <p:nvPr/>
          </p:nvSpPr>
          <p:spPr>
            <a:xfrm>
              <a:off x="1940913" y="4318999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086" name="tx1085"/>
            <p:cNvSpPr/>
            <p:nvPr/>
          </p:nvSpPr>
          <p:spPr>
            <a:xfrm>
              <a:off x="2021710" y="4318999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087" name="tx1086"/>
            <p:cNvSpPr/>
            <p:nvPr/>
          </p:nvSpPr>
          <p:spPr>
            <a:xfrm>
              <a:off x="2102493" y="4318907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= 0.384</a:t>
              </a:r>
            </a:p>
          </p:txBody>
        </p:sp>
        <p:sp>
          <p:nvSpPr>
            <p:cNvPr id="1088" name="tx1087"/>
            <p:cNvSpPr/>
            <p:nvPr/>
          </p:nvSpPr>
          <p:spPr>
            <a:xfrm>
              <a:off x="2564905" y="4318907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1089" name="tx1088"/>
            <p:cNvSpPr/>
            <p:nvPr/>
          </p:nvSpPr>
          <p:spPr>
            <a:xfrm>
              <a:off x="2635496" y="4318999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090" name="tx1089"/>
            <p:cNvSpPr/>
            <p:nvPr/>
          </p:nvSpPr>
          <p:spPr>
            <a:xfrm>
              <a:off x="2716293" y="4318907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 &lt; 0.001</a:t>
              </a:r>
            </a:p>
          </p:txBody>
        </p:sp>
        <p:sp>
          <p:nvSpPr>
            <p:cNvPr id="1091" name="rc1090"/>
            <p:cNvSpPr/>
            <p:nvPr/>
          </p:nvSpPr>
          <p:spPr>
            <a:xfrm>
              <a:off x="1457695" y="3945732"/>
              <a:ext cx="2547472" cy="232570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92" name="pl1091"/>
            <p:cNvSpPr/>
            <p:nvPr/>
          </p:nvSpPr>
          <p:spPr>
            <a:xfrm>
              <a:off x="1457695" y="3945732"/>
              <a:ext cx="0" cy="2325708"/>
            </a:xfrm>
            <a:custGeom>
              <a:avLst/>
              <a:pathLst>
                <a:path w="0" h="2325708">
                  <a:moveTo>
                    <a:pt x="0" y="2325708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tx1092"/>
            <p:cNvSpPr/>
            <p:nvPr/>
          </p:nvSpPr>
          <p:spPr>
            <a:xfrm>
              <a:off x="1178376" y="6119682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094" name="tx1093"/>
            <p:cNvSpPr/>
            <p:nvPr/>
          </p:nvSpPr>
          <p:spPr>
            <a:xfrm>
              <a:off x="1178376" y="5693728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095" name="tx1094"/>
            <p:cNvSpPr/>
            <p:nvPr/>
          </p:nvSpPr>
          <p:spPr>
            <a:xfrm>
              <a:off x="1178376" y="5267774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096" name="tx1095"/>
            <p:cNvSpPr/>
            <p:nvPr/>
          </p:nvSpPr>
          <p:spPr>
            <a:xfrm>
              <a:off x="1178376" y="4841820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097" name="tx1096"/>
            <p:cNvSpPr/>
            <p:nvPr/>
          </p:nvSpPr>
          <p:spPr>
            <a:xfrm>
              <a:off x="1178376" y="4415866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098" name="pl1097"/>
            <p:cNvSpPr/>
            <p:nvPr/>
          </p:nvSpPr>
          <p:spPr>
            <a:xfrm>
              <a:off x="1426063" y="616069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l1098"/>
            <p:cNvSpPr/>
            <p:nvPr/>
          </p:nvSpPr>
          <p:spPr>
            <a:xfrm>
              <a:off x="1426063" y="573473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l1099"/>
            <p:cNvSpPr/>
            <p:nvPr/>
          </p:nvSpPr>
          <p:spPr>
            <a:xfrm>
              <a:off x="1426063" y="530878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l1100"/>
            <p:cNvSpPr/>
            <p:nvPr/>
          </p:nvSpPr>
          <p:spPr>
            <a:xfrm>
              <a:off x="1426063" y="488283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l1101"/>
            <p:cNvSpPr/>
            <p:nvPr/>
          </p:nvSpPr>
          <p:spPr>
            <a:xfrm>
              <a:off x="1426063" y="445687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l1102"/>
            <p:cNvSpPr/>
            <p:nvPr/>
          </p:nvSpPr>
          <p:spPr>
            <a:xfrm>
              <a:off x="1457695" y="6271441"/>
              <a:ext cx="2547472" cy="0"/>
            </a:xfrm>
            <a:custGeom>
              <a:avLst/>
              <a:pathLst>
                <a:path w="2547472" h="0">
                  <a:moveTo>
                    <a:pt x="0" y="0"/>
                  </a:moveTo>
                  <a:lnTo>
                    <a:pt x="2547472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l1103"/>
            <p:cNvSpPr/>
            <p:nvPr/>
          </p:nvSpPr>
          <p:spPr>
            <a:xfrm>
              <a:off x="1719482" y="627144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l1104"/>
            <p:cNvSpPr/>
            <p:nvPr/>
          </p:nvSpPr>
          <p:spPr>
            <a:xfrm>
              <a:off x="2731431" y="627144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l1105"/>
            <p:cNvSpPr/>
            <p:nvPr/>
          </p:nvSpPr>
          <p:spPr>
            <a:xfrm>
              <a:off x="3743380" y="627144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tx1106"/>
            <p:cNvSpPr/>
            <p:nvPr/>
          </p:nvSpPr>
          <p:spPr>
            <a:xfrm>
              <a:off x="1687707" y="632837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108" name="tx1107"/>
            <p:cNvSpPr/>
            <p:nvPr/>
          </p:nvSpPr>
          <p:spPr>
            <a:xfrm>
              <a:off x="2699656" y="632837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109" name="tx1108"/>
            <p:cNvSpPr/>
            <p:nvPr/>
          </p:nvSpPr>
          <p:spPr>
            <a:xfrm>
              <a:off x="3711605" y="632837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110" name="tx1109"/>
            <p:cNvSpPr/>
            <p:nvPr/>
          </p:nvSpPr>
          <p:spPr>
            <a:xfrm>
              <a:off x="2444127" y="6504447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111" name="tx1110"/>
            <p:cNvSpPr/>
            <p:nvPr/>
          </p:nvSpPr>
          <p:spPr>
            <a:xfrm rot="-5400000">
              <a:off x="-188370" y="5058478"/>
              <a:ext cx="244638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Proportion of variance between species</a:t>
              </a:r>
            </a:p>
          </p:txBody>
        </p:sp>
        <p:sp>
          <p:nvSpPr>
            <p:cNvPr id="1112" name="tx1111"/>
            <p:cNvSpPr/>
            <p:nvPr/>
          </p:nvSpPr>
          <p:spPr>
            <a:xfrm>
              <a:off x="1457695" y="3750979"/>
              <a:ext cx="111757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Aboveground</a:t>
              </a:r>
            </a:p>
          </p:txBody>
        </p:sp>
        <p:sp>
          <p:nvSpPr>
            <p:cNvPr id="1113" name="rc1112"/>
            <p:cNvSpPr/>
            <p:nvPr/>
          </p:nvSpPr>
          <p:spPr>
            <a:xfrm>
              <a:off x="4385706" y="3945732"/>
              <a:ext cx="2547472" cy="23257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4" name="pt1113"/>
            <p:cNvSpPr/>
            <p:nvPr/>
          </p:nvSpPr>
          <p:spPr>
            <a:xfrm>
              <a:off x="4483485" y="493181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5" name="pt1114"/>
            <p:cNvSpPr/>
            <p:nvPr/>
          </p:nvSpPr>
          <p:spPr>
            <a:xfrm>
              <a:off x="4753734" y="46384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6" name="pt1115"/>
            <p:cNvSpPr/>
            <p:nvPr/>
          </p:nvSpPr>
          <p:spPr>
            <a:xfrm>
              <a:off x="4584304" y="461784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7" name="pt1116"/>
            <p:cNvSpPr/>
            <p:nvPr/>
          </p:nvSpPr>
          <p:spPr>
            <a:xfrm>
              <a:off x="4537317" y="61295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8" name="pt1117"/>
            <p:cNvSpPr/>
            <p:nvPr/>
          </p:nvSpPr>
          <p:spPr>
            <a:xfrm>
              <a:off x="4725675" y="45653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9" name="pt1118"/>
            <p:cNvSpPr/>
            <p:nvPr/>
          </p:nvSpPr>
          <p:spPr>
            <a:xfrm>
              <a:off x="4513447" y="446117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0" name="pt1119"/>
            <p:cNvSpPr/>
            <p:nvPr/>
          </p:nvSpPr>
          <p:spPr>
            <a:xfrm>
              <a:off x="4505089" y="453193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1" name="pt1120"/>
            <p:cNvSpPr/>
            <p:nvPr/>
          </p:nvSpPr>
          <p:spPr>
            <a:xfrm>
              <a:off x="4512616" y="469480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2" name="pt1121"/>
            <p:cNvSpPr/>
            <p:nvPr/>
          </p:nvSpPr>
          <p:spPr>
            <a:xfrm>
              <a:off x="4534821" y="53348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3" name="pt1122"/>
            <p:cNvSpPr/>
            <p:nvPr/>
          </p:nvSpPr>
          <p:spPr>
            <a:xfrm>
              <a:off x="4542859" y="454421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4" name="pt1123"/>
            <p:cNvSpPr/>
            <p:nvPr/>
          </p:nvSpPr>
          <p:spPr>
            <a:xfrm>
              <a:off x="4618163" y="467466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5" name="pt1124"/>
            <p:cNvSpPr/>
            <p:nvPr/>
          </p:nvSpPr>
          <p:spPr>
            <a:xfrm>
              <a:off x="4667169" y="486819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6" name="pt1125"/>
            <p:cNvSpPr/>
            <p:nvPr/>
          </p:nvSpPr>
          <p:spPr>
            <a:xfrm>
              <a:off x="4587036" y="589822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7" name="pt1126"/>
            <p:cNvSpPr/>
            <p:nvPr/>
          </p:nvSpPr>
          <p:spPr>
            <a:xfrm>
              <a:off x="4698780" y="51639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8" name="pt1127"/>
            <p:cNvSpPr/>
            <p:nvPr/>
          </p:nvSpPr>
          <p:spPr>
            <a:xfrm>
              <a:off x="4524854" y="540823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9" name="pt1128"/>
            <p:cNvSpPr/>
            <p:nvPr/>
          </p:nvSpPr>
          <p:spPr>
            <a:xfrm>
              <a:off x="4632050" y="531658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0" name="pt1129"/>
            <p:cNvSpPr/>
            <p:nvPr/>
          </p:nvSpPr>
          <p:spPr>
            <a:xfrm>
              <a:off x="4500210" y="480886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1" name="pt1130"/>
            <p:cNvSpPr/>
            <p:nvPr/>
          </p:nvSpPr>
          <p:spPr>
            <a:xfrm>
              <a:off x="4736920" y="48998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2" name="pt1131"/>
            <p:cNvSpPr/>
            <p:nvPr/>
          </p:nvSpPr>
          <p:spPr>
            <a:xfrm>
              <a:off x="4530826" y="448946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3" name="pt1132"/>
            <p:cNvSpPr/>
            <p:nvPr/>
          </p:nvSpPr>
          <p:spPr>
            <a:xfrm>
              <a:off x="4724931" y="512738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4" name="pt1133"/>
            <p:cNvSpPr/>
            <p:nvPr/>
          </p:nvSpPr>
          <p:spPr>
            <a:xfrm>
              <a:off x="4534468" y="530599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5" name="pt1134"/>
            <p:cNvSpPr/>
            <p:nvPr/>
          </p:nvSpPr>
          <p:spPr>
            <a:xfrm>
              <a:off x="4687797" y="612950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6" name="pt1135"/>
            <p:cNvSpPr/>
            <p:nvPr/>
          </p:nvSpPr>
          <p:spPr>
            <a:xfrm>
              <a:off x="4648698" y="61295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7" name="pt1136"/>
            <p:cNvSpPr/>
            <p:nvPr/>
          </p:nvSpPr>
          <p:spPr>
            <a:xfrm>
              <a:off x="4566645" y="547866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8" name="pt1137"/>
            <p:cNvSpPr/>
            <p:nvPr/>
          </p:nvSpPr>
          <p:spPr>
            <a:xfrm>
              <a:off x="4569568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9" name="pt1138"/>
            <p:cNvSpPr/>
            <p:nvPr/>
          </p:nvSpPr>
          <p:spPr>
            <a:xfrm>
              <a:off x="4643304" y="527613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0" name="pt1139"/>
            <p:cNvSpPr/>
            <p:nvPr/>
          </p:nvSpPr>
          <p:spPr>
            <a:xfrm>
              <a:off x="4648194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1" name="pt1140"/>
            <p:cNvSpPr/>
            <p:nvPr/>
          </p:nvSpPr>
          <p:spPr>
            <a:xfrm>
              <a:off x="4739520" y="612833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2" name="pt1141"/>
            <p:cNvSpPr/>
            <p:nvPr/>
          </p:nvSpPr>
          <p:spPr>
            <a:xfrm>
              <a:off x="4544923" y="52364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3" name="pt1142"/>
            <p:cNvSpPr/>
            <p:nvPr/>
          </p:nvSpPr>
          <p:spPr>
            <a:xfrm>
              <a:off x="4703167" y="45614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4" name="pt1143"/>
            <p:cNvSpPr/>
            <p:nvPr/>
          </p:nvSpPr>
          <p:spPr>
            <a:xfrm>
              <a:off x="4573025" y="586449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5" name="pt1144"/>
            <p:cNvSpPr/>
            <p:nvPr/>
          </p:nvSpPr>
          <p:spPr>
            <a:xfrm>
              <a:off x="4678424" y="50045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6" name="pt1145"/>
            <p:cNvSpPr/>
            <p:nvPr/>
          </p:nvSpPr>
          <p:spPr>
            <a:xfrm>
              <a:off x="4641281" y="555671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7" name="pt1146"/>
            <p:cNvSpPr/>
            <p:nvPr/>
          </p:nvSpPr>
          <p:spPr>
            <a:xfrm>
              <a:off x="4515080" y="497559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8" name="pt1147"/>
            <p:cNvSpPr/>
            <p:nvPr/>
          </p:nvSpPr>
          <p:spPr>
            <a:xfrm>
              <a:off x="4632091" y="50227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9" name="pt1148"/>
            <p:cNvSpPr/>
            <p:nvPr/>
          </p:nvSpPr>
          <p:spPr>
            <a:xfrm>
              <a:off x="4607167" y="492399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0" name="pt1149"/>
            <p:cNvSpPr/>
            <p:nvPr/>
          </p:nvSpPr>
          <p:spPr>
            <a:xfrm>
              <a:off x="4751559" y="467784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1" name="pt1150"/>
            <p:cNvSpPr/>
            <p:nvPr/>
          </p:nvSpPr>
          <p:spPr>
            <a:xfrm>
              <a:off x="4597164" y="540091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2" name="pt1151"/>
            <p:cNvSpPr/>
            <p:nvPr/>
          </p:nvSpPr>
          <p:spPr>
            <a:xfrm>
              <a:off x="4502715" y="61287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3" name="pt1152"/>
            <p:cNvSpPr/>
            <p:nvPr/>
          </p:nvSpPr>
          <p:spPr>
            <a:xfrm>
              <a:off x="4616955" y="556602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4" name="pt1153"/>
            <p:cNvSpPr/>
            <p:nvPr/>
          </p:nvSpPr>
          <p:spPr>
            <a:xfrm>
              <a:off x="4622450" y="577024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5" name="pt1154"/>
            <p:cNvSpPr/>
            <p:nvPr/>
          </p:nvSpPr>
          <p:spPr>
            <a:xfrm>
              <a:off x="4538254" y="612043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6" name="pt1155"/>
            <p:cNvSpPr/>
            <p:nvPr/>
          </p:nvSpPr>
          <p:spPr>
            <a:xfrm>
              <a:off x="4519156" y="604471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7" name="pt1156"/>
            <p:cNvSpPr/>
            <p:nvPr/>
          </p:nvSpPr>
          <p:spPr>
            <a:xfrm>
              <a:off x="4609967" y="51916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8" name="pt1157"/>
            <p:cNvSpPr/>
            <p:nvPr/>
          </p:nvSpPr>
          <p:spPr>
            <a:xfrm>
              <a:off x="4565342" y="573432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9" name="pt1158"/>
            <p:cNvSpPr/>
            <p:nvPr/>
          </p:nvSpPr>
          <p:spPr>
            <a:xfrm>
              <a:off x="4535925" y="529223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0" name="pt1159"/>
            <p:cNvSpPr/>
            <p:nvPr/>
          </p:nvSpPr>
          <p:spPr>
            <a:xfrm>
              <a:off x="4492552" y="469389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1" name="pt1160"/>
            <p:cNvSpPr/>
            <p:nvPr/>
          </p:nvSpPr>
          <p:spPr>
            <a:xfrm>
              <a:off x="4580213" y="612565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2" name="pt1161"/>
            <p:cNvSpPr/>
            <p:nvPr/>
          </p:nvSpPr>
          <p:spPr>
            <a:xfrm>
              <a:off x="4738569" y="612291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3" name="pt1162"/>
            <p:cNvSpPr/>
            <p:nvPr/>
          </p:nvSpPr>
          <p:spPr>
            <a:xfrm>
              <a:off x="4519012" y="571059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4" name="pt1163"/>
            <p:cNvSpPr/>
            <p:nvPr/>
          </p:nvSpPr>
          <p:spPr>
            <a:xfrm>
              <a:off x="4689600" y="610837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5" name="pt1164"/>
            <p:cNvSpPr/>
            <p:nvPr/>
          </p:nvSpPr>
          <p:spPr>
            <a:xfrm>
              <a:off x="4535597" y="45445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6" name="pt1165"/>
            <p:cNvSpPr/>
            <p:nvPr/>
          </p:nvSpPr>
          <p:spPr>
            <a:xfrm>
              <a:off x="4708940" y="60336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7" name="pt1166"/>
            <p:cNvSpPr/>
            <p:nvPr/>
          </p:nvSpPr>
          <p:spPr>
            <a:xfrm>
              <a:off x="4504475" y="44611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8" name="pt1167"/>
            <p:cNvSpPr/>
            <p:nvPr/>
          </p:nvSpPr>
          <p:spPr>
            <a:xfrm>
              <a:off x="4483610" y="572396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9" name="pt1168"/>
            <p:cNvSpPr/>
            <p:nvPr/>
          </p:nvSpPr>
          <p:spPr>
            <a:xfrm>
              <a:off x="4537514" y="61295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0" name="pt1169"/>
            <p:cNvSpPr/>
            <p:nvPr/>
          </p:nvSpPr>
          <p:spPr>
            <a:xfrm>
              <a:off x="4657521" y="530885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1" name="pt1170"/>
            <p:cNvSpPr/>
            <p:nvPr/>
          </p:nvSpPr>
          <p:spPr>
            <a:xfrm>
              <a:off x="4581401" y="571843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2" name="pt1171"/>
            <p:cNvSpPr/>
            <p:nvPr/>
          </p:nvSpPr>
          <p:spPr>
            <a:xfrm>
              <a:off x="4473118" y="61295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3" name="pt1172"/>
            <p:cNvSpPr/>
            <p:nvPr/>
          </p:nvSpPr>
          <p:spPr>
            <a:xfrm>
              <a:off x="4531184" y="500955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4" name="pt1173"/>
            <p:cNvSpPr/>
            <p:nvPr/>
          </p:nvSpPr>
          <p:spPr>
            <a:xfrm>
              <a:off x="4669330" y="45804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5" name="pt1174"/>
            <p:cNvSpPr/>
            <p:nvPr/>
          </p:nvSpPr>
          <p:spPr>
            <a:xfrm>
              <a:off x="4481609" y="49723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6" name="pt1175"/>
            <p:cNvSpPr/>
            <p:nvPr/>
          </p:nvSpPr>
          <p:spPr>
            <a:xfrm>
              <a:off x="4566100" y="606503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7" name="pt1176"/>
            <p:cNvSpPr/>
            <p:nvPr/>
          </p:nvSpPr>
          <p:spPr>
            <a:xfrm>
              <a:off x="4478499" y="604153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8" name="pt1177"/>
            <p:cNvSpPr/>
            <p:nvPr/>
          </p:nvSpPr>
          <p:spPr>
            <a:xfrm>
              <a:off x="4569144" y="493913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9" name="pt1178"/>
            <p:cNvSpPr/>
            <p:nvPr/>
          </p:nvSpPr>
          <p:spPr>
            <a:xfrm>
              <a:off x="4587206" y="584535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0" name="pt1179"/>
            <p:cNvSpPr/>
            <p:nvPr/>
          </p:nvSpPr>
          <p:spPr>
            <a:xfrm>
              <a:off x="4684244" y="55897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1" name="pt1180"/>
            <p:cNvSpPr/>
            <p:nvPr/>
          </p:nvSpPr>
          <p:spPr>
            <a:xfrm>
              <a:off x="4722929" y="534983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2" name="pt1181"/>
            <p:cNvSpPr/>
            <p:nvPr/>
          </p:nvSpPr>
          <p:spPr>
            <a:xfrm>
              <a:off x="4486437" y="585252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3" name="pt1182"/>
            <p:cNvSpPr/>
            <p:nvPr/>
          </p:nvSpPr>
          <p:spPr>
            <a:xfrm>
              <a:off x="4673756" y="61295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4" name="pt1183"/>
            <p:cNvSpPr/>
            <p:nvPr/>
          </p:nvSpPr>
          <p:spPr>
            <a:xfrm>
              <a:off x="4654330" y="516351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5" name="pt1184"/>
            <p:cNvSpPr/>
            <p:nvPr/>
          </p:nvSpPr>
          <p:spPr>
            <a:xfrm>
              <a:off x="4577374" y="59412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6" name="pt1185"/>
            <p:cNvSpPr/>
            <p:nvPr/>
          </p:nvSpPr>
          <p:spPr>
            <a:xfrm>
              <a:off x="4647218" y="552121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7" name="pt1186"/>
            <p:cNvSpPr/>
            <p:nvPr/>
          </p:nvSpPr>
          <p:spPr>
            <a:xfrm>
              <a:off x="4476680" y="60669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8" name="pt1187"/>
            <p:cNvSpPr/>
            <p:nvPr/>
          </p:nvSpPr>
          <p:spPr>
            <a:xfrm>
              <a:off x="4480378" y="520709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9" name="pt1188"/>
            <p:cNvSpPr/>
            <p:nvPr/>
          </p:nvSpPr>
          <p:spPr>
            <a:xfrm>
              <a:off x="4714472" y="53243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0" name="pt1189"/>
            <p:cNvSpPr/>
            <p:nvPr/>
          </p:nvSpPr>
          <p:spPr>
            <a:xfrm>
              <a:off x="4747968" y="551127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1" name="pt1190"/>
            <p:cNvSpPr/>
            <p:nvPr/>
          </p:nvSpPr>
          <p:spPr>
            <a:xfrm>
              <a:off x="4513555" y="534691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2" name="pt1191"/>
            <p:cNvSpPr/>
            <p:nvPr/>
          </p:nvSpPr>
          <p:spPr>
            <a:xfrm>
              <a:off x="4684876" y="49527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3" name="pt1192"/>
            <p:cNvSpPr/>
            <p:nvPr/>
          </p:nvSpPr>
          <p:spPr>
            <a:xfrm>
              <a:off x="4549110" y="581953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4" name="pt1193"/>
            <p:cNvSpPr/>
            <p:nvPr/>
          </p:nvSpPr>
          <p:spPr>
            <a:xfrm>
              <a:off x="4478118" y="46599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5" name="pt1194"/>
            <p:cNvSpPr/>
            <p:nvPr/>
          </p:nvSpPr>
          <p:spPr>
            <a:xfrm>
              <a:off x="4539044" y="53260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6" name="pt1195"/>
            <p:cNvSpPr/>
            <p:nvPr/>
          </p:nvSpPr>
          <p:spPr>
            <a:xfrm>
              <a:off x="4508896" y="532134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7" name="pt1196"/>
            <p:cNvSpPr/>
            <p:nvPr/>
          </p:nvSpPr>
          <p:spPr>
            <a:xfrm>
              <a:off x="4483403" y="539205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8" name="pt1197"/>
            <p:cNvSpPr/>
            <p:nvPr/>
          </p:nvSpPr>
          <p:spPr>
            <a:xfrm>
              <a:off x="4659043" y="558873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9" name="pt1198"/>
            <p:cNvSpPr/>
            <p:nvPr/>
          </p:nvSpPr>
          <p:spPr>
            <a:xfrm>
              <a:off x="4540043" y="56657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0" name="pt1199"/>
            <p:cNvSpPr/>
            <p:nvPr/>
          </p:nvSpPr>
          <p:spPr>
            <a:xfrm>
              <a:off x="4500941" y="547858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1" name="pt1200"/>
            <p:cNvSpPr/>
            <p:nvPr/>
          </p:nvSpPr>
          <p:spPr>
            <a:xfrm>
              <a:off x="4608855" y="45810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2" name="pt1201"/>
            <p:cNvSpPr/>
            <p:nvPr/>
          </p:nvSpPr>
          <p:spPr>
            <a:xfrm>
              <a:off x="4589386" y="46479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3" name="pt1202"/>
            <p:cNvSpPr/>
            <p:nvPr/>
          </p:nvSpPr>
          <p:spPr>
            <a:xfrm>
              <a:off x="4493150" y="547596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4" name="pt1203"/>
            <p:cNvSpPr/>
            <p:nvPr/>
          </p:nvSpPr>
          <p:spPr>
            <a:xfrm>
              <a:off x="4735270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5" name="pt1204"/>
            <p:cNvSpPr/>
            <p:nvPr/>
          </p:nvSpPr>
          <p:spPr>
            <a:xfrm>
              <a:off x="4675596" y="543943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6" name="pt1205"/>
            <p:cNvSpPr/>
            <p:nvPr/>
          </p:nvSpPr>
          <p:spPr>
            <a:xfrm>
              <a:off x="4562157" y="57938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7" name="pt1206"/>
            <p:cNvSpPr/>
            <p:nvPr/>
          </p:nvSpPr>
          <p:spPr>
            <a:xfrm>
              <a:off x="5503237" y="612489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8" name="pt1207"/>
            <p:cNvSpPr/>
            <p:nvPr/>
          </p:nvSpPr>
          <p:spPr>
            <a:xfrm>
              <a:off x="5687128" y="454092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9" name="pt1208"/>
            <p:cNvSpPr/>
            <p:nvPr/>
          </p:nvSpPr>
          <p:spPr>
            <a:xfrm>
              <a:off x="5758873" y="505899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0" name="pt1209"/>
            <p:cNvSpPr/>
            <p:nvPr/>
          </p:nvSpPr>
          <p:spPr>
            <a:xfrm>
              <a:off x="5699474" y="460500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1" name="pt1210"/>
            <p:cNvSpPr/>
            <p:nvPr/>
          </p:nvSpPr>
          <p:spPr>
            <a:xfrm>
              <a:off x="5491613" y="487430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2" name="pt1211"/>
            <p:cNvSpPr/>
            <p:nvPr/>
          </p:nvSpPr>
          <p:spPr>
            <a:xfrm>
              <a:off x="5707020" y="535791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3" name="pt1212"/>
            <p:cNvSpPr/>
            <p:nvPr/>
          </p:nvSpPr>
          <p:spPr>
            <a:xfrm>
              <a:off x="5554071" y="447541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4" name="pt1213"/>
            <p:cNvSpPr/>
            <p:nvPr/>
          </p:nvSpPr>
          <p:spPr>
            <a:xfrm>
              <a:off x="5685279" y="45593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5" name="pt1214"/>
            <p:cNvSpPr/>
            <p:nvPr/>
          </p:nvSpPr>
          <p:spPr>
            <a:xfrm>
              <a:off x="5769068" y="46734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6" name="pt1215"/>
            <p:cNvSpPr/>
            <p:nvPr/>
          </p:nvSpPr>
          <p:spPr>
            <a:xfrm>
              <a:off x="5700780" y="479122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7" name="pt1216"/>
            <p:cNvSpPr/>
            <p:nvPr/>
          </p:nvSpPr>
          <p:spPr>
            <a:xfrm>
              <a:off x="5627140" y="44440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8" name="pt1217"/>
            <p:cNvSpPr/>
            <p:nvPr/>
          </p:nvSpPr>
          <p:spPr>
            <a:xfrm>
              <a:off x="5763826" y="445417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9" name="pt1218"/>
            <p:cNvSpPr/>
            <p:nvPr/>
          </p:nvSpPr>
          <p:spPr>
            <a:xfrm>
              <a:off x="5570966" y="44933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0" name="pt1219"/>
            <p:cNvSpPr/>
            <p:nvPr/>
          </p:nvSpPr>
          <p:spPr>
            <a:xfrm>
              <a:off x="5636186" y="447112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1" name="pt1220"/>
            <p:cNvSpPr/>
            <p:nvPr/>
          </p:nvSpPr>
          <p:spPr>
            <a:xfrm>
              <a:off x="5587402" y="463520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2" name="pt1221"/>
            <p:cNvSpPr/>
            <p:nvPr/>
          </p:nvSpPr>
          <p:spPr>
            <a:xfrm>
              <a:off x="5564951" y="446879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3" name="pt1222"/>
            <p:cNvSpPr/>
            <p:nvPr/>
          </p:nvSpPr>
          <p:spPr>
            <a:xfrm>
              <a:off x="5744900" y="61295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4" name="pt1223"/>
            <p:cNvSpPr/>
            <p:nvPr/>
          </p:nvSpPr>
          <p:spPr>
            <a:xfrm>
              <a:off x="5752868" y="547505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5" name="pt1224"/>
            <p:cNvSpPr/>
            <p:nvPr/>
          </p:nvSpPr>
          <p:spPr>
            <a:xfrm>
              <a:off x="5581675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6" name="pt1225"/>
            <p:cNvSpPr/>
            <p:nvPr/>
          </p:nvSpPr>
          <p:spPr>
            <a:xfrm>
              <a:off x="5547605" y="452481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7" name="pt1226"/>
            <p:cNvSpPr/>
            <p:nvPr/>
          </p:nvSpPr>
          <p:spPr>
            <a:xfrm>
              <a:off x="5612869" y="608015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8" name="pt1227"/>
            <p:cNvSpPr/>
            <p:nvPr/>
          </p:nvSpPr>
          <p:spPr>
            <a:xfrm>
              <a:off x="5663785" y="572963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9" name="pt1228"/>
            <p:cNvSpPr/>
            <p:nvPr/>
          </p:nvSpPr>
          <p:spPr>
            <a:xfrm>
              <a:off x="5507979" y="505685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0" name="pt1229"/>
            <p:cNvSpPr/>
            <p:nvPr/>
          </p:nvSpPr>
          <p:spPr>
            <a:xfrm>
              <a:off x="5590011" y="47264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1" name="pt1230"/>
            <p:cNvSpPr/>
            <p:nvPr/>
          </p:nvSpPr>
          <p:spPr>
            <a:xfrm>
              <a:off x="5678570" y="474955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2" name="pt1231"/>
            <p:cNvSpPr/>
            <p:nvPr/>
          </p:nvSpPr>
          <p:spPr>
            <a:xfrm>
              <a:off x="5550431" y="61295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3" name="pt1232"/>
            <p:cNvSpPr/>
            <p:nvPr/>
          </p:nvSpPr>
          <p:spPr>
            <a:xfrm>
              <a:off x="5504327" y="44358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4" name="pt1233"/>
            <p:cNvSpPr/>
            <p:nvPr/>
          </p:nvSpPr>
          <p:spPr>
            <a:xfrm>
              <a:off x="5643985" y="449390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5" name="pt1234"/>
            <p:cNvSpPr/>
            <p:nvPr/>
          </p:nvSpPr>
          <p:spPr>
            <a:xfrm>
              <a:off x="5537125" y="529056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6" name="pt1235"/>
            <p:cNvSpPr/>
            <p:nvPr/>
          </p:nvSpPr>
          <p:spPr>
            <a:xfrm>
              <a:off x="5487905" y="451564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7" name="pt1236"/>
            <p:cNvSpPr/>
            <p:nvPr/>
          </p:nvSpPr>
          <p:spPr>
            <a:xfrm>
              <a:off x="5626262" y="451041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8" name="pt1237"/>
            <p:cNvSpPr/>
            <p:nvPr/>
          </p:nvSpPr>
          <p:spPr>
            <a:xfrm>
              <a:off x="5516357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9" name="pt1238"/>
            <p:cNvSpPr/>
            <p:nvPr/>
          </p:nvSpPr>
          <p:spPr>
            <a:xfrm>
              <a:off x="5532671" y="459673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0" name="pt1239"/>
            <p:cNvSpPr/>
            <p:nvPr/>
          </p:nvSpPr>
          <p:spPr>
            <a:xfrm>
              <a:off x="5676308" y="445347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1" name="pt1240"/>
            <p:cNvSpPr/>
            <p:nvPr/>
          </p:nvSpPr>
          <p:spPr>
            <a:xfrm>
              <a:off x="5733925" y="44257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2" name="pt1241"/>
            <p:cNvSpPr/>
            <p:nvPr/>
          </p:nvSpPr>
          <p:spPr>
            <a:xfrm>
              <a:off x="5773148" y="487986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3" name="pt1242"/>
            <p:cNvSpPr/>
            <p:nvPr/>
          </p:nvSpPr>
          <p:spPr>
            <a:xfrm>
              <a:off x="5712557" y="443595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4" name="pt1243"/>
            <p:cNvSpPr/>
            <p:nvPr/>
          </p:nvSpPr>
          <p:spPr>
            <a:xfrm>
              <a:off x="5562855" y="464997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5" name="pt1244"/>
            <p:cNvSpPr/>
            <p:nvPr/>
          </p:nvSpPr>
          <p:spPr>
            <a:xfrm>
              <a:off x="5620844" y="457614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6" name="pt1245"/>
            <p:cNvSpPr/>
            <p:nvPr/>
          </p:nvSpPr>
          <p:spPr>
            <a:xfrm>
              <a:off x="5674182" y="469123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7" name="pt1246"/>
            <p:cNvSpPr/>
            <p:nvPr/>
          </p:nvSpPr>
          <p:spPr>
            <a:xfrm>
              <a:off x="5768143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8" name="pt1247"/>
            <p:cNvSpPr/>
            <p:nvPr/>
          </p:nvSpPr>
          <p:spPr>
            <a:xfrm>
              <a:off x="5726396" y="453271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9" name="pt1248"/>
            <p:cNvSpPr/>
            <p:nvPr/>
          </p:nvSpPr>
          <p:spPr>
            <a:xfrm>
              <a:off x="5672829" y="445596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0" name="pt1249"/>
            <p:cNvSpPr/>
            <p:nvPr/>
          </p:nvSpPr>
          <p:spPr>
            <a:xfrm>
              <a:off x="5502571" y="461213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1" name="pt1250"/>
            <p:cNvSpPr/>
            <p:nvPr/>
          </p:nvSpPr>
          <p:spPr>
            <a:xfrm>
              <a:off x="5661758" y="489561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2" name="pt1251"/>
            <p:cNvSpPr/>
            <p:nvPr/>
          </p:nvSpPr>
          <p:spPr>
            <a:xfrm>
              <a:off x="5760029" y="530034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3" name="pt1252"/>
            <p:cNvSpPr/>
            <p:nvPr/>
          </p:nvSpPr>
          <p:spPr>
            <a:xfrm>
              <a:off x="5755347" y="480388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4" name="pt1253"/>
            <p:cNvSpPr/>
            <p:nvPr/>
          </p:nvSpPr>
          <p:spPr>
            <a:xfrm>
              <a:off x="5725081" y="480514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5" name="pt1254"/>
            <p:cNvSpPr/>
            <p:nvPr/>
          </p:nvSpPr>
          <p:spPr>
            <a:xfrm>
              <a:off x="5688352" y="500637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6" name="pt1255"/>
            <p:cNvSpPr/>
            <p:nvPr/>
          </p:nvSpPr>
          <p:spPr>
            <a:xfrm>
              <a:off x="5640510" y="448390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7" name="pt1256"/>
            <p:cNvSpPr/>
            <p:nvPr/>
          </p:nvSpPr>
          <p:spPr>
            <a:xfrm>
              <a:off x="5641336" y="445507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8" name="pt1257"/>
            <p:cNvSpPr/>
            <p:nvPr/>
          </p:nvSpPr>
          <p:spPr>
            <a:xfrm>
              <a:off x="5538066" y="447457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9" name="pt1258"/>
            <p:cNvSpPr/>
            <p:nvPr/>
          </p:nvSpPr>
          <p:spPr>
            <a:xfrm>
              <a:off x="5564633" y="510613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0" name="pt1259"/>
            <p:cNvSpPr/>
            <p:nvPr/>
          </p:nvSpPr>
          <p:spPr>
            <a:xfrm>
              <a:off x="5506705" y="462247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1" name="pt1260"/>
            <p:cNvSpPr/>
            <p:nvPr/>
          </p:nvSpPr>
          <p:spPr>
            <a:xfrm>
              <a:off x="5571138" y="470495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2" name="pt1261"/>
            <p:cNvSpPr/>
            <p:nvPr/>
          </p:nvSpPr>
          <p:spPr>
            <a:xfrm>
              <a:off x="5672076" y="453688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3" name="pt1262"/>
            <p:cNvSpPr/>
            <p:nvPr/>
          </p:nvSpPr>
          <p:spPr>
            <a:xfrm>
              <a:off x="5486070" y="464818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4" name="pt1263"/>
            <p:cNvSpPr/>
            <p:nvPr/>
          </p:nvSpPr>
          <p:spPr>
            <a:xfrm>
              <a:off x="5638204" y="457897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5" name="pt1264"/>
            <p:cNvSpPr/>
            <p:nvPr/>
          </p:nvSpPr>
          <p:spPr>
            <a:xfrm>
              <a:off x="5737943" y="456202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6" name="pt1265"/>
            <p:cNvSpPr/>
            <p:nvPr/>
          </p:nvSpPr>
          <p:spPr>
            <a:xfrm>
              <a:off x="5595769" y="494509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7" name="pt1266"/>
            <p:cNvSpPr/>
            <p:nvPr/>
          </p:nvSpPr>
          <p:spPr>
            <a:xfrm>
              <a:off x="5701181" y="514806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8" name="pt1267"/>
            <p:cNvSpPr/>
            <p:nvPr/>
          </p:nvSpPr>
          <p:spPr>
            <a:xfrm>
              <a:off x="5593983" y="50312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9" name="pt1268"/>
            <p:cNvSpPr/>
            <p:nvPr/>
          </p:nvSpPr>
          <p:spPr>
            <a:xfrm>
              <a:off x="5568948" y="493264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0" name="pt1269"/>
            <p:cNvSpPr/>
            <p:nvPr/>
          </p:nvSpPr>
          <p:spPr>
            <a:xfrm>
              <a:off x="5574532" y="564222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1" name="pt1270"/>
            <p:cNvSpPr/>
            <p:nvPr/>
          </p:nvSpPr>
          <p:spPr>
            <a:xfrm>
              <a:off x="5608428" y="467402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2" name="pt1271"/>
            <p:cNvSpPr/>
            <p:nvPr/>
          </p:nvSpPr>
          <p:spPr>
            <a:xfrm>
              <a:off x="5703580" y="446740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3" name="pt1272"/>
            <p:cNvSpPr/>
            <p:nvPr/>
          </p:nvSpPr>
          <p:spPr>
            <a:xfrm>
              <a:off x="5602525" y="55955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4" name="pt1273"/>
            <p:cNvSpPr/>
            <p:nvPr/>
          </p:nvSpPr>
          <p:spPr>
            <a:xfrm>
              <a:off x="5515529" y="464793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5" name="pt1274"/>
            <p:cNvSpPr/>
            <p:nvPr/>
          </p:nvSpPr>
          <p:spPr>
            <a:xfrm>
              <a:off x="5483300" y="444901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6" name="pt1275"/>
            <p:cNvSpPr/>
            <p:nvPr/>
          </p:nvSpPr>
          <p:spPr>
            <a:xfrm>
              <a:off x="5612092" y="471436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7" name="pt1276"/>
            <p:cNvSpPr/>
            <p:nvPr/>
          </p:nvSpPr>
          <p:spPr>
            <a:xfrm>
              <a:off x="5499292" y="50318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8" name="pt1277"/>
            <p:cNvSpPr/>
            <p:nvPr/>
          </p:nvSpPr>
          <p:spPr>
            <a:xfrm>
              <a:off x="5678027" y="443199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9" name="pt1278"/>
            <p:cNvSpPr/>
            <p:nvPr/>
          </p:nvSpPr>
          <p:spPr>
            <a:xfrm>
              <a:off x="5509715" y="563394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0" name="pt1279"/>
            <p:cNvSpPr/>
            <p:nvPr/>
          </p:nvSpPr>
          <p:spPr>
            <a:xfrm>
              <a:off x="5718070" y="542105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1" name="pt1280"/>
            <p:cNvSpPr/>
            <p:nvPr/>
          </p:nvSpPr>
          <p:spPr>
            <a:xfrm>
              <a:off x="5487428" y="484170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2" name="pt1281"/>
            <p:cNvSpPr/>
            <p:nvPr/>
          </p:nvSpPr>
          <p:spPr>
            <a:xfrm>
              <a:off x="5699767" y="489852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3" name="pt1282"/>
            <p:cNvSpPr/>
            <p:nvPr/>
          </p:nvSpPr>
          <p:spPr>
            <a:xfrm>
              <a:off x="5621267" y="442861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4" name="pt1283"/>
            <p:cNvSpPr/>
            <p:nvPr/>
          </p:nvSpPr>
          <p:spPr>
            <a:xfrm>
              <a:off x="5749221" y="485256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5" name="pt1284"/>
            <p:cNvSpPr/>
            <p:nvPr/>
          </p:nvSpPr>
          <p:spPr>
            <a:xfrm>
              <a:off x="5667882" y="482361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6" name="pt1285"/>
            <p:cNvSpPr/>
            <p:nvPr/>
          </p:nvSpPr>
          <p:spPr>
            <a:xfrm>
              <a:off x="5642629" y="576825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7" name="pt1286"/>
            <p:cNvSpPr/>
            <p:nvPr/>
          </p:nvSpPr>
          <p:spPr>
            <a:xfrm>
              <a:off x="5665945" y="449789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8" name="pt1287"/>
            <p:cNvSpPr/>
            <p:nvPr/>
          </p:nvSpPr>
          <p:spPr>
            <a:xfrm>
              <a:off x="5648654" y="454265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9" name="pt1288"/>
            <p:cNvSpPr/>
            <p:nvPr/>
          </p:nvSpPr>
          <p:spPr>
            <a:xfrm>
              <a:off x="5485613" y="50927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0" name="pt1289"/>
            <p:cNvSpPr/>
            <p:nvPr/>
          </p:nvSpPr>
          <p:spPr>
            <a:xfrm>
              <a:off x="5509408" y="58401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1" name="pt1290"/>
            <p:cNvSpPr/>
            <p:nvPr/>
          </p:nvSpPr>
          <p:spPr>
            <a:xfrm>
              <a:off x="5590977" y="469355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2" name="pt1291"/>
            <p:cNvSpPr/>
            <p:nvPr/>
          </p:nvSpPr>
          <p:spPr>
            <a:xfrm>
              <a:off x="5765725" y="451691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3" name="pt1292"/>
            <p:cNvSpPr/>
            <p:nvPr/>
          </p:nvSpPr>
          <p:spPr>
            <a:xfrm>
              <a:off x="5502530" y="474894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4" name="pt1293"/>
            <p:cNvSpPr/>
            <p:nvPr/>
          </p:nvSpPr>
          <p:spPr>
            <a:xfrm>
              <a:off x="5772355" y="605441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5" name="pt1294"/>
            <p:cNvSpPr/>
            <p:nvPr/>
          </p:nvSpPr>
          <p:spPr>
            <a:xfrm>
              <a:off x="5650698" y="555137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6" name="pt1295"/>
            <p:cNvSpPr/>
            <p:nvPr/>
          </p:nvSpPr>
          <p:spPr>
            <a:xfrm>
              <a:off x="5721772" y="471133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7" name="pt1296"/>
            <p:cNvSpPr/>
            <p:nvPr/>
          </p:nvSpPr>
          <p:spPr>
            <a:xfrm>
              <a:off x="5548669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8" name="pt1297"/>
            <p:cNvSpPr/>
            <p:nvPr/>
          </p:nvSpPr>
          <p:spPr>
            <a:xfrm>
              <a:off x="5516607" y="444122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9" name="pt1298"/>
            <p:cNvSpPr/>
            <p:nvPr/>
          </p:nvSpPr>
          <p:spPr>
            <a:xfrm>
              <a:off x="5691905" y="469887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0" name="pt1299"/>
            <p:cNvSpPr/>
            <p:nvPr/>
          </p:nvSpPr>
          <p:spPr>
            <a:xfrm>
              <a:off x="5762347" y="503043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1" name="pt1300"/>
            <p:cNvSpPr/>
            <p:nvPr/>
          </p:nvSpPr>
          <p:spPr>
            <a:xfrm>
              <a:off x="5702342" y="493152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2" name="pt1301"/>
            <p:cNvSpPr/>
            <p:nvPr/>
          </p:nvSpPr>
          <p:spPr>
            <a:xfrm>
              <a:off x="5630399" y="487658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3" name="pt1302"/>
            <p:cNvSpPr/>
            <p:nvPr/>
          </p:nvSpPr>
          <p:spPr>
            <a:xfrm>
              <a:off x="5659225" y="442688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4" name="pt1303"/>
            <p:cNvSpPr/>
            <p:nvPr/>
          </p:nvSpPr>
          <p:spPr>
            <a:xfrm>
              <a:off x="5710596" y="444304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5" name="pt1304"/>
            <p:cNvSpPr/>
            <p:nvPr/>
          </p:nvSpPr>
          <p:spPr>
            <a:xfrm>
              <a:off x="5718686" y="444979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6" name="pt1305"/>
            <p:cNvSpPr/>
            <p:nvPr/>
          </p:nvSpPr>
          <p:spPr>
            <a:xfrm>
              <a:off x="5555011" y="612950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7" name="pt1306"/>
            <p:cNvSpPr/>
            <p:nvPr/>
          </p:nvSpPr>
          <p:spPr>
            <a:xfrm>
              <a:off x="5655493" y="476385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8" name="pt1307"/>
            <p:cNvSpPr/>
            <p:nvPr/>
          </p:nvSpPr>
          <p:spPr>
            <a:xfrm>
              <a:off x="5758355" y="6129497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9" name="pt1308"/>
            <p:cNvSpPr/>
            <p:nvPr/>
          </p:nvSpPr>
          <p:spPr>
            <a:xfrm>
              <a:off x="5609394" y="4425790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0" name="pt1309"/>
            <p:cNvSpPr/>
            <p:nvPr/>
          </p:nvSpPr>
          <p:spPr>
            <a:xfrm>
              <a:off x="5675342" y="5521183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1" name="pt1310"/>
            <p:cNvSpPr/>
            <p:nvPr/>
          </p:nvSpPr>
          <p:spPr>
            <a:xfrm>
              <a:off x="5487962" y="468442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2" name="pt1311"/>
            <p:cNvSpPr/>
            <p:nvPr/>
          </p:nvSpPr>
          <p:spPr>
            <a:xfrm>
              <a:off x="5553621" y="44619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3" name="pt1312"/>
            <p:cNvSpPr/>
            <p:nvPr/>
          </p:nvSpPr>
          <p:spPr>
            <a:xfrm>
              <a:off x="5574881" y="448745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4" name="pt1313"/>
            <p:cNvSpPr/>
            <p:nvPr/>
          </p:nvSpPr>
          <p:spPr>
            <a:xfrm>
              <a:off x="5539955" y="4739458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5" name="pt1314"/>
            <p:cNvSpPr/>
            <p:nvPr/>
          </p:nvSpPr>
          <p:spPr>
            <a:xfrm>
              <a:off x="5722806" y="4625742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6" name="pt1315"/>
            <p:cNvSpPr/>
            <p:nvPr/>
          </p:nvSpPr>
          <p:spPr>
            <a:xfrm>
              <a:off x="5615999" y="483443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7" name="pt1316"/>
            <p:cNvSpPr/>
            <p:nvPr/>
          </p:nvSpPr>
          <p:spPr>
            <a:xfrm>
              <a:off x="5556751" y="468854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8" name="pt1317"/>
            <p:cNvSpPr/>
            <p:nvPr/>
          </p:nvSpPr>
          <p:spPr>
            <a:xfrm>
              <a:off x="5714623" y="442576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9" name="pt1318"/>
            <p:cNvSpPr/>
            <p:nvPr/>
          </p:nvSpPr>
          <p:spPr>
            <a:xfrm>
              <a:off x="5677559" y="5143011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0" name="pt1319"/>
            <p:cNvSpPr/>
            <p:nvPr/>
          </p:nvSpPr>
          <p:spPr>
            <a:xfrm>
              <a:off x="6575011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1" name="pt1320"/>
            <p:cNvSpPr/>
            <p:nvPr/>
          </p:nvSpPr>
          <p:spPr>
            <a:xfrm>
              <a:off x="6638633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2" name="pt1321"/>
            <p:cNvSpPr/>
            <p:nvPr/>
          </p:nvSpPr>
          <p:spPr>
            <a:xfrm>
              <a:off x="6554932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3" name="pt1322"/>
            <p:cNvSpPr/>
            <p:nvPr/>
          </p:nvSpPr>
          <p:spPr>
            <a:xfrm>
              <a:off x="6579156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4" name="pt1323"/>
            <p:cNvSpPr/>
            <p:nvPr/>
          </p:nvSpPr>
          <p:spPr>
            <a:xfrm>
              <a:off x="6568324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5" name="pt1324"/>
            <p:cNvSpPr/>
            <p:nvPr/>
          </p:nvSpPr>
          <p:spPr>
            <a:xfrm>
              <a:off x="6596015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6" name="pt1325"/>
            <p:cNvSpPr/>
            <p:nvPr/>
          </p:nvSpPr>
          <p:spPr>
            <a:xfrm>
              <a:off x="6673346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7" name="pt1326"/>
            <p:cNvSpPr/>
            <p:nvPr/>
          </p:nvSpPr>
          <p:spPr>
            <a:xfrm>
              <a:off x="6755104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8" name="pt1327"/>
            <p:cNvSpPr/>
            <p:nvPr/>
          </p:nvSpPr>
          <p:spPr>
            <a:xfrm>
              <a:off x="6578743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9" name="pt1328"/>
            <p:cNvSpPr/>
            <p:nvPr/>
          </p:nvSpPr>
          <p:spPr>
            <a:xfrm>
              <a:off x="6745698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0" name="pt1329"/>
            <p:cNvSpPr/>
            <p:nvPr/>
          </p:nvSpPr>
          <p:spPr>
            <a:xfrm>
              <a:off x="6632084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1" name="pt1330"/>
            <p:cNvSpPr/>
            <p:nvPr/>
          </p:nvSpPr>
          <p:spPr>
            <a:xfrm>
              <a:off x="6768667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2" name="pt1331"/>
            <p:cNvSpPr/>
            <p:nvPr/>
          </p:nvSpPr>
          <p:spPr>
            <a:xfrm>
              <a:off x="6753691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3" name="pt1332"/>
            <p:cNvSpPr/>
            <p:nvPr/>
          </p:nvSpPr>
          <p:spPr>
            <a:xfrm>
              <a:off x="6510431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4" name="pt1333"/>
            <p:cNvSpPr/>
            <p:nvPr/>
          </p:nvSpPr>
          <p:spPr>
            <a:xfrm>
              <a:off x="6697646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5" name="pt1334"/>
            <p:cNvSpPr/>
            <p:nvPr/>
          </p:nvSpPr>
          <p:spPr>
            <a:xfrm>
              <a:off x="6631881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6" name="pt1335"/>
            <p:cNvSpPr/>
            <p:nvPr/>
          </p:nvSpPr>
          <p:spPr>
            <a:xfrm>
              <a:off x="6646642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7" name="pt1336"/>
            <p:cNvSpPr/>
            <p:nvPr/>
          </p:nvSpPr>
          <p:spPr>
            <a:xfrm>
              <a:off x="6674870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8" name="pt1337"/>
            <p:cNvSpPr/>
            <p:nvPr/>
          </p:nvSpPr>
          <p:spPr>
            <a:xfrm>
              <a:off x="6613737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9" name="pt1338"/>
            <p:cNvSpPr/>
            <p:nvPr/>
          </p:nvSpPr>
          <p:spPr>
            <a:xfrm>
              <a:off x="6510265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0" name="pt1339"/>
            <p:cNvSpPr/>
            <p:nvPr/>
          </p:nvSpPr>
          <p:spPr>
            <a:xfrm>
              <a:off x="6654231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1" name="pt1340"/>
            <p:cNvSpPr/>
            <p:nvPr/>
          </p:nvSpPr>
          <p:spPr>
            <a:xfrm>
              <a:off x="6639153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2" name="pt1341"/>
            <p:cNvSpPr/>
            <p:nvPr/>
          </p:nvSpPr>
          <p:spPr>
            <a:xfrm>
              <a:off x="6665148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3" name="pt1342"/>
            <p:cNvSpPr/>
            <p:nvPr/>
          </p:nvSpPr>
          <p:spPr>
            <a:xfrm>
              <a:off x="6720263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4" name="pt1343"/>
            <p:cNvSpPr/>
            <p:nvPr/>
          </p:nvSpPr>
          <p:spPr>
            <a:xfrm>
              <a:off x="6642613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5" name="pt1344"/>
            <p:cNvSpPr/>
            <p:nvPr/>
          </p:nvSpPr>
          <p:spPr>
            <a:xfrm>
              <a:off x="6711873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6" name="pt1345"/>
            <p:cNvSpPr/>
            <p:nvPr/>
          </p:nvSpPr>
          <p:spPr>
            <a:xfrm>
              <a:off x="6594661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7" name="pt1346"/>
            <p:cNvSpPr/>
            <p:nvPr/>
          </p:nvSpPr>
          <p:spPr>
            <a:xfrm>
              <a:off x="6655589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8" name="pt1347"/>
            <p:cNvSpPr/>
            <p:nvPr/>
          </p:nvSpPr>
          <p:spPr>
            <a:xfrm>
              <a:off x="6496381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9" name="pt1348"/>
            <p:cNvSpPr/>
            <p:nvPr/>
          </p:nvSpPr>
          <p:spPr>
            <a:xfrm>
              <a:off x="6741146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0" name="pt1349"/>
            <p:cNvSpPr/>
            <p:nvPr/>
          </p:nvSpPr>
          <p:spPr>
            <a:xfrm>
              <a:off x="6637805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1" name="pt1350"/>
            <p:cNvSpPr/>
            <p:nvPr/>
          </p:nvSpPr>
          <p:spPr>
            <a:xfrm>
              <a:off x="6777684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2" name="pt1351"/>
            <p:cNvSpPr/>
            <p:nvPr/>
          </p:nvSpPr>
          <p:spPr>
            <a:xfrm>
              <a:off x="6781887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3" name="pt1352"/>
            <p:cNvSpPr/>
            <p:nvPr/>
          </p:nvSpPr>
          <p:spPr>
            <a:xfrm>
              <a:off x="6497673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4" name="pt1353"/>
            <p:cNvSpPr/>
            <p:nvPr/>
          </p:nvSpPr>
          <p:spPr>
            <a:xfrm>
              <a:off x="6554300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5" name="pt1354"/>
            <p:cNvSpPr/>
            <p:nvPr/>
          </p:nvSpPr>
          <p:spPr>
            <a:xfrm>
              <a:off x="6537275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6" name="pt1355"/>
            <p:cNvSpPr/>
            <p:nvPr/>
          </p:nvSpPr>
          <p:spPr>
            <a:xfrm>
              <a:off x="6701929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7" name="pt1356"/>
            <p:cNvSpPr/>
            <p:nvPr/>
          </p:nvSpPr>
          <p:spPr>
            <a:xfrm>
              <a:off x="6593708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8" name="pt1357"/>
            <p:cNvSpPr/>
            <p:nvPr/>
          </p:nvSpPr>
          <p:spPr>
            <a:xfrm>
              <a:off x="6730564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9" name="pt1358"/>
            <p:cNvSpPr/>
            <p:nvPr/>
          </p:nvSpPr>
          <p:spPr>
            <a:xfrm>
              <a:off x="6688651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0" name="pt1359"/>
            <p:cNvSpPr/>
            <p:nvPr/>
          </p:nvSpPr>
          <p:spPr>
            <a:xfrm>
              <a:off x="6589614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1" name="pt1360"/>
            <p:cNvSpPr/>
            <p:nvPr/>
          </p:nvSpPr>
          <p:spPr>
            <a:xfrm>
              <a:off x="6595100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2" name="pt1361"/>
            <p:cNvSpPr/>
            <p:nvPr/>
          </p:nvSpPr>
          <p:spPr>
            <a:xfrm>
              <a:off x="6563188" y="442849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3" name="pt1362"/>
            <p:cNvSpPr/>
            <p:nvPr/>
          </p:nvSpPr>
          <p:spPr>
            <a:xfrm>
              <a:off x="6604508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4" name="pt1363"/>
            <p:cNvSpPr/>
            <p:nvPr/>
          </p:nvSpPr>
          <p:spPr>
            <a:xfrm>
              <a:off x="6555904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5" name="pt1364"/>
            <p:cNvSpPr/>
            <p:nvPr/>
          </p:nvSpPr>
          <p:spPr>
            <a:xfrm>
              <a:off x="6630504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6" name="pt1365"/>
            <p:cNvSpPr/>
            <p:nvPr/>
          </p:nvSpPr>
          <p:spPr>
            <a:xfrm>
              <a:off x="6513464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7" name="pt1366"/>
            <p:cNvSpPr/>
            <p:nvPr/>
          </p:nvSpPr>
          <p:spPr>
            <a:xfrm>
              <a:off x="6777896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8" name="pt1367"/>
            <p:cNvSpPr/>
            <p:nvPr/>
          </p:nvSpPr>
          <p:spPr>
            <a:xfrm>
              <a:off x="6562802" y="4464699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9" name="pt1368"/>
            <p:cNvSpPr/>
            <p:nvPr/>
          </p:nvSpPr>
          <p:spPr>
            <a:xfrm>
              <a:off x="6581547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0" name="pt1369"/>
            <p:cNvSpPr/>
            <p:nvPr/>
          </p:nvSpPr>
          <p:spPr>
            <a:xfrm>
              <a:off x="6500030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1" name="pt1370"/>
            <p:cNvSpPr/>
            <p:nvPr/>
          </p:nvSpPr>
          <p:spPr>
            <a:xfrm>
              <a:off x="6522234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2" name="pt1371"/>
            <p:cNvSpPr/>
            <p:nvPr/>
          </p:nvSpPr>
          <p:spPr>
            <a:xfrm>
              <a:off x="6754203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3" name="pt1372"/>
            <p:cNvSpPr/>
            <p:nvPr/>
          </p:nvSpPr>
          <p:spPr>
            <a:xfrm>
              <a:off x="6727227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4" name="pt1373"/>
            <p:cNvSpPr/>
            <p:nvPr/>
          </p:nvSpPr>
          <p:spPr>
            <a:xfrm>
              <a:off x="6566669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5" name="pt1374"/>
            <p:cNvSpPr/>
            <p:nvPr/>
          </p:nvSpPr>
          <p:spPr>
            <a:xfrm>
              <a:off x="6751002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6" name="pt1375"/>
            <p:cNvSpPr/>
            <p:nvPr/>
          </p:nvSpPr>
          <p:spPr>
            <a:xfrm>
              <a:off x="6515002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7" name="pt1376"/>
            <p:cNvSpPr/>
            <p:nvPr/>
          </p:nvSpPr>
          <p:spPr>
            <a:xfrm>
              <a:off x="6680144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8" name="pt1377"/>
            <p:cNvSpPr/>
            <p:nvPr/>
          </p:nvSpPr>
          <p:spPr>
            <a:xfrm>
              <a:off x="6595393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9" name="pt1378"/>
            <p:cNvSpPr/>
            <p:nvPr/>
          </p:nvSpPr>
          <p:spPr>
            <a:xfrm>
              <a:off x="6550300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0" name="pt1379"/>
            <p:cNvSpPr/>
            <p:nvPr/>
          </p:nvSpPr>
          <p:spPr>
            <a:xfrm>
              <a:off x="6689795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1" name="pt1380"/>
            <p:cNvSpPr/>
            <p:nvPr/>
          </p:nvSpPr>
          <p:spPr>
            <a:xfrm>
              <a:off x="6655762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2" name="pt1381"/>
            <p:cNvSpPr/>
            <p:nvPr/>
          </p:nvSpPr>
          <p:spPr>
            <a:xfrm>
              <a:off x="6631920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3" name="pt1382"/>
            <p:cNvSpPr/>
            <p:nvPr/>
          </p:nvSpPr>
          <p:spPr>
            <a:xfrm>
              <a:off x="6777644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4" name="pt1383"/>
            <p:cNvSpPr/>
            <p:nvPr/>
          </p:nvSpPr>
          <p:spPr>
            <a:xfrm>
              <a:off x="6653822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5" name="pt1384"/>
            <p:cNvSpPr/>
            <p:nvPr/>
          </p:nvSpPr>
          <p:spPr>
            <a:xfrm>
              <a:off x="6501854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6" name="pt1385"/>
            <p:cNvSpPr/>
            <p:nvPr/>
          </p:nvSpPr>
          <p:spPr>
            <a:xfrm>
              <a:off x="6701692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7" name="pt1386"/>
            <p:cNvSpPr/>
            <p:nvPr/>
          </p:nvSpPr>
          <p:spPr>
            <a:xfrm>
              <a:off x="6636263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8" name="pt1387"/>
            <p:cNvSpPr/>
            <p:nvPr/>
          </p:nvSpPr>
          <p:spPr>
            <a:xfrm>
              <a:off x="6620658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9" name="pt1388"/>
            <p:cNvSpPr/>
            <p:nvPr/>
          </p:nvSpPr>
          <p:spPr>
            <a:xfrm>
              <a:off x="6784550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0" name="pt1389"/>
            <p:cNvSpPr/>
            <p:nvPr/>
          </p:nvSpPr>
          <p:spPr>
            <a:xfrm>
              <a:off x="6567057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1" name="pt1390"/>
            <p:cNvSpPr/>
            <p:nvPr/>
          </p:nvSpPr>
          <p:spPr>
            <a:xfrm>
              <a:off x="6595785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2" name="pt1391"/>
            <p:cNvSpPr/>
            <p:nvPr/>
          </p:nvSpPr>
          <p:spPr>
            <a:xfrm>
              <a:off x="6743502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3" name="pt1392"/>
            <p:cNvSpPr/>
            <p:nvPr/>
          </p:nvSpPr>
          <p:spPr>
            <a:xfrm>
              <a:off x="6586736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4" name="pt1393"/>
            <p:cNvSpPr/>
            <p:nvPr/>
          </p:nvSpPr>
          <p:spPr>
            <a:xfrm>
              <a:off x="6769165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5" name="pt1394"/>
            <p:cNvSpPr/>
            <p:nvPr/>
          </p:nvSpPr>
          <p:spPr>
            <a:xfrm>
              <a:off x="6561045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6" name="pt1395"/>
            <p:cNvSpPr/>
            <p:nvPr/>
          </p:nvSpPr>
          <p:spPr>
            <a:xfrm>
              <a:off x="6497964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7" name="pt1396"/>
            <p:cNvSpPr/>
            <p:nvPr/>
          </p:nvSpPr>
          <p:spPr>
            <a:xfrm>
              <a:off x="6765744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8" name="pt1397"/>
            <p:cNvSpPr/>
            <p:nvPr/>
          </p:nvSpPr>
          <p:spPr>
            <a:xfrm>
              <a:off x="6552490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9" name="pt1398"/>
            <p:cNvSpPr/>
            <p:nvPr/>
          </p:nvSpPr>
          <p:spPr>
            <a:xfrm>
              <a:off x="6774969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0" name="pt1399"/>
            <p:cNvSpPr/>
            <p:nvPr/>
          </p:nvSpPr>
          <p:spPr>
            <a:xfrm>
              <a:off x="6626331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1" name="pt1400"/>
            <p:cNvSpPr/>
            <p:nvPr/>
          </p:nvSpPr>
          <p:spPr>
            <a:xfrm>
              <a:off x="6523427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2" name="pt1401"/>
            <p:cNvSpPr/>
            <p:nvPr/>
          </p:nvSpPr>
          <p:spPr>
            <a:xfrm>
              <a:off x="6635218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3" name="pt1402"/>
            <p:cNvSpPr/>
            <p:nvPr/>
          </p:nvSpPr>
          <p:spPr>
            <a:xfrm>
              <a:off x="6683963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4" name="pt1403"/>
            <p:cNvSpPr/>
            <p:nvPr/>
          </p:nvSpPr>
          <p:spPr>
            <a:xfrm>
              <a:off x="6748615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5" name="pt1404"/>
            <p:cNvSpPr/>
            <p:nvPr/>
          </p:nvSpPr>
          <p:spPr>
            <a:xfrm>
              <a:off x="6569355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6" name="pt1405"/>
            <p:cNvSpPr/>
            <p:nvPr/>
          </p:nvSpPr>
          <p:spPr>
            <a:xfrm>
              <a:off x="6665697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7" name="pt1406"/>
            <p:cNvSpPr/>
            <p:nvPr/>
          </p:nvSpPr>
          <p:spPr>
            <a:xfrm>
              <a:off x="6785498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8" name="pt1407"/>
            <p:cNvSpPr/>
            <p:nvPr/>
          </p:nvSpPr>
          <p:spPr>
            <a:xfrm>
              <a:off x="6567649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9" name="pt1408"/>
            <p:cNvSpPr/>
            <p:nvPr/>
          </p:nvSpPr>
          <p:spPr>
            <a:xfrm>
              <a:off x="6693809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0" name="pt1409"/>
            <p:cNvSpPr/>
            <p:nvPr/>
          </p:nvSpPr>
          <p:spPr>
            <a:xfrm>
              <a:off x="6562395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1" name="pt1410"/>
            <p:cNvSpPr/>
            <p:nvPr/>
          </p:nvSpPr>
          <p:spPr>
            <a:xfrm>
              <a:off x="6601443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2" name="pt1411"/>
            <p:cNvSpPr/>
            <p:nvPr/>
          </p:nvSpPr>
          <p:spPr>
            <a:xfrm>
              <a:off x="6728799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3" name="pt1412"/>
            <p:cNvSpPr/>
            <p:nvPr/>
          </p:nvSpPr>
          <p:spPr>
            <a:xfrm>
              <a:off x="6730804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4" name="pt1413"/>
            <p:cNvSpPr/>
            <p:nvPr/>
          </p:nvSpPr>
          <p:spPr>
            <a:xfrm>
              <a:off x="6603010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5" name="pt1414"/>
            <p:cNvSpPr/>
            <p:nvPr/>
          </p:nvSpPr>
          <p:spPr>
            <a:xfrm>
              <a:off x="6621697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6" name="pt1415"/>
            <p:cNvSpPr/>
            <p:nvPr/>
          </p:nvSpPr>
          <p:spPr>
            <a:xfrm>
              <a:off x="6672579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7" name="pt1416"/>
            <p:cNvSpPr/>
            <p:nvPr/>
          </p:nvSpPr>
          <p:spPr>
            <a:xfrm>
              <a:off x="6717538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8" name="pt1417"/>
            <p:cNvSpPr/>
            <p:nvPr/>
          </p:nvSpPr>
          <p:spPr>
            <a:xfrm>
              <a:off x="6576089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9" name="pt1418"/>
            <p:cNvSpPr/>
            <p:nvPr/>
          </p:nvSpPr>
          <p:spPr>
            <a:xfrm>
              <a:off x="6579666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0" name="pt1419"/>
            <p:cNvSpPr/>
            <p:nvPr/>
          </p:nvSpPr>
          <p:spPr>
            <a:xfrm>
              <a:off x="6699598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1" name="pt1420"/>
            <p:cNvSpPr/>
            <p:nvPr/>
          </p:nvSpPr>
          <p:spPr>
            <a:xfrm>
              <a:off x="6594719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2" name="pt1421"/>
            <p:cNvSpPr/>
            <p:nvPr/>
          </p:nvSpPr>
          <p:spPr>
            <a:xfrm>
              <a:off x="6758728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3" name="pt1422"/>
            <p:cNvSpPr/>
            <p:nvPr/>
          </p:nvSpPr>
          <p:spPr>
            <a:xfrm>
              <a:off x="6563018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4" name="pt1423"/>
            <p:cNvSpPr/>
            <p:nvPr/>
          </p:nvSpPr>
          <p:spPr>
            <a:xfrm>
              <a:off x="6768634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5" name="pt1424"/>
            <p:cNvSpPr/>
            <p:nvPr/>
          </p:nvSpPr>
          <p:spPr>
            <a:xfrm>
              <a:off x="6785592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6" name="pt1425"/>
            <p:cNvSpPr/>
            <p:nvPr/>
          </p:nvSpPr>
          <p:spPr>
            <a:xfrm>
              <a:off x="6608396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7" name="pt1426"/>
            <p:cNvSpPr/>
            <p:nvPr/>
          </p:nvSpPr>
          <p:spPr>
            <a:xfrm>
              <a:off x="6659450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8" name="pt1427"/>
            <p:cNvSpPr/>
            <p:nvPr/>
          </p:nvSpPr>
          <p:spPr>
            <a:xfrm>
              <a:off x="6549675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9" name="pt1428"/>
            <p:cNvSpPr/>
            <p:nvPr/>
          </p:nvSpPr>
          <p:spPr>
            <a:xfrm>
              <a:off x="6591777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0" name="pt1429"/>
            <p:cNvSpPr/>
            <p:nvPr/>
          </p:nvSpPr>
          <p:spPr>
            <a:xfrm>
              <a:off x="6676267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1" name="pt1430"/>
            <p:cNvSpPr/>
            <p:nvPr/>
          </p:nvSpPr>
          <p:spPr>
            <a:xfrm>
              <a:off x="6671431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2" name="pt1431"/>
            <p:cNvSpPr/>
            <p:nvPr/>
          </p:nvSpPr>
          <p:spPr>
            <a:xfrm>
              <a:off x="6663525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3" name="pt1432"/>
            <p:cNvSpPr/>
            <p:nvPr/>
          </p:nvSpPr>
          <p:spPr>
            <a:xfrm>
              <a:off x="6743924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4" name="pt1433"/>
            <p:cNvSpPr/>
            <p:nvPr/>
          </p:nvSpPr>
          <p:spPr>
            <a:xfrm>
              <a:off x="6710545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5" name="pt1434"/>
            <p:cNvSpPr/>
            <p:nvPr/>
          </p:nvSpPr>
          <p:spPr>
            <a:xfrm>
              <a:off x="6619374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6" name="pt1435"/>
            <p:cNvSpPr/>
            <p:nvPr/>
          </p:nvSpPr>
          <p:spPr>
            <a:xfrm>
              <a:off x="6519135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7" name="pt1436"/>
            <p:cNvSpPr/>
            <p:nvPr/>
          </p:nvSpPr>
          <p:spPr>
            <a:xfrm>
              <a:off x="6714515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8" name="pt1437"/>
            <p:cNvSpPr/>
            <p:nvPr/>
          </p:nvSpPr>
          <p:spPr>
            <a:xfrm>
              <a:off x="6533581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9" name="pt1438"/>
            <p:cNvSpPr/>
            <p:nvPr/>
          </p:nvSpPr>
          <p:spPr>
            <a:xfrm>
              <a:off x="6521708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0" name="pt1439"/>
            <p:cNvSpPr/>
            <p:nvPr/>
          </p:nvSpPr>
          <p:spPr>
            <a:xfrm>
              <a:off x="6623306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1" name="pt1440"/>
            <p:cNvSpPr/>
            <p:nvPr/>
          </p:nvSpPr>
          <p:spPr>
            <a:xfrm>
              <a:off x="6713808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2" name="pt1441"/>
            <p:cNvSpPr/>
            <p:nvPr/>
          </p:nvSpPr>
          <p:spPr>
            <a:xfrm>
              <a:off x="6563200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3" name="pt1442"/>
            <p:cNvSpPr/>
            <p:nvPr/>
          </p:nvSpPr>
          <p:spPr>
            <a:xfrm>
              <a:off x="6675971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4" name="pt1443"/>
            <p:cNvSpPr/>
            <p:nvPr/>
          </p:nvSpPr>
          <p:spPr>
            <a:xfrm>
              <a:off x="6691715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5" name="pt1444"/>
            <p:cNvSpPr/>
            <p:nvPr/>
          </p:nvSpPr>
          <p:spPr>
            <a:xfrm>
              <a:off x="6622118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6" name="pt1445"/>
            <p:cNvSpPr/>
            <p:nvPr/>
          </p:nvSpPr>
          <p:spPr>
            <a:xfrm>
              <a:off x="6773561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7" name="pt1446"/>
            <p:cNvSpPr/>
            <p:nvPr/>
          </p:nvSpPr>
          <p:spPr>
            <a:xfrm>
              <a:off x="6744174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8" name="pt1447"/>
            <p:cNvSpPr/>
            <p:nvPr/>
          </p:nvSpPr>
          <p:spPr>
            <a:xfrm>
              <a:off x="6633898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9" name="pt1448"/>
            <p:cNvSpPr/>
            <p:nvPr/>
          </p:nvSpPr>
          <p:spPr>
            <a:xfrm>
              <a:off x="6734240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0" name="pt1449"/>
            <p:cNvSpPr/>
            <p:nvPr/>
          </p:nvSpPr>
          <p:spPr>
            <a:xfrm>
              <a:off x="6548649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1" name="pt1450"/>
            <p:cNvSpPr/>
            <p:nvPr/>
          </p:nvSpPr>
          <p:spPr>
            <a:xfrm>
              <a:off x="6527100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2" name="pt1451"/>
            <p:cNvSpPr/>
            <p:nvPr/>
          </p:nvSpPr>
          <p:spPr>
            <a:xfrm>
              <a:off x="6765435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3" name="pt1452"/>
            <p:cNvSpPr/>
            <p:nvPr/>
          </p:nvSpPr>
          <p:spPr>
            <a:xfrm>
              <a:off x="6782975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4" name="pt1453"/>
            <p:cNvSpPr/>
            <p:nvPr/>
          </p:nvSpPr>
          <p:spPr>
            <a:xfrm>
              <a:off x="6620479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5" name="pt1454"/>
            <p:cNvSpPr/>
            <p:nvPr/>
          </p:nvSpPr>
          <p:spPr>
            <a:xfrm>
              <a:off x="6613650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6" name="pt1455"/>
            <p:cNvSpPr/>
            <p:nvPr/>
          </p:nvSpPr>
          <p:spPr>
            <a:xfrm>
              <a:off x="6542829" y="4425686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7" name="pt1456"/>
            <p:cNvSpPr/>
            <p:nvPr/>
          </p:nvSpPr>
          <p:spPr>
            <a:xfrm>
              <a:off x="6640212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8" name="pt1457"/>
            <p:cNvSpPr/>
            <p:nvPr/>
          </p:nvSpPr>
          <p:spPr>
            <a:xfrm>
              <a:off x="6734891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9" name="pt1458"/>
            <p:cNvSpPr/>
            <p:nvPr/>
          </p:nvSpPr>
          <p:spPr>
            <a:xfrm>
              <a:off x="6588160" y="4425685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0" name="pt1459"/>
            <p:cNvSpPr/>
            <p:nvPr/>
          </p:nvSpPr>
          <p:spPr>
            <a:xfrm>
              <a:off x="6686762" y="4425684"/>
              <a:ext cx="62384" cy="62384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1" name="pl1460"/>
            <p:cNvSpPr/>
            <p:nvPr/>
          </p:nvSpPr>
          <p:spPr>
            <a:xfrm>
              <a:off x="4647494" y="4456877"/>
              <a:ext cx="0" cy="500260"/>
            </a:xfrm>
            <a:custGeom>
              <a:avLst/>
              <a:pathLst>
                <a:path w="0" h="500260">
                  <a:moveTo>
                    <a:pt x="0" y="50026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l1461"/>
            <p:cNvSpPr/>
            <p:nvPr/>
          </p:nvSpPr>
          <p:spPr>
            <a:xfrm>
              <a:off x="4647494" y="5892689"/>
              <a:ext cx="0" cy="268003"/>
            </a:xfrm>
            <a:custGeom>
              <a:avLst/>
              <a:pathLst>
                <a:path w="0" h="268003">
                  <a:moveTo>
                    <a:pt x="0" y="0"/>
                  </a:moveTo>
                  <a:lnTo>
                    <a:pt x="0" y="268003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g1462"/>
            <p:cNvSpPr/>
            <p:nvPr/>
          </p:nvSpPr>
          <p:spPr>
            <a:xfrm>
              <a:off x="4501501" y="4957137"/>
              <a:ext cx="291986" cy="935551"/>
            </a:xfrm>
            <a:custGeom>
              <a:avLst/>
              <a:pathLst>
                <a:path w="291986" h="935551">
                  <a:moveTo>
                    <a:pt x="0" y="0"/>
                  </a:moveTo>
                  <a:lnTo>
                    <a:pt x="0" y="935551"/>
                  </a:lnTo>
                  <a:lnTo>
                    <a:pt x="291986" y="935551"/>
                  </a:lnTo>
                  <a:lnTo>
                    <a:pt x="291986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4" name="pl1463"/>
            <p:cNvSpPr/>
            <p:nvPr/>
          </p:nvSpPr>
          <p:spPr>
            <a:xfrm>
              <a:off x="4501501" y="5379566"/>
              <a:ext cx="291986" cy="0"/>
            </a:xfrm>
            <a:custGeom>
              <a:avLst/>
              <a:pathLst>
                <a:path w="291986" h="0">
                  <a:moveTo>
                    <a:pt x="0" y="0"/>
                  </a:moveTo>
                  <a:lnTo>
                    <a:pt x="291986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5" name="pl1464"/>
            <p:cNvSpPr/>
            <p:nvPr/>
          </p:nvSpPr>
          <p:spPr>
            <a:xfrm>
              <a:off x="5659443" y="4456877"/>
              <a:ext cx="0" cy="64697"/>
            </a:xfrm>
            <a:custGeom>
              <a:avLst/>
              <a:pathLst>
                <a:path w="0" h="64697">
                  <a:moveTo>
                    <a:pt x="0" y="6469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l1465"/>
            <p:cNvSpPr/>
            <p:nvPr/>
          </p:nvSpPr>
          <p:spPr>
            <a:xfrm>
              <a:off x="5659443" y="5062746"/>
              <a:ext cx="0" cy="808644"/>
            </a:xfrm>
            <a:custGeom>
              <a:avLst/>
              <a:pathLst>
                <a:path w="0" h="808644">
                  <a:moveTo>
                    <a:pt x="0" y="0"/>
                  </a:moveTo>
                  <a:lnTo>
                    <a:pt x="0" y="808644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g1466"/>
            <p:cNvSpPr/>
            <p:nvPr/>
          </p:nvSpPr>
          <p:spPr>
            <a:xfrm>
              <a:off x="5513449" y="4521575"/>
              <a:ext cx="291986" cy="541171"/>
            </a:xfrm>
            <a:custGeom>
              <a:avLst/>
              <a:pathLst>
                <a:path w="291986" h="541171">
                  <a:moveTo>
                    <a:pt x="0" y="0"/>
                  </a:moveTo>
                  <a:lnTo>
                    <a:pt x="0" y="541171"/>
                  </a:lnTo>
                  <a:lnTo>
                    <a:pt x="291986" y="541171"/>
                  </a:lnTo>
                  <a:lnTo>
                    <a:pt x="291986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8" name="pl1467"/>
            <p:cNvSpPr/>
            <p:nvPr/>
          </p:nvSpPr>
          <p:spPr>
            <a:xfrm>
              <a:off x="5513449" y="4722428"/>
              <a:ext cx="291986" cy="0"/>
            </a:xfrm>
            <a:custGeom>
              <a:avLst/>
              <a:pathLst>
                <a:path w="291986" h="0">
                  <a:moveTo>
                    <a:pt x="0" y="0"/>
                  </a:moveTo>
                  <a:lnTo>
                    <a:pt x="291986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9" name="pl1468"/>
            <p:cNvSpPr/>
            <p:nvPr/>
          </p:nvSpPr>
          <p:spPr>
            <a:xfrm>
              <a:off x="6671392" y="445687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l1469"/>
            <p:cNvSpPr/>
            <p:nvPr/>
          </p:nvSpPr>
          <p:spPr>
            <a:xfrm>
              <a:off x="6671392" y="445687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g1470"/>
            <p:cNvSpPr/>
            <p:nvPr/>
          </p:nvSpPr>
          <p:spPr>
            <a:xfrm>
              <a:off x="6525398" y="4456877"/>
              <a:ext cx="291986" cy="0"/>
            </a:xfrm>
            <a:custGeom>
              <a:avLst/>
              <a:pathLst>
                <a:path w="291986" h="0">
                  <a:moveTo>
                    <a:pt x="0" y="0"/>
                  </a:moveTo>
                  <a:lnTo>
                    <a:pt x="291986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2" name="pl1471"/>
            <p:cNvSpPr/>
            <p:nvPr/>
          </p:nvSpPr>
          <p:spPr>
            <a:xfrm>
              <a:off x="6525398" y="4456877"/>
              <a:ext cx="291986" cy="0"/>
            </a:xfrm>
            <a:custGeom>
              <a:avLst/>
              <a:pathLst>
                <a:path w="291986" h="0">
                  <a:moveTo>
                    <a:pt x="0" y="0"/>
                  </a:moveTo>
                  <a:lnTo>
                    <a:pt x="291986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3" name="pg1472"/>
            <p:cNvSpPr/>
            <p:nvPr/>
          </p:nvSpPr>
          <p:spPr>
            <a:xfrm>
              <a:off x="4642899" y="4267152"/>
              <a:ext cx="2058506" cy="1238910"/>
            </a:xfrm>
            <a:custGeom>
              <a:avLst/>
              <a:pathLst>
                <a:path w="2058506" h="1238910">
                  <a:moveTo>
                    <a:pt x="0" y="997750"/>
                  </a:moveTo>
                  <a:lnTo>
                    <a:pt x="452579" y="815354"/>
                  </a:lnTo>
                  <a:lnTo>
                    <a:pt x="1036552" y="546793"/>
                  </a:lnTo>
                  <a:lnTo>
                    <a:pt x="1474532" y="319621"/>
                  </a:lnTo>
                  <a:lnTo>
                    <a:pt x="2058506" y="0"/>
                  </a:lnTo>
                  <a:lnTo>
                    <a:pt x="2058506" y="329340"/>
                  </a:lnTo>
                  <a:lnTo>
                    <a:pt x="1474532" y="550802"/>
                  </a:lnTo>
                  <a:lnTo>
                    <a:pt x="1036552" y="729443"/>
                  </a:lnTo>
                  <a:lnTo>
                    <a:pt x="452579" y="1001966"/>
                  </a:lnTo>
                  <a:lnTo>
                    <a:pt x="0" y="1238910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474" name="pl1473"/>
            <p:cNvSpPr/>
            <p:nvPr/>
          </p:nvSpPr>
          <p:spPr>
            <a:xfrm>
              <a:off x="4642899" y="4267152"/>
              <a:ext cx="2058506" cy="997750"/>
            </a:xfrm>
            <a:custGeom>
              <a:avLst/>
              <a:pathLst>
                <a:path w="2058506" h="997750">
                  <a:moveTo>
                    <a:pt x="0" y="997750"/>
                  </a:moveTo>
                  <a:lnTo>
                    <a:pt x="452579" y="815354"/>
                  </a:lnTo>
                  <a:lnTo>
                    <a:pt x="1036552" y="546793"/>
                  </a:lnTo>
                  <a:lnTo>
                    <a:pt x="1474532" y="319621"/>
                  </a:lnTo>
                  <a:lnTo>
                    <a:pt x="205850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75" name="pl1474"/>
            <p:cNvSpPr/>
            <p:nvPr/>
          </p:nvSpPr>
          <p:spPr>
            <a:xfrm>
              <a:off x="4642899" y="4596492"/>
              <a:ext cx="2058506" cy="909570"/>
            </a:xfrm>
            <a:custGeom>
              <a:avLst/>
              <a:pathLst>
                <a:path w="2058506" h="909570">
                  <a:moveTo>
                    <a:pt x="2058506" y="0"/>
                  </a:moveTo>
                  <a:lnTo>
                    <a:pt x="1474532" y="221462"/>
                  </a:lnTo>
                  <a:lnTo>
                    <a:pt x="1036552" y="400103"/>
                  </a:lnTo>
                  <a:lnTo>
                    <a:pt x="452579" y="672626"/>
                  </a:lnTo>
                  <a:lnTo>
                    <a:pt x="0" y="9095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76" name="pl1475"/>
            <p:cNvSpPr/>
            <p:nvPr/>
          </p:nvSpPr>
          <p:spPr>
            <a:xfrm>
              <a:off x="4642899" y="4431822"/>
              <a:ext cx="2058506" cy="953660"/>
            </a:xfrm>
            <a:custGeom>
              <a:avLst/>
              <a:pathLst>
                <a:path w="2058506" h="953660">
                  <a:moveTo>
                    <a:pt x="0" y="953660"/>
                  </a:moveTo>
                  <a:lnTo>
                    <a:pt x="452579" y="743990"/>
                  </a:lnTo>
                  <a:lnTo>
                    <a:pt x="1036552" y="473448"/>
                  </a:lnTo>
                  <a:lnTo>
                    <a:pt x="1474532" y="270541"/>
                  </a:lnTo>
                  <a:lnTo>
                    <a:pt x="2058506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tx1476"/>
            <p:cNvSpPr/>
            <p:nvPr/>
          </p:nvSpPr>
          <p:spPr>
            <a:xfrm>
              <a:off x="4647494" y="4364115"/>
              <a:ext cx="84673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S</a:t>
              </a:r>
            </a:p>
          </p:txBody>
        </p:sp>
        <p:sp>
          <p:nvSpPr>
            <p:cNvPr id="1478" name="tx1477"/>
            <p:cNvSpPr/>
            <p:nvPr/>
          </p:nvSpPr>
          <p:spPr>
            <a:xfrm>
              <a:off x="4746171" y="4364115"/>
              <a:ext cx="28254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l</a:t>
              </a:r>
            </a:p>
          </p:txBody>
        </p:sp>
        <p:sp>
          <p:nvSpPr>
            <p:cNvPr id="1479" name="tx1478"/>
            <p:cNvSpPr/>
            <p:nvPr/>
          </p:nvSpPr>
          <p:spPr>
            <a:xfrm>
              <a:off x="4788088" y="4364115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o</a:t>
              </a:r>
            </a:p>
          </p:txBody>
        </p:sp>
        <p:sp>
          <p:nvSpPr>
            <p:cNvPr id="1480" name="tx1479"/>
            <p:cNvSpPr/>
            <p:nvPr/>
          </p:nvSpPr>
          <p:spPr>
            <a:xfrm>
              <a:off x="4868925" y="4364115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481" name="tx1480"/>
            <p:cNvSpPr/>
            <p:nvPr/>
          </p:nvSpPr>
          <p:spPr>
            <a:xfrm>
              <a:off x="4949721" y="4364115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e</a:t>
              </a:r>
            </a:p>
          </p:txBody>
        </p:sp>
        <p:sp>
          <p:nvSpPr>
            <p:cNvPr id="1482" name="tx1481"/>
            <p:cNvSpPr/>
            <p:nvPr/>
          </p:nvSpPr>
          <p:spPr>
            <a:xfrm>
              <a:off x="5030504" y="4364023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= 0.397</a:t>
              </a:r>
            </a:p>
          </p:txBody>
        </p:sp>
        <p:sp>
          <p:nvSpPr>
            <p:cNvPr id="1483" name="tx1482"/>
            <p:cNvSpPr/>
            <p:nvPr/>
          </p:nvSpPr>
          <p:spPr>
            <a:xfrm>
              <a:off x="5492916" y="4364023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, </a:t>
              </a:r>
            </a:p>
          </p:txBody>
        </p:sp>
        <p:sp>
          <p:nvSpPr>
            <p:cNvPr id="1484" name="tx1483"/>
            <p:cNvSpPr/>
            <p:nvPr/>
          </p:nvSpPr>
          <p:spPr>
            <a:xfrm>
              <a:off x="5563508" y="4364115"/>
              <a:ext cx="70591" cy="910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i="1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485" name="tx1484"/>
            <p:cNvSpPr/>
            <p:nvPr/>
          </p:nvSpPr>
          <p:spPr>
            <a:xfrm>
              <a:off x="5644304" y="4364023"/>
              <a:ext cx="4624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 &lt; 0.001</a:t>
              </a:r>
            </a:p>
          </p:txBody>
        </p:sp>
        <p:sp>
          <p:nvSpPr>
            <p:cNvPr id="1486" name="rc1485"/>
            <p:cNvSpPr/>
            <p:nvPr/>
          </p:nvSpPr>
          <p:spPr>
            <a:xfrm>
              <a:off x="4385706" y="3945732"/>
              <a:ext cx="2547472" cy="232570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487" name="pl1486"/>
            <p:cNvSpPr/>
            <p:nvPr/>
          </p:nvSpPr>
          <p:spPr>
            <a:xfrm>
              <a:off x="4385706" y="3945732"/>
              <a:ext cx="0" cy="2325708"/>
            </a:xfrm>
            <a:custGeom>
              <a:avLst/>
              <a:pathLst>
                <a:path w="0" h="2325708">
                  <a:moveTo>
                    <a:pt x="0" y="2325708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tx1487"/>
            <p:cNvSpPr/>
            <p:nvPr/>
          </p:nvSpPr>
          <p:spPr>
            <a:xfrm>
              <a:off x="4106388" y="6119682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489" name="tx1488"/>
            <p:cNvSpPr/>
            <p:nvPr/>
          </p:nvSpPr>
          <p:spPr>
            <a:xfrm>
              <a:off x="4106388" y="5693728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490" name="tx1489"/>
            <p:cNvSpPr/>
            <p:nvPr/>
          </p:nvSpPr>
          <p:spPr>
            <a:xfrm>
              <a:off x="4106388" y="5267774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491" name="tx1490"/>
            <p:cNvSpPr/>
            <p:nvPr/>
          </p:nvSpPr>
          <p:spPr>
            <a:xfrm>
              <a:off x="4106388" y="4841820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1492" name="tx1491"/>
            <p:cNvSpPr/>
            <p:nvPr/>
          </p:nvSpPr>
          <p:spPr>
            <a:xfrm>
              <a:off x="4106388" y="4415866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1493" name="pl1492"/>
            <p:cNvSpPr/>
            <p:nvPr/>
          </p:nvSpPr>
          <p:spPr>
            <a:xfrm>
              <a:off x="4354075" y="616069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l1493"/>
            <p:cNvSpPr/>
            <p:nvPr/>
          </p:nvSpPr>
          <p:spPr>
            <a:xfrm>
              <a:off x="4354075" y="573473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l1494"/>
            <p:cNvSpPr/>
            <p:nvPr/>
          </p:nvSpPr>
          <p:spPr>
            <a:xfrm>
              <a:off x="4354075" y="530878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l1495"/>
            <p:cNvSpPr/>
            <p:nvPr/>
          </p:nvSpPr>
          <p:spPr>
            <a:xfrm>
              <a:off x="4354075" y="488283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l1496"/>
            <p:cNvSpPr/>
            <p:nvPr/>
          </p:nvSpPr>
          <p:spPr>
            <a:xfrm>
              <a:off x="4354075" y="445687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l1497"/>
            <p:cNvSpPr/>
            <p:nvPr/>
          </p:nvSpPr>
          <p:spPr>
            <a:xfrm>
              <a:off x="4385706" y="6271441"/>
              <a:ext cx="2547472" cy="0"/>
            </a:xfrm>
            <a:custGeom>
              <a:avLst/>
              <a:pathLst>
                <a:path w="2547472" h="0">
                  <a:moveTo>
                    <a:pt x="0" y="0"/>
                  </a:moveTo>
                  <a:lnTo>
                    <a:pt x="2547472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l1498"/>
            <p:cNvSpPr/>
            <p:nvPr/>
          </p:nvSpPr>
          <p:spPr>
            <a:xfrm>
              <a:off x="4647494" y="627144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l1499"/>
            <p:cNvSpPr/>
            <p:nvPr/>
          </p:nvSpPr>
          <p:spPr>
            <a:xfrm>
              <a:off x="5659443" y="627144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l1500"/>
            <p:cNvSpPr/>
            <p:nvPr/>
          </p:nvSpPr>
          <p:spPr>
            <a:xfrm>
              <a:off x="6671392" y="627144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tx1501"/>
            <p:cNvSpPr/>
            <p:nvPr/>
          </p:nvSpPr>
          <p:spPr>
            <a:xfrm>
              <a:off x="4615719" y="632837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503" name="tx1502"/>
            <p:cNvSpPr/>
            <p:nvPr/>
          </p:nvSpPr>
          <p:spPr>
            <a:xfrm>
              <a:off x="5627667" y="632837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504" name="tx1503"/>
            <p:cNvSpPr/>
            <p:nvPr/>
          </p:nvSpPr>
          <p:spPr>
            <a:xfrm>
              <a:off x="6639616" y="632837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505" name="tx1504"/>
            <p:cNvSpPr/>
            <p:nvPr/>
          </p:nvSpPr>
          <p:spPr>
            <a:xfrm>
              <a:off x="5372138" y="6504447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506" name="tx1505"/>
            <p:cNvSpPr/>
            <p:nvPr/>
          </p:nvSpPr>
          <p:spPr>
            <a:xfrm>
              <a:off x="4385706" y="3750979"/>
              <a:ext cx="11097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Belowground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2026-07-20T15:01:01Z</dcterms:modified>
  <cp:category/>
</cp:coreProperties>
</file>