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38408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3418" y="952357"/>
              <a:ext cx="2880371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659475" y="283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31134" y="3165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821944" y="2085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731505" y="3016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72467" y="3056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28937" y="31584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824880" y="3222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09857" y="3238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821355" y="2119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05378" y="3042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64188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80894" y="31249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60294" y="2765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1417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725992" y="2735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644415" y="327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23414" y="2385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13175" y="2969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49349" y="3113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616012" y="2840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588930" y="2887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627826" y="32849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61283" y="26923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624843" y="29155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32604" y="3269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674451" y="26030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63397" y="24721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97326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602612" y="3362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552810" y="32077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26987" y="3169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1339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31292" y="33738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22412" y="25164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33675" y="3028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30732" y="31398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82033" y="2290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21857" y="2305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96445" y="19757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00995" y="3153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38804" y="3122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07878" y="2602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623098" y="26297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91121" y="30321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782577" y="2738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06683" y="32802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657901" y="3193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13120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789534" y="2778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615561" y="2768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704424" y="33729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626268" y="26911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661373" y="2680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79486" y="13792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758995" y="28979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589259" y="24788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666753" y="1822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645828" y="18609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663910" y="2803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3136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752335" y="303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838673" y="28872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39050" y="2424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590343" y="1869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78396" y="31210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614111" y="3148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555671" y="29768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555691" y="254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785296" y="30301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548942" y="2537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703831" y="27173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45500" y="31655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52684" y="31384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785476" y="3219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718722" y="31191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593998" y="3102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96217" y="28920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666623" y="285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552624" y="2761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551303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594102" y="23682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609732" y="33511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722625" y="3173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569348" y="30461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89161" y="3114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05849" y="16379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765112" y="2684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830579" y="22161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693846" y="2141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828441" y="2175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566266" y="3002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807777" y="27287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795846" y="13754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666200" y="33678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851528" y="27578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636561" y="316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828765" y="33047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733343" y="27728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774419" y="32374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802327" y="32852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28842" y="33274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699801" y="29930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811381" y="31850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677769" y="32435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588482" y="32895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661282" y="3286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650659" y="3059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635916" y="2926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13961" y="30413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596918" y="3216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624719" y="30643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44519" y="32329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680569" y="3129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678335" y="3270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601409" y="32443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662495" y="3225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580724" y="2455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736566" y="3238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748483" y="2690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63751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767726" y="2868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633833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713583" y="32127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667533" y="33670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619335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770596" y="2558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625996" y="3372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683500" y="28646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583761" y="30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597317" y="234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635122" y="3373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799965" y="3005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809301" y="32281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590176" y="3121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762274" y="2967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778091" y="3074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838542" y="32048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862720" y="28057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582392" y="2821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680220" y="3081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656604" y="2527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866493" y="30620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32712" y="23949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707815" y="3020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649030" y="3211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784847" y="23272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842973" y="21019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711212" y="2498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796212" y="318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75473" y="3197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607202" y="3216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614138" y="27188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743620" y="3270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26402" y="30754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17245" y="32224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843028" y="26783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71445" y="291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745935" y="3096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820249" y="2904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42105" y="3201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763040" y="2597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793140" y="2778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578488" y="31740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15327" y="2664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774998" y="31323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817301" y="3260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683038" y="15287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656871" y="30672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614322" y="32277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704573" y="3309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706286" y="2628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576713" y="3142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19269" y="2921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710889" y="22699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752731" y="30813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792566" y="3255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40141" y="2858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2408" y="2768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845777" y="2363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600569" y="12595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01124" y="32221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784381" y="3039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850294" y="31166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649546" y="2721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15917" y="1854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93672" y="29658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671280" y="30879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841294" y="33452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30457" y="3363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59664" y="27242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59962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685421" y="2814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746093" y="2671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74964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1107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666256" y="31129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703287" y="3295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824921" y="3233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750940" y="31788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607716" y="3036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764730" y="29051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735303" y="3322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705032" y="32891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861872" y="3253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860490" y="3292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93525" y="3350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789684" y="33644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885344" y="33490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66459" y="32987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777742" y="31300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623951" y="3321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801445" y="3367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733990" y="3339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830854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838554" y="3322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769858" y="3161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859937" y="2850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712675" y="3343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859043" y="3290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727079" y="33381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78342" y="33640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825549" y="3355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748596" y="3336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822740" y="33470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862209" y="2998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30701" y="3313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708276" y="3341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89675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21522" y="3288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891490" y="3126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658540" y="3372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756504" y="2966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625459" y="3362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729301" y="2980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856918" y="32502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615929" y="32662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759375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669570" y="3294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861551" y="33388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692872" y="3244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797565" y="2573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699891" y="2110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812073" y="31105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827672" y="29486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29914" y="31351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30322" y="2152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09987" y="3284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34309" y="3337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46015" y="3292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57532" y="33486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35765" y="32851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692425" y="3293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18737" y="3171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13266" y="32907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97735" y="33559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78233" y="33423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80462" y="29254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93864" y="3163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729905" y="3130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647160" y="3321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623482" y="30769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649615" y="33478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646369" y="3098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70441" y="3093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46092" y="3269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90061" y="33347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21350" y="28441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68404" y="31625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98082" y="3366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39602" y="2685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789298" y="31260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65522" y="27792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54131" y="3310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832928" y="33241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817936" y="3187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803108" y="3356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883928" y="1892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709998" y="3327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710935" y="31553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746634" y="2839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794503" y="27074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685555" y="31782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749143" y="32054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629061" y="3145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760718" y="29026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891564" y="2669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635006" y="30337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82333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825336" y="3373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804237" y="2959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773558" y="2914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678268" y="32585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52946" y="33623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876149" y="33703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811010" y="3235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681389" y="3369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612036" y="3369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868371" y="3325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857925" y="3273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658883" y="33689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878088" y="28143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827584" y="32333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647195" y="3323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785534" y="33610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680251" y="3102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79211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829851" y="3327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824527" y="27528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678068" y="33425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662018" y="33619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849061" y="2894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724378" y="1854121"/>
              <a:ext cx="0" cy="786830"/>
            </a:xfrm>
            <a:custGeom>
              <a:avLst/>
              <a:pathLst>
                <a:path w="0" h="786830">
                  <a:moveTo>
                    <a:pt x="0" y="7868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724378" y="3196723"/>
              <a:ext cx="0" cy="208338"/>
            </a:xfrm>
            <a:custGeom>
              <a:avLst/>
              <a:pathLst>
                <a:path w="0" h="208338">
                  <a:moveTo>
                    <a:pt x="0" y="0"/>
                  </a:moveTo>
                  <a:lnTo>
                    <a:pt x="0" y="20833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75655" y="2640952"/>
              <a:ext cx="297447" cy="555771"/>
            </a:xfrm>
            <a:custGeom>
              <a:avLst/>
              <a:pathLst>
                <a:path w="297447" h="555771">
                  <a:moveTo>
                    <a:pt x="0" y="0"/>
                  </a:moveTo>
                  <a:lnTo>
                    <a:pt x="0" y="555771"/>
                  </a:lnTo>
                  <a:lnTo>
                    <a:pt x="297447" y="55577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75655" y="300449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55251" y="2133166"/>
              <a:ext cx="0" cy="676340"/>
            </a:xfrm>
            <a:custGeom>
              <a:avLst/>
              <a:pathLst>
                <a:path w="0" h="676340">
                  <a:moveTo>
                    <a:pt x="0" y="67634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55251" y="3264183"/>
              <a:ext cx="0" cy="140879"/>
            </a:xfrm>
            <a:custGeom>
              <a:avLst/>
              <a:pathLst>
                <a:path w="0" h="140879">
                  <a:moveTo>
                    <a:pt x="0" y="0"/>
                  </a:moveTo>
                  <a:lnTo>
                    <a:pt x="0" y="14087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606528" y="2809506"/>
              <a:ext cx="297447" cy="454676"/>
            </a:xfrm>
            <a:custGeom>
              <a:avLst/>
              <a:pathLst>
                <a:path w="297447" h="454676">
                  <a:moveTo>
                    <a:pt x="0" y="0"/>
                  </a:moveTo>
                  <a:lnTo>
                    <a:pt x="0" y="454676"/>
                  </a:lnTo>
                  <a:lnTo>
                    <a:pt x="297447" y="454676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606528" y="311309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86124" y="2810398"/>
              <a:ext cx="0" cy="329408"/>
            </a:xfrm>
            <a:custGeom>
              <a:avLst/>
              <a:pathLst>
                <a:path w="0" h="329408">
                  <a:moveTo>
                    <a:pt x="0" y="32940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86124" y="3373604"/>
              <a:ext cx="0" cy="31457"/>
            </a:xfrm>
            <a:custGeom>
              <a:avLst/>
              <a:pathLst>
                <a:path w="0" h="31457">
                  <a:moveTo>
                    <a:pt x="0" y="0"/>
                  </a:moveTo>
                  <a:lnTo>
                    <a:pt x="0" y="314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37401" y="3139806"/>
              <a:ext cx="297447" cy="233798"/>
            </a:xfrm>
            <a:custGeom>
              <a:avLst/>
              <a:pathLst>
                <a:path w="297447" h="233798">
                  <a:moveTo>
                    <a:pt x="0" y="0"/>
                  </a:moveTo>
                  <a:lnTo>
                    <a:pt x="0" y="233798"/>
                  </a:lnTo>
                  <a:lnTo>
                    <a:pt x="297447" y="23379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37401" y="3317937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724378" y="2690292"/>
              <a:ext cx="2082129" cy="614205"/>
            </a:xfrm>
            <a:custGeom>
              <a:avLst/>
              <a:pathLst>
                <a:path w="2082129" h="614205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  <a:lnTo>
                    <a:pt x="2082129" y="614205"/>
                  </a:lnTo>
                  <a:lnTo>
                    <a:pt x="1487235" y="478730"/>
                  </a:lnTo>
                  <a:lnTo>
                    <a:pt x="1026192" y="403982"/>
                  </a:lnTo>
                  <a:lnTo>
                    <a:pt x="520532" y="349490"/>
                  </a:lnTo>
                  <a:lnTo>
                    <a:pt x="0" y="30535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724378" y="2690292"/>
              <a:ext cx="2082129" cy="405400"/>
            </a:xfrm>
            <a:custGeom>
              <a:avLst/>
              <a:pathLst>
                <a:path w="2082129" h="405400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724378" y="2995651"/>
              <a:ext cx="2082129" cy="308846"/>
            </a:xfrm>
            <a:custGeom>
              <a:avLst/>
              <a:pathLst>
                <a:path w="2082129" h="308846">
                  <a:moveTo>
                    <a:pt x="2082129" y="308846"/>
                  </a:moveTo>
                  <a:lnTo>
                    <a:pt x="1487235" y="173371"/>
                  </a:lnTo>
                  <a:lnTo>
                    <a:pt x="1026192" y="98623"/>
                  </a:lnTo>
                  <a:lnTo>
                    <a:pt x="520532" y="44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724378" y="2842972"/>
              <a:ext cx="2082129" cy="357123"/>
            </a:xfrm>
            <a:custGeom>
              <a:avLst/>
              <a:pathLst>
                <a:path w="2082129" h="357123">
                  <a:moveTo>
                    <a:pt x="0" y="0"/>
                  </a:moveTo>
                  <a:lnTo>
                    <a:pt x="520532" y="89280"/>
                  </a:lnTo>
                  <a:lnTo>
                    <a:pt x="1026192" y="176010"/>
                  </a:lnTo>
                  <a:lnTo>
                    <a:pt x="1487235" y="255088"/>
                  </a:lnTo>
                  <a:lnTo>
                    <a:pt x="2082129" y="357123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724378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823056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64972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945809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2026606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107388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612137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682729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763525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57695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37208" y="33640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37208" y="26783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37208" y="199258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73657" y="130684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426063" y="34050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426063" y="27193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426063" y="20335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426063" y="13478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57695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724378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55251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86124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92603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723476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54349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25508" y="2297813"/>
              <a:ext cx="201862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57695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677914" y="3327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636584" y="28832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531790" y="2732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721048" y="31025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711827" y="3176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446861" y="32379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590657" y="32708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524702" y="3298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524649" y="18399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530232" y="31827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459098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699328" y="31925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681085" y="31377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603585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551900" y="3261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706565" y="32685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559167" y="3284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479288" y="3186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512658" y="31899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495147" y="30902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702056" y="3142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590970" y="3240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678864" y="3033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618919" y="257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666336" y="3328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435990" y="332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712132" y="2971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459309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684722" y="3348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611839" y="3186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668933" y="3208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486891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534332" y="33526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628086" y="20464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625376" y="30871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719708" y="32884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702991" y="279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544382" y="25802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490408" y="22336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691847" y="3148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692355" y="32409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705368" y="29685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499571" y="2338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443677" y="27741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598934" y="2952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512391" y="29385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611680" y="2651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680688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628896" y="28169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490793" y="28618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436742" y="3364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692155" y="2677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450937" y="31237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562049" y="1521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534243" y="2509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428164" y="29352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603839" y="3044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635252" y="2616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667327" y="31134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490076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610404" y="3143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519953" y="3041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550604" y="31199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600414" y="2779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602741" y="29932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634206" y="3127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534278" y="3163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496774" y="3133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537841" y="32144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694846" y="30197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461432" y="30847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434071" y="27413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627426" y="305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516191" y="32904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437269" y="3092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711598" y="31435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547156" y="3169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445437" y="3212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676993" y="31480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627845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685937" y="32299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616678" y="3301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607374" y="3182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474041" y="31973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520663" y="32022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652064" y="23299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654528" y="2714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463853" y="20533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575964" y="24941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711686" y="22289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582531" y="32396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648325" y="31476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645803" y="2865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564260" y="33209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639853" y="3055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557779" y="3325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636100" y="3314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656064" y="30038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728295" y="3280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734786" y="33466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607389" y="33206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643348" y="321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587639" y="33247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741572" y="3302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624239" y="33263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89172" y="33263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507100" y="3228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557347" y="3228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641301" y="325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459555" y="3263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688309" y="31360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611628" y="3313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586732" y="3214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582821" y="33463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742820" y="3352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79923" y="33213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690723" y="29026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70010" y="33459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603926" y="27286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521869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458470" y="32744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512074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532829" y="3230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475625" y="3373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600423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533629" y="27701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465274" y="3365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596099" y="2645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597484" y="31456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65515" y="25500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627266" y="33729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560778" y="3154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498277" y="3220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568702" y="3299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683759" y="3247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551551" y="3012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526064" y="3287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734578" y="30929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594789" y="2587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548635" y="3223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677234" y="28546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579565" y="31143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626401" y="2955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656802" y="3203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621755" y="3304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501433" y="2423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723466" y="1722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31026" y="30198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736010" y="32391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546833" y="31776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51177" y="32718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546715" y="27898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576963" y="33660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45842" y="3139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572795" y="3331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477986" y="29637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675092" y="31160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471824" y="31807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42560" y="3118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480916" y="33091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523526" y="3192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05364" y="32397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557712" y="33224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534224" y="2224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520681" y="32881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486009" y="32412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707252" y="20464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95287" y="3001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524954" y="2839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14249" y="3315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565929" y="3154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44717" y="3169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461301" y="30135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20456" y="27937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733594" y="3028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507713" y="3208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460840" y="30044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528590" y="2825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483633" y="29506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740456" y="12595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50772" y="3286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517852" y="30560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521791" y="29655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460978" y="24120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644781" y="22573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704835" y="26119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624913" y="3203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492622" y="3339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646289" y="32277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529716" y="2837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492056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722698" y="3088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631481" y="2641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465642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591653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56245" y="30516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80497" y="3323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762101" y="32407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09884" y="3280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85837" y="30800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82602" y="3039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598198" y="3355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56994" y="3316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74010" y="32581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573624" y="33300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15098" y="33735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22321" y="33630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18534" y="3364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91031" y="3357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57658" y="32573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65508" y="33254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19644" y="3361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29154" y="30922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559155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57994" y="33623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512382" y="3112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62627" y="30609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52261" y="3327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524060" y="3335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779105" y="3304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19196" y="3335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620878" y="3373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607323" y="33689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540928" y="3335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585682" y="27577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678807" y="33339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744804" y="3322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496957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490117" y="3320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668139" y="33447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556757" y="33738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556506" y="2817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682359" y="33705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763056" y="31047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740328" y="32257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511214" y="3219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698647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714646" y="3321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718037" y="33544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659286" y="33013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639821" y="2824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722332" y="2583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563283" y="3238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556105" y="31990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723888" y="3194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748553" y="33342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63505" y="3358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497093" y="33559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771690" y="3284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673152" y="33162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642504" y="3189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654439" y="33497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756969" y="3264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718263" y="3361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84356" y="3356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669364" y="33571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754949" y="30774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551628" y="29175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704217" y="31007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668483" y="3313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556635" y="32351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681772" y="3341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651480" y="3362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579577" y="3145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655032" y="3333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718478" y="3368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645373" y="31375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724503" y="33350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597740" y="3372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742758" y="31373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584229" y="29372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781951" y="32060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729789" y="3296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767211" y="337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495451" y="3221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631881" y="32863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683599" y="2120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743101" y="33658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774548" y="3331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26251" y="3213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47312" y="29841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521552" y="3320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674133" y="3350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627887" y="32628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711462" y="2729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739268" y="29851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517621" y="3192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610698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90285" y="3372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722558" y="3021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70215" y="29224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721258" y="31319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546683" y="33559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626731" y="3373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770859" y="3362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564060" y="3370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783873" y="33636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543288" y="32720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649969" y="31608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667867" y="3373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676198" y="3178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510158" y="32744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723702" y="3354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639803" y="3351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653527" y="32194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759303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779374" y="33238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616088" y="31485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618499" y="33623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512443" y="3373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653791" y="31539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604749" y="2361171"/>
              <a:ext cx="0" cy="540024"/>
            </a:xfrm>
            <a:custGeom>
              <a:avLst/>
              <a:pathLst>
                <a:path w="0" h="540024">
                  <a:moveTo>
                    <a:pt x="0" y="54002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604749" y="3271717"/>
              <a:ext cx="0" cy="133344"/>
            </a:xfrm>
            <a:custGeom>
              <a:avLst/>
              <a:pathLst>
                <a:path w="0" h="133344">
                  <a:moveTo>
                    <a:pt x="0" y="0"/>
                  </a:moveTo>
                  <a:lnTo>
                    <a:pt x="0" y="1333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56026" y="2901195"/>
              <a:ext cx="297447" cy="370521"/>
            </a:xfrm>
            <a:custGeom>
              <a:avLst/>
              <a:pathLst>
                <a:path w="297447" h="370521">
                  <a:moveTo>
                    <a:pt x="0" y="0"/>
                  </a:moveTo>
                  <a:lnTo>
                    <a:pt x="0" y="370521"/>
                  </a:lnTo>
                  <a:lnTo>
                    <a:pt x="297447" y="37052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56026" y="3171298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35623" y="2581234"/>
              <a:ext cx="0" cy="451605"/>
            </a:xfrm>
            <a:custGeom>
              <a:avLst/>
              <a:pathLst>
                <a:path w="0" h="451605">
                  <a:moveTo>
                    <a:pt x="0" y="4516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35623" y="3344801"/>
              <a:ext cx="0" cy="60259"/>
            </a:xfrm>
            <a:custGeom>
              <a:avLst/>
              <a:pathLst>
                <a:path w="0" h="60259">
                  <a:moveTo>
                    <a:pt x="0" y="0"/>
                  </a:moveTo>
                  <a:lnTo>
                    <a:pt x="0" y="6025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86899" y="3032839"/>
              <a:ext cx="297447" cy="311962"/>
            </a:xfrm>
            <a:custGeom>
              <a:avLst/>
              <a:pathLst>
                <a:path w="297447" h="311962">
                  <a:moveTo>
                    <a:pt x="0" y="0"/>
                  </a:moveTo>
                  <a:lnTo>
                    <a:pt x="0" y="311962"/>
                  </a:lnTo>
                  <a:lnTo>
                    <a:pt x="297447" y="311962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86899" y="323947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6496" y="2968422"/>
              <a:ext cx="0" cy="249492"/>
            </a:xfrm>
            <a:custGeom>
              <a:avLst/>
              <a:pathLst>
                <a:path w="0" h="249492">
                  <a:moveTo>
                    <a:pt x="0" y="2494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6496" y="3388623"/>
              <a:ext cx="0" cy="16438"/>
            </a:xfrm>
            <a:custGeom>
              <a:avLst/>
              <a:pathLst>
                <a:path w="0" h="16438">
                  <a:moveTo>
                    <a:pt x="0" y="0"/>
                  </a:moveTo>
                  <a:lnTo>
                    <a:pt x="0" y="1643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7772" y="3217914"/>
              <a:ext cx="297447" cy="170708"/>
            </a:xfrm>
            <a:custGeom>
              <a:avLst/>
              <a:pathLst>
                <a:path w="297447" h="170708">
                  <a:moveTo>
                    <a:pt x="0" y="0"/>
                  </a:moveTo>
                  <a:lnTo>
                    <a:pt x="0" y="170708"/>
                  </a:lnTo>
                  <a:lnTo>
                    <a:pt x="297447" y="17070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7772" y="335140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604749" y="2854720"/>
              <a:ext cx="2082129" cy="502116"/>
            </a:xfrm>
            <a:custGeom>
              <a:avLst/>
              <a:pathLst>
                <a:path w="2082129" h="502116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  <a:lnTo>
                    <a:pt x="2082129" y="502116"/>
                  </a:lnTo>
                  <a:lnTo>
                    <a:pt x="1487235" y="395283"/>
                  </a:lnTo>
                  <a:lnTo>
                    <a:pt x="1026192" y="341419"/>
                  </a:lnTo>
                  <a:lnTo>
                    <a:pt x="520532" y="308447"/>
                  </a:lnTo>
                  <a:lnTo>
                    <a:pt x="0" y="28554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604749" y="2854720"/>
              <a:ext cx="2082129" cy="308431"/>
            </a:xfrm>
            <a:custGeom>
              <a:avLst/>
              <a:pathLst>
                <a:path w="2082129" h="308431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604749" y="3140264"/>
              <a:ext cx="2082129" cy="216572"/>
            </a:xfrm>
            <a:custGeom>
              <a:avLst/>
              <a:pathLst>
                <a:path w="2082129" h="216572">
                  <a:moveTo>
                    <a:pt x="2082129" y="216572"/>
                  </a:moveTo>
                  <a:lnTo>
                    <a:pt x="1487235" y="109738"/>
                  </a:lnTo>
                  <a:lnTo>
                    <a:pt x="1026192" y="55875"/>
                  </a:lnTo>
                  <a:lnTo>
                    <a:pt x="520532" y="22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604749" y="2997492"/>
              <a:ext cx="2082129" cy="262501"/>
            </a:xfrm>
            <a:custGeom>
              <a:avLst/>
              <a:pathLst>
                <a:path w="2082129" h="262501">
                  <a:moveTo>
                    <a:pt x="0" y="0"/>
                  </a:moveTo>
                  <a:lnTo>
                    <a:pt x="520532" y="65625"/>
                  </a:lnTo>
                  <a:lnTo>
                    <a:pt x="1026192" y="129375"/>
                  </a:lnTo>
                  <a:lnTo>
                    <a:pt x="1487235" y="187501"/>
                  </a:lnTo>
                  <a:lnTo>
                    <a:pt x="2082129" y="262501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604749" y="139878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703427" y="139878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45343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826181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906977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87760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492508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563100" y="13987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643896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38066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217579" y="336405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217579" y="275231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54028" y="2140585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54028" y="1528853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306435" y="34050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306435" y="27933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306435" y="21815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306435" y="15698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38066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604749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35623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6496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72974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603847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720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38066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13021"/>
              <a:ext cx="3090767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55778" y="3713021"/>
              <a:ext cx="2928011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547178" y="49035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601358" y="4549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754149" y="45276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790769" y="4489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775498" y="4494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725050" y="4461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762959" y="4670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738145" y="6129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816266" y="46999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672996" y="4484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617177" y="4538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549955" y="48215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570558" y="58979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625872" y="50230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803701" y="60393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556501" y="5071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746006" y="4793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662501" y="46520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649775" y="45017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557449" y="46932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774431" y="5563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646320" y="61294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785805" y="55375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680790" y="4425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644599" y="55128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764897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802201" y="55510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646668" y="5251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690313" y="44353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644411" y="5333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674139" y="4893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91981" y="5148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571846" y="47831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751227" y="47835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801035" y="50224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787935" y="47416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802772" y="5224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678647" y="50040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576112" y="61287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619151" y="52140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664613" y="54984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770757" y="6082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575221" y="48613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638335" y="53954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668966" y="48615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634555" y="4617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821428" y="6058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742971" y="6027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726751" y="55761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711711" y="61285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756936" y="4543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746374" y="58113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662934" y="46831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825225" y="5740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694262" y="55828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814081" y="54070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828926" y="61294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792559" y="5049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632227" y="50525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787944" y="60230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749618" y="60782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746607" y="60052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604249" y="54226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649921" y="59388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706776" y="54949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723542" y="5224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817132" y="6071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659602" y="61294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629442" y="5687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604801" y="57183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651023" y="54593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621456" y="5972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597687" y="51671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633151" y="51473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639067" y="56117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720605" y="49922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805463" y="4951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762411" y="60845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774858" y="4624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626329" y="50812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591316" y="49955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549232" y="54649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603863" y="5456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592199" y="59528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685436" y="5863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648599" y="4465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762385" y="44332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734571" y="5736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550372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605817" y="57079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1673173" y="60159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674908" y="61260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86835" y="4529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612189" y="4637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607844" y="45575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800941" y="47248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794436" y="49850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712326" y="4516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577539" y="4637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558298" y="45663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673255" y="47443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770895" y="47630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794162" y="4436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715747" y="45615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707243" y="45036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785553" y="4694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592577" y="44704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786391" y="4644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44915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683753" y="45845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801379" y="5133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789957" y="5912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763802" y="50555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611586" y="6129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725400" y="44865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629839" y="44569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588433" y="4467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597118" y="44618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706828" y="46974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42623" y="4489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561170" y="4454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700652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795662" y="4584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693936" y="45644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90581" y="4426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600013" y="4762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752000" y="44400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763503" y="4635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588404" y="4489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635699" y="45452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747273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780565" y="45064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678504" y="4446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622541" y="4528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817412" y="47668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602331" y="50462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843499" y="47118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2031" y="47752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699417" y="48274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589105" y="5225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799444" y="44923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699293" y="45256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567571" y="4702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840171" y="4465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730614" y="4621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573110" y="45934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632392" y="46788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644437" y="4592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661523" y="61294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753062" y="4517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655693" y="4975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792916" y="4734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837465" y="50068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755889" y="4801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78092" y="53028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746869" y="44979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695668" y="4870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615897" y="47411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66327" y="4542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724851" y="4474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701830" y="472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556725" y="48750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703382" y="44666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780858" y="53184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27085" y="4652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776794" y="52881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562935" y="48859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830287" y="4666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680100" y="46301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719556" y="4450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796281" y="5438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562994" y="45237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769902" y="4684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839007" y="5666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760124" y="58480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793464" y="48881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842969" y="47415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570231" y="48211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700628" y="5471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840220" y="51291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561882" y="48112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650742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705232" y="44264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748842" y="4704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66369" y="51582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575907" y="4703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560490" y="52672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671717" y="44334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650964" y="48822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693487" y="4456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641704" y="61294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561313" y="47923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04222" y="53033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838262" y="4445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571309" y="60011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09180" y="46644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761501" y="4504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710394" y="4471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757898" y="49333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832697" y="4641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742158" y="52858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40163" y="5038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689152" y="4641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622637" y="52865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686667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741579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778058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636393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742590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635791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662401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734375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689236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740740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566268" y="44256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796829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633756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822958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691991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637059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573976" y="44257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693286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635820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796265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765085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630533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818240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743279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668302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619111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781012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659573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595827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606492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620723" y="4425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762420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804773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766890" y="4425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663834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806078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711406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674647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776002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644313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572457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845950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784496" y="4428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708984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687829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730648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851768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677401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709185" y="45916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626474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736333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641039" y="44257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771071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597462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837190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63439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839057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636211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707184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795206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651114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743427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777768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606028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580813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687269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847535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594257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810900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602466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824475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697222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629609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618341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747478" y="4425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624659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729025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812702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690330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845749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805826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570625" y="44256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652379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701221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585893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622741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832321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818630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656185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657378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754618" y="4425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797955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779389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658386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673851" y="44256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574541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636920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672058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779538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713739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675556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769880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842812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667938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764153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701376" y="4425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639408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667332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754488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637614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772075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806923" y="44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760613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705416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789037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602152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738792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836067" y="4425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777505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852434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733488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820877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628377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743950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618292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798298" y="4425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755223" y="4425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723381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610855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841930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777004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731632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691693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622470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636568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607794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795583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778802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855391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788867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3855794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1719482" y="4456877"/>
              <a:ext cx="0" cy="360435"/>
            </a:xfrm>
            <a:custGeom>
              <a:avLst/>
              <a:pathLst>
                <a:path w="0" h="360435">
                  <a:moveTo>
                    <a:pt x="0" y="3604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1719482" y="5980530"/>
              <a:ext cx="0" cy="180162"/>
            </a:xfrm>
            <a:custGeom>
              <a:avLst/>
              <a:pathLst>
                <a:path w="0" h="180162">
                  <a:moveTo>
                    <a:pt x="0" y="0"/>
                  </a:moveTo>
                  <a:lnTo>
                    <a:pt x="0" y="18016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8"/>
            <p:cNvSpPr/>
            <p:nvPr/>
          </p:nvSpPr>
          <p:spPr>
            <a:xfrm>
              <a:off x="1573489" y="4817313"/>
              <a:ext cx="291986" cy="1163217"/>
            </a:xfrm>
            <a:custGeom>
              <a:avLst/>
              <a:pathLst>
                <a:path w="291986" h="1163217">
                  <a:moveTo>
                    <a:pt x="0" y="0"/>
                  </a:moveTo>
                  <a:lnTo>
                    <a:pt x="0" y="1163217"/>
                  </a:lnTo>
                  <a:lnTo>
                    <a:pt x="291986" y="1163217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1573489" y="539563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2731431" y="4456877"/>
              <a:ext cx="0" cy="79686"/>
            </a:xfrm>
            <a:custGeom>
              <a:avLst/>
              <a:pathLst>
                <a:path w="0" h="79686">
                  <a:moveTo>
                    <a:pt x="0" y="796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2731431" y="4985522"/>
              <a:ext cx="0" cy="517536"/>
            </a:xfrm>
            <a:custGeom>
              <a:avLst/>
              <a:pathLst>
                <a:path w="0" h="517536">
                  <a:moveTo>
                    <a:pt x="0" y="0"/>
                  </a:moveTo>
                  <a:lnTo>
                    <a:pt x="0" y="51753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2"/>
            <p:cNvSpPr/>
            <p:nvPr/>
          </p:nvSpPr>
          <p:spPr>
            <a:xfrm>
              <a:off x="2585438" y="4536564"/>
              <a:ext cx="291986" cy="448958"/>
            </a:xfrm>
            <a:custGeom>
              <a:avLst/>
              <a:pathLst>
                <a:path w="291986" h="448958">
                  <a:moveTo>
                    <a:pt x="0" y="0"/>
                  </a:moveTo>
                  <a:lnTo>
                    <a:pt x="0" y="448958"/>
                  </a:lnTo>
                  <a:lnTo>
                    <a:pt x="291986" y="448958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2585438" y="471006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6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9" name="pg1078"/>
            <p:cNvSpPr/>
            <p:nvPr/>
          </p:nvSpPr>
          <p:spPr>
            <a:xfrm>
              <a:off x="1714888" y="4219661"/>
              <a:ext cx="2058506" cy="1263249"/>
            </a:xfrm>
            <a:custGeom>
              <a:avLst/>
              <a:pathLst>
                <a:path w="2058506" h="1263249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  <a:lnTo>
                    <a:pt x="2058506" y="401510"/>
                  </a:lnTo>
                  <a:lnTo>
                    <a:pt x="1474532" y="603389"/>
                  </a:lnTo>
                  <a:lnTo>
                    <a:pt x="1036552" y="768743"/>
                  </a:lnTo>
                  <a:lnTo>
                    <a:pt x="452579" y="1029306"/>
                  </a:lnTo>
                  <a:lnTo>
                    <a:pt x="0" y="12632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1714888" y="4219661"/>
              <a:ext cx="2058506" cy="983342"/>
            </a:xfrm>
            <a:custGeom>
              <a:avLst/>
              <a:pathLst>
                <a:path w="2058506" h="983342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1714888" y="4621171"/>
              <a:ext cx="2058506" cy="861738"/>
            </a:xfrm>
            <a:custGeom>
              <a:avLst/>
              <a:pathLst>
                <a:path w="2058506" h="861738">
                  <a:moveTo>
                    <a:pt x="2058506" y="0"/>
                  </a:moveTo>
                  <a:lnTo>
                    <a:pt x="1474532" y="201879"/>
                  </a:lnTo>
                  <a:lnTo>
                    <a:pt x="1036552" y="367233"/>
                  </a:lnTo>
                  <a:lnTo>
                    <a:pt x="452579" y="627796"/>
                  </a:lnTo>
                  <a:lnTo>
                    <a:pt x="0" y="861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1714888" y="4420416"/>
              <a:ext cx="2058506" cy="922540"/>
            </a:xfrm>
            <a:custGeom>
              <a:avLst/>
              <a:pathLst>
                <a:path w="2058506" h="922540">
                  <a:moveTo>
                    <a:pt x="0" y="922540"/>
                  </a:moveTo>
                  <a:lnTo>
                    <a:pt x="452579" y="719712"/>
                  </a:lnTo>
                  <a:lnTo>
                    <a:pt x="1036552" y="457998"/>
                  </a:lnTo>
                  <a:lnTo>
                    <a:pt x="1474532" y="261713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tx1082"/>
            <p:cNvSpPr/>
            <p:nvPr/>
          </p:nvSpPr>
          <p:spPr>
            <a:xfrm>
              <a:off x="1719482" y="4318999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4" name="tx1083"/>
            <p:cNvSpPr/>
            <p:nvPr/>
          </p:nvSpPr>
          <p:spPr>
            <a:xfrm>
              <a:off x="1818160" y="4318999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5" name="tx1084"/>
            <p:cNvSpPr/>
            <p:nvPr/>
          </p:nvSpPr>
          <p:spPr>
            <a:xfrm>
              <a:off x="186007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1940913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2021710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21024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2564905" y="431890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63549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27162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2" name="rc1091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3" name="pl1092"/>
            <p:cNvSpPr/>
            <p:nvPr/>
          </p:nvSpPr>
          <p:spPr>
            <a:xfrm>
              <a:off x="1457695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1178376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5" name="tx1094"/>
            <p:cNvSpPr/>
            <p:nvPr/>
          </p:nvSpPr>
          <p:spPr>
            <a:xfrm>
              <a:off x="1178376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6" name="tx1095"/>
            <p:cNvSpPr/>
            <p:nvPr/>
          </p:nvSpPr>
          <p:spPr>
            <a:xfrm>
              <a:off x="1178376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78376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098" name="tx1097"/>
            <p:cNvSpPr/>
            <p:nvPr/>
          </p:nvSpPr>
          <p:spPr>
            <a:xfrm>
              <a:off x="1178376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099" name="pl1098"/>
            <p:cNvSpPr/>
            <p:nvPr/>
          </p:nvSpPr>
          <p:spPr>
            <a:xfrm>
              <a:off x="1426063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1426063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1426063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426063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426063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457695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171948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2731431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3743380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tx1107"/>
            <p:cNvSpPr/>
            <p:nvPr/>
          </p:nvSpPr>
          <p:spPr>
            <a:xfrm>
              <a:off x="168770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09" name="tx1108"/>
            <p:cNvSpPr/>
            <p:nvPr/>
          </p:nvSpPr>
          <p:spPr>
            <a:xfrm>
              <a:off x="269965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10" name="tx1109"/>
            <p:cNvSpPr/>
            <p:nvPr/>
          </p:nvSpPr>
          <p:spPr>
            <a:xfrm>
              <a:off x="3711605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1" name="tx1110"/>
            <p:cNvSpPr/>
            <p:nvPr/>
          </p:nvSpPr>
          <p:spPr>
            <a:xfrm>
              <a:off x="2444127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2" name="tx1111"/>
            <p:cNvSpPr/>
            <p:nvPr/>
          </p:nvSpPr>
          <p:spPr>
            <a:xfrm rot="-5400000">
              <a:off x="-188370" y="5058478"/>
              <a:ext cx="24463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3" name="tx1112"/>
            <p:cNvSpPr/>
            <p:nvPr/>
          </p:nvSpPr>
          <p:spPr>
            <a:xfrm>
              <a:off x="1457695" y="3750979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4" name="rc1113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4594349" y="49318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4617134" y="46384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522391" y="46178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564705" y="4565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753421" y="44611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474583" y="4531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39630" y="4694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565639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539019" y="5334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598640" y="45442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748105" y="46746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714480" y="4868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597907" y="58982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669716" y="51639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659548" y="54082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480963" y="53165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700232" y="48088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605058" y="4899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559223" y="44894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582512" y="51273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703382" y="5305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586259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683184" y="61295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715218" y="5478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57564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597327" y="52761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52302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638151" y="61283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570607" y="5236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722115" y="4561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515623" y="58644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486198" y="5004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751888" y="5556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67122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624258" y="49755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655496" y="5022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620184" y="49239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677133" y="46778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529895" y="54009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743470" y="6128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754616" y="55660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697053" y="57702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484790" y="61204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694817" y="6044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475500" y="51916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586984" y="57343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693849" y="52922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594132" y="46938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549946" y="61256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547041" y="61229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545129" y="57105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75512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718946" y="61083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641149" y="45445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619223" y="60336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580005" y="44611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589752" y="57239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616809" y="61294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684414" y="53088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538511" y="57184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645864" y="5009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522537" y="4580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589131" y="49723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488242" y="6065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731863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589581" y="6041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674347" y="4939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625013" y="58453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720972" y="55897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719967" y="53498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643484" y="5852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697468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562380" y="51635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487538" y="59412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688546" y="5521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645983" y="6066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677773" y="5207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593806" y="53243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633760" y="55112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618210" y="5346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599260" y="49527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534406" y="5819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566528" y="4659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692079" y="5326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562239" y="53213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689295" y="53920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759766" y="55887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595609" y="56657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490256" y="54785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658645" y="4581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504014" y="4647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485907" y="54759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44771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4740039" y="54394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4675637" y="5793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5608366" y="612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5735852" y="4540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485351" y="5058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690728" y="46050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491275" y="48743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764408" y="53579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532732" y="44754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505857" y="45593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661807" y="46734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587333" y="47912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497385" y="44440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505152" y="4454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584434" y="4493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584780" y="44711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590796" y="46352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757570" y="44687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695813" y="54750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66772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741649" y="4524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514263" y="60801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629896" y="5729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645657" y="50568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76323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575055" y="472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551560" y="47495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630161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638963" y="44358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662678" y="4493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622936" y="5290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635052" y="4515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581271" y="45104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64762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621805" y="4596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653199" y="4453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606117" y="4425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55535" y="4879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686095" y="44359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567301" y="46499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684007" y="4576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592485" y="46912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70272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649081" y="4532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655896" y="44559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613160" y="46121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557723" y="48956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504016" y="5300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692308" y="4803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496888" y="48051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486442" y="5006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599381" y="4483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705505" y="44550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513687" y="4474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560998" y="51061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582352" y="4622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527895" y="470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574238" y="4536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764168" y="4648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753949" y="4578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54266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674150" y="45620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638410" y="49450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659068" y="51480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747152" y="5031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714346" y="49326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721741" y="5642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740364" y="46740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669102" y="44674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519936" y="5595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720669" y="46479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770522" y="4449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629801" y="47143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535077" y="5031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746405" y="4431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588901" y="56339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497675" y="542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538871" y="4841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556420" y="4898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82455" y="44286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625886" y="4852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515292" y="4823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681766" y="57682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544589" y="44978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533778" y="4542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723202" y="50927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699340" y="5840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676638" y="46935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560013" y="45169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595711" y="47489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756540" y="6054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700956" y="55513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657698" y="47113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71929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613320" y="44412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663728" y="4698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694208" y="50304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531759" y="4931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503918" y="4876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485120" y="4426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531818" y="4443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573976" y="44497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595066" y="61294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628596" y="4763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632250" y="61294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762862" y="44257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506732" y="5521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763242" y="46844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497381" y="4461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563879" y="4487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697083" y="4739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576550" y="4625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5572199" y="4834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5546536" y="46885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5741214" y="44257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5583178" y="5143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658319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67424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56773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61796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58901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67746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64432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75117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77316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63774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56308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56474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64865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72978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77717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65993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62193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61706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57338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77460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73079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76704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52733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5554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52122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78542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62954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70937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58252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53046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57073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50684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70381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74693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75687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64068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49797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72862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54377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61304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76456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66264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644405" y="4428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53859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70499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77988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56073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53673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754474" y="4464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60916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5836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65829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78102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50683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52147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72557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61716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51715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56413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49902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66558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73679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52810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76770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71903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55537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63865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77173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53391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59519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52050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70746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65913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78507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52485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70962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69558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70679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53519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63263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59951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77197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75648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67286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67177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59425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63233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74826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56673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73752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55255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74938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62173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74801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55709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61544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55589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68051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73482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74575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70537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67684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68058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54770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72258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5487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53091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52032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64442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65554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68634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76786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65427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60473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66660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67535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60261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65124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57658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69459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72872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72751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77997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5757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60484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65198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67397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59198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53666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73117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54182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58011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55382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71890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61985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77896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69470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675123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651055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6500132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677616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l1464"/>
            <p:cNvSpPr/>
            <p:nvPr/>
          </p:nvSpPr>
          <p:spPr>
            <a:xfrm>
              <a:off x="4647494" y="4456877"/>
              <a:ext cx="0" cy="500260"/>
            </a:xfrm>
            <a:custGeom>
              <a:avLst/>
              <a:pathLst>
                <a:path w="0" h="500260">
                  <a:moveTo>
                    <a:pt x="0" y="5002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4647494" y="5892689"/>
              <a:ext cx="0" cy="268003"/>
            </a:xfrm>
            <a:custGeom>
              <a:avLst/>
              <a:pathLst>
                <a:path w="0" h="268003">
                  <a:moveTo>
                    <a:pt x="0" y="0"/>
                  </a:moveTo>
                  <a:lnTo>
                    <a:pt x="0" y="2680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6"/>
            <p:cNvSpPr/>
            <p:nvPr/>
          </p:nvSpPr>
          <p:spPr>
            <a:xfrm>
              <a:off x="4501501" y="4957137"/>
              <a:ext cx="291986" cy="935551"/>
            </a:xfrm>
            <a:custGeom>
              <a:avLst/>
              <a:pathLst>
                <a:path w="291986" h="935551">
                  <a:moveTo>
                    <a:pt x="0" y="0"/>
                  </a:moveTo>
                  <a:lnTo>
                    <a:pt x="0" y="935551"/>
                  </a:lnTo>
                  <a:lnTo>
                    <a:pt x="291986" y="93555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8" name="pl1467"/>
            <p:cNvSpPr/>
            <p:nvPr/>
          </p:nvSpPr>
          <p:spPr>
            <a:xfrm>
              <a:off x="4501501" y="5379566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5659443" y="4456877"/>
              <a:ext cx="0" cy="64697"/>
            </a:xfrm>
            <a:custGeom>
              <a:avLst/>
              <a:pathLst>
                <a:path w="0" h="64697">
                  <a:moveTo>
                    <a:pt x="0" y="646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5659443" y="5062746"/>
              <a:ext cx="0" cy="808644"/>
            </a:xfrm>
            <a:custGeom>
              <a:avLst/>
              <a:pathLst>
                <a:path w="0" h="808644">
                  <a:moveTo>
                    <a:pt x="0" y="0"/>
                  </a:moveTo>
                  <a:lnTo>
                    <a:pt x="0" y="8086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0"/>
            <p:cNvSpPr/>
            <p:nvPr/>
          </p:nvSpPr>
          <p:spPr>
            <a:xfrm>
              <a:off x="5513449" y="4521575"/>
              <a:ext cx="291986" cy="541171"/>
            </a:xfrm>
            <a:custGeom>
              <a:avLst/>
              <a:pathLst>
                <a:path w="291986" h="541171">
                  <a:moveTo>
                    <a:pt x="0" y="0"/>
                  </a:moveTo>
                  <a:lnTo>
                    <a:pt x="0" y="541171"/>
                  </a:lnTo>
                  <a:lnTo>
                    <a:pt x="291986" y="54117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2" name="pl1471"/>
            <p:cNvSpPr/>
            <p:nvPr/>
          </p:nvSpPr>
          <p:spPr>
            <a:xfrm>
              <a:off x="5513449" y="4722428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pl1472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3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4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6" name="pl1475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7" name="pg1476"/>
            <p:cNvSpPr/>
            <p:nvPr/>
          </p:nvSpPr>
          <p:spPr>
            <a:xfrm>
              <a:off x="4642899" y="4267152"/>
              <a:ext cx="2058506" cy="1238910"/>
            </a:xfrm>
            <a:custGeom>
              <a:avLst/>
              <a:pathLst>
                <a:path w="2058506" h="123891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  <a:lnTo>
                    <a:pt x="2058506" y="329340"/>
                  </a:lnTo>
                  <a:lnTo>
                    <a:pt x="1474532" y="550802"/>
                  </a:lnTo>
                  <a:lnTo>
                    <a:pt x="1036552" y="729443"/>
                  </a:lnTo>
                  <a:lnTo>
                    <a:pt x="452579" y="1001966"/>
                  </a:lnTo>
                  <a:lnTo>
                    <a:pt x="0" y="123891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l1477"/>
            <p:cNvSpPr/>
            <p:nvPr/>
          </p:nvSpPr>
          <p:spPr>
            <a:xfrm>
              <a:off x="4642899" y="4267152"/>
              <a:ext cx="2058506" cy="997750"/>
            </a:xfrm>
            <a:custGeom>
              <a:avLst/>
              <a:pathLst>
                <a:path w="2058506" h="99775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9" name="pl1478"/>
            <p:cNvSpPr/>
            <p:nvPr/>
          </p:nvSpPr>
          <p:spPr>
            <a:xfrm>
              <a:off x="4642899" y="4596492"/>
              <a:ext cx="2058506" cy="909570"/>
            </a:xfrm>
            <a:custGeom>
              <a:avLst/>
              <a:pathLst>
                <a:path w="2058506" h="909570">
                  <a:moveTo>
                    <a:pt x="2058506" y="0"/>
                  </a:moveTo>
                  <a:lnTo>
                    <a:pt x="1474532" y="221462"/>
                  </a:lnTo>
                  <a:lnTo>
                    <a:pt x="1036552" y="400103"/>
                  </a:lnTo>
                  <a:lnTo>
                    <a:pt x="452579" y="672626"/>
                  </a:lnTo>
                  <a:lnTo>
                    <a:pt x="0" y="9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80" name="pl1479"/>
            <p:cNvSpPr/>
            <p:nvPr/>
          </p:nvSpPr>
          <p:spPr>
            <a:xfrm>
              <a:off x="4642899" y="4431822"/>
              <a:ext cx="2058506" cy="953660"/>
            </a:xfrm>
            <a:custGeom>
              <a:avLst/>
              <a:pathLst>
                <a:path w="2058506" h="953660">
                  <a:moveTo>
                    <a:pt x="0" y="953660"/>
                  </a:moveTo>
                  <a:lnTo>
                    <a:pt x="452579" y="743990"/>
                  </a:lnTo>
                  <a:lnTo>
                    <a:pt x="1036552" y="473448"/>
                  </a:lnTo>
                  <a:lnTo>
                    <a:pt x="1474532" y="270541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tx1480"/>
            <p:cNvSpPr/>
            <p:nvPr/>
          </p:nvSpPr>
          <p:spPr>
            <a:xfrm>
              <a:off x="4647494" y="4364115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82" name="tx1481"/>
            <p:cNvSpPr/>
            <p:nvPr/>
          </p:nvSpPr>
          <p:spPr>
            <a:xfrm>
              <a:off x="4746171" y="4364115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478808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4868925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4949721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6" name="tx1485"/>
            <p:cNvSpPr/>
            <p:nvPr/>
          </p:nvSpPr>
          <p:spPr>
            <a:xfrm>
              <a:off x="50305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7" name="tx1486"/>
            <p:cNvSpPr/>
            <p:nvPr/>
          </p:nvSpPr>
          <p:spPr>
            <a:xfrm>
              <a:off x="5492916" y="4364023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8" name="tx1487"/>
            <p:cNvSpPr/>
            <p:nvPr/>
          </p:nvSpPr>
          <p:spPr>
            <a:xfrm>
              <a:off x="556350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9" name="tx1488"/>
            <p:cNvSpPr/>
            <p:nvPr/>
          </p:nvSpPr>
          <p:spPr>
            <a:xfrm>
              <a:off x="56443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90" name="rc1489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91" name="pl1490"/>
            <p:cNvSpPr/>
            <p:nvPr/>
          </p:nvSpPr>
          <p:spPr>
            <a:xfrm>
              <a:off x="4385706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tx1491"/>
            <p:cNvSpPr/>
            <p:nvPr/>
          </p:nvSpPr>
          <p:spPr>
            <a:xfrm>
              <a:off x="4106388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93" name="tx1492"/>
            <p:cNvSpPr/>
            <p:nvPr/>
          </p:nvSpPr>
          <p:spPr>
            <a:xfrm>
              <a:off x="4106388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4" name="tx1493"/>
            <p:cNvSpPr/>
            <p:nvPr/>
          </p:nvSpPr>
          <p:spPr>
            <a:xfrm>
              <a:off x="4106388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5" name="tx1494"/>
            <p:cNvSpPr/>
            <p:nvPr/>
          </p:nvSpPr>
          <p:spPr>
            <a:xfrm>
              <a:off x="4106388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6" name="tx1495"/>
            <p:cNvSpPr/>
            <p:nvPr/>
          </p:nvSpPr>
          <p:spPr>
            <a:xfrm>
              <a:off x="4106388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7" name="pl1496"/>
            <p:cNvSpPr/>
            <p:nvPr/>
          </p:nvSpPr>
          <p:spPr>
            <a:xfrm>
              <a:off x="4354075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7"/>
            <p:cNvSpPr/>
            <p:nvPr/>
          </p:nvSpPr>
          <p:spPr>
            <a:xfrm>
              <a:off x="4354075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354075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4354075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4354075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1"/>
            <p:cNvSpPr/>
            <p:nvPr/>
          </p:nvSpPr>
          <p:spPr>
            <a:xfrm>
              <a:off x="4385706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2"/>
            <p:cNvSpPr/>
            <p:nvPr/>
          </p:nvSpPr>
          <p:spPr>
            <a:xfrm>
              <a:off x="4647494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3"/>
            <p:cNvSpPr/>
            <p:nvPr/>
          </p:nvSpPr>
          <p:spPr>
            <a:xfrm>
              <a:off x="5659443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4"/>
            <p:cNvSpPr/>
            <p:nvPr/>
          </p:nvSpPr>
          <p:spPr>
            <a:xfrm>
              <a:off x="667139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tx1505"/>
            <p:cNvSpPr/>
            <p:nvPr/>
          </p:nvSpPr>
          <p:spPr>
            <a:xfrm>
              <a:off x="4615719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7" name="tx1506"/>
            <p:cNvSpPr/>
            <p:nvPr/>
          </p:nvSpPr>
          <p:spPr>
            <a:xfrm>
              <a:off x="562766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8" name="tx1507"/>
            <p:cNvSpPr/>
            <p:nvPr/>
          </p:nvSpPr>
          <p:spPr>
            <a:xfrm>
              <a:off x="663961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09" name="tx1508"/>
            <p:cNvSpPr/>
            <p:nvPr/>
          </p:nvSpPr>
          <p:spPr>
            <a:xfrm>
              <a:off x="5372138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10" name="tx1509"/>
            <p:cNvSpPr/>
            <p:nvPr/>
          </p:nvSpPr>
          <p:spPr>
            <a:xfrm>
              <a:off x="4385706" y="3750979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2026-07-20T17:44:10Z</dcterms:modified>
  <cp:category/>
</cp:coreProperties>
</file>