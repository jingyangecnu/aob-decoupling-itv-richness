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5486400" cy="4572000"/>
            <a:chOff x="914400" y="914400"/>
            <a:chExt cx="5486400" cy="4572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5486400" cy="457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5486400" cy="457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2101731" y="1274400"/>
              <a:ext cx="4119068" cy="334439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4203848" y="1274400"/>
              <a:ext cx="0" cy="3344394"/>
            </a:xfrm>
            <a:custGeom>
              <a:avLst/>
              <a:pathLst>
                <a:path w="0" h="3344394">
                  <a:moveTo>
                    <a:pt x="0" y="33443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3950843" y="1384412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3617331" y="1406415"/>
              <a:ext cx="333511" cy="0"/>
            </a:xfrm>
            <a:custGeom>
              <a:avLst/>
              <a:pathLst>
                <a:path w="333511" h="0">
                  <a:moveTo>
                    <a:pt x="333511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3617331" y="1384412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5870882" y="1604438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4410748" y="1626441"/>
              <a:ext cx="1460134" cy="0"/>
            </a:xfrm>
            <a:custGeom>
              <a:avLst/>
              <a:pathLst>
                <a:path w="1460134" h="0">
                  <a:moveTo>
                    <a:pt x="1460134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410748" y="1604438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5985378" y="1824464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4567434" y="1846467"/>
              <a:ext cx="1417943" cy="0"/>
            </a:xfrm>
            <a:custGeom>
              <a:avLst/>
              <a:pathLst>
                <a:path w="1417943" h="0">
                  <a:moveTo>
                    <a:pt x="1417943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4567434" y="1824464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4167609" y="2044490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3401218" y="2066493"/>
              <a:ext cx="766391" cy="0"/>
            </a:xfrm>
            <a:custGeom>
              <a:avLst/>
              <a:pathLst>
                <a:path w="766391" h="0">
                  <a:moveTo>
                    <a:pt x="766391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3401218" y="2044490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3657878" y="2264516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2288961" y="2286519"/>
              <a:ext cx="1368916" cy="0"/>
            </a:xfrm>
            <a:custGeom>
              <a:avLst/>
              <a:pathLst>
                <a:path w="1368916" h="0">
                  <a:moveTo>
                    <a:pt x="136891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88961" y="2264516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423788" y="2484542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3745313" y="2506545"/>
              <a:ext cx="1678474" cy="0"/>
            </a:xfrm>
            <a:custGeom>
              <a:avLst/>
              <a:pathLst>
                <a:path w="1678474" h="0">
                  <a:moveTo>
                    <a:pt x="1678474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3745313" y="2484542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4586745" y="2704568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6"/>
            <p:cNvSpPr/>
            <p:nvPr/>
          </p:nvSpPr>
          <p:spPr>
            <a:xfrm>
              <a:off x="4105046" y="2726571"/>
              <a:ext cx="481699" cy="0"/>
            </a:xfrm>
            <a:custGeom>
              <a:avLst/>
              <a:pathLst>
                <a:path w="481699" h="0">
                  <a:moveTo>
                    <a:pt x="481699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7"/>
            <p:cNvSpPr/>
            <p:nvPr/>
          </p:nvSpPr>
          <p:spPr>
            <a:xfrm>
              <a:off x="4105046" y="2704568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8"/>
            <p:cNvSpPr/>
            <p:nvPr/>
          </p:nvSpPr>
          <p:spPr>
            <a:xfrm>
              <a:off x="6033569" y="2924594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29"/>
            <p:cNvSpPr/>
            <p:nvPr/>
          </p:nvSpPr>
          <p:spPr>
            <a:xfrm>
              <a:off x="4795862" y="2946597"/>
              <a:ext cx="1237707" cy="0"/>
            </a:xfrm>
            <a:custGeom>
              <a:avLst/>
              <a:pathLst>
                <a:path w="1237707" h="0">
                  <a:moveTo>
                    <a:pt x="1237707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4795862" y="2924594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4375087" y="3144620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3603704" y="3166623"/>
              <a:ext cx="771383" cy="0"/>
            </a:xfrm>
            <a:custGeom>
              <a:avLst/>
              <a:pathLst>
                <a:path w="771383" h="0">
                  <a:moveTo>
                    <a:pt x="771383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3603704" y="3144620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4103288" y="3364646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5"/>
            <p:cNvSpPr/>
            <p:nvPr/>
          </p:nvSpPr>
          <p:spPr>
            <a:xfrm>
              <a:off x="3296734" y="3386648"/>
              <a:ext cx="806553" cy="0"/>
            </a:xfrm>
            <a:custGeom>
              <a:avLst/>
              <a:pathLst>
                <a:path w="806553" h="0">
                  <a:moveTo>
                    <a:pt x="806553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6"/>
            <p:cNvSpPr/>
            <p:nvPr/>
          </p:nvSpPr>
          <p:spPr>
            <a:xfrm>
              <a:off x="3296734" y="3364646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7"/>
            <p:cNvSpPr/>
            <p:nvPr/>
          </p:nvSpPr>
          <p:spPr>
            <a:xfrm>
              <a:off x="5339685" y="3584672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4578067" y="3606674"/>
              <a:ext cx="761617" cy="0"/>
            </a:xfrm>
            <a:custGeom>
              <a:avLst/>
              <a:pathLst>
                <a:path w="761617" h="0">
                  <a:moveTo>
                    <a:pt x="761617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4578067" y="3584672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0"/>
            <p:cNvSpPr/>
            <p:nvPr/>
          </p:nvSpPr>
          <p:spPr>
            <a:xfrm>
              <a:off x="5151643" y="3804698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1"/>
            <p:cNvSpPr/>
            <p:nvPr/>
          </p:nvSpPr>
          <p:spPr>
            <a:xfrm>
              <a:off x="3156347" y="3826700"/>
              <a:ext cx="1995296" cy="0"/>
            </a:xfrm>
            <a:custGeom>
              <a:avLst/>
              <a:pathLst>
                <a:path w="1995296" h="0">
                  <a:moveTo>
                    <a:pt x="199529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2"/>
            <p:cNvSpPr/>
            <p:nvPr/>
          </p:nvSpPr>
          <p:spPr>
            <a:xfrm>
              <a:off x="3156347" y="3804698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3"/>
            <p:cNvSpPr/>
            <p:nvPr/>
          </p:nvSpPr>
          <p:spPr>
            <a:xfrm>
              <a:off x="4719399" y="4024724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4"/>
            <p:cNvSpPr/>
            <p:nvPr/>
          </p:nvSpPr>
          <p:spPr>
            <a:xfrm>
              <a:off x="2812638" y="4046726"/>
              <a:ext cx="1906760" cy="0"/>
            </a:xfrm>
            <a:custGeom>
              <a:avLst/>
              <a:pathLst>
                <a:path w="1906760" h="0">
                  <a:moveTo>
                    <a:pt x="190676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5"/>
            <p:cNvSpPr/>
            <p:nvPr/>
          </p:nvSpPr>
          <p:spPr>
            <a:xfrm>
              <a:off x="2812638" y="4024724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5027169" y="4244750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966010" y="4266752"/>
              <a:ext cx="2061158" cy="0"/>
            </a:xfrm>
            <a:custGeom>
              <a:avLst/>
              <a:pathLst>
                <a:path w="2061158" h="0">
                  <a:moveTo>
                    <a:pt x="2061158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2966010" y="4244750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3851497" y="4464776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3077419" y="4486778"/>
              <a:ext cx="774078" cy="0"/>
            </a:xfrm>
            <a:custGeom>
              <a:avLst/>
              <a:pathLst>
                <a:path w="774078" h="0">
                  <a:moveTo>
                    <a:pt x="774078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3077419" y="4464776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732635" y="1354963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089363" y="1574989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5224954" y="1795015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3732962" y="2015041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921967" y="2235067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4533099" y="2455093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4294444" y="2675119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5363264" y="2895145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937943" y="3115171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648559" y="3335197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4907424" y="3555223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4102543" y="3775248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714566" y="3995274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945138" y="4215300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413006" y="4435326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2101731" y="1274400"/>
              <a:ext cx="4119068" cy="334439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2101731" y="1274400"/>
              <a:ext cx="0" cy="3344394"/>
            </a:xfrm>
            <a:custGeom>
              <a:avLst/>
              <a:pathLst>
                <a:path w="0" h="3344394">
                  <a:moveTo>
                    <a:pt x="0" y="3344394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tx69"/>
            <p:cNvSpPr/>
            <p:nvPr/>
          </p:nvSpPr>
          <p:spPr>
            <a:xfrm>
              <a:off x="1303441" y="4436669"/>
              <a:ext cx="72996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Below_PC2</a:t>
              </a:r>
            </a:p>
          </p:txBody>
        </p:sp>
        <p:sp>
          <p:nvSpPr>
            <p:cNvPr id="71" name="tx70"/>
            <p:cNvSpPr/>
            <p:nvPr/>
          </p:nvSpPr>
          <p:spPr>
            <a:xfrm>
              <a:off x="1303441" y="4216643"/>
              <a:ext cx="72996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Below_PC1</a:t>
              </a:r>
            </a:p>
          </p:txBody>
        </p:sp>
        <p:sp>
          <p:nvSpPr>
            <p:cNvPr id="72" name="tx71"/>
            <p:cNvSpPr/>
            <p:nvPr/>
          </p:nvSpPr>
          <p:spPr>
            <a:xfrm>
              <a:off x="1746194" y="3996617"/>
              <a:ext cx="28721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SRA</a:t>
              </a:r>
            </a:p>
          </p:txBody>
        </p:sp>
        <p:sp>
          <p:nvSpPr>
            <p:cNvPr id="73" name="tx72"/>
            <p:cNvSpPr/>
            <p:nvPr/>
          </p:nvSpPr>
          <p:spPr>
            <a:xfrm>
              <a:off x="1746377" y="3776591"/>
              <a:ext cx="28703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RTD</a:t>
              </a:r>
            </a:p>
          </p:txBody>
        </p:sp>
        <p:sp>
          <p:nvSpPr>
            <p:cNvPr id="74" name="tx73"/>
            <p:cNvSpPr/>
            <p:nvPr/>
          </p:nvSpPr>
          <p:spPr>
            <a:xfrm>
              <a:off x="1831690" y="3556565"/>
              <a:ext cx="20171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1761647" y="3336539"/>
              <a:ext cx="27175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SRL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1287714" y="3116513"/>
              <a:ext cx="74569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Above_PC2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287714" y="2896488"/>
              <a:ext cx="74569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Above_PC1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1629608" y="2676462"/>
              <a:ext cx="4037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Height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1823826" y="2456436"/>
              <a:ext cx="2095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Chl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1746194" y="2236410"/>
              <a:ext cx="28721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SSD</a:t>
              </a:r>
            </a:p>
          </p:txBody>
        </p:sp>
        <p:sp>
          <p:nvSpPr>
            <p:cNvPr id="81" name="tx80"/>
            <p:cNvSpPr/>
            <p:nvPr/>
          </p:nvSpPr>
          <p:spPr>
            <a:xfrm>
              <a:off x="1637563" y="2016384"/>
              <a:ext cx="39584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LDMC</a:t>
              </a:r>
            </a:p>
          </p:txBody>
        </p:sp>
        <p:sp>
          <p:nvSpPr>
            <p:cNvPr id="82" name="tx81"/>
            <p:cNvSpPr/>
            <p:nvPr/>
          </p:nvSpPr>
          <p:spPr>
            <a:xfrm>
              <a:off x="1769328" y="1796358"/>
              <a:ext cx="26407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SLA</a:t>
              </a:r>
            </a:p>
          </p:txBody>
        </p:sp>
        <p:sp>
          <p:nvSpPr>
            <p:cNvPr id="83" name="tx82"/>
            <p:cNvSpPr/>
            <p:nvPr/>
          </p:nvSpPr>
          <p:spPr>
            <a:xfrm>
              <a:off x="1746102" y="1576332"/>
              <a:ext cx="2873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MLA</a:t>
              </a:r>
            </a:p>
          </p:txBody>
        </p:sp>
        <p:sp>
          <p:nvSpPr>
            <p:cNvPr id="84" name="tx83"/>
            <p:cNvSpPr/>
            <p:nvPr/>
          </p:nvSpPr>
          <p:spPr>
            <a:xfrm>
              <a:off x="1761739" y="1356306"/>
              <a:ext cx="27166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LTO</a:t>
              </a:r>
            </a:p>
          </p:txBody>
        </p:sp>
        <p:sp>
          <p:nvSpPr>
            <p:cNvPr id="85" name="pl84"/>
            <p:cNvSpPr/>
            <p:nvPr/>
          </p:nvSpPr>
          <p:spPr>
            <a:xfrm>
              <a:off x="2063773" y="448677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2063773" y="426675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2063773" y="404672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2063773" y="382670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2063773" y="360667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2063773" y="338664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2063773" y="316662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2063773" y="294659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2063773" y="272657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2063773" y="250654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2063773" y="228651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2063773" y="206649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2063773" y="184646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2063773" y="162644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2063773" y="140641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99"/>
            <p:cNvSpPr/>
            <p:nvPr/>
          </p:nvSpPr>
          <p:spPr>
            <a:xfrm>
              <a:off x="2101731" y="4618794"/>
              <a:ext cx="4119068" cy="0"/>
            </a:xfrm>
            <a:custGeom>
              <a:avLst/>
              <a:pathLst>
                <a:path w="4119068" h="0">
                  <a:moveTo>
                    <a:pt x="0" y="0"/>
                  </a:moveTo>
                  <a:lnTo>
                    <a:pt x="4119068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2328754" y="461879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3266301" y="461879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4203848" y="461879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5141396" y="461879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6078943" y="461879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tx105"/>
            <p:cNvSpPr/>
            <p:nvPr/>
          </p:nvSpPr>
          <p:spPr>
            <a:xfrm>
              <a:off x="2169511" y="4687118"/>
              <a:ext cx="31848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-0.50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3107058" y="4687118"/>
              <a:ext cx="31848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-0.25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4067877" y="468711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09" name="tx108"/>
            <p:cNvSpPr/>
            <p:nvPr/>
          </p:nvSpPr>
          <p:spPr>
            <a:xfrm>
              <a:off x="5005425" y="468711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5942972" y="468711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2785047" y="4899982"/>
              <a:ext cx="2752435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Regression coefficients (Richness)</a:t>
              </a:r>
            </a:p>
          </p:txBody>
        </p:sp>
        <p:sp>
          <p:nvSpPr>
            <p:cNvPr id="112" name="tx111"/>
            <p:cNvSpPr/>
            <p:nvPr/>
          </p:nvSpPr>
          <p:spPr>
            <a:xfrm rot="-5400000">
              <a:off x="938449" y="2887161"/>
              <a:ext cx="357804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Trait</a:t>
              </a:r>
            </a:p>
          </p:txBody>
        </p:sp>
        <p:sp>
          <p:nvSpPr>
            <p:cNvPr id="113" name="rc112"/>
            <p:cNvSpPr/>
            <p:nvPr/>
          </p:nvSpPr>
          <p:spPr>
            <a:xfrm>
              <a:off x="2721813" y="5163387"/>
              <a:ext cx="2878904" cy="14301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tx113"/>
            <p:cNvSpPr/>
            <p:nvPr/>
          </p:nvSpPr>
          <p:spPr>
            <a:xfrm>
              <a:off x="2721813" y="5180212"/>
              <a:ext cx="92317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Compartment</a:t>
              </a:r>
            </a:p>
          </p:txBody>
        </p:sp>
        <p:sp>
          <p:nvSpPr>
            <p:cNvPr id="115" name="rc114"/>
            <p:cNvSpPr/>
            <p:nvPr/>
          </p:nvSpPr>
          <p:spPr>
            <a:xfrm>
              <a:off x="3720906" y="5177698"/>
              <a:ext cx="107999" cy="11439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3731706" y="5234893"/>
              <a:ext cx="86399" cy="0"/>
            </a:xfrm>
            <a:custGeom>
              <a:avLst/>
              <a:pathLst>
                <a:path w="86399" h="0">
                  <a:moveTo>
                    <a:pt x="0" y="0"/>
                  </a:moveTo>
                  <a:lnTo>
                    <a:pt x="86399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3723454" y="5183442"/>
              <a:ext cx="102903" cy="102903"/>
            </a:xfrm>
            <a:prstGeom prst="ellipse">
              <a:avLst/>
            </a:prstGeom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rc117"/>
            <p:cNvSpPr/>
            <p:nvPr/>
          </p:nvSpPr>
          <p:spPr>
            <a:xfrm>
              <a:off x="4705582" y="5177698"/>
              <a:ext cx="107999" cy="11439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l118"/>
            <p:cNvSpPr/>
            <p:nvPr/>
          </p:nvSpPr>
          <p:spPr>
            <a:xfrm>
              <a:off x="4716382" y="5234893"/>
              <a:ext cx="86399" cy="0"/>
            </a:xfrm>
            <a:custGeom>
              <a:avLst/>
              <a:pathLst>
                <a:path w="86399" h="0">
                  <a:moveTo>
                    <a:pt x="0" y="0"/>
                  </a:moveTo>
                  <a:lnTo>
                    <a:pt x="86399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708130" y="5183442"/>
              <a:ext cx="102903" cy="102903"/>
            </a:xfrm>
            <a:prstGeom prst="ellipse">
              <a:avLst/>
            </a:prstGeom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tx120"/>
            <p:cNvSpPr/>
            <p:nvPr/>
          </p:nvSpPr>
          <p:spPr>
            <a:xfrm>
              <a:off x="3904822" y="5191185"/>
              <a:ext cx="72484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Aboveground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4889497" y="5191185"/>
              <a:ext cx="71122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2026-07-20T00:36:35Z</dcterms:modified>
  <cp:category/>
</cp:coreProperties>
</file>