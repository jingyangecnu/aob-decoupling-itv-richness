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760000"/>
            <a:chOff x="914400" y="914400"/>
            <a:chExt cx="6120000" cy="57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25670" cy="27681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090681" y="952357"/>
              <a:ext cx="2893108" cy="27681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12445" y="1166855"/>
              <a:ext cx="2627625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773481" y="2848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53903" y="3185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525438" y="2085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578437" y="3033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71041" y="3074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83526" y="31780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86134" y="32434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656484" y="32598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45078" y="21198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62184" y="30597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708344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66137" y="3143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50639" y="27776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55366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793050" y="27475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75155" y="32974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586308" y="23902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72773" y="29857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723707" y="31317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505502" y="2854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59714" y="2902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520939" y="3306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514293" y="2703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594948" y="2930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801040" y="3291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668409" y="2612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595420" y="2478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688787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60932" y="3385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71879" y="3228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96486" y="31889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64667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57503" y="3397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551638" y="25240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536804" y="3045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83584" y="3159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505363" y="22943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755685" y="23088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643241" y="19732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697069" y="3173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534608" y="3141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552174" y="2611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535729" y="2639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713249" y="30494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624855" y="27502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655027" y="3302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683034" y="32137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746001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703173" y="27911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721249" y="2780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521049" y="3396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538312" y="2702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549476" y="26906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785784" y="13656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638539" y="2912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553716" y="24857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564647" y="1817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733335" y="1856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521257" y="2816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778968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796769" y="3050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683013" y="29017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549404" y="2430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589850" y="18653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520247" y="31399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795435" y="31683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504831" y="29930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675088" y="25504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729748" y="30473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640081" y="25457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528002" y="2728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788180" y="31852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719102" y="3157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744093" y="3240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522930" y="31379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549130" y="3121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630311" y="2906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701726" y="28695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706172" y="27733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667652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579783" y="2373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630230" y="3374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610903" y="3193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687179" y="3063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531885" y="31333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617213" y="16292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667838" y="26957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649628" y="2218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689090" y="21423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539150" y="2176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617081" y="3019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656037" y="27403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617466" y="1361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656852" y="33912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803068" y="27699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581088" y="3189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584555" y="33271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803927" y="2785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728558" y="3258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723388" y="33071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720724" y="3350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682209" y="30095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658984" y="32050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749456" y="32646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618474" y="33115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820253" y="33081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701648" y="3076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688876" y="29417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31449" y="3058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716314" y="32373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556036" y="30821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663542" y="32539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17662" y="3148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562629" y="32919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687648" y="32654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604329" y="3246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775955" y="2462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677961" y="32594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26468" y="2700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782642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678635" y="2882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737581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754897" y="3233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762103" y="3390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646225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687298" y="25665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693911" y="3396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613245" y="2878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748130" y="3104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773278" y="23471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610183" y="33972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741050" y="3022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768146" y="3249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778806" y="3140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552521" y="2983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685301" y="30923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568824" y="32252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735064" y="28187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752418" y="28345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6125" y="3100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569837" y="2535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618426" y="3079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550606" y="2400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612531" y="3037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722633" y="3231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557357" y="2331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613761" y="2101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61590" y="2505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576269" y="3205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08483" y="32181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02475" y="32372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765474" y="2730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780599" y="3292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05718" y="30934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709124" y="32431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783740" y="26889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600099" y="2926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838627" y="3114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7082" y="2919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594291" y="3221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675868" y="26071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746623" y="27907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691899" y="3193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65056" y="2675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722450" y="3151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685325" y="3281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623856" y="1517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552060" y="30851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591809" y="32485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797043" y="33323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644201" y="2638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10486" y="3162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638808" y="29362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74618" y="2272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661419" y="30995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776607" y="3276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584266" y="2872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820265" y="27805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788532" y="2368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30446" y="12437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755743" y="3242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61731" y="30567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808460" y="31354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3684" y="27332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838887" y="1850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688168" y="2981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771843" y="3106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03452" y="3368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754264" y="3387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818241" y="2735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13907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88127" y="28277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726023" y="26815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726739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558922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715530" y="31316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813501" y="33174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596578" y="3254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849282" y="3198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617696" y="30538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626124" y="29200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795794" y="3345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723611" y="33111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692974" y="3275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612357" y="33149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840229" y="33736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887327" y="33878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792605" y="3372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604797" y="3320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819138" y="3149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876342" y="3343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757468" y="3391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869797" y="3362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680771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639475" y="3345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638233" y="3180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760529" y="2864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776566" y="33665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710481" y="33127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650639" y="3361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647280" y="3387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759709" y="33783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689802" y="3359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766871" y="3370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709630" y="3014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745848" y="33364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660129" y="3364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642271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794974" y="33103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889474" y="3145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659050" y="33962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601081" y="2983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837554" y="3385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591487" y="2996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852243" y="32715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822809" y="32878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737358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881130" y="3316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840596" y="33618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616843" y="3265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731658" y="2582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692581" y="21103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97368" y="31292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881684" y="2964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679463" y="3154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795759" y="2153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672749" y="3306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64563" y="33607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44215" y="33150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95601" y="33717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54929" y="3307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604814" y="3315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98783" y="31915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619630" y="33128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700923" y="33792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690279" y="3365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671209" y="29406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04065" y="3183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702522" y="3149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631647" y="3344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03388" y="30950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75116" y="3370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22669" y="3117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56992" y="31119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36576" y="3290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691241" y="3357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623456" y="28579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19886" y="3182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641381" y="33900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843941" y="2696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866022" y="31450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595467" y="27917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746126" y="33334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744282" y="3346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776977" y="3207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811580" y="3379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737163" y="1888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860518" y="33505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660201" y="317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726424" y="28536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690844" y="27186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615800" y="3198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656471" y="3225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638568" y="3164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649154" y="2917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595089" y="26797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858865" y="3051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620256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680188" y="3397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754251" y="2975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859330" y="2929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668452" y="32799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841436" y="33857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644248" y="33938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725064" y="3256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718787" y="3392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692430" y="3392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846464" y="33482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871567" y="3295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651448" y="3392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659404" y="2827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665573" y="3254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817758" y="33463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656986" y="33844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740281" y="31214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854610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889562" y="3350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711302" y="2764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769408" y="3365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776526" y="3385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716861" y="2909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l319"/>
            <p:cNvSpPr/>
            <p:nvPr/>
          </p:nvSpPr>
          <p:spPr>
            <a:xfrm>
              <a:off x="1682469" y="1848383"/>
              <a:ext cx="0" cy="801502"/>
            </a:xfrm>
            <a:custGeom>
              <a:avLst/>
              <a:pathLst>
                <a:path w="0" h="801502">
                  <a:moveTo>
                    <a:pt x="0" y="80150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0"/>
            <p:cNvSpPr/>
            <p:nvPr/>
          </p:nvSpPr>
          <p:spPr>
            <a:xfrm>
              <a:off x="1682469" y="3216019"/>
              <a:ext cx="0" cy="212223"/>
            </a:xfrm>
            <a:custGeom>
              <a:avLst/>
              <a:pathLst>
                <a:path w="0" h="212223">
                  <a:moveTo>
                    <a:pt x="0" y="0"/>
                  </a:moveTo>
                  <a:lnTo>
                    <a:pt x="0" y="21222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1531882" y="2649885"/>
              <a:ext cx="301173" cy="566134"/>
            </a:xfrm>
            <a:custGeom>
              <a:avLst/>
              <a:pathLst>
                <a:path w="301173" h="566134">
                  <a:moveTo>
                    <a:pt x="0" y="0"/>
                  </a:moveTo>
                  <a:lnTo>
                    <a:pt x="0" y="566134"/>
                  </a:lnTo>
                  <a:lnTo>
                    <a:pt x="301173" y="566134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pl322"/>
            <p:cNvSpPr/>
            <p:nvPr/>
          </p:nvSpPr>
          <p:spPr>
            <a:xfrm>
              <a:off x="1531882" y="3020207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pl323"/>
            <p:cNvSpPr/>
            <p:nvPr/>
          </p:nvSpPr>
          <p:spPr>
            <a:xfrm>
              <a:off x="2726258" y="2132631"/>
              <a:ext cx="0" cy="688951"/>
            </a:xfrm>
            <a:custGeom>
              <a:avLst/>
              <a:pathLst>
                <a:path w="0" h="688951">
                  <a:moveTo>
                    <a:pt x="0" y="68895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4"/>
            <p:cNvSpPr/>
            <p:nvPr/>
          </p:nvSpPr>
          <p:spPr>
            <a:xfrm>
              <a:off x="2726258" y="3284736"/>
              <a:ext cx="0" cy="143506"/>
            </a:xfrm>
            <a:custGeom>
              <a:avLst/>
              <a:pathLst>
                <a:path w="0" h="143506">
                  <a:moveTo>
                    <a:pt x="0" y="0"/>
                  </a:moveTo>
                  <a:lnTo>
                    <a:pt x="0" y="14350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575671" y="2821582"/>
              <a:ext cx="301173" cy="463154"/>
            </a:xfrm>
            <a:custGeom>
              <a:avLst/>
              <a:pathLst>
                <a:path w="301173" h="463154">
                  <a:moveTo>
                    <a:pt x="0" y="0"/>
                  </a:moveTo>
                  <a:lnTo>
                    <a:pt x="0" y="463154"/>
                  </a:lnTo>
                  <a:lnTo>
                    <a:pt x="301173" y="463154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7" name="pl326"/>
            <p:cNvSpPr/>
            <p:nvPr/>
          </p:nvSpPr>
          <p:spPr>
            <a:xfrm>
              <a:off x="2575671" y="3130829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pl327"/>
            <p:cNvSpPr/>
            <p:nvPr/>
          </p:nvSpPr>
          <p:spPr>
            <a:xfrm>
              <a:off x="3770046" y="2822490"/>
              <a:ext cx="0" cy="335550"/>
            </a:xfrm>
            <a:custGeom>
              <a:avLst/>
              <a:pathLst>
                <a:path w="0" h="335550">
                  <a:moveTo>
                    <a:pt x="0" y="33555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8"/>
            <p:cNvSpPr/>
            <p:nvPr/>
          </p:nvSpPr>
          <p:spPr>
            <a:xfrm>
              <a:off x="3770046" y="3396198"/>
              <a:ext cx="0" cy="32044"/>
            </a:xfrm>
            <a:custGeom>
              <a:avLst/>
              <a:pathLst>
                <a:path w="0" h="32044">
                  <a:moveTo>
                    <a:pt x="0" y="0"/>
                  </a:moveTo>
                  <a:lnTo>
                    <a:pt x="0" y="3204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3619459" y="3158040"/>
              <a:ext cx="301173" cy="238157"/>
            </a:xfrm>
            <a:custGeom>
              <a:avLst/>
              <a:pathLst>
                <a:path w="301173" h="238157">
                  <a:moveTo>
                    <a:pt x="0" y="0"/>
                  </a:moveTo>
                  <a:lnTo>
                    <a:pt x="0" y="238157"/>
                  </a:lnTo>
                  <a:lnTo>
                    <a:pt x="301173" y="238157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1" name="pl330"/>
            <p:cNvSpPr/>
            <p:nvPr/>
          </p:nvSpPr>
          <p:spPr>
            <a:xfrm>
              <a:off x="3619459" y="3339493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1682469" y="2700145"/>
              <a:ext cx="2108215" cy="625658"/>
            </a:xfrm>
            <a:custGeom>
              <a:avLst/>
              <a:pathLst>
                <a:path w="2108215" h="625658">
                  <a:moveTo>
                    <a:pt x="0" y="0"/>
                  </a:moveTo>
                  <a:lnTo>
                    <a:pt x="527053" y="136937"/>
                  </a:lnTo>
                  <a:lnTo>
                    <a:pt x="1039049" y="258123"/>
                  </a:lnTo>
                  <a:lnTo>
                    <a:pt x="1505868" y="343085"/>
                  </a:lnTo>
                  <a:lnTo>
                    <a:pt x="2108215" y="412959"/>
                  </a:lnTo>
                  <a:lnTo>
                    <a:pt x="2108215" y="625658"/>
                  </a:lnTo>
                  <a:lnTo>
                    <a:pt x="1505868" y="487657"/>
                  </a:lnTo>
                  <a:lnTo>
                    <a:pt x="1039049" y="411515"/>
                  </a:lnTo>
                  <a:lnTo>
                    <a:pt x="527053" y="356006"/>
                  </a:lnTo>
                  <a:lnTo>
                    <a:pt x="0" y="311052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3" name="pl332"/>
            <p:cNvSpPr/>
            <p:nvPr/>
          </p:nvSpPr>
          <p:spPr>
            <a:xfrm>
              <a:off x="1682469" y="2700145"/>
              <a:ext cx="2108215" cy="412959"/>
            </a:xfrm>
            <a:custGeom>
              <a:avLst/>
              <a:pathLst>
                <a:path w="2108215" h="412959">
                  <a:moveTo>
                    <a:pt x="0" y="0"/>
                  </a:moveTo>
                  <a:lnTo>
                    <a:pt x="527053" y="136937"/>
                  </a:lnTo>
                  <a:lnTo>
                    <a:pt x="1039049" y="258123"/>
                  </a:lnTo>
                  <a:lnTo>
                    <a:pt x="1505868" y="343085"/>
                  </a:lnTo>
                  <a:lnTo>
                    <a:pt x="2108215" y="412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4" name="pl333"/>
            <p:cNvSpPr/>
            <p:nvPr/>
          </p:nvSpPr>
          <p:spPr>
            <a:xfrm>
              <a:off x="1682469" y="3011198"/>
              <a:ext cx="2108215" cy="314605"/>
            </a:xfrm>
            <a:custGeom>
              <a:avLst/>
              <a:pathLst>
                <a:path w="2108215" h="314605">
                  <a:moveTo>
                    <a:pt x="2108215" y="314605"/>
                  </a:moveTo>
                  <a:lnTo>
                    <a:pt x="1505868" y="176604"/>
                  </a:lnTo>
                  <a:lnTo>
                    <a:pt x="1039049" y="100462"/>
                  </a:lnTo>
                  <a:lnTo>
                    <a:pt x="527053" y="449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5" name="pl334"/>
            <p:cNvSpPr/>
            <p:nvPr/>
          </p:nvSpPr>
          <p:spPr>
            <a:xfrm>
              <a:off x="1682469" y="2855672"/>
              <a:ext cx="2108215" cy="363782"/>
            </a:xfrm>
            <a:custGeom>
              <a:avLst/>
              <a:pathLst>
                <a:path w="2108215" h="363782">
                  <a:moveTo>
                    <a:pt x="0" y="0"/>
                  </a:moveTo>
                  <a:lnTo>
                    <a:pt x="527053" y="90945"/>
                  </a:lnTo>
                  <a:lnTo>
                    <a:pt x="1039049" y="179292"/>
                  </a:lnTo>
                  <a:lnTo>
                    <a:pt x="1505868" y="259844"/>
                  </a:lnTo>
                  <a:lnTo>
                    <a:pt x="2108215" y="363782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tx335"/>
            <p:cNvSpPr/>
            <p:nvPr/>
          </p:nvSpPr>
          <p:spPr>
            <a:xfrm>
              <a:off x="1682469" y="138423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337" name="tx336"/>
            <p:cNvSpPr/>
            <p:nvPr/>
          </p:nvSpPr>
          <p:spPr>
            <a:xfrm>
              <a:off x="1771335" y="138423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338" name="tx337"/>
            <p:cNvSpPr/>
            <p:nvPr/>
          </p:nvSpPr>
          <p:spPr>
            <a:xfrm>
              <a:off x="1809059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339" name="tx338"/>
            <p:cNvSpPr/>
            <p:nvPr/>
          </p:nvSpPr>
          <p:spPr>
            <a:xfrm>
              <a:off x="1881840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0" name="tx339"/>
            <p:cNvSpPr/>
            <p:nvPr/>
          </p:nvSpPr>
          <p:spPr>
            <a:xfrm>
              <a:off x="1954581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341" name="tx340"/>
            <p:cNvSpPr/>
            <p:nvPr/>
          </p:nvSpPr>
          <p:spPr>
            <a:xfrm>
              <a:off x="2027294" y="1384237"/>
              <a:ext cx="4541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-1.488</a:t>
              </a:r>
            </a:p>
          </p:txBody>
        </p:sp>
        <p:sp>
          <p:nvSpPr>
            <p:cNvPr id="342" name="tx341"/>
            <p:cNvSpPr/>
            <p:nvPr/>
          </p:nvSpPr>
          <p:spPr>
            <a:xfrm>
              <a:off x="2481477" y="138423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343" name="tx342"/>
            <p:cNvSpPr/>
            <p:nvPr/>
          </p:nvSpPr>
          <p:spPr>
            <a:xfrm>
              <a:off x="2544936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4" name="tx343"/>
            <p:cNvSpPr/>
            <p:nvPr/>
          </p:nvSpPr>
          <p:spPr>
            <a:xfrm>
              <a:off x="2617676" y="138423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345" name="rc344"/>
            <p:cNvSpPr/>
            <p:nvPr/>
          </p:nvSpPr>
          <p:spPr>
            <a:xfrm>
              <a:off x="1412445" y="1166855"/>
              <a:ext cx="2627625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6" name="pl345"/>
            <p:cNvSpPr/>
            <p:nvPr/>
          </p:nvSpPr>
          <p:spPr>
            <a:xfrm>
              <a:off x="1412445" y="1166855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6"/>
            <p:cNvSpPr/>
            <p:nvPr/>
          </p:nvSpPr>
          <p:spPr>
            <a:xfrm>
              <a:off x="1304692" y="339180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8" name="tx347"/>
            <p:cNvSpPr/>
            <p:nvPr/>
          </p:nvSpPr>
          <p:spPr>
            <a:xfrm>
              <a:off x="1304692" y="26932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9" name="tx348"/>
            <p:cNvSpPr/>
            <p:nvPr/>
          </p:nvSpPr>
          <p:spPr>
            <a:xfrm>
              <a:off x="1304692" y="19947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50" name="tx349"/>
            <p:cNvSpPr/>
            <p:nvPr/>
          </p:nvSpPr>
          <p:spPr>
            <a:xfrm>
              <a:off x="1248182" y="1296242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351" name="pl350"/>
            <p:cNvSpPr/>
            <p:nvPr/>
          </p:nvSpPr>
          <p:spPr>
            <a:xfrm>
              <a:off x="1383977" y="34282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1"/>
            <p:cNvSpPr/>
            <p:nvPr/>
          </p:nvSpPr>
          <p:spPr>
            <a:xfrm>
              <a:off x="1383977" y="27297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2"/>
            <p:cNvSpPr/>
            <p:nvPr/>
          </p:nvSpPr>
          <p:spPr>
            <a:xfrm>
              <a:off x="1383977" y="20312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3"/>
            <p:cNvSpPr/>
            <p:nvPr/>
          </p:nvSpPr>
          <p:spPr>
            <a:xfrm>
              <a:off x="1383977" y="13326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4"/>
            <p:cNvSpPr/>
            <p:nvPr/>
          </p:nvSpPr>
          <p:spPr>
            <a:xfrm>
              <a:off x="1412445" y="3535928"/>
              <a:ext cx="2627625" cy="0"/>
            </a:xfrm>
            <a:custGeom>
              <a:avLst/>
              <a:pathLst>
                <a:path w="2627625" h="0">
                  <a:moveTo>
                    <a:pt x="0" y="0"/>
                  </a:moveTo>
                  <a:lnTo>
                    <a:pt x="2627625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5"/>
            <p:cNvSpPr/>
            <p:nvPr/>
          </p:nvSpPr>
          <p:spPr>
            <a:xfrm>
              <a:off x="1682469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6"/>
            <p:cNvSpPr/>
            <p:nvPr/>
          </p:nvSpPr>
          <p:spPr>
            <a:xfrm>
              <a:off x="2726258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7"/>
            <p:cNvSpPr/>
            <p:nvPr/>
          </p:nvSpPr>
          <p:spPr>
            <a:xfrm>
              <a:off x="3770046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tx358"/>
            <p:cNvSpPr/>
            <p:nvPr/>
          </p:nvSpPr>
          <p:spPr>
            <a:xfrm>
              <a:off x="1654214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60" name="tx359"/>
            <p:cNvSpPr/>
            <p:nvPr/>
          </p:nvSpPr>
          <p:spPr>
            <a:xfrm>
              <a:off x="2698003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61" name="tx360"/>
            <p:cNvSpPr/>
            <p:nvPr/>
          </p:nvSpPr>
          <p:spPr>
            <a:xfrm>
              <a:off x="3741791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2" name="tx361"/>
            <p:cNvSpPr/>
            <p:nvPr/>
          </p:nvSpPr>
          <p:spPr>
            <a:xfrm rot="-5400000">
              <a:off x="115667" y="2305809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363" name="tx362"/>
            <p:cNvSpPr/>
            <p:nvPr/>
          </p:nvSpPr>
          <p:spPr>
            <a:xfrm>
              <a:off x="1412445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364" name="rc363"/>
            <p:cNvSpPr/>
            <p:nvPr/>
          </p:nvSpPr>
          <p:spPr>
            <a:xfrm>
              <a:off x="4305554" y="1166855"/>
              <a:ext cx="2627625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436645" y="3350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4419115" y="28977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636217" y="27446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4443745" y="31210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411175" y="31964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4609867" y="32590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645702" y="3292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4453209" y="3320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683567" y="18349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4402856" y="32027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431129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4671558" y="3212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569957" y="3156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634662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531032" y="3283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693231" y="3290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677817" y="330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442461" y="32063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489141" y="3210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496413" y="31085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604468" y="31617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518088" y="3261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419408" y="3050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656358" y="2584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653512" y="33508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582283" y="3348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638580" y="29873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457209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526166" y="33720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462963" y="320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463565" y="32294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458433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537262" y="33757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538184" y="2045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444505" y="3105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502980" y="3310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598432" y="2804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529988" y="2589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474903" y="22360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638179" y="31675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473716" y="32620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687875" y="29845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547414" y="23430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616304" y="2786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609985" y="29686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557026" y="29540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556431" y="26615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554319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432357" y="2830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525563" y="2875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650193" y="33875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566746" y="26885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676542" y="3142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644602" y="15104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496457" y="2517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474794" y="2950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483769" y="3062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462321" y="2625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484354" y="31321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655789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415280" y="3162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433834" y="3059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517454" y="31387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682866" y="27919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417255" y="3009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636535" y="31462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511357" y="31828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691603" y="3152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427355" y="32350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442742" y="30366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442793" y="3102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571978" y="2753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509846" y="30767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487639" y="33124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500184" y="3111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538869" y="3162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468337" y="31893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618578" y="3233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635989" y="3167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516080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565458" y="32508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661817" y="3323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630054" y="32025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585315" y="32176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440269" y="3222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562007" y="23341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590702" y="2725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600296" y="2052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416351" y="25013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439233" y="2231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521439" y="3260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688614" y="31670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557035" y="28796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646543" y="3343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700402" y="30731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603818" y="3348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674386" y="33368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509635" y="30205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688208" y="3302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620719" y="3369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521750" y="3343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531869" y="32386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585764" y="3347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632626" y="3325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627534" y="33490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531321" y="3349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495581" y="32494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458346" y="3248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443600" y="3275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574877" y="32854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580973" y="3155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701555" y="33360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510105" y="32355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493035" y="33694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710596" y="3375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623800" y="33439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575185" y="29174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625248" y="3369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645193" y="27401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448579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480098" y="3296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692003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557417" y="3251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730973" y="33973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713955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647097" y="2782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530698" y="3389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627043" y="26558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648214" y="3164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497232" y="2558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578903" y="3396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485271" y="31737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475139" y="32408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723864" y="3321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666180" y="3269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693612" y="3029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484665" y="33095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515436" y="3111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558286" y="25964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583731" y="3244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712890" y="28685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663299" y="3133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697300" y="2971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707352" y="32240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722948" y="3326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690711" y="2429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461279" y="1715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555468" y="3036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594803" y="32602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460850" y="31975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671188" y="3293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516294" y="28025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532404" y="33894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578192" y="3158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447462" y="3354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727712" y="29796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585911" y="3134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530542" y="32007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602419" y="31377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583434" y="33315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725177" y="32127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723394" y="32608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493584" y="3345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498519" y="2226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636192" y="33101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583466" y="3262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612685" y="2045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590072" y="30182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605688" y="28531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598650" y="33380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720701" y="31743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719762" y="3189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698087" y="3030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654924" y="2806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600133" y="30451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666594" y="3228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651708" y="3021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660240" y="2839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502692" y="29663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473205" y="12437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692844" y="3308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569389" y="3073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736493" y="2981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682650" y="24176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603075" y="2260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720539" y="2621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691403" y="32238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484272" y="33622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643518" y="32485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539722" y="28510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737747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585023" y="31069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577971" y="26517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607147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492667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567003" y="3069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487648" y="33465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21871" y="32618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591117" y="3302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28614" y="3098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562990" y="3056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51947" y="33787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509804" y="33385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751772" y="3279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05811" y="33528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668782" y="33971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48484" y="33864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38160" y="33880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539791" y="3380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553676" y="3278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509205" y="3348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47894" y="33849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594796" y="31106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520067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505718" y="3385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577202" y="3131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582375" y="3078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506548" y="33499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741060" y="3358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711698" y="33263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521599" y="3358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702682" y="3397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637997" y="33924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6536231" y="33581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6531332" y="27698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6706015" y="33567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6726044" y="33453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6713610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6666074" y="3342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6560239" y="3367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6707081" y="3397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6697401" y="2830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6757982" y="3394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586756" y="3123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498315" y="32465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667117" y="3240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747821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538631" y="33436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683836" y="3377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570772" y="33235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643350" y="2837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554009" y="25918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702833" y="3259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782111" y="32194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631123" y="3214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608843" y="33570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756943" y="33816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728442" y="33791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637669" y="33065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525023" y="3338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498830" y="32096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573936" y="3372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538652" y="32861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599624" y="3384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550991" y="3380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650409" y="33804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546474" y="30955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575534" y="29326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611551" y="3119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727248" y="3335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614882" y="3256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694782" y="33640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520284" y="33854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772950" y="31652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515008" y="3356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621159" y="3391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514763" y="3156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665000" y="33578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630703" y="3396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604364" y="3156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537792" y="2952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512651" y="3226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777435" y="3318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745435" y="3397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630662" y="3242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600823" y="33083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574671" y="21211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712785" y="3389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680668" y="3354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750812" y="3233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678921" y="3000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560430" y="3342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671520" y="3374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548063" y="3284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485442" y="27410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713908" y="30015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627320" y="3212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574373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640237" y="3396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712250" y="30380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577822" y="2937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524567" y="31510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502907" y="3379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682007" y="33972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769946" y="3386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500501" y="3394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610207" y="33870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584380" y="32936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726630" y="3180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717464" y="3397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686297" y="3198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498720" y="32962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498483" y="3377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603962" y="3374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607980" y="3240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622315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712354" y="3346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692404" y="3167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758768" y="3385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647775" y="33974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738008" y="3173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575578" y="2364887"/>
              <a:ext cx="0" cy="550093"/>
            </a:xfrm>
            <a:custGeom>
              <a:avLst/>
              <a:pathLst>
                <a:path w="0" h="550093">
                  <a:moveTo>
                    <a:pt x="0" y="5500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575578" y="3292411"/>
              <a:ext cx="0" cy="135830"/>
            </a:xfrm>
            <a:custGeom>
              <a:avLst/>
              <a:pathLst>
                <a:path w="0" h="135830">
                  <a:moveTo>
                    <a:pt x="0" y="0"/>
                  </a:moveTo>
                  <a:lnTo>
                    <a:pt x="0" y="13583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4424991" y="2914981"/>
              <a:ext cx="301173" cy="377430"/>
            </a:xfrm>
            <a:custGeom>
              <a:avLst/>
              <a:pathLst>
                <a:path w="301173" h="377430">
                  <a:moveTo>
                    <a:pt x="0" y="0"/>
                  </a:moveTo>
                  <a:lnTo>
                    <a:pt x="0" y="377430"/>
                  </a:lnTo>
                  <a:lnTo>
                    <a:pt x="301173" y="377430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424991" y="3190120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5619366" y="2589054"/>
              <a:ext cx="0" cy="460025"/>
            </a:xfrm>
            <a:custGeom>
              <a:avLst/>
              <a:pathLst>
                <a:path w="0" h="460025">
                  <a:moveTo>
                    <a:pt x="0" y="46002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5619366" y="3366859"/>
              <a:ext cx="0" cy="61383"/>
            </a:xfrm>
            <a:custGeom>
              <a:avLst/>
              <a:pathLst>
                <a:path w="0" h="61383">
                  <a:moveTo>
                    <a:pt x="0" y="0"/>
                  </a:moveTo>
                  <a:lnTo>
                    <a:pt x="0" y="6138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5468779" y="3049080"/>
              <a:ext cx="301173" cy="317779"/>
            </a:xfrm>
            <a:custGeom>
              <a:avLst/>
              <a:pathLst>
                <a:path w="301173" h="317779">
                  <a:moveTo>
                    <a:pt x="0" y="0"/>
                  </a:moveTo>
                  <a:lnTo>
                    <a:pt x="0" y="317779"/>
                  </a:lnTo>
                  <a:lnTo>
                    <a:pt x="301173" y="317779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5468779" y="3259569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663155" y="2983461"/>
              <a:ext cx="0" cy="254144"/>
            </a:xfrm>
            <a:custGeom>
              <a:avLst/>
              <a:pathLst>
                <a:path w="0" h="254144">
                  <a:moveTo>
                    <a:pt x="0" y="25414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663155" y="3411497"/>
              <a:ext cx="0" cy="16744"/>
            </a:xfrm>
            <a:custGeom>
              <a:avLst/>
              <a:pathLst>
                <a:path w="0" h="16744">
                  <a:moveTo>
                    <a:pt x="0" y="0"/>
                  </a:moveTo>
                  <a:lnTo>
                    <a:pt x="0" y="167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6512568" y="3237606"/>
              <a:ext cx="301173" cy="173891"/>
            </a:xfrm>
            <a:custGeom>
              <a:avLst/>
              <a:pathLst>
                <a:path w="301173" h="173891">
                  <a:moveTo>
                    <a:pt x="0" y="0"/>
                  </a:moveTo>
                  <a:lnTo>
                    <a:pt x="0" y="173891"/>
                  </a:lnTo>
                  <a:lnTo>
                    <a:pt x="301173" y="173891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6512568" y="3373582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575578" y="2867639"/>
              <a:ext cx="2108215" cy="511478"/>
            </a:xfrm>
            <a:custGeom>
              <a:avLst/>
              <a:pathLst>
                <a:path w="2108215" h="511478">
                  <a:moveTo>
                    <a:pt x="0" y="0"/>
                  </a:moveTo>
                  <a:lnTo>
                    <a:pt x="527053" y="110367"/>
                  </a:lnTo>
                  <a:lnTo>
                    <a:pt x="1039049" y="206659"/>
                  </a:lnTo>
                  <a:lnTo>
                    <a:pt x="1505868" y="270209"/>
                  </a:lnTo>
                  <a:lnTo>
                    <a:pt x="2108215" y="314182"/>
                  </a:lnTo>
                  <a:lnTo>
                    <a:pt x="2108215" y="511478"/>
                  </a:lnTo>
                  <a:lnTo>
                    <a:pt x="1505868" y="402653"/>
                  </a:lnTo>
                  <a:lnTo>
                    <a:pt x="1039049" y="347785"/>
                  </a:lnTo>
                  <a:lnTo>
                    <a:pt x="527053" y="314198"/>
                  </a:lnTo>
                  <a:lnTo>
                    <a:pt x="0" y="290868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4575578" y="2867639"/>
              <a:ext cx="2108215" cy="314182"/>
            </a:xfrm>
            <a:custGeom>
              <a:avLst/>
              <a:pathLst>
                <a:path w="2108215" h="314182">
                  <a:moveTo>
                    <a:pt x="0" y="0"/>
                  </a:moveTo>
                  <a:lnTo>
                    <a:pt x="527053" y="110367"/>
                  </a:lnTo>
                  <a:lnTo>
                    <a:pt x="1039049" y="206659"/>
                  </a:lnTo>
                  <a:lnTo>
                    <a:pt x="1505868" y="270209"/>
                  </a:lnTo>
                  <a:lnTo>
                    <a:pt x="2108215" y="314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0" name="pl689"/>
            <p:cNvSpPr/>
            <p:nvPr/>
          </p:nvSpPr>
          <p:spPr>
            <a:xfrm>
              <a:off x="4575578" y="3158507"/>
              <a:ext cx="2108215" cy="220610"/>
            </a:xfrm>
            <a:custGeom>
              <a:avLst/>
              <a:pathLst>
                <a:path w="2108215" h="220610">
                  <a:moveTo>
                    <a:pt x="2108215" y="220610"/>
                  </a:moveTo>
                  <a:lnTo>
                    <a:pt x="1505868" y="111785"/>
                  </a:lnTo>
                  <a:lnTo>
                    <a:pt x="1039049" y="56916"/>
                  </a:lnTo>
                  <a:lnTo>
                    <a:pt x="527053" y="23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1" name="pl690"/>
            <p:cNvSpPr/>
            <p:nvPr/>
          </p:nvSpPr>
          <p:spPr>
            <a:xfrm>
              <a:off x="4575578" y="3013073"/>
              <a:ext cx="2108215" cy="267396"/>
            </a:xfrm>
            <a:custGeom>
              <a:avLst/>
              <a:pathLst>
                <a:path w="2108215" h="267396">
                  <a:moveTo>
                    <a:pt x="0" y="0"/>
                  </a:moveTo>
                  <a:lnTo>
                    <a:pt x="527053" y="66849"/>
                  </a:lnTo>
                  <a:lnTo>
                    <a:pt x="1039049" y="131788"/>
                  </a:lnTo>
                  <a:lnTo>
                    <a:pt x="1505868" y="190997"/>
                  </a:lnTo>
                  <a:lnTo>
                    <a:pt x="2108215" y="267396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tx691"/>
            <p:cNvSpPr/>
            <p:nvPr/>
          </p:nvSpPr>
          <p:spPr>
            <a:xfrm>
              <a:off x="4575578" y="138423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693" name="tx692"/>
            <p:cNvSpPr/>
            <p:nvPr/>
          </p:nvSpPr>
          <p:spPr>
            <a:xfrm>
              <a:off x="4664444" y="138423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694" name="tx693"/>
            <p:cNvSpPr/>
            <p:nvPr/>
          </p:nvSpPr>
          <p:spPr>
            <a:xfrm>
              <a:off x="4702167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695" name="tx694"/>
            <p:cNvSpPr/>
            <p:nvPr/>
          </p:nvSpPr>
          <p:spPr>
            <a:xfrm>
              <a:off x="4774949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96" name="tx695"/>
            <p:cNvSpPr/>
            <p:nvPr/>
          </p:nvSpPr>
          <p:spPr>
            <a:xfrm>
              <a:off x="4847690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697" name="tx696"/>
            <p:cNvSpPr/>
            <p:nvPr/>
          </p:nvSpPr>
          <p:spPr>
            <a:xfrm>
              <a:off x="4920403" y="1384237"/>
              <a:ext cx="4541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-1.533</a:t>
              </a:r>
            </a:p>
          </p:txBody>
        </p:sp>
        <p:sp>
          <p:nvSpPr>
            <p:cNvPr id="698" name="tx697"/>
            <p:cNvSpPr/>
            <p:nvPr/>
          </p:nvSpPr>
          <p:spPr>
            <a:xfrm>
              <a:off x="5374585" y="138423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699" name="tx698"/>
            <p:cNvSpPr/>
            <p:nvPr/>
          </p:nvSpPr>
          <p:spPr>
            <a:xfrm>
              <a:off x="5438045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00" name="tx699"/>
            <p:cNvSpPr/>
            <p:nvPr/>
          </p:nvSpPr>
          <p:spPr>
            <a:xfrm>
              <a:off x="5510785" y="138423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0.038</a:t>
              </a:r>
            </a:p>
          </p:txBody>
        </p:sp>
        <p:sp>
          <p:nvSpPr>
            <p:cNvPr id="701" name="rc700"/>
            <p:cNvSpPr/>
            <p:nvPr/>
          </p:nvSpPr>
          <p:spPr>
            <a:xfrm>
              <a:off x="4305554" y="1166855"/>
              <a:ext cx="2627625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02" name="pl701"/>
            <p:cNvSpPr/>
            <p:nvPr/>
          </p:nvSpPr>
          <p:spPr>
            <a:xfrm>
              <a:off x="4305554" y="1166855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tx702"/>
            <p:cNvSpPr/>
            <p:nvPr/>
          </p:nvSpPr>
          <p:spPr>
            <a:xfrm>
              <a:off x="4197801" y="339180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04" name="tx703"/>
            <p:cNvSpPr/>
            <p:nvPr/>
          </p:nvSpPr>
          <p:spPr>
            <a:xfrm>
              <a:off x="4197801" y="27686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05" name="tx704"/>
            <p:cNvSpPr/>
            <p:nvPr/>
          </p:nvSpPr>
          <p:spPr>
            <a:xfrm>
              <a:off x="4141291" y="214552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06" name="tx705"/>
            <p:cNvSpPr/>
            <p:nvPr/>
          </p:nvSpPr>
          <p:spPr>
            <a:xfrm>
              <a:off x="4141291" y="152238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707" name="pl706"/>
            <p:cNvSpPr/>
            <p:nvPr/>
          </p:nvSpPr>
          <p:spPr>
            <a:xfrm>
              <a:off x="4277085" y="34282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7"/>
            <p:cNvSpPr/>
            <p:nvPr/>
          </p:nvSpPr>
          <p:spPr>
            <a:xfrm>
              <a:off x="4277085" y="28051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8"/>
            <p:cNvSpPr/>
            <p:nvPr/>
          </p:nvSpPr>
          <p:spPr>
            <a:xfrm>
              <a:off x="4277085" y="21819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09"/>
            <p:cNvSpPr/>
            <p:nvPr/>
          </p:nvSpPr>
          <p:spPr>
            <a:xfrm>
              <a:off x="4277085" y="15588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0"/>
            <p:cNvSpPr/>
            <p:nvPr/>
          </p:nvSpPr>
          <p:spPr>
            <a:xfrm>
              <a:off x="4305554" y="3535928"/>
              <a:ext cx="2627625" cy="0"/>
            </a:xfrm>
            <a:custGeom>
              <a:avLst/>
              <a:pathLst>
                <a:path w="2627625" h="0">
                  <a:moveTo>
                    <a:pt x="0" y="0"/>
                  </a:moveTo>
                  <a:lnTo>
                    <a:pt x="2627625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1"/>
            <p:cNvSpPr/>
            <p:nvPr/>
          </p:nvSpPr>
          <p:spPr>
            <a:xfrm>
              <a:off x="4575578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2"/>
            <p:cNvSpPr/>
            <p:nvPr/>
          </p:nvSpPr>
          <p:spPr>
            <a:xfrm>
              <a:off x="5619366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3"/>
            <p:cNvSpPr/>
            <p:nvPr/>
          </p:nvSpPr>
          <p:spPr>
            <a:xfrm>
              <a:off x="6663155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tx714"/>
            <p:cNvSpPr/>
            <p:nvPr/>
          </p:nvSpPr>
          <p:spPr>
            <a:xfrm>
              <a:off x="4547323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16" name="tx715"/>
            <p:cNvSpPr/>
            <p:nvPr/>
          </p:nvSpPr>
          <p:spPr>
            <a:xfrm>
              <a:off x="5591111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17" name="tx716"/>
            <p:cNvSpPr/>
            <p:nvPr/>
          </p:nvSpPr>
          <p:spPr>
            <a:xfrm>
              <a:off x="6634900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18" name="tx717"/>
            <p:cNvSpPr/>
            <p:nvPr/>
          </p:nvSpPr>
          <p:spPr>
            <a:xfrm>
              <a:off x="4305554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719" name="rc718"/>
            <p:cNvSpPr/>
            <p:nvPr/>
          </p:nvSpPr>
          <p:spPr>
            <a:xfrm>
              <a:off x="965010" y="3720501"/>
              <a:ext cx="3083288" cy="29159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19"/>
            <p:cNvSpPr/>
            <p:nvPr/>
          </p:nvSpPr>
          <p:spPr>
            <a:xfrm>
              <a:off x="4048298" y="3720501"/>
              <a:ext cx="2935491" cy="29159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0"/>
            <p:cNvSpPr/>
            <p:nvPr/>
          </p:nvSpPr>
          <p:spPr>
            <a:xfrm>
              <a:off x="1412445" y="3934998"/>
              <a:ext cx="2585243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1653608" y="49116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1716912" y="4551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1693673" y="4528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648344" y="6160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1540823" y="4490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1506559" y="44952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1657909" y="4461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1665505" y="46743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1533661" y="6160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1616196" y="4704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1786518" y="44851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715964" y="45400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1725764" y="4828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1650635" y="59246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1713801" y="50333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1528299" y="60686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1554076" y="5082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1730104" y="4799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686341" y="4655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1681578" y="45023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1591048" y="46974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1563562" y="55844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1636501" y="61604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1633714" y="55575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1639936" y="4424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1669708" y="5532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1788974" y="442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565071" y="5571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72203" y="5265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526491" y="44346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1676933" y="53496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68636" y="4901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1669997" y="5161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1616413" y="61604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748264" y="47890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1541021" y="47894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769984" y="50326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1715505" y="4746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565839" y="52381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1510862" y="50140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1655328" y="6159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1567780" y="5227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1636021" y="55176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1526461" y="61121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1785822" y="4868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1726828" y="54126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1580812" y="48689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1586479" y="4620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1584966" y="6088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1756771" y="60562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1571741" y="5596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1690362" y="61604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1691129" y="61595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623431" y="4544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46306" y="58364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55043" y="4687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1592294" y="5763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1668357" y="5603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1602938" y="54246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1736515" y="61604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1705406" y="50608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1548413" y="50634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1612148" y="605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1587945" y="6108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1586300" y="6160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1625199" y="60338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1607360" y="54404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1780200" y="59662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1516057" y="5514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1612337" y="5238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568284" y="6100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1684993" y="61604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555441" y="57098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1688081" y="5741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1733517" y="5477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1785588" y="6000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595261" y="5180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1636486" y="5160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1590705" y="56330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1499824" y="5002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1740066" y="4960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1689506" y="61146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1575203" y="46278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632798" y="50926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1623010" y="5005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1505464" y="5483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1509803" y="5475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1548801" y="5980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1716832" y="58897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1517798" y="4465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1618541" y="4432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1638998" y="5760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1786105" y="4424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1577919" y="57310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1664791" y="6044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681761" y="61569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548129" y="45307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583244" y="4640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722117" y="45591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703126" y="4729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626168" y="4994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680900" y="45178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670219" y="4640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593251" y="4568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807571" y="4749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748425" y="47684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812061" y="44362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642391" y="4563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750048" y="4504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777469" y="4698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762716" y="44704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760619" y="4647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588079" y="4424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597263" y="4586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570249" y="5146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575447" y="59392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553895" y="50665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665544" y="6160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638912" y="4486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639744" y="4456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720052" y="4467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532030" y="4461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547551" y="47017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619163" y="44901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796074" y="4453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554675" y="442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528809" y="4586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91707" y="4566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526720" y="44257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722072" y="4768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595267" y="44394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526328" y="46382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751201" y="4489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567117" y="45466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532715" y="4424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766553" y="45071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625918" y="4446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732869" y="4529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756963" y="4772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39671" y="50570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774265" y="47163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645478" y="47810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821668" y="4834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651383" y="5239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645401" y="44927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585874" y="45267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67558" y="47065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738854" y="4465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71118" y="4624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568283" y="4595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817975" y="46827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52338" y="45950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680009" y="45182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646004" y="49847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602146" y="4739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601664" y="50168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720939" y="4807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636436" y="5318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602885" y="44984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706752" y="4877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704057" y="47462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798879" y="45440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622623" y="4474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727818" y="4726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544526" y="4882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699685" y="44665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643624" y="53342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780878" y="46559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629093" y="53034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610833" y="4893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87374" y="4670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610726" y="46332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90572" y="4450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648729" y="5457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738058" y="4524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538662" y="46889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622519" y="5689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616488" y="58738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767143" y="4895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561833" y="47466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552762" y="4827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690518" y="54905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588571" y="51414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664712" y="48175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703078" y="4424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800284" y="4425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537968" y="47088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608047" y="51711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562570" y="47080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04735" y="5282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32784" y="44327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86848" y="48899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714105" y="4456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607331" y="4798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784917" y="5318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563620" y="44454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708463" y="6029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769220" y="4668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819708" y="4504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774957" y="4471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790078" y="4942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819136" y="46445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629795" y="53011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678824" y="50488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67634" y="4644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688401" y="5301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3722307" y="4424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808898" y="44248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3615756" y="4424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676976" y="4424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670980" y="4424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713673" y="4424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756123" y="4424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753039" y="4424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808592" y="442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720442" y="4424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3693510" y="4424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721230" y="4424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3752691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784103" y="442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3845185" y="4424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3694628" y="4424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3673075" y="442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799704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3837688" y="4424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3616050" y="4424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3577118" y="4424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617427" y="4424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3789067" y="44249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643000" y="4424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3653609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678394" y="44249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627859" y="4424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739520" y="4424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3793220" y="4424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3559801" y="442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3841436" y="4424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3604334" y="4424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630624" y="4424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3618860" y="4424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606499" y="4424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600437" y="4424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637051" y="4424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720725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3624471" y="4424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649464" y="4424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616668" y="44249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683453" y="44249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3664184" y="4427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846968" y="4424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645116" y="4424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701589" y="44249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565902" y="4424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578270" y="4424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693147" y="4593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579225" y="44249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775405" y="4424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660081" y="4424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700900" y="4424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707969" y="4424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616112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719379" y="4424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3592914" y="442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3576839" y="4424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689709" y="44248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648252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665146" y="4424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763262" y="4424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668937" y="4424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3831785" y="4424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779473" y="442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3786864" y="4424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3674964" y="4424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3841673" y="4424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707018" y="4424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3596984" y="4424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3569291" y="4424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3628941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3770689" y="4424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588397" y="4424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569208" y="4424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3712807" y="4424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639843" y="4424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594173" y="4424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3641616" y="4424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699545" y="4424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3847668" y="4424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3742570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698436" y="4424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3609449" y="4424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3797332" y="4424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3770843" y="4424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3836247" y="4424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3596046" y="4424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3642850" y="4424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3587964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3793963" y="4424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3564463" y="44249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737454" y="4424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572733" y="4424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3709184" y="44249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3618827" y="4424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3776782" y="4424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3618961" y="4424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3599509" y="44248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3634469" y="4424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3685598" y="44248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3771839" y="4424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3761330" y="4424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3554543" y="44249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3768955" y="4424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3741475" y="4424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3773112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3746060" y="4424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3604420" y="44248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3558496" y="4424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3729913" y="4424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3595383" y="4424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3588321" y="4424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791035" y="442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3618798" y="4424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845678" y="4424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3617803" y="4424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826468" y="442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3757049" y="4424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726258" y="4424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3666903" y="4424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625983" y="4424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3767310" y="4424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833188" y="4424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3822634" y="4424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3765816" y="4424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652271" y="44248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3800284" y="44249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684424" y="44249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3691009" y="4424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3619369" y="4424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3567371" y="4424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3689302" y="4424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3807763" y="4424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3646663" y="44248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3590621" y="4424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3783732" y="44248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3633069" y="4424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3737349" y="4424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3781482" y="44249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3818173" y="44248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1678114" y="4455674"/>
              <a:ext cx="0" cy="367156"/>
            </a:xfrm>
            <a:custGeom>
              <a:avLst/>
              <a:pathLst>
                <a:path w="0" h="367156">
                  <a:moveTo>
                    <a:pt x="0" y="36715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1678114" y="6007737"/>
              <a:ext cx="0" cy="183521"/>
            </a:xfrm>
            <a:custGeom>
              <a:avLst/>
              <a:pathLst>
                <a:path w="0" h="183521">
                  <a:moveTo>
                    <a:pt x="0" y="0"/>
                  </a:moveTo>
                  <a:lnTo>
                    <a:pt x="0" y="18352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0"/>
            <p:cNvSpPr/>
            <p:nvPr/>
          </p:nvSpPr>
          <p:spPr>
            <a:xfrm>
              <a:off x="1529956" y="4822830"/>
              <a:ext cx="296315" cy="1184906"/>
            </a:xfrm>
            <a:custGeom>
              <a:avLst/>
              <a:pathLst>
                <a:path w="296315" h="1184906">
                  <a:moveTo>
                    <a:pt x="0" y="0"/>
                  </a:moveTo>
                  <a:lnTo>
                    <a:pt x="0" y="1184906"/>
                  </a:lnTo>
                  <a:lnTo>
                    <a:pt x="296315" y="1184906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1529956" y="541193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2705066" y="4455674"/>
              <a:ext cx="0" cy="81172"/>
            </a:xfrm>
            <a:custGeom>
              <a:avLst/>
              <a:pathLst>
                <a:path w="0" h="81172">
                  <a:moveTo>
                    <a:pt x="0" y="8117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2705066" y="4994176"/>
              <a:ext cx="0" cy="527186"/>
            </a:xfrm>
            <a:custGeom>
              <a:avLst/>
              <a:pathLst>
                <a:path w="0" h="527186">
                  <a:moveTo>
                    <a:pt x="0" y="0"/>
                  </a:moveTo>
                  <a:lnTo>
                    <a:pt x="0" y="52718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4"/>
            <p:cNvSpPr/>
            <p:nvPr/>
          </p:nvSpPr>
          <p:spPr>
            <a:xfrm>
              <a:off x="2556909" y="4536847"/>
              <a:ext cx="296315" cy="457329"/>
            </a:xfrm>
            <a:custGeom>
              <a:avLst/>
              <a:pathLst>
                <a:path w="296315" h="457329">
                  <a:moveTo>
                    <a:pt x="0" y="0"/>
                  </a:moveTo>
                  <a:lnTo>
                    <a:pt x="0" y="457329"/>
                  </a:lnTo>
                  <a:lnTo>
                    <a:pt x="296315" y="457329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2556909" y="4713581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3732019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3732019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8"/>
            <p:cNvSpPr/>
            <p:nvPr/>
          </p:nvSpPr>
          <p:spPr>
            <a:xfrm>
              <a:off x="3583861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3583861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1" name="pg1080"/>
            <p:cNvSpPr/>
            <p:nvPr/>
          </p:nvSpPr>
          <p:spPr>
            <a:xfrm>
              <a:off x="1673451" y="4214035"/>
              <a:ext cx="2089026" cy="1286803"/>
            </a:xfrm>
            <a:custGeom>
              <a:avLst/>
              <a:pathLst>
                <a:path w="2089026" h="1286803">
                  <a:moveTo>
                    <a:pt x="0" y="1001677"/>
                  </a:moveTo>
                  <a:lnTo>
                    <a:pt x="459289" y="826762"/>
                  </a:lnTo>
                  <a:lnTo>
                    <a:pt x="1051921" y="558996"/>
                  </a:lnTo>
                  <a:lnTo>
                    <a:pt x="1496395" y="327543"/>
                  </a:lnTo>
                  <a:lnTo>
                    <a:pt x="2089026" y="0"/>
                  </a:lnTo>
                  <a:lnTo>
                    <a:pt x="2089026" y="408996"/>
                  </a:lnTo>
                  <a:lnTo>
                    <a:pt x="1496395" y="614640"/>
                  </a:lnTo>
                  <a:lnTo>
                    <a:pt x="1051921" y="783077"/>
                  </a:lnTo>
                  <a:lnTo>
                    <a:pt x="459289" y="1048499"/>
                  </a:lnTo>
                  <a:lnTo>
                    <a:pt x="0" y="1286803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1673451" y="4214035"/>
              <a:ext cx="2089026" cy="1001677"/>
            </a:xfrm>
            <a:custGeom>
              <a:avLst/>
              <a:pathLst>
                <a:path w="2089026" h="1001677">
                  <a:moveTo>
                    <a:pt x="0" y="1001677"/>
                  </a:moveTo>
                  <a:lnTo>
                    <a:pt x="459289" y="826762"/>
                  </a:lnTo>
                  <a:lnTo>
                    <a:pt x="1051921" y="558996"/>
                  </a:lnTo>
                  <a:lnTo>
                    <a:pt x="1496395" y="327543"/>
                  </a:lnTo>
                  <a:lnTo>
                    <a:pt x="20890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1673451" y="4623031"/>
              <a:ext cx="2089026" cy="877806"/>
            </a:xfrm>
            <a:custGeom>
              <a:avLst/>
              <a:pathLst>
                <a:path w="2089026" h="877806">
                  <a:moveTo>
                    <a:pt x="2089026" y="0"/>
                  </a:moveTo>
                  <a:lnTo>
                    <a:pt x="1496395" y="205643"/>
                  </a:lnTo>
                  <a:lnTo>
                    <a:pt x="1051921" y="374080"/>
                  </a:lnTo>
                  <a:lnTo>
                    <a:pt x="459289" y="639502"/>
                  </a:lnTo>
                  <a:lnTo>
                    <a:pt x="0" y="877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1673451" y="4418533"/>
              <a:ext cx="2089026" cy="939742"/>
            </a:xfrm>
            <a:custGeom>
              <a:avLst/>
              <a:pathLst>
                <a:path w="2089026" h="939742">
                  <a:moveTo>
                    <a:pt x="0" y="939742"/>
                  </a:moveTo>
                  <a:lnTo>
                    <a:pt x="459289" y="733132"/>
                  </a:lnTo>
                  <a:lnTo>
                    <a:pt x="1051921" y="466538"/>
                  </a:lnTo>
                  <a:lnTo>
                    <a:pt x="1496395" y="266593"/>
                  </a:lnTo>
                  <a:lnTo>
                    <a:pt x="208902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4"/>
            <p:cNvSpPr/>
            <p:nvPr/>
          </p:nvSpPr>
          <p:spPr>
            <a:xfrm>
              <a:off x="1678114" y="431490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1766980" y="431490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1804703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1877485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1950226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2022939" y="431490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0.384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2439082" y="431490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2502542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93" name="tx1092"/>
            <p:cNvSpPr/>
            <p:nvPr/>
          </p:nvSpPr>
          <p:spPr>
            <a:xfrm>
              <a:off x="2575282" y="431490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094" name="rc1093"/>
            <p:cNvSpPr/>
            <p:nvPr/>
          </p:nvSpPr>
          <p:spPr>
            <a:xfrm>
              <a:off x="1412445" y="3934998"/>
              <a:ext cx="2585243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1412445" y="3934998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tx1095"/>
            <p:cNvSpPr/>
            <p:nvPr/>
          </p:nvSpPr>
          <p:spPr>
            <a:xfrm>
              <a:off x="1163417" y="615482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7" name="tx1096"/>
            <p:cNvSpPr/>
            <p:nvPr/>
          </p:nvSpPr>
          <p:spPr>
            <a:xfrm>
              <a:off x="1163417" y="572092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98" name="tx1097"/>
            <p:cNvSpPr/>
            <p:nvPr/>
          </p:nvSpPr>
          <p:spPr>
            <a:xfrm>
              <a:off x="1163417" y="5287028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099" name="tx1098"/>
            <p:cNvSpPr/>
            <p:nvPr/>
          </p:nvSpPr>
          <p:spPr>
            <a:xfrm>
              <a:off x="1163417" y="4853131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100" name="tx1099"/>
            <p:cNvSpPr/>
            <p:nvPr/>
          </p:nvSpPr>
          <p:spPr>
            <a:xfrm>
              <a:off x="1163417" y="441923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101" name="pl1100"/>
            <p:cNvSpPr/>
            <p:nvPr/>
          </p:nvSpPr>
          <p:spPr>
            <a:xfrm>
              <a:off x="1383977" y="61912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1"/>
            <p:cNvSpPr/>
            <p:nvPr/>
          </p:nvSpPr>
          <p:spPr>
            <a:xfrm>
              <a:off x="1383977" y="57573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1383977" y="5323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1383977" y="48895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4"/>
            <p:cNvSpPr/>
            <p:nvPr/>
          </p:nvSpPr>
          <p:spPr>
            <a:xfrm>
              <a:off x="1383977" y="44556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1412445" y="6304072"/>
              <a:ext cx="2585243" cy="0"/>
            </a:xfrm>
            <a:custGeom>
              <a:avLst/>
              <a:pathLst>
                <a:path w="2585243" h="0">
                  <a:moveTo>
                    <a:pt x="0" y="0"/>
                  </a:moveTo>
                  <a:lnTo>
                    <a:pt x="2585243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1678114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7"/>
            <p:cNvSpPr/>
            <p:nvPr/>
          </p:nvSpPr>
          <p:spPr>
            <a:xfrm>
              <a:off x="2705066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3732019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tx1109"/>
            <p:cNvSpPr/>
            <p:nvPr/>
          </p:nvSpPr>
          <p:spPr>
            <a:xfrm>
              <a:off x="1649859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11" name="tx1110"/>
            <p:cNvSpPr/>
            <p:nvPr/>
          </p:nvSpPr>
          <p:spPr>
            <a:xfrm>
              <a:off x="2676812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12" name="tx1111"/>
            <p:cNvSpPr/>
            <p:nvPr/>
          </p:nvSpPr>
          <p:spPr>
            <a:xfrm>
              <a:off x="3703764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13" name="tx1112"/>
            <p:cNvSpPr/>
            <p:nvPr/>
          </p:nvSpPr>
          <p:spPr>
            <a:xfrm>
              <a:off x="2444005" y="6512951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14" name="tx1113"/>
            <p:cNvSpPr/>
            <p:nvPr/>
          </p:nvSpPr>
          <p:spPr>
            <a:xfrm rot="-5400000">
              <a:off x="-78550" y="5073952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1115" name="tx1114"/>
            <p:cNvSpPr/>
            <p:nvPr/>
          </p:nvSpPr>
          <p:spPr>
            <a:xfrm>
              <a:off x="1412445" y="3758458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Aboveground</a:t>
              </a:r>
            </a:p>
          </p:txBody>
        </p:sp>
        <p:sp>
          <p:nvSpPr>
            <p:cNvPr id="1116" name="rc1115"/>
            <p:cNvSpPr/>
            <p:nvPr/>
          </p:nvSpPr>
          <p:spPr>
            <a:xfrm>
              <a:off x="4347936" y="3934998"/>
              <a:ext cx="2585243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630948" y="49404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4709782" y="46415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4614021" y="46206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600679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4567933" y="45672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4451592" y="44610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632888" y="4533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4703955" y="4699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4620607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4592473" y="53509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4592378" y="4545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4659331" y="46785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4547526" y="4875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4651321" y="5924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4562679" y="51769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4707515" y="5425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4448222" y="5332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4531115" y="48152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4680288" y="49079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4552903" y="44898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4628703" y="51396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4670787" y="5321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4633437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4713084" y="5497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450888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4581340" y="52911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447378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4650502" y="6159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4440338" y="52507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4547261" y="45632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4652925" y="5890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4710615" y="5014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4438623" y="55770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4516188" y="6160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4472088" y="49850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4626107" y="50331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4683600" y="4932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4534210" y="4681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4533299" y="54183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4591556" y="61596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4729842" y="5586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4720889" y="57945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4572957" y="61512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4594951" y="6074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4567044" y="5205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4612274" y="57579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4561601" y="53075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4637760" y="46980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4579256" y="6156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4439634" y="61537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4434793" y="5733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4547454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4510921" y="6138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4564422" y="4546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4625006" y="60628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4524089" y="44609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4552669" y="5747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4701407" y="53245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4481805" y="57417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4638785" y="50196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4669199" y="4582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4453482" y="4981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4526068" y="60948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4539201" y="60708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4674824" y="49479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4635171" y="5871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4678725" y="56107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4623127" y="53662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4571763" y="58783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4717772" y="6160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4645833" y="5176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4581392" y="5968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4547209" y="5540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4603702" y="6096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4488860" y="5220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4616085" y="53402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4471128" y="55307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4447052" y="5363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4525851" y="4961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4688045" y="5844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4465946" y="4663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4435334" y="53419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4448749" y="5337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4529964" y="5409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4441777" y="56096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4669311" y="56880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4520498" y="5497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4498291" y="45831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4501243" y="46512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4672321" y="5494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452801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4668745" y="54575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4544126" y="58185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5716634" y="6155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5747270" y="4542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5556835" y="5070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5580750" y="4607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5508867" y="4881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5481595" y="53745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5682156" y="44755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5643218" y="4561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5578774" y="46773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5634295" y="47972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5685326" y="44435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5586342" y="44539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5676013" y="4493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5631571" y="44711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5550438" y="463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5617193" y="4468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5469846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5751543" y="5493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546408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5748690" y="4525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5573052" y="61102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5552073" y="57531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5496311" y="50678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5566802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5554945" y="4731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5633179" y="47547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5619017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5592676" y="4435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5706136" y="44943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5660522" y="5305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5707101" y="4516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5571775" y="4511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557277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5634008" y="45991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5585856" y="44531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5602084" y="44249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5539727" y="4887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5525644" y="44353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5607140" y="46533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5529582" y="4578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5482404" y="46953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553950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5714166" y="45339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5662399" y="4455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5663098" y="4614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5581882" y="49035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5561195" y="53158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5711931" y="48101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5622329" y="4811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5591357" y="50164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5474732" y="4484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5530428" y="44548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5631646" y="4474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5511683" y="51180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5519934" y="4625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5678981" y="4709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5716641" y="4538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5589296" y="46515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5566468" y="4581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5621846" y="4563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5650919" y="49539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5708856" y="51607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5723740" y="50417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5597484" y="4941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5649983" y="5664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5511248" y="46778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5549303" y="44673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5689161" y="5616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5473572" y="4651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5546794" y="4448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5613103" y="47189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5757726" y="50423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5579761" y="44313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5740101" y="5655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5581482" y="5438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5513820" y="4848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5532177" y="49065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5678480" y="44278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5720080" y="4859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5576537" y="48302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5709465" y="5792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5744407" y="44984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5644629" y="4544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5500571" y="5104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5526992" y="5865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5531769" y="46977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5634734" y="4517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5754585" y="4754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5497595" y="60839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5652962" y="5571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5733493" y="47158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560713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5523509" y="44407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5531490" y="47031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5558433" y="50409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5668508" y="49401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5696772" y="4884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5504167" y="44261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5733616" y="4442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5665521" y="4449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5474814" y="4769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5648427" y="61604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5691233" y="4424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5586442" y="55408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5684022" y="46884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5608677" y="4461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5620341" y="4487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5665942" y="4744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5682502" y="46286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5646619" y="48412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5704305" y="4692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5636179" y="4424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5723392" y="51555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665290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670130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674089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675208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668478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671771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664990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663075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6579968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649969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6717011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672000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673669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666526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666575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676735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666581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672680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675446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6770557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663823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672255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667329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669450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672748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667111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650492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660800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664698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653735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652177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661163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652831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653804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668548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655241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655849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673695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6497531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665516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6649078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659315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6647985" y="4427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655874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661218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6559825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661891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676725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6686369" y="44646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669503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666277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658954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668656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652551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659834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677066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6571141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669875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675781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668395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677904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667347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664509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672424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667399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655468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654712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662735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670190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673327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6747087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659893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653949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660730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665758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656573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658998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662190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658804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674017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675610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666144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6776324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673210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671995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651501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649533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652853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662201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662064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6768954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671115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668788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676463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663426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659686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649307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652673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6616721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675459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654855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651608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671798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675025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658977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667081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666254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663776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664851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649614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673998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671809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6667774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662195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6502235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658676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652991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672650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653715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656349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663917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6520301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6581377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677307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6659354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676759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655922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666068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675264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651821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667715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659698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6663997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673159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672342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670509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668911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674315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662785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659488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651869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l1463"/>
            <p:cNvSpPr/>
            <p:nvPr/>
          </p:nvSpPr>
          <p:spPr>
            <a:xfrm>
              <a:off x="4613605" y="4455674"/>
              <a:ext cx="0" cy="509588"/>
            </a:xfrm>
            <a:custGeom>
              <a:avLst/>
              <a:pathLst>
                <a:path w="0" h="509588">
                  <a:moveTo>
                    <a:pt x="0" y="50958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4"/>
            <p:cNvSpPr/>
            <p:nvPr/>
          </p:nvSpPr>
          <p:spPr>
            <a:xfrm>
              <a:off x="4613605" y="5918258"/>
              <a:ext cx="0" cy="273000"/>
            </a:xfrm>
            <a:custGeom>
              <a:avLst/>
              <a:pathLst>
                <a:path w="0" h="273000">
                  <a:moveTo>
                    <a:pt x="0" y="0"/>
                  </a:moveTo>
                  <a:lnTo>
                    <a:pt x="0" y="27300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5"/>
            <p:cNvSpPr/>
            <p:nvPr/>
          </p:nvSpPr>
          <p:spPr>
            <a:xfrm>
              <a:off x="4465447" y="4965262"/>
              <a:ext cx="296315" cy="952996"/>
            </a:xfrm>
            <a:custGeom>
              <a:avLst/>
              <a:pathLst>
                <a:path w="296315" h="952996">
                  <a:moveTo>
                    <a:pt x="0" y="0"/>
                  </a:moveTo>
                  <a:lnTo>
                    <a:pt x="0" y="952996"/>
                  </a:lnTo>
                  <a:lnTo>
                    <a:pt x="296315" y="952996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7" name="pl1466"/>
            <p:cNvSpPr/>
            <p:nvPr/>
          </p:nvSpPr>
          <p:spPr>
            <a:xfrm>
              <a:off x="4465447" y="5395567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8" name="pl1467"/>
            <p:cNvSpPr/>
            <p:nvPr/>
          </p:nvSpPr>
          <p:spPr>
            <a:xfrm>
              <a:off x="5640558" y="4455674"/>
              <a:ext cx="0" cy="65904"/>
            </a:xfrm>
            <a:custGeom>
              <a:avLst/>
              <a:pathLst>
                <a:path w="0" h="65904">
                  <a:moveTo>
                    <a:pt x="0" y="659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8"/>
            <p:cNvSpPr/>
            <p:nvPr/>
          </p:nvSpPr>
          <p:spPr>
            <a:xfrm>
              <a:off x="5640558" y="5072840"/>
              <a:ext cx="0" cy="823722"/>
            </a:xfrm>
            <a:custGeom>
              <a:avLst/>
              <a:pathLst>
                <a:path w="0" h="823722">
                  <a:moveTo>
                    <a:pt x="0" y="0"/>
                  </a:moveTo>
                  <a:lnTo>
                    <a:pt x="0" y="823722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69"/>
            <p:cNvSpPr/>
            <p:nvPr/>
          </p:nvSpPr>
          <p:spPr>
            <a:xfrm>
              <a:off x="5492400" y="4521578"/>
              <a:ext cx="296315" cy="551261"/>
            </a:xfrm>
            <a:custGeom>
              <a:avLst/>
              <a:pathLst>
                <a:path w="296315" h="551261">
                  <a:moveTo>
                    <a:pt x="0" y="0"/>
                  </a:moveTo>
                  <a:lnTo>
                    <a:pt x="0" y="551261"/>
                  </a:lnTo>
                  <a:lnTo>
                    <a:pt x="296315" y="551261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1" name="pl1470"/>
            <p:cNvSpPr/>
            <p:nvPr/>
          </p:nvSpPr>
          <p:spPr>
            <a:xfrm>
              <a:off x="5492400" y="4726176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2" name="pl1471"/>
            <p:cNvSpPr/>
            <p:nvPr/>
          </p:nvSpPr>
          <p:spPr>
            <a:xfrm>
              <a:off x="6667510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2"/>
            <p:cNvSpPr/>
            <p:nvPr/>
          </p:nvSpPr>
          <p:spPr>
            <a:xfrm>
              <a:off x="6667510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3"/>
            <p:cNvSpPr/>
            <p:nvPr/>
          </p:nvSpPr>
          <p:spPr>
            <a:xfrm>
              <a:off x="6519352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5" name="pl1474"/>
            <p:cNvSpPr/>
            <p:nvPr/>
          </p:nvSpPr>
          <p:spPr>
            <a:xfrm>
              <a:off x="6519352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6" name="pg1475"/>
            <p:cNvSpPr/>
            <p:nvPr/>
          </p:nvSpPr>
          <p:spPr>
            <a:xfrm>
              <a:off x="4608942" y="4262411"/>
              <a:ext cx="2089026" cy="1262011"/>
            </a:xfrm>
            <a:custGeom>
              <a:avLst/>
              <a:pathLst>
                <a:path w="2089026" h="1262011">
                  <a:moveTo>
                    <a:pt x="0" y="1016354"/>
                  </a:moveTo>
                  <a:lnTo>
                    <a:pt x="459289" y="830557"/>
                  </a:lnTo>
                  <a:lnTo>
                    <a:pt x="1051921" y="556988"/>
                  </a:lnTo>
                  <a:lnTo>
                    <a:pt x="1496395" y="325580"/>
                  </a:lnTo>
                  <a:lnTo>
                    <a:pt x="2089026" y="0"/>
                  </a:lnTo>
                  <a:lnTo>
                    <a:pt x="2089026" y="335480"/>
                  </a:lnTo>
                  <a:lnTo>
                    <a:pt x="1496395" y="561073"/>
                  </a:lnTo>
                  <a:lnTo>
                    <a:pt x="1051921" y="743045"/>
                  </a:lnTo>
                  <a:lnTo>
                    <a:pt x="459289" y="1020649"/>
                  </a:lnTo>
                  <a:lnTo>
                    <a:pt x="0" y="1262011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l1476"/>
            <p:cNvSpPr/>
            <p:nvPr/>
          </p:nvSpPr>
          <p:spPr>
            <a:xfrm>
              <a:off x="4608942" y="4262411"/>
              <a:ext cx="2089026" cy="1016354"/>
            </a:xfrm>
            <a:custGeom>
              <a:avLst/>
              <a:pathLst>
                <a:path w="2089026" h="1016354">
                  <a:moveTo>
                    <a:pt x="0" y="1016354"/>
                  </a:moveTo>
                  <a:lnTo>
                    <a:pt x="459289" y="830557"/>
                  </a:lnTo>
                  <a:lnTo>
                    <a:pt x="1051921" y="556988"/>
                  </a:lnTo>
                  <a:lnTo>
                    <a:pt x="1496395" y="325580"/>
                  </a:lnTo>
                  <a:lnTo>
                    <a:pt x="20890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8" name="pl1477"/>
            <p:cNvSpPr/>
            <p:nvPr/>
          </p:nvSpPr>
          <p:spPr>
            <a:xfrm>
              <a:off x="4608942" y="4597892"/>
              <a:ext cx="2089026" cy="926530"/>
            </a:xfrm>
            <a:custGeom>
              <a:avLst/>
              <a:pathLst>
                <a:path w="2089026" h="926530">
                  <a:moveTo>
                    <a:pt x="2089026" y="0"/>
                  </a:moveTo>
                  <a:lnTo>
                    <a:pt x="1496395" y="225592"/>
                  </a:lnTo>
                  <a:lnTo>
                    <a:pt x="1051921" y="407564"/>
                  </a:lnTo>
                  <a:lnTo>
                    <a:pt x="459289" y="685168"/>
                  </a:lnTo>
                  <a:lnTo>
                    <a:pt x="0" y="92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9" name="pl1478"/>
            <p:cNvSpPr/>
            <p:nvPr/>
          </p:nvSpPr>
          <p:spPr>
            <a:xfrm>
              <a:off x="4608942" y="4430152"/>
              <a:ext cx="2089026" cy="971442"/>
            </a:xfrm>
            <a:custGeom>
              <a:avLst/>
              <a:pathLst>
                <a:path w="2089026" h="971442">
                  <a:moveTo>
                    <a:pt x="0" y="971442"/>
                  </a:moveTo>
                  <a:lnTo>
                    <a:pt x="459289" y="757862"/>
                  </a:lnTo>
                  <a:lnTo>
                    <a:pt x="1051921" y="482276"/>
                  </a:lnTo>
                  <a:lnTo>
                    <a:pt x="1496395" y="275586"/>
                  </a:lnTo>
                  <a:lnTo>
                    <a:pt x="208902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tx1479"/>
            <p:cNvSpPr/>
            <p:nvPr/>
          </p:nvSpPr>
          <p:spPr>
            <a:xfrm>
              <a:off x="4613605" y="4360865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481" name="tx1480"/>
            <p:cNvSpPr/>
            <p:nvPr/>
          </p:nvSpPr>
          <p:spPr>
            <a:xfrm>
              <a:off x="4702471" y="4360865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482" name="tx1481"/>
            <p:cNvSpPr/>
            <p:nvPr/>
          </p:nvSpPr>
          <p:spPr>
            <a:xfrm>
              <a:off x="4740195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483" name="tx1482"/>
            <p:cNvSpPr/>
            <p:nvPr/>
          </p:nvSpPr>
          <p:spPr>
            <a:xfrm>
              <a:off x="4812976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4" name="tx1483"/>
            <p:cNvSpPr/>
            <p:nvPr/>
          </p:nvSpPr>
          <p:spPr>
            <a:xfrm>
              <a:off x="4885717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485" name="tx1484"/>
            <p:cNvSpPr/>
            <p:nvPr/>
          </p:nvSpPr>
          <p:spPr>
            <a:xfrm>
              <a:off x="4958430" y="436086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0.397</a:t>
              </a:r>
            </a:p>
          </p:txBody>
        </p:sp>
        <p:sp>
          <p:nvSpPr>
            <p:cNvPr id="1486" name="tx1485"/>
            <p:cNvSpPr/>
            <p:nvPr/>
          </p:nvSpPr>
          <p:spPr>
            <a:xfrm>
              <a:off x="5374573" y="4360865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487" name="tx1486"/>
            <p:cNvSpPr/>
            <p:nvPr/>
          </p:nvSpPr>
          <p:spPr>
            <a:xfrm>
              <a:off x="5438033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8" name="tx1487"/>
            <p:cNvSpPr/>
            <p:nvPr/>
          </p:nvSpPr>
          <p:spPr>
            <a:xfrm>
              <a:off x="5510773" y="436086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489" name="rc1488"/>
            <p:cNvSpPr/>
            <p:nvPr/>
          </p:nvSpPr>
          <p:spPr>
            <a:xfrm>
              <a:off x="4347936" y="3934998"/>
              <a:ext cx="2585243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490" name="pl1489"/>
            <p:cNvSpPr/>
            <p:nvPr/>
          </p:nvSpPr>
          <p:spPr>
            <a:xfrm>
              <a:off x="4347936" y="3934998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tx1490"/>
            <p:cNvSpPr/>
            <p:nvPr/>
          </p:nvSpPr>
          <p:spPr>
            <a:xfrm>
              <a:off x="4098908" y="615482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492" name="tx1491"/>
            <p:cNvSpPr/>
            <p:nvPr/>
          </p:nvSpPr>
          <p:spPr>
            <a:xfrm>
              <a:off x="4098908" y="572092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493" name="tx1492"/>
            <p:cNvSpPr/>
            <p:nvPr/>
          </p:nvSpPr>
          <p:spPr>
            <a:xfrm>
              <a:off x="4098908" y="5287028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494" name="tx1493"/>
            <p:cNvSpPr/>
            <p:nvPr/>
          </p:nvSpPr>
          <p:spPr>
            <a:xfrm>
              <a:off x="4098908" y="4853131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495" name="tx1494"/>
            <p:cNvSpPr/>
            <p:nvPr/>
          </p:nvSpPr>
          <p:spPr>
            <a:xfrm>
              <a:off x="4098908" y="441923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496" name="pl1495"/>
            <p:cNvSpPr/>
            <p:nvPr/>
          </p:nvSpPr>
          <p:spPr>
            <a:xfrm>
              <a:off x="4319468" y="61912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6"/>
            <p:cNvSpPr/>
            <p:nvPr/>
          </p:nvSpPr>
          <p:spPr>
            <a:xfrm>
              <a:off x="4319468" y="57573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7"/>
            <p:cNvSpPr/>
            <p:nvPr/>
          </p:nvSpPr>
          <p:spPr>
            <a:xfrm>
              <a:off x="4319468" y="5323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8"/>
            <p:cNvSpPr/>
            <p:nvPr/>
          </p:nvSpPr>
          <p:spPr>
            <a:xfrm>
              <a:off x="4319468" y="48895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499"/>
            <p:cNvSpPr/>
            <p:nvPr/>
          </p:nvSpPr>
          <p:spPr>
            <a:xfrm>
              <a:off x="4319468" y="44556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0"/>
            <p:cNvSpPr/>
            <p:nvPr/>
          </p:nvSpPr>
          <p:spPr>
            <a:xfrm>
              <a:off x="4347936" y="6304072"/>
              <a:ext cx="2585243" cy="0"/>
            </a:xfrm>
            <a:custGeom>
              <a:avLst/>
              <a:pathLst>
                <a:path w="2585243" h="0">
                  <a:moveTo>
                    <a:pt x="0" y="0"/>
                  </a:moveTo>
                  <a:lnTo>
                    <a:pt x="2585243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1"/>
            <p:cNvSpPr/>
            <p:nvPr/>
          </p:nvSpPr>
          <p:spPr>
            <a:xfrm>
              <a:off x="4613605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2"/>
            <p:cNvSpPr/>
            <p:nvPr/>
          </p:nvSpPr>
          <p:spPr>
            <a:xfrm>
              <a:off x="5640558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3"/>
            <p:cNvSpPr/>
            <p:nvPr/>
          </p:nvSpPr>
          <p:spPr>
            <a:xfrm>
              <a:off x="6667510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tx1504"/>
            <p:cNvSpPr/>
            <p:nvPr/>
          </p:nvSpPr>
          <p:spPr>
            <a:xfrm>
              <a:off x="4585350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6" name="tx1505"/>
            <p:cNvSpPr/>
            <p:nvPr/>
          </p:nvSpPr>
          <p:spPr>
            <a:xfrm>
              <a:off x="5612303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07" name="tx1506"/>
            <p:cNvSpPr/>
            <p:nvPr/>
          </p:nvSpPr>
          <p:spPr>
            <a:xfrm>
              <a:off x="6639255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508" name="tx1507"/>
            <p:cNvSpPr/>
            <p:nvPr/>
          </p:nvSpPr>
          <p:spPr>
            <a:xfrm>
              <a:off x="5379496" y="6512951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509" name="tx1508"/>
            <p:cNvSpPr/>
            <p:nvPr/>
          </p:nvSpPr>
          <p:spPr>
            <a:xfrm>
              <a:off x="4347936" y="3758458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2026-07-20T13:55:03Z</dcterms:modified>
  <cp:category/>
</cp:coreProperties>
</file>