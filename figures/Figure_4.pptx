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835679" y="1274399"/>
              <a:ext cx="5018720" cy="40557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396923" y="1274399"/>
              <a:ext cx="0" cy="4055714"/>
            </a:xfrm>
            <a:custGeom>
              <a:avLst/>
              <a:pathLst>
                <a:path w="0" h="4055714">
                  <a:moveTo>
                    <a:pt x="0" y="40557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4088658" y="140781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682304" y="1434494"/>
              <a:ext cx="406354" cy="0"/>
            </a:xfrm>
            <a:custGeom>
              <a:avLst/>
              <a:pathLst>
                <a:path w="406354" h="0">
                  <a:moveTo>
                    <a:pt x="40635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682304" y="140781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6428057" y="167463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4649012" y="1701317"/>
              <a:ext cx="1779044" cy="0"/>
            </a:xfrm>
            <a:custGeom>
              <a:avLst/>
              <a:pathLst>
                <a:path w="1779044" h="0">
                  <a:moveTo>
                    <a:pt x="177904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649012" y="167463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567559" y="194145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839920" y="1968140"/>
              <a:ext cx="1727639" cy="0"/>
            </a:xfrm>
            <a:custGeom>
              <a:avLst/>
              <a:pathLst>
                <a:path w="1727639" h="0">
                  <a:moveTo>
                    <a:pt x="172763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4839920" y="194145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352769" y="220828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18989" y="2234964"/>
              <a:ext cx="933780" cy="0"/>
            </a:xfrm>
            <a:custGeom>
              <a:avLst/>
              <a:pathLst>
                <a:path w="933780" h="0">
                  <a:moveTo>
                    <a:pt x="93378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418989" y="220828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731706" y="247510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2063803" y="2501787"/>
              <a:ext cx="1667903" cy="0"/>
            </a:xfrm>
            <a:custGeom>
              <a:avLst/>
              <a:pathLst>
                <a:path w="1667903" h="0">
                  <a:moveTo>
                    <a:pt x="166790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063803" y="247510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883312" y="274192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838239" y="2768610"/>
              <a:ext cx="2045073" cy="0"/>
            </a:xfrm>
            <a:custGeom>
              <a:avLst/>
              <a:pathLst>
                <a:path w="2045073" h="0">
                  <a:moveTo>
                    <a:pt x="204507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838239" y="274192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4863449" y="300875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4276541" y="3035434"/>
              <a:ext cx="586908" cy="0"/>
            </a:xfrm>
            <a:custGeom>
              <a:avLst/>
              <a:pathLst>
                <a:path w="586908" h="0">
                  <a:moveTo>
                    <a:pt x="58690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4276541" y="300875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626276" y="327557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5118239" y="3302257"/>
              <a:ext cx="1508036" cy="0"/>
            </a:xfrm>
            <a:custGeom>
              <a:avLst/>
              <a:pathLst>
                <a:path w="1508036" h="0">
                  <a:moveTo>
                    <a:pt x="150803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5118239" y="327557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4605562" y="354239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665700" y="3569080"/>
              <a:ext cx="939862" cy="0"/>
            </a:xfrm>
            <a:custGeom>
              <a:avLst/>
              <a:pathLst>
                <a:path w="939862" h="0">
                  <a:moveTo>
                    <a:pt x="93986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665700" y="354239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4274399" y="380922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3291685" y="3835904"/>
              <a:ext cx="982713" cy="0"/>
            </a:xfrm>
            <a:custGeom>
              <a:avLst/>
              <a:pathLst>
                <a:path w="982713" h="0">
                  <a:moveTo>
                    <a:pt x="98271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3291685" y="380922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5780839" y="407604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852875" y="4102727"/>
              <a:ext cx="927963" cy="0"/>
            </a:xfrm>
            <a:custGeom>
              <a:avLst/>
              <a:pathLst>
                <a:path w="927963" h="0">
                  <a:moveTo>
                    <a:pt x="92796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4852875" y="407604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551727" y="434286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120636" y="4369550"/>
              <a:ext cx="2431091" cy="0"/>
            </a:xfrm>
            <a:custGeom>
              <a:avLst/>
              <a:pathLst>
                <a:path w="2431091" h="0">
                  <a:moveTo>
                    <a:pt x="243109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3120636" y="434286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5025076" y="460969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701857" y="4636374"/>
              <a:ext cx="2323219" cy="0"/>
            </a:xfrm>
            <a:custGeom>
              <a:avLst/>
              <a:pathLst>
                <a:path w="2323219" h="0">
                  <a:moveTo>
                    <a:pt x="232321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701857" y="4609691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5400066" y="487651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888727" y="4903197"/>
              <a:ext cx="2511339" cy="0"/>
            </a:xfrm>
            <a:custGeom>
              <a:avLst/>
              <a:pathLst>
                <a:path w="2511339" h="0">
                  <a:moveTo>
                    <a:pt x="251133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888727" y="4876515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967614" y="514333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024469" y="5170020"/>
              <a:ext cx="943145" cy="0"/>
            </a:xfrm>
            <a:custGeom>
              <a:avLst/>
              <a:pathLst>
                <a:path w="943145" h="0">
                  <a:moveTo>
                    <a:pt x="94314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024469" y="5143338"/>
              <a:ext cx="0" cy="53364"/>
            </a:xfrm>
            <a:custGeom>
              <a:avLst/>
              <a:pathLst>
                <a:path w="0" h="53364">
                  <a:moveTo>
                    <a:pt x="0" y="53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834030" y="138304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87083" y="164986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5652287" y="191668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834427" y="218351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846302" y="245033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4809323" y="271715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4518543" y="2983982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5820806" y="32508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084179" y="351762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31590" y="378445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5265405" y="405127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284730" y="431809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12014" y="4584922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092945" y="485174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44590" y="511856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835679" y="1274399"/>
              <a:ext cx="5018720" cy="405571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835679" y="1274399"/>
              <a:ext cx="0" cy="4055714"/>
            </a:xfrm>
            <a:custGeom>
              <a:avLst/>
              <a:pathLst>
                <a:path w="0" h="4055714">
                  <a:moveTo>
                    <a:pt x="0" y="405571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253627" y="5133581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253627" y="4866758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75587" y="4599935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75679" y="4333111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637766" y="4066288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86834" y="3799465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42197" y="3532641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42197" y="326581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90731" y="2998995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632006" y="2732171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75587" y="2465348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96583" y="2198525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92412" y="1931701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75496" y="1664878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86834" y="1398055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807211" y="51700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807211" y="49031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807211" y="46363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807211" y="43695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807211" y="41027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807211" y="38359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807211" y="35690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807211" y="3302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807211" y="30354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807211" y="27686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807211" y="25017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807211" y="22349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807211" y="19681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807211" y="17013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807211" y="14344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835679" y="5330114"/>
              <a:ext cx="5018720" cy="0"/>
            </a:xfrm>
            <a:custGeom>
              <a:avLst/>
              <a:pathLst>
                <a:path w="5018720" h="0">
                  <a:moveTo>
                    <a:pt x="0" y="0"/>
                  </a:moveTo>
                  <a:lnTo>
                    <a:pt x="50187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2112286" y="5330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3254605" y="5330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4396923" y="5330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5539242" y="5330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6681560" y="5330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996477" y="5381357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138796" y="5381357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298031" y="5381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5440349" y="5381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6582668" y="5381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3367683" y="5538994"/>
              <a:ext cx="1954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84809" y="3256674"/>
              <a:ext cx="2540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3239262" y="5738400"/>
              <a:ext cx="2211555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3239262" y="5751389"/>
              <a:ext cx="6922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3988399" y="5738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999199" y="5792400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990947" y="5740948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4753151" y="5738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763951" y="5792400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755699" y="5740948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4153335" y="5759618"/>
              <a:ext cx="54287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918088" y="5759618"/>
              <a:ext cx="53272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2026-07-20T11:12:18Z</dcterms:modified>
  <cp:category/>
</cp:coreProperties>
</file>