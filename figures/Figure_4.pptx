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38408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3418" y="952357"/>
              <a:ext cx="2880371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659293" y="283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655428" y="31653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32536" y="2085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765265" y="3016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90300" y="3056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14999" y="31584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00841" y="3222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76402" y="3238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802570" y="2119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38348" y="30423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0374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11756" y="3124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67155" y="2765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64315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733231" y="27358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92167" y="327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77016" y="23850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578367" y="2969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795164" y="3113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0205" y="2840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554760" y="2887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89284" y="32849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77960" y="26923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666983" y="29155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50964" y="3269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644086" y="26030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79040" y="24721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55729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14096" y="3362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618531" y="32077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64320" y="31691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61141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7021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33119" y="25164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61191" y="30287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2217" y="31398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685576" y="2290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93279" y="23051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729605" y="19757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557240" y="3153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774763" y="31228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770453" y="26026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721975" y="2629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707944" y="30321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821188" y="27384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688336" y="32802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633973" y="3193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826120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583441" y="2778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16617" y="2768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729751" y="3372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831378" y="26911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704982" y="2680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66132" y="13792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698391" y="28979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766318" y="24788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547446" y="18229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635311" y="18609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668142" y="28031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22672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634377" y="303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53032" y="2887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767279" y="2424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11566" y="1869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56674" y="3121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52948" y="31489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772955" y="29768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829028" y="2542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572941" y="30301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723522" y="25377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738876" y="27173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18530" y="31655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11103" y="31384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836703" y="32197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773738" y="31191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621811" y="3102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07321" y="28920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696380" y="285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44552" y="27611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62497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680186" y="23682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552054" y="33511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823023" y="3173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740800" y="30461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716739" y="3114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08887" y="16379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28331" y="2684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757482" y="22161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559164" y="2141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614727" y="21756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818875" y="3002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644032" y="27287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587401" y="13754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629533" y="33678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836330" y="27578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660964" y="316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857238" y="33047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677569" y="27728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580435" y="32374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726792" y="32852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89157" y="33274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689639" y="29930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665908" y="31850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603227" y="32435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637264" y="32895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789044" y="3286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792830" y="3059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733496" y="29264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23463" y="30413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53140" y="3216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66559" y="3064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612855" y="32329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54871" y="31290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628107" y="3270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699744" y="32443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63705" y="3225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728173" y="2455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605037" y="3238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72011" y="2690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626259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621628" y="2868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758761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751751" y="321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860695" y="33670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669155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789110" y="25581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619869" y="3372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645721" y="28646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740342" y="30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594130" y="234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851061" y="33736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724655" y="3005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859611" y="32281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621961" y="3121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717556" y="2967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608903" y="3074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597069" y="32048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11417" y="28057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695520" y="28212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773079" y="3081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45025" y="2527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642109" y="30620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85164" y="2394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737453" y="30202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853099" y="32111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75549" y="2327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597907" y="21019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634912" y="2498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863301" y="318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705502" y="3197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604944" y="3216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617409" y="27188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605157" y="32704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716455" y="30754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798261" y="32224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727202" y="26783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13526" y="291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792303" y="3096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871337" y="2904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99479" y="32015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658330" y="2597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624251" y="2778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629004" y="31740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675103" y="2664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754557" y="31323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728466" y="32604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766004" y="1528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594320" y="30672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586443" y="3227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687713" y="3309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619646" y="2628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731885" y="3142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724982" y="2921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818613" y="22699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50266" y="30813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765381" y="32555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802058" y="2858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809067" y="2768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22824" y="2363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697180" y="12595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836626" y="32221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798039" y="30393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83833" y="3116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31064" y="2721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804427" y="18549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0188" y="29658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814458" y="30879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10174" y="33452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829691" y="33637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662448" y="2724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63012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76177" y="2814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639236" y="2671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833391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73136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695145" y="31129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875984" y="3295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689577" y="3233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782350" y="3178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623066" y="3036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877878" y="29051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751608" y="3322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700944" y="32891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775988" y="3253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806356" y="3292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664932" y="3350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756780" y="3364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741107" y="33490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620475" y="32987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873967" y="3130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622228" y="33212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670116" y="3367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716852" y="3339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852301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838247" y="3322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876296" y="3161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848931" y="2850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715031" y="3343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688827" y="3290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773753" y="33381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648129" y="33640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815864" y="3355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719685" y="3336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658263" y="33470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872430" y="2998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902077" y="3313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607770" y="3341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649433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687288" y="3288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865619" y="3126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817027" y="3372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885963" y="2966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857818" y="33625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606626" y="29803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644695" y="32502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799788" y="32662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897123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646529" y="3294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883455" y="33388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622870" y="32444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826797" y="2573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667457" y="2110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831478" y="3110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782328" y="29486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744295" y="31351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702487" y="2152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26686" y="3284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67699" y="33378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16179" y="3292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34827" y="33486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94726" y="32851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15050" y="3293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33353" y="3171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09788" y="32907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89563" y="3355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97416" y="33423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35039" y="2925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27147" y="3163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709062" y="3130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03216" y="33213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35799" y="30769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96727" y="33478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26583" y="3098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27622" y="3093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43244" y="32693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28112" y="33347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49338" y="2844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79999" y="31625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93857" y="3366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900178" y="2685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682824" y="31260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58315" y="27792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79653" y="3310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10857" y="33241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655361" y="3187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633007" y="3356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716526" y="1892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746914" y="3327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724393" y="31553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854805" y="2839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845850" y="27074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831459" y="31782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856084" y="32054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669886" y="31451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678694" y="29026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680375" y="2669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649679" y="30337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89706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622104" y="3373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797821" y="29596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711485" y="2914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701296" y="32585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781236" y="33623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776206" y="3370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799045" y="32355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876732" y="3369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709841" y="3369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650026" y="3325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788808" y="3273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832689" y="3368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699229" y="28143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830300" y="3233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746362" y="3323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645479" y="33610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748049" y="31028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63221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644454" y="3327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611490" y="27528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702148" y="33425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846146" y="3361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830455" y="28949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724378" y="1854121"/>
              <a:ext cx="0" cy="786830"/>
            </a:xfrm>
            <a:custGeom>
              <a:avLst/>
              <a:pathLst>
                <a:path w="0" h="786830">
                  <a:moveTo>
                    <a:pt x="0" y="7868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724378" y="3196723"/>
              <a:ext cx="0" cy="208338"/>
            </a:xfrm>
            <a:custGeom>
              <a:avLst/>
              <a:pathLst>
                <a:path w="0" h="208338">
                  <a:moveTo>
                    <a:pt x="0" y="0"/>
                  </a:moveTo>
                  <a:lnTo>
                    <a:pt x="0" y="20833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75655" y="2640952"/>
              <a:ext cx="297447" cy="555771"/>
            </a:xfrm>
            <a:custGeom>
              <a:avLst/>
              <a:pathLst>
                <a:path w="297447" h="555771">
                  <a:moveTo>
                    <a:pt x="0" y="0"/>
                  </a:moveTo>
                  <a:lnTo>
                    <a:pt x="0" y="555771"/>
                  </a:lnTo>
                  <a:lnTo>
                    <a:pt x="297447" y="55577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75655" y="300449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55251" y="2133166"/>
              <a:ext cx="0" cy="676340"/>
            </a:xfrm>
            <a:custGeom>
              <a:avLst/>
              <a:pathLst>
                <a:path w="0" h="676340">
                  <a:moveTo>
                    <a:pt x="0" y="67634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55251" y="3264183"/>
              <a:ext cx="0" cy="140879"/>
            </a:xfrm>
            <a:custGeom>
              <a:avLst/>
              <a:pathLst>
                <a:path w="0" h="140879">
                  <a:moveTo>
                    <a:pt x="0" y="0"/>
                  </a:moveTo>
                  <a:lnTo>
                    <a:pt x="0" y="14087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606528" y="2809506"/>
              <a:ext cx="297447" cy="454676"/>
            </a:xfrm>
            <a:custGeom>
              <a:avLst/>
              <a:pathLst>
                <a:path w="297447" h="454676">
                  <a:moveTo>
                    <a:pt x="0" y="0"/>
                  </a:moveTo>
                  <a:lnTo>
                    <a:pt x="0" y="454676"/>
                  </a:lnTo>
                  <a:lnTo>
                    <a:pt x="297447" y="454676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606528" y="3113093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86124" y="2810398"/>
              <a:ext cx="0" cy="329408"/>
            </a:xfrm>
            <a:custGeom>
              <a:avLst/>
              <a:pathLst>
                <a:path w="0" h="329408">
                  <a:moveTo>
                    <a:pt x="0" y="32940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86124" y="3373604"/>
              <a:ext cx="0" cy="31457"/>
            </a:xfrm>
            <a:custGeom>
              <a:avLst/>
              <a:pathLst>
                <a:path w="0" h="31457">
                  <a:moveTo>
                    <a:pt x="0" y="0"/>
                  </a:moveTo>
                  <a:lnTo>
                    <a:pt x="0" y="314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37401" y="3139806"/>
              <a:ext cx="297447" cy="233798"/>
            </a:xfrm>
            <a:custGeom>
              <a:avLst/>
              <a:pathLst>
                <a:path w="297447" h="233798">
                  <a:moveTo>
                    <a:pt x="0" y="0"/>
                  </a:moveTo>
                  <a:lnTo>
                    <a:pt x="0" y="233798"/>
                  </a:lnTo>
                  <a:lnTo>
                    <a:pt x="297447" y="23379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37401" y="3317937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724378" y="2690292"/>
              <a:ext cx="2082129" cy="614205"/>
            </a:xfrm>
            <a:custGeom>
              <a:avLst/>
              <a:pathLst>
                <a:path w="2082129" h="614205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  <a:lnTo>
                    <a:pt x="2082129" y="614205"/>
                  </a:lnTo>
                  <a:lnTo>
                    <a:pt x="1487235" y="478730"/>
                  </a:lnTo>
                  <a:lnTo>
                    <a:pt x="1026192" y="403982"/>
                  </a:lnTo>
                  <a:lnTo>
                    <a:pt x="520532" y="349490"/>
                  </a:lnTo>
                  <a:lnTo>
                    <a:pt x="0" y="30535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724378" y="2690292"/>
              <a:ext cx="2082129" cy="405400"/>
            </a:xfrm>
            <a:custGeom>
              <a:avLst/>
              <a:pathLst>
                <a:path w="2082129" h="405400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724378" y="2995652"/>
              <a:ext cx="2082129" cy="308846"/>
            </a:xfrm>
            <a:custGeom>
              <a:avLst/>
              <a:pathLst>
                <a:path w="2082129" h="308846">
                  <a:moveTo>
                    <a:pt x="2082129" y="308846"/>
                  </a:moveTo>
                  <a:lnTo>
                    <a:pt x="1487235" y="173371"/>
                  </a:lnTo>
                  <a:lnTo>
                    <a:pt x="1026192" y="98623"/>
                  </a:lnTo>
                  <a:lnTo>
                    <a:pt x="520532" y="44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724378" y="2842972"/>
              <a:ext cx="2082129" cy="357123"/>
            </a:xfrm>
            <a:custGeom>
              <a:avLst/>
              <a:pathLst>
                <a:path w="2082129" h="357123">
                  <a:moveTo>
                    <a:pt x="0" y="0"/>
                  </a:moveTo>
                  <a:lnTo>
                    <a:pt x="520532" y="89280"/>
                  </a:lnTo>
                  <a:lnTo>
                    <a:pt x="1026192" y="176010"/>
                  </a:lnTo>
                  <a:lnTo>
                    <a:pt x="1487235" y="255088"/>
                  </a:lnTo>
                  <a:lnTo>
                    <a:pt x="2082129" y="357123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724378" y="1398783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823056" y="1398783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64972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945809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2026606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107388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612137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682729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763525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57695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37208" y="33640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37208" y="26783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37208" y="199258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73657" y="1306848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426063" y="34050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426063" y="27193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426063" y="20335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426063" y="13478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57695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724378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55251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86124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92603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723476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54349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25508" y="2297813"/>
              <a:ext cx="201862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57695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450326" y="3327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694319" y="28832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460266" y="2732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594627" y="3102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610726" y="31765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534219" y="32379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647029" y="32708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461531" y="32986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502640" y="18399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623952" y="3182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477536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490400" y="31925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703358" y="31377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566113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619465" y="3261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533102" y="32685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529774" y="32843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451391" y="3186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691447" y="31899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481449" y="30902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605793" y="3142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621711" y="3240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454277" y="3033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425963" y="257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446435" y="33281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620839" y="332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699109" y="29712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704987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628848" y="33488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614228" y="3186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721426" y="3208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663632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447651" y="3352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555089" y="20464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506978" y="30871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495341" y="32884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616095" y="279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472220" y="25802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550714" y="2233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481785" y="31482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459767" y="32409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684666" y="29685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630699" y="23387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491885" y="27741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561232" y="2952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490136" y="29385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705993" y="2651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483185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584060" y="28169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470109" y="28618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649662" y="3364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720326" y="2677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474130" y="31237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537586" y="1521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616573" y="2509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499046" y="2935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626933" y="3044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681879" y="26161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530769" y="3113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424926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451603" y="3143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534750" y="30416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506911" y="3119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551043" y="27794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560127" y="2993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666855" y="3127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662516" y="31631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495700" y="3133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576668" y="32144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427932" y="30197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716598" y="30847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628096" y="27413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588030" y="3059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604316" y="32904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614630" y="3092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683534" y="31435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479572" y="31695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716306" y="32125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693414" y="31480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566543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613223" y="32299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474232" y="3301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479021" y="3182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494651" y="31973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633274" y="3202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593554" y="23299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468208" y="27144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492210" y="20533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449976" y="24941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513237" y="22289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613049" y="32396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657068" y="31476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576617" y="28655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501916" y="33209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716396" y="30554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706840" y="3325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617856" y="3314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737432" y="3003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716563" y="3280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578273" y="33466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510535" y="3320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492387" y="32180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529373" y="3324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542832" y="33029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458226" y="3326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72198" y="3326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662467" y="32286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557228" y="32280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627795" y="325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593000" y="3263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703193" y="31360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567057" y="3313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613188" y="3214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551693" y="33463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684071" y="3352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511038" y="3321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657954" y="2902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707942" y="33459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616240" y="27286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510158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527360" y="3274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710792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466410" y="3230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472331" y="33737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545415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734880" y="27701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652004" y="3365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471342" y="2645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711294" y="31456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04882" y="2550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526428" y="33729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74134" y="31542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684947" y="3220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707084" y="32991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674667" y="3247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668633" y="30126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684160" y="3287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688750" y="30929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577756" y="2587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726553" y="3223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707765" y="2854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708438" y="31143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627018" y="2955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81134" y="32035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660020" y="3304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498872" y="2423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716588" y="1722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630629" y="3019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584048" y="32391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468252" y="3177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43178" y="3271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482127" y="27898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546324" y="33660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475532" y="31391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660823" y="3331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569750" y="2963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532391" y="31160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703557" y="31807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642278" y="3118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673785" y="33091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702220" y="31925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660950" y="32397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740482" y="3322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522881" y="22243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24872" y="32881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640499" y="32412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36514" y="20464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97733" y="30016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724454" y="2839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583436" y="33155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625079" y="3154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503578" y="3169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676530" y="3013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48175" y="279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602874" y="30280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732074" y="3208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697028" y="30044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661964" y="2825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558068" y="29506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496238" y="12595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571404" y="32861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588714" y="30560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727462" y="2965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613790" y="24120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750538" y="2257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538712" y="26119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562335" y="3203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701790" y="3339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606848" y="32277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495073" y="2837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750180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588593" y="3088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570317" y="26418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605557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467934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32029" y="30516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43127" y="33239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11827" y="32407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35596" y="32802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28056" y="3080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564316" y="3039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576301" y="3355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491732" y="33160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78546" y="32581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77165" y="33300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14518" y="33735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38911" y="33630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53515" y="3364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35186" y="33570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501950" y="32573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41755" y="33254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20962" y="33616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43927" y="30922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27363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71718" y="33623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495978" y="31126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27074" y="30609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512510" y="3327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596203" y="3335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548429" y="33040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560951" y="33357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750400" y="33735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533699" y="33689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547734" y="33352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547210" y="27577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668263" y="33339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728598" y="3322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513224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644696" y="3320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752470" y="33447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782243" y="33738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567734" y="2817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494405" y="3370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604085" y="3104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560057" y="32257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774537" y="32199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647799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494756" y="3321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527235" y="33544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696299" y="33013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748379" y="2824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566153" y="25830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585514" y="32388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771504" y="31990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606251" y="31945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711721" y="3334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593741" y="33583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726129" y="3355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648816" y="3284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769216" y="3316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610694" y="3189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513866" y="33497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769235" y="3264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558179" y="3361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659100" y="3356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728783" y="33571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704160" y="30774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764545" y="2917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694320" y="31007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745120" y="33132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724404" y="3235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723850" y="3341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706612" y="33620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527632" y="31458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650238" y="33336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773557" y="33681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690657" y="3137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720908" y="33350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21841" y="33727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521376" y="3137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774859" y="29372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601729" y="32060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774843" y="3296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531060" y="33736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34520" y="3221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517018" y="32863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673306" y="2120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740167" y="33658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573362" y="33314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631018" y="3213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22623" y="29841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599787" y="3320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693272" y="33509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594480" y="32628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639132" y="27294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513589" y="2985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640016" y="31923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730344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95681" y="33727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517198" y="3021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742450" y="29224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618977" y="31319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556124" y="33559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536839" y="33736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648332" y="3362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498414" y="33708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643955" y="33636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701706" y="32720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699054" y="31608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545920" y="33738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713630" y="3178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650835" y="3274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660567" y="3354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711295" y="3351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759806" y="32194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706436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76089" y="33238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748661" y="31485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507395" y="33623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604820" y="33738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708672" y="31539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604749" y="2361171"/>
              <a:ext cx="0" cy="540024"/>
            </a:xfrm>
            <a:custGeom>
              <a:avLst/>
              <a:pathLst>
                <a:path w="0" h="540024">
                  <a:moveTo>
                    <a:pt x="0" y="54002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604749" y="3271717"/>
              <a:ext cx="0" cy="133344"/>
            </a:xfrm>
            <a:custGeom>
              <a:avLst/>
              <a:pathLst>
                <a:path w="0" h="133344">
                  <a:moveTo>
                    <a:pt x="0" y="0"/>
                  </a:moveTo>
                  <a:lnTo>
                    <a:pt x="0" y="1333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56026" y="2901195"/>
              <a:ext cx="297447" cy="370521"/>
            </a:xfrm>
            <a:custGeom>
              <a:avLst/>
              <a:pathLst>
                <a:path w="297447" h="370521">
                  <a:moveTo>
                    <a:pt x="0" y="0"/>
                  </a:moveTo>
                  <a:lnTo>
                    <a:pt x="0" y="370521"/>
                  </a:lnTo>
                  <a:lnTo>
                    <a:pt x="297447" y="37052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56026" y="3171298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35623" y="2581234"/>
              <a:ext cx="0" cy="451605"/>
            </a:xfrm>
            <a:custGeom>
              <a:avLst/>
              <a:pathLst>
                <a:path w="0" h="451605">
                  <a:moveTo>
                    <a:pt x="0" y="4516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35623" y="3344801"/>
              <a:ext cx="0" cy="60259"/>
            </a:xfrm>
            <a:custGeom>
              <a:avLst/>
              <a:pathLst>
                <a:path w="0" h="60259">
                  <a:moveTo>
                    <a:pt x="0" y="0"/>
                  </a:moveTo>
                  <a:lnTo>
                    <a:pt x="0" y="6025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86899" y="3032839"/>
              <a:ext cx="297447" cy="311962"/>
            </a:xfrm>
            <a:custGeom>
              <a:avLst/>
              <a:pathLst>
                <a:path w="297447" h="311962">
                  <a:moveTo>
                    <a:pt x="0" y="0"/>
                  </a:moveTo>
                  <a:lnTo>
                    <a:pt x="0" y="311962"/>
                  </a:lnTo>
                  <a:lnTo>
                    <a:pt x="297447" y="311962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86899" y="323947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6496" y="2968422"/>
              <a:ext cx="0" cy="249492"/>
            </a:xfrm>
            <a:custGeom>
              <a:avLst/>
              <a:pathLst>
                <a:path w="0" h="249492">
                  <a:moveTo>
                    <a:pt x="0" y="2494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6496" y="3388623"/>
              <a:ext cx="0" cy="16438"/>
            </a:xfrm>
            <a:custGeom>
              <a:avLst/>
              <a:pathLst>
                <a:path w="0" h="16438">
                  <a:moveTo>
                    <a:pt x="0" y="0"/>
                  </a:moveTo>
                  <a:lnTo>
                    <a:pt x="0" y="1643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7772" y="3217914"/>
              <a:ext cx="297447" cy="170708"/>
            </a:xfrm>
            <a:custGeom>
              <a:avLst/>
              <a:pathLst>
                <a:path w="297447" h="170708">
                  <a:moveTo>
                    <a:pt x="0" y="0"/>
                  </a:moveTo>
                  <a:lnTo>
                    <a:pt x="0" y="170708"/>
                  </a:lnTo>
                  <a:lnTo>
                    <a:pt x="297447" y="17070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7772" y="335140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604749" y="2854720"/>
              <a:ext cx="2082129" cy="502116"/>
            </a:xfrm>
            <a:custGeom>
              <a:avLst/>
              <a:pathLst>
                <a:path w="2082129" h="502116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  <a:lnTo>
                    <a:pt x="2082129" y="502116"/>
                  </a:lnTo>
                  <a:lnTo>
                    <a:pt x="1487235" y="395283"/>
                  </a:lnTo>
                  <a:lnTo>
                    <a:pt x="1026192" y="341419"/>
                  </a:lnTo>
                  <a:lnTo>
                    <a:pt x="520532" y="308447"/>
                  </a:lnTo>
                  <a:lnTo>
                    <a:pt x="0" y="28554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604749" y="2854720"/>
              <a:ext cx="2082129" cy="308431"/>
            </a:xfrm>
            <a:custGeom>
              <a:avLst/>
              <a:pathLst>
                <a:path w="2082129" h="308431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604749" y="3140264"/>
              <a:ext cx="2082129" cy="216572"/>
            </a:xfrm>
            <a:custGeom>
              <a:avLst/>
              <a:pathLst>
                <a:path w="2082129" h="216572">
                  <a:moveTo>
                    <a:pt x="2082129" y="216572"/>
                  </a:moveTo>
                  <a:lnTo>
                    <a:pt x="1487235" y="109738"/>
                  </a:lnTo>
                  <a:lnTo>
                    <a:pt x="1026192" y="55875"/>
                  </a:lnTo>
                  <a:lnTo>
                    <a:pt x="520532" y="22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604749" y="2997492"/>
              <a:ext cx="2082129" cy="262501"/>
            </a:xfrm>
            <a:custGeom>
              <a:avLst/>
              <a:pathLst>
                <a:path w="2082129" h="262501">
                  <a:moveTo>
                    <a:pt x="0" y="0"/>
                  </a:moveTo>
                  <a:lnTo>
                    <a:pt x="520532" y="65625"/>
                  </a:lnTo>
                  <a:lnTo>
                    <a:pt x="1026192" y="129375"/>
                  </a:lnTo>
                  <a:lnTo>
                    <a:pt x="1487235" y="187501"/>
                  </a:lnTo>
                  <a:lnTo>
                    <a:pt x="2082129" y="262501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604749" y="139878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703427" y="139878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45343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826181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906977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87760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492508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563100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643896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38066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217579" y="336405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217579" y="275231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54028" y="2140585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54028" y="1528853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306435" y="34050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306435" y="27933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306435" y="21815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306435" y="15698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38066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604749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35623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6496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72974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603847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720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38066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13021"/>
              <a:ext cx="3090767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55778" y="3713021"/>
              <a:ext cx="2928011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792958" y="49035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543228" y="4549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728732" y="4527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647775" y="61294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574796" y="4489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596810" y="44947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552894" y="44612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692615" y="46705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666482" y="6129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543391" y="4699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619682" y="44847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629759" y="45386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575875" y="48215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613953" y="5897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754396" y="50230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685048" y="60393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640266" y="5071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622764" y="4793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693498" y="46520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783635" y="45017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662147" y="46932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650535" y="55640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619187" y="61294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609074" y="55375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790511" y="4425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602462" y="5512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647339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73362" y="55510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634002" y="52512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556272" y="44353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724606" y="5333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74724" y="48937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561244" y="5148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677181" y="47831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569128" y="47835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657310" y="50223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731444" y="4741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768439" y="52240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544640" y="5004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725999" y="61287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602543" y="52140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742112" y="5498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682694" y="60820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636861" y="4861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546259" y="53954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551537" y="48616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742340" y="46177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651595" y="60583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736364" y="6027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751697" y="55761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743513" y="6129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628646" y="6128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801344" y="45432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786446" y="58114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796924" y="4683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734740" y="5740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802361" y="5582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674746" y="5407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833493" y="50499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759528" y="5052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778260" y="60230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769269" y="60782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683067" y="61294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650124" y="60052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698582" y="54226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758725" y="59388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704081" y="54949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712837" y="5224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704459" y="6070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581961" y="61294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624127" y="56871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779991" y="57183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606896" y="54593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691294" y="59727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739972" y="51671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796627" y="51473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819416" y="56117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729645" y="49922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625597" y="4951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793826" y="60845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739313" y="46248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561132" y="50812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665010" y="49955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593485" y="54648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736512" y="5456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740277" y="59528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696878" y="5863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547590" y="44657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750672" y="44331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578863" y="5736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1721849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1786524" y="57079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1594464" y="60159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620733" y="61260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560204" y="45296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805168" y="46372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78393" y="45575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571442" y="47248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600556" y="49850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633375" y="4516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795504" y="46371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745386" y="45663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586042" y="47443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562866" y="4762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814521" y="4436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687634" y="45615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582613" y="45035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657198" y="46940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817952" y="44704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643444" y="4644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656184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576933" y="4584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798643" y="5133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633649" y="5912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632849" y="5055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580527" y="6129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655351" y="4486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660138" y="44569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775191" y="61294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738302" y="44679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658009" y="4461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726690" y="46974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567915" y="4489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831043" y="44541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822476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569411" y="4584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590936" y="45644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64114" y="4426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831985" y="4762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598212" y="44400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656828" y="46351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716992" y="44894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688629" y="45452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799529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608581" y="45064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828441" y="4446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564588" y="45280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754516" y="47668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765441" y="5046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587586" y="47117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621048" y="47753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773134" y="48274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583439" y="52253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714139" y="4492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760189" y="45256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705159" y="47022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655196" y="44654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606710" y="46220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662401" y="45934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697555" y="46788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765830" y="4592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560296" y="4517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771950" y="49752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796694" y="4734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632705" y="50067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578536" y="48011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570227" y="5302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27017" y="4497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653089" y="4870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670137" y="47411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781860" y="4542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844837" y="44741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830336" y="4721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716423" y="48751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704153" y="4466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812173" y="5318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732816" y="46525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628367" y="52881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698822" y="4885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683186" y="46667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654471" y="46301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580825" y="44506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731603" y="54389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764737" y="4523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778214" y="46848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767846" y="5666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560902" y="58480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752302" y="4888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705096" y="47415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685626" y="48211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564174" y="5471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629109" y="51291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719185" y="48112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593323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818329" y="4426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641860" y="47044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557510" y="5158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752469" y="47036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589573" y="52673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673931" y="44334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92184" y="48822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64332" y="44563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747258" y="6129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652729" y="47922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741530" y="53033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50154" y="44458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838579" y="60011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573740" y="46644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613897" y="45042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17486" y="44718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28335" y="49333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34000" y="46413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554702" y="52858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694519" y="50382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582680" y="4641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747495" y="52866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3586075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757273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577829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766889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623965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725149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644694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734009" y="4425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772331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683176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658998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698452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628877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615447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719427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648959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781608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831472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722816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678432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653371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749847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728616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719450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819201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853998" y="4425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792417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686017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569641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666613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638774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724457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711739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720791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581494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814409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583918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715303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703255" y="4425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569287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845530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727083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792867" y="44285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614370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602994" y="4425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775169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778134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838339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776059" y="45915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624943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745752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688645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727558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685509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646259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776647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642838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581546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691261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793210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798559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618042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715474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678149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840017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720309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761359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681694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668144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609486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852037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811959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746351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795426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697082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702293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673485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627740" y="4425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854304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841496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584506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735072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570143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699456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793906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739773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844189" y="4425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630701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810586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634699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772116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614472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836259" y="442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97989" y="442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772039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769101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838666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576375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783271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816428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629737" y="4425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707675" y="442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825902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620135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784339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621715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704502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614460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786511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750773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577174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705834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577107" y="4425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621954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641810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651535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732147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745773" y="4425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669470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632822" y="44256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602139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663984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707349" y="4425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592929" y="442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607116" y="44256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776366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833600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681985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757279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629276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711578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619332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689749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665829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673333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729037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794779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786795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3569743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3681072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3819886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1719482" y="4456877"/>
              <a:ext cx="0" cy="360435"/>
            </a:xfrm>
            <a:custGeom>
              <a:avLst/>
              <a:pathLst>
                <a:path w="0" h="360435">
                  <a:moveTo>
                    <a:pt x="0" y="3604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1719482" y="5980530"/>
              <a:ext cx="0" cy="180162"/>
            </a:xfrm>
            <a:custGeom>
              <a:avLst/>
              <a:pathLst>
                <a:path w="0" h="180162">
                  <a:moveTo>
                    <a:pt x="0" y="0"/>
                  </a:moveTo>
                  <a:lnTo>
                    <a:pt x="0" y="18016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0"/>
            <p:cNvSpPr/>
            <p:nvPr/>
          </p:nvSpPr>
          <p:spPr>
            <a:xfrm>
              <a:off x="1573489" y="4817313"/>
              <a:ext cx="291986" cy="1163217"/>
            </a:xfrm>
            <a:custGeom>
              <a:avLst/>
              <a:pathLst>
                <a:path w="291986" h="1163217">
                  <a:moveTo>
                    <a:pt x="0" y="0"/>
                  </a:moveTo>
                  <a:lnTo>
                    <a:pt x="0" y="1163217"/>
                  </a:lnTo>
                  <a:lnTo>
                    <a:pt x="291986" y="1163217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1573489" y="539563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2731431" y="4456877"/>
              <a:ext cx="0" cy="79686"/>
            </a:xfrm>
            <a:custGeom>
              <a:avLst/>
              <a:pathLst>
                <a:path w="0" h="79686">
                  <a:moveTo>
                    <a:pt x="0" y="796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2731431" y="4985522"/>
              <a:ext cx="0" cy="517536"/>
            </a:xfrm>
            <a:custGeom>
              <a:avLst/>
              <a:pathLst>
                <a:path w="0" h="517536">
                  <a:moveTo>
                    <a:pt x="0" y="0"/>
                  </a:moveTo>
                  <a:lnTo>
                    <a:pt x="0" y="51753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4"/>
            <p:cNvSpPr/>
            <p:nvPr/>
          </p:nvSpPr>
          <p:spPr>
            <a:xfrm>
              <a:off x="2585438" y="4536564"/>
              <a:ext cx="291986" cy="448958"/>
            </a:xfrm>
            <a:custGeom>
              <a:avLst/>
              <a:pathLst>
                <a:path w="291986" h="448958">
                  <a:moveTo>
                    <a:pt x="0" y="0"/>
                  </a:moveTo>
                  <a:lnTo>
                    <a:pt x="0" y="448958"/>
                  </a:lnTo>
                  <a:lnTo>
                    <a:pt x="291986" y="448958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2585438" y="471006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8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1" name="pg1080"/>
            <p:cNvSpPr/>
            <p:nvPr/>
          </p:nvSpPr>
          <p:spPr>
            <a:xfrm>
              <a:off x="1714888" y="4219661"/>
              <a:ext cx="2058506" cy="1263249"/>
            </a:xfrm>
            <a:custGeom>
              <a:avLst/>
              <a:pathLst>
                <a:path w="2058506" h="1263249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  <a:lnTo>
                    <a:pt x="2058506" y="401510"/>
                  </a:lnTo>
                  <a:lnTo>
                    <a:pt x="1474532" y="603389"/>
                  </a:lnTo>
                  <a:lnTo>
                    <a:pt x="1036552" y="768743"/>
                  </a:lnTo>
                  <a:lnTo>
                    <a:pt x="452579" y="1029306"/>
                  </a:lnTo>
                  <a:lnTo>
                    <a:pt x="0" y="12632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1714888" y="4219661"/>
              <a:ext cx="2058506" cy="983342"/>
            </a:xfrm>
            <a:custGeom>
              <a:avLst/>
              <a:pathLst>
                <a:path w="2058506" h="983342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1714888" y="4621171"/>
              <a:ext cx="2058506" cy="861738"/>
            </a:xfrm>
            <a:custGeom>
              <a:avLst/>
              <a:pathLst>
                <a:path w="2058506" h="861738">
                  <a:moveTo>
                    <a:pt x="2058506" y="0"/>
                  </a:moveTo>
                  <a:lnTo>
                    <a:pt x="1474532" y="201879"/>
                  </a:lnTo>
                  <a:lnTo>
                    <a:pt x="1036552" y="367233"/>
                  </a:lnTo>
                  <a:lnTo>
                    <a:pt x="452579" y="627796"/>
                  </a:lnTo>
                  <a:lnTo>
                    <a:pt x="0" y="861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1714888" y="4420416"/>
              <a:ext cx="2058506" cy="922540"/>
            </a:xfrm>
            <a:custGeom>
              <a:avLst/>
              <a:pathLst>
                <a:path w="2058506" h="922540">
                  <a:moveTo>
                    <a:pt x="0" y="922540"/>
                  </a:moveTo>
                  <a:lnTo>
                    <a:pt x="452579" y="719712"/>
                  </a:lnTo>
                  <a:lnTo>
                    <a:pt x="1036552" y="457998"/>
                  </a:lnTo>
                  <a:lnTo>
                    <a:pt x="1474532" y="261713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1719482" y="4318999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1818160" y="4318999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186007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940913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2021710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21024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2564905" y="431890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263549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3" name="tx1092"/>
            <p:cNvSpPr/>
            <p:nvPr/>
          </p:nvSpPr>
          <p:spPr>
            <a:xfrm>
              <a:off x="27162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4" name="rc1093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1457695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tx1095"/>
            <p:cNvSpPr/>
            <p:nvPr/>
          </p:nvSpPr>
          <p:spPr>
            <a:xfrm>
              <a:off x="1178376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7" name="tx1096"/>
            <p:cNvSpPr/>
            <p:nvPr/>
          </p:nvSpPr>
          <p:spPr>
            <a:xfrm>
              <a:off x="1178376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1178376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99" name="tx1098"/>
            <p:cNvSpPr/>
            <p:nvPr/>
          </p:nvSpPr>
          <p:spPr>
            <a:xfrm>
              <a:off x="1178376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100" name="tx1099"/>
            <p:cNvSpPr/>
            <p:nvPr/>
          </p:nvSpPr>
          <p:spPr>
            <a:xfrm>
              <a:off x="1178376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101" name="pl1100"/>
            <p:cNvSpPr/>
            <p:nvPr/>
          </p:nvSpPr>
          <p:spPr>
            <a:xfrm>
              <a:off x="1426063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1"/>
            <p:cNvSpPr/>
            <p:nvPr/>
          </p:nvSpPr>
          <p:spPr>
            <a:xfrm>
              <a:off x="1426063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1426063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426063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1426063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1457695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171948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7"/>
            <p:cNvSpPr/>
            <p:nvPr/>
          </p:nvSpPr>
          <p:spPr>
            <a:xfrm>
              <a:off x="2731431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743380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tx1109"/>
            <p:cNvSpPr/>
            <p:nvPr/>
          </p:nvSpPr>
          <p:spPr>
            <a:xfrm>
              <a:off x="168770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11" name="tx1110"/>
            <p:cNvSpPr/>
            <p:nvPr/>
          </p:nvSpPr>
          <p:spPr>
            <a:xfrm>
              <a:off x="269965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2" name="tx1111"/>
            <p:cNvSpPr/>
            <p:nvPr/>
          </p:nvSpPr>
          <p:spPr>
            <a:xfrm>
              <a:off x="3711605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3" name="tx1112"/>
            <p:cNvSpPr/>
            <p:nvPr/>
          </p:nvSpPr>
          <p:spPr>
            <a:xfrm>
              <a:off x="2444127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4" name="tx1113"/>
            <p:cNvSpPr/>
            <p:nvPr/>
          </p:nvSpPr>
          <p:spPr>
            <a:xfrm rot="-5400000">
              <a:off x="-188370" y="5058478"/>
              <a:ext cx="24463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5" name="tx1114"/>
            <p:cNvSpPr/>
            <p:nvPr/>
          </p:nvSpPr>
          <p:spPr>
            <a:xfrm>
              <a:off x="1457695" y="3750979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6" name="rc1115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761774" y="49318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756908" y="46384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611209" y="46178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679067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564016" y="45653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498967" y="44611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685282" y="4531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583745" y="46948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631507" y="5334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492949" y="45442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563556" y="46746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645670" y="4868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707234" y="58982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530674" y="51639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569354" y="54082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475990" y="53165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732419" y="4808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695152" y="48998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486093" y="4489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643897" y="51273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510180" y="5305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688131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516075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628432" y="54786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49370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514260" y="5276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58722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531050" y="61283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701729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721620" y="5236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550737" y="45614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743161" y="58644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483723" y="50045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745235" y="5556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540112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645598" y="49755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680518" y="5022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583574" y="49239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492000" y="4677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478448" y="5400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618653" y="6128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509919" y="55660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653855" y="57702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515741" y="6120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657014" y="6044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708069" y="51916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500378" y="57343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599201" y="52922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659517" y="46938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714138" y="61256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588835" y="61229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685567" y="5710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544219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710219" y="61083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585495" y="4544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504403" y="60336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685578" y="44611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489905" y="57239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554733" y="61295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523616" y="5308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529496" y="5718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639762" y="5009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531082" y="45804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548768" y="49723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484351" y="6065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664914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680291" y="604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534435" y="49391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700973" y="58453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594072" y="55897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536536" y="53498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498523" y="58525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566456" y="51635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572546" y="59412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515106" y="5521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733494" y="6066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615625" y="5207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480298" y="5324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551835" y="55112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639530" y="5346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498048" y="49527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545364" y="5819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655074" y="46599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718578" y="53260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578143" y="5321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707466" y="53920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526110" y="55887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733474" y="56657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662794" y="54785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581168" y="4581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4571068" y="4647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4673313" y="54759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466118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4703767" y="54394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4734594" y="5793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705355" y="61248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533793" y="45409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557473" y="5058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667972" y="46050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700516" y="4874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651830" y="53579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617118" y="44754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494887" y="45593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618980" y="46734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656654" y="47912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605349" y="44440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577054" y="4454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670598" y="4493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581945" y="44711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526870" y="4635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490603" y="44687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637277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757048" y="54750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68711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765381" y="4524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757322" y="60801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624725" y="57296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646686" y="50568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486775" y="4726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515711" y="47495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516529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631912" y="4435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590564" y="4493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512541" y="52905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708328" y="45156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486471" y="45104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51553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654751" y="45967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665198" y="4453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562916" y="4425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714709" y="4879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594077" y="44359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522577" y="46499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615586" y="45761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659072" y="46912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50017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542127" y="45327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525941" y="44559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657555" y="46121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704981" y="4895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516999" y="5300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560405" y="4803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715093" y="48051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680349" y="50063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563283" y="44839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605342" y="44550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767571" y="4474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548414" y="51061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541030" y="46224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587886" y="47049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507257" y="4536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550556" y="4648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566720" y="45789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596108" y="61295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653573" y="45620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500967" y="49450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747842" y="5148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566418" y="5031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544251" y="4932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499724" y="56422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721396" y="46740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759922" y="4467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563316" y="55955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646005" y="46479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687830" y="44490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685986" y="47143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661846" y="5031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738774" y="4431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678940" y="56339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693249" y="5421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687800" y="4841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527702" y="48985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512030" y="4428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741166" y="48525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668213" y="48236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720158" y="57682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509051" y="44978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510087" y="4542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747849" y="50927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522602" y="5840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672400" y="46935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701070" y="45169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646834" y="47489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754002" y="6054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593874" y="55513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771040" y="47113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66207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736507" y="44412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649490" y="46988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525213" y="50304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723356" y="49315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483696" y="48765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633273" y="4426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591948" y="44430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495847" y="44497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688926" y="4763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522214" y="6129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493439" y="4425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571025" y="5521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554390" y="4684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544245" y="44619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588929" y="44874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661096" y="47394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5752093" y="46257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5597948" y="4834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5664837" y="46885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5722942" y="44257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5523796" y="5143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56592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66536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64706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64446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75768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72456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72989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75103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64357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57151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61404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56890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50234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66220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54578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54000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65383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76479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76519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62794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66578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65177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65748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62561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64250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60944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68552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66976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73508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61920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77021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53057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71538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63531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49716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52814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60532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67701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50960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66832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59329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56225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667245" y="4428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72268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75851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50857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58892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54101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697784" y="44647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54500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62079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57452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66983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74124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77873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61196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60785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69822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60589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59430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68946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56108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54174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59383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66536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78478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62792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59591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68845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50342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52622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67530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60783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72984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64861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77370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69959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65991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55075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65741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64112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52243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67197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59858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67602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50617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56026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52555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63154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53641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76600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75844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59864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64528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62381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50452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73451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61787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52196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74824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58796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58882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62496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62017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73233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62751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54756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62231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70430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51311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50208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64824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52839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57202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57277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60122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66195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62469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68454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56508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75164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76673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71602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50311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54636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57570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76035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72325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72779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67530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51239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76621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60744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73222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60957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75601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650096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673971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672874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663738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66605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l1465"/>
            <p:cNvSpPr/>
            <p:nvPr/>
          </p:nvSpPr>
          <p:spPr>
            <a:xfrm>
              <a:off x="4647494" y="4456877"/>
              <a:ext cx="0" cy="500260"/>
            </a:xfrm>
            <a:custGeom>
              <a:avLst/>
              <a:pathLst>
                <a:path w="0" h="500260">
                  <a:moveTo>
                    <a:pt x="0" y="5002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6"/>
            <p:cNvSpPr/>
            <p:nvPr/>
          </p:nvSpPr>
          <p:spPr>
            <a:xfrm>
              <a:off x="4647494" y="5892689"/>
              <a:ext cx="0" cy="268003"/>
            </a:xfrm>
            <a:custGeom>
              <a:avLst/>
              <a:pathLst>
                <a:path w="0" h="268003">
                  <a:moveTo>
                    <a:pt x="0" y="0"/>
                  </a:moveTo>
                  <a:lnTo>
                    <a:pt x="0" y="2680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7"/>
            <p:cNvSpPr/>
            <p:nvPr/>
          </p:nvSpPr>
          <p:spPr>
            <a:xfrm>
              <a:off x="4501501" y="4957137"/>
              <a:ext cx="291986" cy="935551"/>
            </a:xfrm>
            <a:custGeom>
              <a:avLst/>
              <a:pathLst>
                <a:path w="291986" h="935551">
                  <a:moveTo>
                    <a:pt x="0" y="0"/>
                  </a:moveTo>
                  <a:lnTo>
                    <a:pt x="0" y="935551"/>
                  </a:lnTo>
                  <a:lnTo>
                    <a:pt x="291986" y="93555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pl1468"/>
            <p:cNvSpPr/>
            <p:nvPr/>
          </p:nvSpPr>
          <p:spPr>
            <a:xfrm>
              <a:off x="4501501" y="5379566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0" name="pl1469"/>
            <p:cNvSpPr/>
            <p:nvPr/>
          </p:nvSpPr>
          <p:spPr>
            <a:xfrm>
              <a:off x="5659443" y="4456877"/>
              <a:ext cx="0" cy="64697"/>
            </a:xfrm>
            <a:custGeom>
              <a:avLst/>
              <a:pathLst>
                <a:path w="0" h="64697">
                  <a:moveTo>
                    <a:pt x="0" y="646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0"/>
            <p:cNvSpPr/>
            <p:nvPr/>
          </p:nvSpPr>
          <p:spPr>
            <a:xfrm>
              <a:off x="5659443" y="5062746"/>
              <a:ext cx="0" cy="808644"/>
            </a:xfrm>
            <a:custGeom>
              <a:avLst/>
              <a:pathLst>
                <a:path w="0" h="808644">
                  <a:moveTo>
                    <a:pt x="0" y="0"/>
                  </a:moveTo>
                  <a:lnTo>
                    <a:pt x="0" y="8086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1"/>
            <p:cNvSpPr/>
            <p:nvPr/>
          </p:nvSpPr>
          <p:spPr>
            <a:xfrm>
              <a:off x="5513449" y="4521575"/>
              <a:ext cx="291986" cy="541171"/>
            </a:xfrm>
            <a:custGeom>
              <a:avLst/>
              <a:pathLst>
                <a:path w="291986" h="541171">
                  <a:moveTo>
                    <a:pt x="0" y="0"/>
                  </a:moveTo>
                  <a:lnTo>
                    <a:pt x="0" y="541171"/>
                  </a:lnTo>
                  <a:lnTo>
                    <a:pt x="291986" y="54117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pl1472"/>
            <p:cNvSpPr/>
            <p:nvPr/>
          </p:nvSpPr>
          <p:spPr>
            <a:xfrm>
              <a:off x="5513449" y="4722428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4" name="pl1473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4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5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7" name="pl1476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8" name="pg1477"/>
            <p:cNvSpPr/>
            <p:nvPr/>
          </p:nvSpPr>
          <p:spPr>
            <a:xfrm>
              <a:off x="4642899" y="4267152"/>
              <a:ext cx="2058506" cy="1238910"/>
            </a:xfrm>
            <a:custGeom>
              <a:avLst/>
              <a:pathLst>
                <a:path w="2058506" h="123891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  <a:lnTo>
                    <a:pt x="2058506" y="329340"/>
                  </a:lnTo>
                  <a:lnTo>
                    <a:pt x="1474532" y="550802"/>
                  </a:lnTo>
                  <a:lnTo>
                    <a:pt x="1036552" y="729443"/>
                  </a:lnTo>
                  <a:lnTo>
                    <a:pt x="452579" y="1001966"/>
                  </a:lnTo>
                  <a:lnTo>
                    <a:pt x="0" y="123891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l1478"/>
            <p:cNvSpPr/>
            <p:nvPr/>
          </p:nvSpPr>
          <p:spPr>
            <a:xfrm>
              <a:off x="4642899" y="4267152"/>
              <a:ext cx="2058506" cy="997750"/>
            </a:xfrm>
            <a:custGeom>
              <a:avLst/>
              <a:pathLst>
                <a:path w="2058506" h="99775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0" name="pl1479"/>
            <p:cNvSpPr/>
            <p:nvPr/>
          </p:nvSpPr>
          <p:spPr>
            <a:xfrm>
              <a:off x="4642899" y="4596492"/>
              <a:ext cx="2058506" cy="909570"/>
            </a:xfrm>
            <a:custGeom>
              <a:avLst/>
              <a:pathLst>
                <a:path w="2058506" h="909570">
                  <a:moveTo>
                    <a:pt x="2058506" y="0"/>
                  </a:moveTo>
                  <a:lnTo>
                    <a:pt x="1474532" y="221462"/>
                  </a:lnTo>
                  <a:lnTo>
                    <a:pt x="1036552" y="400103"/>
                  </a:lnTo>
                  <a:lnTo>
                    <a:pt x="452579" y="672626"/>
                  </a:lnTo>
                  <a:lnTo>
                    <a:pt x="0" y="9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1" name="pl1480"/>
            <p:cNvSpPr/>
            <p:nvPr/>
          </p:nvSpPr>
          <p:spPr>
            <a:xfrm>
              <a:off x="4642899" y="4431822"/>
              <a:ext cx="2058506" cy="953660"/>
            </a:xfrm>
            <a:custGeom>
              <a:avLst/>
              <a:pathLst>
                <a:path w="2058506" h="953660">
                  <a:moveTo>
                    <a:pt x="0" y="953660"/>
                  </a:moveTo>
                  <a:lnTo>
                    <a:pt x="452579" y="743990"/>
                  </a:lnTo>
                  <a:lnTo>
                    <a:pt x="1036552" y="473448"/>
                  </a:lnTo>
                  <a:lnTo>
                    <a:pt x="1474532" y="270541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tx1481"/>
            <p:cNvSpPr/>
            <p:nvPr/>
          </p:nvSpPr>
          <p:spPr>
            <a:xfrm>
              <a:off x="4647494" y="4364115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4746171" y="4364115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478808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4868925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6" name="tx1485"/>
            <p:cNvSpPr/>
            <p:nvPr/>
          </p:nvSpPr>
          <p:spPr>
            <a:xfrm>
              <a:off x="4949721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7" name="tx1486"/>
            <p:cNvSpPr/>
            <p:nvPr/>
          </p:nvSpPr>
          <p:spPr>
            <a:xfrm>
              <a:off x="50305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8" name="tx1487"/>
            <p:cNvSpPr/>
            <p:nvPr/>
          </p:nvSpPr>
          <p:spPr>
            <a:xfrm>
              <a:off x="5492916" y="4364023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9" name="tx1488"/>
            <p:cNvSpPr/>
            <p:nvPr/>
          </p:nvSpPr>
          <p:spPr>
            <a:xfrm>
              <a:off x="556350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90" name="tx1489"/>
            <p:cNvSpPr/>
            <p:nvPr/>
          </p:nvSpPr>
          <p:spPr>
            <a:xfrm>
              <a:off x="56443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91" name="rc1490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92" name="pl1491"/>
            <p:cNvSpPr/>
            <p:nvPr/>
          </p:nvSpPr>
          <p:spPr>
            <a:xfrm>
              <a:off x="4385706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tx1492"/>
            <p:cNvSpPr/>
            <p:nvPr/>
          </p:nvSpPr>
          <p:spPr>
            <a:xfrm>
              <a:off x="4106388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94" name="tx1493"/>
            <p:cNvSpPr/>
            <p:nvPr/>
          </p:nvSpPr>
          <p:spPr>
            <a:xfrm>
              <a:off x="4106388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5" name="tx1494"/>
            <p:cNvSpPr/>
            <p:nvPr/>
          </p:nvSpPr>
          <p:spPr>
            <a:xfrm>
              <a:off x="4106388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6" name="tx1495"/>
            <p:cNvSpPr/>
            <p:nvPr/>
          </p:nvSpPr>
          <p:spPr>
            <a:xfrm>
              <a:off x="4106388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7" name="tx1496"/>
            <p:cNvSpPr/>
            <p:nvPr/>
          </p:nvSpPr>
          <p:spPr>
            <a:xfrm>
              <a:off x="4106388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8" name="pl1497"/>
            <p:cNvSpPr/>
            <p:nvPr/>
          </p:nvSpPr>
          <p:spPr>
            <a:xfrm>
              <a:off x="4354075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354075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4354075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4354075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1"/>
            <p:cNvSpPr/>
            <p:nvPr/>
          </p:nvSpPr>
          <p:spPr>
            <a:xfrm>
              <a:off x="4354075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2"/>
            <p:cNvSpPr/>
            <p:nvPr/>
          </p:nvSpPr>
          <p:spPr>
            <a:xfrm>
              <a:off x="4385706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3"/>
            <p:cNvSpPr/>
            <p:nvPr/>
          </p:nvSpPr>
          <p:spPr>
            <a:xfrm>
              <a:off x="4647494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4"/>
            <p:cNvSpPr/>
            <p:nvPr/>
          </p:nvSpPr>
          <p:spPr>
            <a:xfrm>
              <a:off x="5659443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5"/>
            <p:cNvSpPr/>
            <p:nvPr/>
          </p:nvSpPr>
          <p:spPr>
            <a:xfrm>
              <a:off x="667139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tx1506"/>
            <p:cNvSpPr/>
            <p:nvPr/>
          </p:nvSpPr>
          <p:spPr>
            <a:xfrm>
              <a:off x="4615719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8" name="tx1507"/>
            <p:cNvSpPr/>
            <p:nvPr/>
          </p:nvSpPr>
          <p:spPr>
            <a:xfrm>
              <a:off x="562766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9" name="tx1508"/>
            <p:cNvSpPr/>
            <p:nvPr/>
          </p:nvSpPr>
          <p:spPr>
            <a:xfrm>
              <a:off x="663961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10" name="tx1509"/>
            <p:cNvSpPr/>
            <p:nvPr/>
          </p:nvSpPr>
          <p:spPr>
            <a:xfrm>
              <a:off x="5372138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11" name="tx1510"/>
            <p:cNvSpPr/>
            <p:nvPr/>
          </p:nvSpPr>
          <p:spPr>
            <a:xfrm>
              <a:off x="4385706" y="3750979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2026-07-20T15:32:25Z</dcterms:modified>
  <cp:category/>
</cp:coreProperties>
</file>