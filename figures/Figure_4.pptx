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760000"/>
            <a:chOff x="914400" y="914400"/>
            <a:chExt cx="6120000" cy="576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76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576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138408" cy="27606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3418" y="952357"/>
              <a:ext cx="2880371" cy="27606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457695" y="1185068"/>
              <a:ext cx="2595112" cy="23257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698613" y="28353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751727" y="31653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792221" y="20859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573940" y="30163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618450" y="30563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807006" y="31584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603283" y="32227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568608" y="32387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641199" y="2119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794430" y="30423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782548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581869" y="31249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720816" y="27653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583637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788496" y="27358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804932" y="32756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718676" y="23850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602415" y="29697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690490" y="31130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582628" y="28403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656442" y="28878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88530" y="32849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85157" y="26923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600239" y="29155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807366" y="32693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17037" y="26030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627769" y="24721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23996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603854" y="33625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85096" y="32077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687991" y="31691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87128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818030" y="33738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837976" y="25164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587442" y="30287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74036" y="31398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14497" y="22909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797885" y="23051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742251" y="19757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835196" y="31539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585201" y="31228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782965" y="26026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756675" y="26297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719987" y="30321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819661" y="27384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1743646" y="32802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1782718" y="31934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1556975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643394" y="27786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556086" y="27681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1771162" y="33729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558132" y="26911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1787485" y="26800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812520" y="13792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1586103" y="28979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840594" y="24788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607987" y="18229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768043" y="18609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1806822" y="28031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555180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821750" y="30329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551000" y="28872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1711863" y="24242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617160" y="18698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653734" y="31210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651610" y="31489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1766299" y="29768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1586132" y="25423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1579779" y="30301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1741906" y="25377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1647604" y="27173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1609964" y="31655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1613121" y="31384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1558030" y="32197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1649808" y="31191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821589" y="31025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1737938" y="28920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1704629" y="28556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1633771" y="27611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1624256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1795827" y="23682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1581414" y="33511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1644859" y="31739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1610272" y="30461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728534" y="31145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698909" y="16379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1649001" y="26849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1566748" y="22161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1821429" y="21416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756900" y="21756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1642984" y="30027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1767321" y="27287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1841510" y="13754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1759701" y="33678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864265" y="27578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580369" y="31695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804715" y="33047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786463" y="27728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733770" y="32374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695430" y="32852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798311" y="33274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708841" y="29930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581955" y="31850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712609" y="32435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711167" y="32895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632137" y="32862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614983" y="30592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640919" y="29264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655700" y="30413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779347" y="32166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740569" y="30643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712888" y="32329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613998" y="31290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04567" y="32703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658322" y="32443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642506" y="32258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624898" y="24559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679591" y="32383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716249" y="26901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676201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662139" y="28687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682166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782176" y="32127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866222" y="33670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726956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2850175" y="25581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655134" y="33724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576980" y="28646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731239" y="30860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632982" y="23427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767932" y="33736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616826" y="30058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798302" y="32281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796855" y="31214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655808" y="29679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805059" y="30743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785007" y="32048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621973" y="28057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764014" y="28212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774427" y="30819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742777" y="25273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727440" y="30620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803330" y="23949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640544" y="30202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708777" y="32111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758015" y="23272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746803" y="21019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772684" y="24982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680150" y="31856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614238" y="31978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812928" y="32165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771885" y="27188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589529" y="32704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771618" y="30754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735000" y="32224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787175" y="26783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607527" y="29114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767532" y="30962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703178" y="29048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762392" y="32015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605373" y="25979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613674" y="27783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639253" y="31740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854591" y="26649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705298" y="31323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692276" y="32604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867223" y="15287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742370" y="30672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582990" y="32277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855346" y="33099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798600" y="26285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600829" y="31428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650136" y="29210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708280" y="22699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856799" y="30813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607207" y="32555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795474" y="28581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871326" y="27682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725274" y="23635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653187" y="12595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813844" y="32221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649996" y="30393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780609" y="31166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754500" y="27218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681084" y="18549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741949" y="29658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700344" y="30879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688287" y="33452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707415" y="33637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840434" y="27242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720475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805946" y="28145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864242" y="26710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2866212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836044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752684" y="31129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3684637" y="32953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3862145" y="32336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3775925" y="31788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859445" y="30365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3678926" y="29051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3707873" y="33229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3784614" y="32891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631675" y="32539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3804415" y="32928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721706" y="33504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3781730" y="33644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865834" y="33490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3716022" y="32987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3616342" y="31300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3713225" y="33212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633850" y="33676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3698184" y="33394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3641502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3854131" y="33226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607937" y="31612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3857751" y="28508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752430" y="33435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3667188" y="32906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3607638" y="33381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3897885" y="33640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3787749" y="33550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3645396" y="33364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789836" y="33470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717583" y="29980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646662" y="33139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710189" y="33416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684032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717696" y="32883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858846" y="31264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807634" y="33727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836759" y="29669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714985" y="33625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661099" y="29803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618502" y="32502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856640" y="32662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673394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671031" y="32943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794992" y="33388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778094" y="32444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797665" y="25736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826621" y="21102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854911" y="31105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876924" y="29486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802326" y="31351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720045" y="21528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652399" y="32843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650305" y="33378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740777" y="32929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866421" y="33486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763665" y="32851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699912" y="32933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796827" y="31716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858350" y="32907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611706" y="33559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850737" y="33423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645138" y="29254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639591" y="31636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42491" y="31301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864848" y="33213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701807" y="30769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800421" y="33478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750313" y="30986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827109" y="30936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682379" y="32693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618352" y="33347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833401" y="28441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848379" y="31625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712137" y="33666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886119" y="26853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847248" y="31260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645523" y="27792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666235" y="33109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698915" y="33241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869825" y="31870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868641" y="33566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888127" y="18922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878001" y="33278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877368" y="31553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897677" y="28399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802534" y="27074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633618" y="31782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654521" y="32054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678013" y="31451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717977" y="29026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691063" y="26693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3694880" y="30337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631276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615615" y="33736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767962" y="29596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737247" y="29141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672844" y="32585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846890" y="33623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705234" y="33703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808875" y="32355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722801" y="33692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635144" y="33693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679826" y="33256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673887" y="32739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640239" y="33689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3616251" y="28143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722015" y="32333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705720" y="33237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856840" y="33610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3790699" y="31028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870430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855529" y="33274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895354" y="27528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668467" y="33425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3839067" y="33619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3782726" y="28949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l319"/>
            <p:cNvSpPr/>
            <p:nvPr/>
          </p:nvSpPr>
          <p:spPr>
            <a:xfrm>
              <a:off x="1724378" y="1854121"/>
              <a:ext cx="0" cy="786830"/>
            </a:xfrm>
            <a:custGeom>
              <a:avLst/>
              <a:pathLst>
                <a:path w="0" h="786830">
                  <a:moveTo>
                    <a:pt x="0" y="7868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0"/>
            <p:cNvSpPr/>
            <p:nvPr/>
          </p:nvSpPr>
          <p:spPr>
            <a:xfrm>
              <a:off x="1724378" y="3196723"/>
              <a:ext cx="0" cy="208338"/>
            </a:xfrm>
            <a:custGeom>
              <a:avLst/>
              <a:pathLst>
                <a:path w="0" h="208338">
                  <a:moveTo>
                    <a:pt x="0" y="0"/>
                  </a:moveTo>
                  <a:lnTo>
                    <a:pt x="0" y="208338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1575655" y="2640952"/>
              <a:ext cx="297447" cy="555771"/>
            </a:xfrm>
            <a:custGeom>
              <a:avLst/>
              <a:pathLst>
                <a:path w="297447" h="555771">
                  <a:moveTo>
                    <a:pt x="0" y="0"/>
                  </a:moveTo>
                  <a:lnTo>
                    <a:pt x="0" y="555771"/>
                  </a:lnTo>
                  <a:lnTo>
                    <a:pt x="297447" y="555771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3" name="pl322"/>
            <p:cNvSpPr/>
            <p:nvPr/>
          </p:nvSpPr>
          <p:spPr>
            <a:xfrm>
              <a:off x="1575655" y="3004496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4" name="pl323"/>
            <p:cNvSpPr/>
            <p:nvPr/>
          </p:nvSpPr>
          <p:spPr>
            <a:xfrm>
              <a:off x="2755251" y="2133166"/>
              <a:ext cx="0" cy="676340"/>
            </a:xfrm>
            <a:custGeom>
              <a:avLst/>
              <a:pathLst>
                <a:path w="0" h="676340">
                  <a:moveTo>
                    <a:pt x="0" y="67634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4"/>
            <p:cNvSpPr/>
            <p:nvPr/>
          </p:nvSpPr>
          <p:spPr>
            <a:xfrm>
              <a:off x="2755251" y="3264183"/>
              <a:ext cx="0" cy="140879"/>
            </a:xfrm>
            <a:custGeom>
              <a:avLst/>
              <a:pathLst>
                <a:path w="0" h="140879">
                  <a:moveTo>
                    <a:pt x="0" y="0"/>
                  </a:moveTo>
                  <a:lnTo>
                    <a:pt x="0" y="140879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606528" y="2809506"/>
              <a:ext cx="297447" cy="454676"/>
            </a:xfrm>
            <a:custGeom>
              <a:avLst/>
              <a:pathLst>
                <a:path w="297447" h="454676">
                  <a:moveTo>
                    <a:pt x="0" y="0"/>
                  </a:moveTo>
                  <a:lnTo>
                    <a:pt x="0" y="454676"/>
                  </a:lnTo>
                  <a:lnTo>
                    <a:pt x="297447" y="454676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7" name="pl326"/>
            <p:cNvSpPr/>
            <p:nvPr/>
          </p:nvSpPr>
          <p:spPr>
            <a:xfrm>
              <a:off x="2606528" y="3113092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8" name="pl327"/>
            <p:cNvSpPr/>
            <p:nvPr/>
          </p:nvSpPr>
          <p:spPr>
            <a:xfrm>
              <a:off x="3786124" y="2810398"/>
              <a:ext cx="0" cy="329408"/>
            </a:xfrm>
            <a:custGeom>
              <a:avLst/>
              <a:pathLst>
                <a:path w="0" h="329408">
                  <a:moveTo>
                    <a:pt x="0" y="32940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8"/>
            <p:cNvSpPr/>
            <p:nvPr/>
          </p:nvSpPr>
          <p:spPr>
            <a:xfrm>
              <a:off x="3786124" y="3373604"/>
              <a:ext cx="0" cy="31457"/>
            </a:xfrm>
            <a:custGeom>
              <a:avLst/>
              <a:pathLst>
                <a:path w="0" h="31457">
                  <a:moveTo>
                    <a:pt x="0" y="0"/>
                  </a:moveTo>
                  <a:lnTo>
                    <a:pt x="0" y="31457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3637401" y="3139806"/>
              <a:ext cx="297447" cy="233798"/>
            </a:xfrm>
            <a:custGeom>
              <a:avLst/>
              <a:pathLst>
                <a:path w="297447" h="233798">
                  <a:moveTo>
                    <a:pt x="0" y="0"/>
                  </a:moveTo>
                  <a:lnTo>
                    <a:pt x="0" y="233798"/>
                  </a:lnTo>
                  <a:lnTo>
                    <a:pt x="297447" y="233798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1" name="pl330"/>
            <p:cNvSpPr/>
            <p:nvPr/>
          </p:nvSpPr>
          <p:spPr>
            <a:xfrm>
              <a:off x="3637401" y="3317937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1724378" y="2690292"/>
              <a:ext cx="2082129" cy="614205"/>
            </a:xfrm>
            <a:custGeom>
              <a:avLst/>
              <a:pathLst>
                <a:path w="2082129" h="614205">
                  <a:moveTo>
                    <a:pt x="0" y="0"/>
                  </a:moveTo>
                  <a:lnTo>
                    <a:pt x="520532" y="134430"/>
                  </a:lnTo>
                  <a:lnTo>
                    <a:pt x="1026192" y="253398"/>
                  </a:lnTo>
                  <a:lnTo>
                    <a:pt x="1487235" y="336805"/>
                  </a:lnTo>
                  <a:lnTo>
                    <a:pt x="2082129" y="405400"/>
                  </a:lnTo>
                  <a:lnTo>
                    <a:pt x="2082129" y="614205"/>
                  </a:lnTo>
                  <a:lnTo>
                    <a:pt x="1487235" y="478730"/>
                  </a:lnTo>
                  <a:lnTo>
                    <a:pt x="1026192" y="403982"/>
                  </a:lnTo>
                  <a:lnTo>
                    <a:pt x="520532" y="349490"/>
                  </a:lnTo>
                  <a:lnTo>
                    <a:pt x="0" y="305359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3" name="pl332"/>
            <p:cNvSpPr/>
            <p:nvPr/>
          </p:nvSpPr>
          <p:spPr>
            <a:xfrm>
              <a:off x="1724378" y="2690292"/>
              <a:ext cx="2082129" cy="405400"/>
            </a:xfrm>
            <a:custGeom>
              <a:avLst/>
              <a:pathLst>
                <a:path w="2082129" h="405400">
                  <a:moveTo>
                    <a:pt x="0" y="0"/>
                  </a:moveTo>
                  <a:lnTo>
                    <a:pt x="520532" y="134430"/>
                  </a:lnTo>
                  <a:lnTo>
                    <a:pt x="1026192" y="253398"/>
                  </a:lnTo>
                  <a:lnTo>
                    <a:pt x="1487235" y="336805"/>
                  </a:lnTo>
                  <a:lnTo>
                    <a:pt x="2082129" y="4054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4" name="pl333"/>
            <p:cNvSpPr/>
            <p:nvPr/>
          </p:nvSpPr>
          <p:spPr>
            <a:xfrm>
              <a:off x="1724378" y="2995651"/>
              <a:ext cx="2082129" cy="308846"/>
            </a:xfrm>
            <a:custGeom>
              <a:avLst/>
              <a:pathLst>
                <a:path w="2082129" h="308846">
                  <a:moveTo>
                    <a:pt x="2082129" y="308846"/>
                  </a:moveTo>
                  <a:lnTo>
                    <a:pt x="1487235" y="173371"/>
                  </a:lnTo>
                  <a:lnTo>
                    <a:pt x="1026192" y="98623"/>
                  </a:lnTo>
                  <a:lnTo>
                    <a:pt x="520532" y="441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5" name="pl334"/>
            <p:cNvSpPr/>
            <p:nvPr/>
          </p:nvSpPr>
          <p:spPr>
            <a:xfrm>
              <a:off x="1724378" y="2842972"/>
              <a:ext cx="2082129" cy="357123"/>
            </a:xfrm>
            <a:custGeom>
              <a:avLst/>
              <a:pathLst>
                <a:path w="2082129" h="357123">
                  <a:moveTo>
                    <a:pt x="0" y="0"/>
                  </a:moveTo>
                  <a:lnTo>
                    <a:pt x="520532" y="89280"/>
                  </a:lnTo>
                  <a:lnTo>
                    <a:pt x="1026192" y="176010"/>
                  </a:lnTo>
                  <a:lnTo>
                    <a:pt x="1487235" y="255088"/>
                  </a:lnTo>
                  <a:lnTo>
                    <a:pt x="2082129" y="357123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tx335"/>
            <p:cNvSpPr/>
            <p:nvPr/>
          </p:nvSpPr>
          <p:spPr>
            <a:xfrm>
              <a:off x="1724378" y="1398782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337" name="tx336"/>
            <p:cNvSpPr/>
            <p:nvPr/>
          </p:nvSpPr>
          <p:spPr>
            <a:xfrm>
              <a:off x="1823056" y="1398782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338" name="tx337"/>
            <p:cNvSpPr/>
            <p:nvPr/>
          </p:nvSpPr>
          <p:spPr>
            <a:xfrm>
              <a:off x="1864972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339" name="tx338"/>
            <p:cNvSpPr/>
            <p:nvPr/>
          </p:nvSpPr>
          <p:spPr>
            <a:xfrm>
              <a:off x="1945809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40" name="tx339"/>
            <p:cNvSpPr/>
            <p:nvPr/>
          </p:nvSpPr>
          <p:spPr>
            <a:xfrm>
              <a:off x="2026606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341" name="tx340"/>
            <p:cNvSpPr/>
            <p:nvPr/>
          </p:nvSpPr>
          <p:spPr>
            <a:xfrm>
              <a:off x="2107388" y="1398691"/>
              <a:ext cx="5047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-1.488</a:t>
              </a:r>
            </a:p>
          </p:txBody>
        </p:sp>
        <p:sp>
          <p:nvSpPr>
            <p:cNvPr id="342" name="tx341"/>
            <p:cNvSpPr/>
            <p:nvPr/>
          </p:nvSpPr>
          <p:spPr>
            <a:xfrm>
              <a:off x="2612137" y="1398691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343" name="tx342"/>
            <p:cNvSpPr/>
            <p:nvPr/>
          </p:nvSpPr>
          <p:spPr>
            <a:xfrm>
              <a:off x="2682729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44" name="tx343"/>
            <p:cNvSpPr/>
            <p:nvPr/>
          </p:nvSpPr>
          <p:spPr>
            <a:xfrm>
              <a:off x="2763525" y="139869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0.017</a:t>
              </a:r>
            </a:p>
          </p:txBody>
        </p:sp>
        <p:sp>
          <p:nvSpPr>
            <p:cNvPr id="345" name="rc344"/>
            <p:cNvSpPr/>
            <p:nvPr/>
          </p:nvSpPr>
          <p:spPr>
            <a:xfrm>
              <a:off x="1457695" y="1185068"/>
              <a:ext cx="2595112" cy="232570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46" name="pl345"/>
            <p:cNvSpPr/>
            <p:nvPr/>
          </p:nvSpPr>
          <p:spPr>
            <a:xfrm>
              <a:off x="1457695" y="1185068"/>
              <a:ext cx="0" cy="2325708"/>
            </a:xfrm>
            <a:custGeom>
              <a:avLst/>
              <a:pathLst>
                <a:path w="0" h="2325708">
                  <a:moveTo>
                    <a:pt x="0" y="2325708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tx346"/>
            <p:cNvSpPr/>
            <p:nvPr/>
          </p:nvSpPr>
          <p:spPr>
            <a:xfrm>
              <a:off x="1337208" y="336405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8" name="tx347"/>
            <p:cNvSpPr/>
            <p:nvPr/>
          </p:nvSpPr>
          <p:spPr>
            <a:xfrm>
              <a:off x="1337208" y="267831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9" name="tx348"/>
            <p:cNvSpPr/>
            <p:nvPr/>
          </p:nvSpPr>
          <p:spPr>
            <a:xfrm>
              <a:off x="1337208" y="1992582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50" name="tx349"/>
            <p:cNvSpPr/>
            <p:nvPr/>
          </p:nvSpPr>
          <p:spPr>
            <a:xfrm>
              <a:off x="1273657" y="1306848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12</a:t>
              </a:r>
            </a:p>
          </p:txBody>
        </p:sp>
        <p:sp>
          <p:nvSpPr>
            <p:cNvPr id="351" name="pl350"/>
            <p:cNvSpPr/>
            <p:nvPr/>
          </p:nvSpPr>
          <p:spPr>
            <a:xfrm>
              <a:off x="1426063" y="340506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1"/>
            <p:cNvSpPr/>
            <p:nvPr/>
          </p:nvSpPr>
          <p:spPr>
            <a:xfrm>
              <a:off x="1426063" y="271932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2"/>
            <p:cNvSpPr/>
            <p:nvPr/>
          </p:nvSpPr>
          <p:spPr>
            <a:xfrm>
              <a:off x="1426063" y="203359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3"/>
            <p:cNvSpPr/>
            <p:nvPr/>
          </p:nvSpPr>
          <p:spPr>
            <a:xfrm>
              <a:off x="1426063" y="134785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4"/>
            <p:cNvSpPr/>
            <p:nvPr/>
          </p:nvSpPr>
          <p:spPr>
            <a:xfrm>
              <a:off x="1457695" y="3510777"/>
              <a:ext cx="2595112" cy="0"/>
            </a:xfrm>
            <a:custGeom>
              <a:avLst/>
              <a:pathLst>
                <a:path w="2595112" h="0">
                  <a:moveTo>
                    <a:pt x="0" y="0"/>
                  </a:moveTo>
                  <a:lnTo>
                    <a:pt x="2595112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5"/>
            <p:cNvSpPr/>
            <p:nvPr/>
          </p:nvSpPr>
          <p:spPr>
            <a:xfrm>
              <a:off x="1724378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6"/>
            <p:cNvSpPr/>
            <p:nvPr/>
          </p:nvSpPr>
          <p:spPr>
            <a:xfrm>
              <a:off x="2755251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7"/>
            <p:cNvSpPr/>
            <p:nvPr/>
          </p:nvSpPr>
          <p:spPr>
            <a:xfrm>
              <a:off x="3786124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tx358"/>
            <p:cNvSpPr/>
            <p:nvPr/>
          </p:nvSpPr>
          <p:spPr>
            <a:xfrm>
              <a:off x="1692603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60" name="tx359"/>
            <p:cNvSpPr/>
            <p:nvPr/>
          </p:nvSpPr>
          <p:spPr>
            <a:xfrm>
              <a:off x="2723476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61" name="tx360"/>
            <p:cNvSpPr/>
            <p:nvPr/>
          </p:nvSpPr>
          <p:spPr>
            <a:xfrm>
              <a:off x="3754349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2" name="tx361"/>
            <p:cNvSpPr/>
            <p:nvPr/>
          </p:nvSpPr>
          <p:spPr>
            <a:xfrm rot="-5400000">
              <a:off x="25508" y="2297813"/>
              <a:ext cx="201862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Within-species SS (log-biomass)</a:t>
              </a:r>
            </a:p>
          </p:txBody>
        </p:sp>
        <p:sp>
          <p:nvSpPr>
            <p:cNvPr id="363" name="tx362"/>
            <p:cNvSpPr/>
            <p:nvPr/>
          </p:nvSpPr>
          <p:spPr>
            <a:xfrm>
              <a:off x="1457695" y="990315"/>
              <a:ext cx="111757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364" name="rc363"/>
            <p:cNvSpPr/>
            <p:nvPr/>
          </p:nvSpPr>
          <p:spPr>
            <a:xfrm>
              <a:off x="4338066" y="1185068"/>
              <a:ext cx="2595112" cy="23257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4521384" y="33273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4602068" y="28832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4499125" y="27329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4558442" y="31025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4673101" y="31765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4545232" y="32379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4594210" y="32708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4534129" y="32986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4556713" y="18399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4606006" y="31827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4459198" y="3373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4492664" y="31925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4700401" y="31377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4628677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4526431" y="32618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4618471" y="32685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4586032" y="32843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4502420" y="31862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4700894" y="31899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4551118" y="30902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4685714" y="31424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4541651" y="32408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4673422" y="30332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4456302" y="257554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4533449" y="33281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4527936" y="33255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4701117" y="29712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4562921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4544714" y="33488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4434118" y="31863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4538891" y="32089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4691311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4558415" y="33526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4478712" y="20464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4640619" y="30871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4672003" y="32884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4536377" y="27913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4637295" y="25802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4541213" y="22336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4521182" y="31482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4611954" y="32409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4462064" y="29685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4540840" y="23387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4545963" y="27741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4527195" y="29528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4620942" y="29385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4500513" y="26514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4710253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4587405" y="28169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4510680" y="28618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4625221" y="33641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4545122" y="26779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4605286" y="31237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4458182" y="15214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4640554" y="25096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4517468" y="29352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4559405" y="30448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4601991" y="26161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4669484" y="31134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4547601" y="3373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4588909" y="31432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4681250" y="30416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4672328" y="31199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4619419" y="27794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4681529" y="29932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4709392" y="31272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4600930" y="31631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4512399" y="31330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4649705" y="32144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4610808" y="30197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4710246" y="30847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4463148" y="27413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4703188" y="30590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4528495" y="32904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4589611" y="30929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4595515" y="31435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4674868" y="316958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4586594" y="32125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4481246" y="31480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4533394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4499544" y="32299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4494738" y="33016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4687014" y="31824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4443459" y="31973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4537536" y="32022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4544908" y="23299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4586666" y="27144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4669770" y="20533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4563747" y="24941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4711712" y="22289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4466053" y="32396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4634313" y="31476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4711232" y="28655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4550793" y="332094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5490531" y="30554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5624062" y="33254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5481202" y="33143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5610362" y="30038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5683093" y="32804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5612317" y="33466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5514135" y="33206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5597842" y="32180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5484568" y="33247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5716981" y="33029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5710983" y="33263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5737368" y="33263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5709920" y="32286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5677570" y="32280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5686969" y="32537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5571870" y="32639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5524922" y="31360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5542730" y="33136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5749453" y="32149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5522526" y="33463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5627288" y="33526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5688819" y="332135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5746699" y="29026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5734557" y="33459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5560208" y="27286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5481862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5624329" y="32744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5513691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5548215" y="32308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5574809" y="33737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5596059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5656889" y="27701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5511702" y="33658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5650108" y="26458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5529569" y="31456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5640208" y="25500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5699775" y="33729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5720124" y="31542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5461701" y="32201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5568628" y="32991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5686756" y="3247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5749518" y="30126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5574691" y="3287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5614455" y="30929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5457839" y="25874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5531224" y="32234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5589177" y="28546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5628062" y="31143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458629" y="29559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5671905" y="32035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649180" y="33042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5698909" y="24232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566353" y="17229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5488211" y="30198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477274" y="32391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5545715" y="31776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685233" y="32718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607875" y="27898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577252" y="33660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617398" y="31391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677849" y="33319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671660" y="29637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596844" y="31160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655210" y="31807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749249" y="31189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560118" y="33091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482511" y="31925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676587" y="32397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607998" y="33224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474981" y="22243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667164" y="32881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615019" y="32412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628042" y="20464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632316" y="30016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470894" y="28394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700636" y="33155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574397" y="31548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534913" y="31698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547871" y="30135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482938" y="27937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504675" y="30280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475672" y="32082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650020" y="30044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735493" y="28259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561266" y="29506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714482" y="12595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677403" y="32861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498270" y="30560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668271" y="29655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729049" y="24120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550813" y="22573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599180" y="26119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677475" y="32034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497481" y="33393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666763" y="32277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738422" y="28374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623491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590576" y="30886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696968" y="26418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5618373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587652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630036" y="30516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708769" y="33239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542728" y="32407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776478" y="32802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774308" y="30800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617164" y="30394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684081" y="3355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597238" y="33160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668592" y="32581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780832" y="33300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581334" y="33735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517706" y="33630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732902" y="33646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608300" y="33570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763023" y="32573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532816" y="33254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631638" y="33616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694397" y="30922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599803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778383" y="33623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6678085" y="31126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6687716" y="30609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6491859" y="33271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6768621" y="33357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6636171" y="330404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6601562" y="33357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6770780" y="33735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6661698" y="33689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6538840" y="33352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6697305" y="27577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6518955" y="33339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6589176" y="33227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6584868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6718566" y="33201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6736203" y="33447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6656529" y="33738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6773922" y="28170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6771803" y="33705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6489497" y="31047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6564961" y="32257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6569829" y="32199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6509581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6599567" y="33210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6503728" y="33544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6559662" y="33013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6695076" y="28240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6580397" y="25830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6738398" y="32388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6640135" y="31990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6748702" y="31945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6550045" y="33342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6649966" y="33583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6631368" y="33559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6752740" y="32846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6520305" y="33162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6649624" y="31895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6673383" y="33497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6610868" y="32645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6757079" y="33611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6584784" y="33568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6501698" y="33571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6585758" y="30774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6580479" y="29175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6749273" y="31007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6572208" y="33132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598429" y="32351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6688106" y="33410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6633603" y="33620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6675707" y="31458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6665597" y="33336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6613286" y="33681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6488501" y="31375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6780918" y="33350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6562618" y="33727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6508849" y="31373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6606151" y="29372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6578717" y="32060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6649143" y="32960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6493384" y="33736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6623237" y="32217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6560874" y="32864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6496044" y="21209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6734963" y="33658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6640403" y="33314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6700706" y="32133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6546865" y="29841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6654424" y="33202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6752358" y="33509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6651158" y="32628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6691653" y="27294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6548707" y="29851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665877" y="31923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6608079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6558052" y="33727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6780145" y="30210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6570961" y="29224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6773535" y="31319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6710829" y="33559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6645941" y="33736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6623569" y="33628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6747083" y="33708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6493002" y="33636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6709748" y="32720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6554401" y="31608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6582074" y="33738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6613471" y="31783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6761190" y="32744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6609927" y="33545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6495365" y="33512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6543750" y="32194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6741570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6568230" y="33238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6743357" y="31485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6585241" y="33623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6755347" y="337385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6586779" y="31539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4604749" y="2361171"/>
              <a:ext cx="0" cy="540024"/>
            </a:xfrm>
            <a:custGeom>
              <a:avLst/>
              <a:pathLst>
                <a:path w="0" h="540024">
                  <a:moveTo>
                    <a:pt x="0" y="54002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4604749" y="3271717"/>
              <a:ext cx="0" cy="133344"/>
            </a:xfrm>
            <a:custGeom>
              <a:avLst/>
              <a:pathLst>
                <a:path w="0" h="133344">
                  <a:moveTo>
                    <a:pt x="0" y="0"/>
                  </a:moveTo>
                  <a:lnTo>
                    <a:pt x="0" y="133344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4456026" y="2901195"/>
              <a:ext cx="297447" cy="370521"/>
            </a:xfrm>
            <a:custGeom>
              <a:avLst/>
              <a:pathLst>
                <a:path w="297447" h="370521">
                  <a:moveTo>
                    <a:pt x="0" y="0"/>
                  </a:moveTo>
                  <a:lnTo>
                    <a:pt x="0" y="370521"/>
                  </a:lnTo>
                  <a:lnTo>
                    <a:pt x="297447" y="370521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9" name="pl678"/>
            <p:cNvSpPr/>
            <p:nvPr/>
          </p:nvSpPr>
          <p:spPr>
            <a:xfrm>
              <a:off x="4456026" y="3171298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0" name="pl679"/>
            <p:cNvSpPr/>
            <p:nvPr/>
          </p:nvSpPr>
          <p:spPr>
            <a:xfrm>
              <a:off x="5635623" y="2581234"/>
              <a:ext cx="0" cy="451605"/>
            </a:xfrm>
            <a:custGeom>
              <a:avLst/>
              <a:pathLst>
                <a:path w="0" h="451605">
                  <a:moveTo>
                    <a:pt x="0" y="4516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5635623" y="3344801"/>
              <a:ext cx="0" cy="60259"/>
            </a:xfrm>
            <a:custGeom>
              <a:avLst/>
              <a:pathLst>
                <a:path w="0" h="60259">
                  <a:moveTo>
                    <a:pt x="0" y="0"/>
                  </a:moveTo>
                  <a:lnTo>
                    <a:pt x="0" y="60259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5486899" y="3032839"/>
              <a:ext cx="297447" cy="311962"/>
            </a:xfrm>
            <a:custGeom>
              <a:avLst/>
              <a:pathLst>
                <a:path w="297447" h="311962">
                  <a:moveTo>
                    <a:pt x="0" y="0"/>
                  </a:moveTo>
                  <a:lnTo>
                    <a:pt x="0" y="311962"/>
                  </a:lnTo>
                  <a:lnTo>
                    <a:pt x="297447" y="311962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5486899" y="3239476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6666496" y="2968422"/>
              <a:ext cx="0" cy="249492"/>
            </a:xfrm>
            <a:custGeom>
              <a:avLst/>
              <a:pathLst>
                <a:path w="0" h="249492">
                  <a:moveTo>
                    <a:pt x="0" y="24949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6666496" y="3388623"/>
              <a:ext cx="0" cy="16438"/>
            </a:xfrm>
            <a:custGeom>
              <a:avLst/>
              <a:pathLst>
                <a:path w="0" h="16438">
                  <a:moveTo>
                    <a:pt x="0" y="0"/>
                  </a:moveTo>
                  <a:lnTo>
                    <a:pt x="0" y="16438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6517772" y="3217914"/>
              <a:ext cx="297447" cy="170708"/>
            </a:xfrm>
            <a:custGeom>
              <a:avLst/>
              <a:pathLst>
                <a:path w="297447" h="170708">
                  <a:moveTo>
                    <a:pt x="0" y="0"/>
                  </a:moveTo>
                  <a:lnTo>
                    <a:pt x="0" y="170708"/>
                  </a:lnTo>
                  <a:lnTo>
                    <a:pt x="297447" y="170708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6517772" y="3351402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604749" y="2854720"/>
              <a:ext cx="2082129" cy="502116"/>
            </a:xfrm>
            <a:custGeom>
              <a:avLst/>
              <a:pathLst>
                <a:path w="2082129" h="502116">
                  <a:moveTo>
                    <a:pt x="0" y="0"/>
                  </a:moveTo>
                  <a:lnTo>
                    <a:pt x="520532" y="108347"/>
                  </a:lnTo>
                  <a:lnTo>
                    <a:pt x="1026192" y="202876"/>
                  </a:lnTo>
                  <a:lnTo>
                    <a:pt x="1487235" y="265263"/>
                  </a:lnTo>
                  <a:lnTo>
                    <a:pt x="2082129" y="308431"/>
                  </a:lnTo>
                  <a:lnTo>
                    <a:pt x="2082129" y="502116"/>
                  </a:lnTo>
                  <a:lnTo>
                    <a:pt x="1487235" y="395283"/>
                  </a:lnTo>
                  <a:lnTo>
                    <a:pt x="1026192" y="341419"/>
                  </a:lnTo>
                  <a:lnTo>
                    <a:pt x="520532" y="308447"/>
                  </a:lnTo>
                  <a:lnTo>
                    <a:pt x="0" y="285544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89" name="pl688"/>
            <p:cNvSpPr/>
            <p:nvPr/>
          </p:nvSpPr>
          <p:spPr>
            <a:xfrm>
              <a:off x="4604749" y="2854720"/>
              <a:ext cx="2082129" cy="308431"/>
            </a:xfrm>
            <a:custGeom>
              <a:avLst/>
              <a:pathLst>
                <a:path w="2082129" h="308431">
                  <a:moveTo>
                    <a:pt x="0" y="0"/>
                  </a:moveTo>
                  <a:lnTo>
                    <a:pt x="520532" y="108347"/>
                  </a:lnTo>
                  <a:lnTo>
                    <a:pt x="1026192" y="202876"/>
                  </a:lnTo>
                  <a:lnTo>
                    <a:pt x="1487235" y="265263"/>
                  </a:lnTo>
                  <a:lnTo>
                    <a:pt x="2082129" y="308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0" name="pl689"/>
            <p:cNvSpPr/>
            <p:nvPr/>
          </p:nvSpPr>
          <p:spPr>
            <a:xfrm>
              <a:off x="4604749" y="3140264"/>
              <a:ext cx="2082129" cy="216572"/>
            </a:xfrm>
            <a:custGeom>
              <a:avLst/>
              <a:pathLst>
                <a:path w="2082129" h="216572">
                  <a:moveTo>
                    <a:pt x="2082129" y="216572"/>
                  </a:moveTo>
                  <a:lnTo>
                    <a:pt x="1487235" y="109738"/>
                  </a:lnTo>
                  <a:lnTo>
                    <a:pt x="1026192" y="55875"/>
                  </a:lnTo>
                  <a:lnTo>
                    <a:pt x="520532" y="229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1" name="pl690"/>
            <p:cNvSpPr/>
            <p:nvPr/>
          </p:nvSpPr>
          <p:spPr>
            <a:xfrm>
              <a:off x="4604749" y="2997492"/>
              <a:ext cx="2082129" cy="262501"/>
            </a:xfrm>
            <a:custGeom>
              <a:avLst/>
              <a:pathLst>
                <a:path w="2082129" h="262501">
                  <a:moveTo>
                    <a:pt x="0" y="0"/>
                  </a:moveTo>
                  <a:lnTo>
                    <a:pt x="520532" y="65625"/>
                  </a:lnTo>
                  <a:lnTo>
                    <a:pt x="1026192" y="129375"/>
                  </a:lnTo>
                  <a:lnTo>
                    <a:pt x="1487235" y="187501"/>
                  </a:lnTo>
                  <a:lnTo>
                    <a:pt x="2082129" y="262501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tx691"/>
            <p:cNvSpPr/>
            <p:nvPr/>
          </p:nvSpPr>
          <p:spPr>
            <a:xfrm>
              <a:off x="4604749" y="1398782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693" name="tx692"/>
            <p:cNvSpPr/>
            <p:nvPr/>
          </p:nvSpPr>
          <p:spPr>
            <a:xfrm>
              <a:off x="4703427" y="1398782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694" name="tx693"/>
            <p:cNvSpPr/>
            <p:nvPr/>
          </p:nvSpPr>
          <p:spPr>
            <a:xfrm>
              <a:off x="4745343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695" name="tx694"/>
            <p:cNvSpPr/>
            <p:nvPr/>
          </p:nvSpPr>
          <p:spPr>
            <a:xfrm>
              <a:off x="4826181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696" name="tx695"/>
            <p:cNvSpPr/>
            <p:nvPr/>
          </p:nvSpPr>
          <p:spPr>
            <a:xfrm>
              <a:off x="4906977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697" name="tx696"/>
            <p:cNvSpPr/>
            <p:nvPr/>
          </p:nvSpPr>
          <p:spPr>
            <a:xfrm>
              <a:off x="4987760" y="1398691"/>
              <a:ext cx="5047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-1.533</a:t>
              </a:r>
            </a:p>
          </p:txBody>
        </p:sp>
        <p:sp>
          <p:nvSpPr>
            <p:cNvPr id="698" name="tx697"/>
            <p:cNvSpPr/>
            <p:nvPr/>
          </p:nvSpPr>
          <p:spPr>
            <a:xfrm>
              <a:off x="5492508" y="1398691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699" name="tx698"/>
            <p:cNvSpPr/>
            <p:nvPr/>
          </p:nvSpPr>
          <p:spPr>
            <a:xfrm>
              <a:off x="5563100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700" name="tx699"/>
            <p:cNvSpPr/>
            <p:nvPr/>
          </p:nvSpPr>
          <p:spPr>
            <a:xfrm>
              <a:off x="5643896" y="139869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0.038</a:t>
              </a:r>
            </a:p>
          </p:txBody>
        </p:sp>
        <p:sp>
          <p:nvSpPr>
            <p:cNvPr id="701" name="rc700"/>
            <p:cNvSpPr/>
            <p:nvPr/>
          </p:nvSpPr>
          <p:spPr>
            <a:xfrm>
              <a:off x="4338066" y="1185068"/>
              <a:ext cx="2595112" cy="232570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02" name="pl701"/>
            <p:cNvSpPr/>
            <p:nvPr/>
          </p:nvSpPr>
          <p:spPr>
            <a:xfrm>
              <a:off x="4338066" y="1185068"/>
              <a:ext cx="0" cy="2325708"/>
            </a:xfrm>
            <a:custGeom>
              <a:avLst/>
              <a:pathLst>
                <a:path w="0" h="2325708">
                  <a:moveTo>
                    <a:pt x="0" y="2325708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tx702"/>
            <p:cNvSpPr/>
            <p:nvPr/>
          </p:nvSpPr>
          <p:spPr>
            <a:xfrm>
              <a:off x="4217579" y="336405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04" name="tx703"/>
            <p:cNvSpPr/>
            <p:nvPr/>
          </p:nvSpPr>
          <p:spPr>
            <a:xfrm>
              <a:off x="4217579" y="2752318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05" name="tx704"/>
            <p:cNvSpPr/>
            <p:nvPr/>
          </p:nvSpPr>
          <p:spPr>
            <a:xfrm>
              <a:off x="4154028" y="2140585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706" name="tx705"/>
            <p:cNvSpPr/>
            <p:nvPr/>
          </p:nvSpPr>
          <p:spPr>
            <a:xfrm>
              <a:off x="4154028" y="1528853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707" name="pl706"/>
            <p:cNvSpPr/>
            <p:nvPr/>
          </p:nvSpPr>
          <p:spPr>
            <a:xfrm>
              <a:off x="4306435" y="340506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7"/>
            <p:cNvSpPr/>
            <p:nvPr/>
          </p:nvSpPr>
          <p:spPr>
            <a:xfrm>
              <a:off x="4306435" y="279332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8"/>
            <p:cNvSpPr/>
            <p:nvPr/>
          </p:nvSpPr>
          <p:spPr>
            <a:xfrm>
              <a:off x="4306435" y="218159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09"/>
            <p:cNvSpPr/>
            <p:nvPr/>
          </p:nvSpPr>
          <p:spPr>
            <a:xfrm>
              <a:off x="4306435" y="156986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0"/>
            <p:cNvSpPr/>
            <p:nvPr/>
          </p:nvSpPr>
          <p:spPr>
            <a:xfrm>
              <a:off x="4338066" y="3510777"/>
              <a:ext cx="2595112" cy="0"/>
            </a:xfrm>
            <a:custGeom>
              <a:avLst/>
              <a:pathLst>
                <a:path w="2595112" h="0">
                  <a:moveTo>
                    <a:pt x="0" y="0"/>
                  </a:moveTo>
                  <a:lnTo>
                    <a:pt x="2595112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1"/>
            <p:cNvSpPr/>
            <p:nvPr/>
          </p:nvSpPr>
          <p:spPr>
            <a:xfrm>
              <a:off x="4604749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2"/>
            <p:cNvSpPr/>
            <p:nvPr/>
          </p:nvSpPr>
          <p:spPr>
            <a:xfrm>
              <a:off x="5635623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3"/>
            <p:cNvSpPr/>
            <p:nvPr/>
          </p:nvSpPr>
          <p:spPr>
            <a:xfrm>
              <a:off x="6666496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tx714"/>
            <p:cNvSpPr/>
            <p:nvPr/>
          </p:nvSpPr>
          <p:spPr>
            <a:xfrm>
              <a:off x="4572974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16" name="tx715"/>
            <p:cNvSpPr/>
            <p:nvPr/>
          </p:nvSpPr>
          <p:spPr>
            <a:xfrm>
              <a:off x="5603847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17" name="tx716"/>
            <p:cNvSpPr/>
            <p:nvPr/>
          </p:nvSpPr>
          <p:spPr>
            <a:xfrm>
              <a:off x="6634720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18" name="tx717"/>
            <p:cNvSpPr/>
            <p:nvPr/>
          </p:nvSpPr>
          <p:spPr>
            <a:xfrm>
              <a:off x="4338066" y="990315"/>
              <a:ext cx="11097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719" name="rc718"/>
            <p:cNvSpPr/>
            <p:nvPr/>
          </p:nvSpPr>
          <p:spPr>
            <a:xfrm>
              <a:off x="965010" y="3713021"/>
              <a:ext cx="3090767" cy="29234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rc719"/>
            <p:cNvSpPr/>
            <p:nvPr/>
          </p:nvSpPr>
          <p:spPr>
            <a:xfrm>
              <a:off x="4055778" y="3713021"/>
              <a:ext cx="2928011" cy="29234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rc720"/>
            <p:cNvSpPr/>
            <p:nvPr/>
          </p:nvSpPr>
          <p:spPr>
            <a:xfrm>
              <a:off x="1457695" y="3945732"/>
              <a:ext cx="2547472" cy="23257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1604722" y="49035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1756867" y="45499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1697252" y="45275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1686842" y="61294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1646213" y="44895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1639733" y="44947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1729223" y="44612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1568970" y="46705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1618917" y="61294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1811480" y="46999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1651474" y="44848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591899" y="45387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1817552" y="48216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1770567" y="58979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1689528" y="50230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1643120" y="60393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1733080" y="50712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1798866" y="47938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1564531" y="46520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1657368" y="45017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1566203" y="46932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1790159" y="55639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1795672" y="61294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1677742" y="61294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1672855" y="55375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1724557" y="44256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1685127" y="55128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1781782" y="44257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799704" y="55509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1547426" y="61294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1746626" y="52512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624611" y="44353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1817226" y="53335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1731646" y="48937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1558328" y="51486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1598112" y="61294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1700510" y="47831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1623418" y="47835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1678076" y="50224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1653390" y="47416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1734334" y="52240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1737094" y="50040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1636310" y="61287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1742256" y="52140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1677357" y="54984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1573543" y="60820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1715023" y="48613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1674802" y="53954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1687095" y="48615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1703269" y="46177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1785464" y="60584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1630339" y="60272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1814264" y="55760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1796795" y="61285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820930" y="45432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624777" y="58114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1634492" y="46832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1800843" y="57403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1652943" y="61294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1830042" y="55828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1804939" y="54070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1654245" y="61294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1702176" y="50500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1756522" y="50525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1732499" y="60230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1730889" y="60782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1749279" y="60052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1785091" y="54226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1559776" y="59388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1814519" y="54949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1614177" y="52243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1638355" y="60709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1612141" y="56871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1625898" y="57182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1647832" y="54593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1816272" y="59727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1638115" y="51671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1584312" y="51473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1795964" y="56117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1652066" y="49922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1544473" y="49518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1683585" y="60845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1640937" y="46249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1630164" y="50812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1636935" y="49955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1831930" y="54649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1770044" y="54567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1617388" y="59528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1686831" y="58636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1747396" y="44657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1653629" y="44331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1587625" y="57366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1779129" y="44257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1566736" y="57079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1622251" y="60159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786274" y="61260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657064" y="45296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767406" y="46372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814760" y="45575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2707670" y="47249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774173" y="49850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743653" y="45169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842392" y="46371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765293" y="45663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730117" y="47443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2621760" y="47630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713397" y="44368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811205" y="45615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2841944" y="45036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639995" y="46941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713515" y="44704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595120" y="61294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841222" y="46439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574952" y="44257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706169" y="45846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840311" y="51337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816742" y="59123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2608474" y="50555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607148" y="61294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2562205" y="44866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773441" y="44570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690791" y="44679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632880" y="44618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2756277" y="46974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675568" y="4489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642888" y="44541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659093" y="44256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673511" y="45847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747710" y="45645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711807" y="44265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656293" y="47625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789711" y="44400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785227" y="46351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835795" y="44894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646645" y="45452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735907" y="44257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2817760" y="45064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2620515" y="44469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2800344" y="45280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2750786" y="47669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724308" y="50462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647583" y="47118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780772" y="47753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793203" y="48274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708964" y="52252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716537" y="44923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2619225" y="45256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843932" y="47022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790268" y="44654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840983" y="46219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685297" y="45934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570831" y="46788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646373" y="45927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711444" y="45173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2591317" y="49753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605320" y="47347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580462" y="50067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2625862" y="48011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606588" y="53028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658709" y="44978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2748540" y="48702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701361" y="47411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631163" y="45426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635649" y="44741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699273" y="47215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705654" y="48750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2588249" y="44665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793601" y="53184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845044" y="46524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799711" y="52881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773357" y="48859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688553" y="46667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2697308" y="46301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786935" y="44506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2754469" y="54389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657220" y="45237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789815" y="46848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666339" y="56666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783212" y="58480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580775" y="48881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2777761" y="47415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2784784" y="48211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2648442" y="54718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2770759" y="51291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723179" y="48112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674068" y="44257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2655880" y="44263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664198" y="47045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751618" y="51582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2747595" y="47036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675825" y="52672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2801051" y="44334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2569409" y="48822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825355" y="44564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2625081" y="61294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2792987" y="47923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604918" y="53033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822051" y="44458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670820" y="60011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2710949" y="46644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785540" y="45042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2698449" y="44718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2831317" y="49333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581969" y="46413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2685342" y="52859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2647348" y="50382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2759045" y="46417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2598728" y="52865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3636749" y="44256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3604049" y="44256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3782318" y="44256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3624135" y="44256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3700226" y="44256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743183" y="44256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3853918" y="44256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3588172" y="44256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3628557" y="44257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3742761" y="44256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3774998" y="44256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3833055" y="44257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3630178" y="44257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3656460" y="44256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3687626" y="44256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3847782" y="44256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3813751" y="44256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3785168" y="44257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3720005" y="44256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3599658" y="44256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3808735" y="44257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3617066" y="44256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3671264" y="44256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3578070" y="44257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3657067" y="44257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3652836" y="44256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3760665" y="44256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3622751" y="44256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3692319" y="44256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3691724" y="4425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3815966" y="44256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3715584" y="44256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3776419" y="44256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3744542" y="44256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3648793" y="44256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3736013" y="44256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3795023" y="44257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3690327" y="44257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3632297" y="44256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3696592" y="44257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3587547" y="44256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3730343" y="44256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3766044" y="44286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3680795" y="44256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3594349" y="44256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3623246" y="44257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3645351" y="44256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3652652" y="44256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3723854" y="45916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3767130" y="44257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3759685" y="44256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3801181" y="44256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3671260" y="44256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3621317" y="44256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3684444" y="44256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3755977" y="44256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3744487" y="44256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3752128" y="44257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3597702" y="44256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3619797" y="44256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3608962" y="44257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3577164" y="44257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3854618" y="44256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3677940" y="44257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3648594" y="44257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3824299" y="44257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3820962" y="44257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3749820" y="44256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3771130" y="44256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3667589" y="44256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3670158" y="44257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3668493" y="44256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3639827" y="44256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3596727" y="44257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3759074" y="44256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3814334" y="44256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3739300" y="4425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3631571" y="44256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3784472" y="44256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3814486" y="44256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659586" y="44256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3819665" y="4425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3641710" y="44257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3827524" y="44257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3828617" y="44256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3841600" y="44257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3820387" y="44257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3704644" y="44256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3669017" y="44257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3803721" y="44256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3599886" y="44256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812819" y="44257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3657376" y="44256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3822364" y="44256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3569705" y="44256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3851777" y="44256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3762484" y="44256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3713574" y="44256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3630951" y="44257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3723430" y="44256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3818804" y="44257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3660968" y="44256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3738230" y="44256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3827608" y="44257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3782756" y="44256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3768752" y="4425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3747720" y="44256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3737865" y="44257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3757472" y="44256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3819755" y="44256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3744638" y="44257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3652599" y="44256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3683944" y="44256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3693495" y="44256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3677121" y="44256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3575670" y="44256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3689942" y="44256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3788991" y="44256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3846693" y="44256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3855348" y="44256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3765845" y="44256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3709894" y="44256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3720290" y="44256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3831959" y="44257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3851583" y="44256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3616580" y="4425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3675028" y="44256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3847029" y="44257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3718608" y="44256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3780662" y="44256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3789829" y="44256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3625189" y="44256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3771491" y="44257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3578751" y="44256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3680340" y="44256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3589025" y="44256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3699437" y="44256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3847873" y="44256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3798391" y="44257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3745081" y="44256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3774419" y="44256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1" name="pl1070"/>
            <p:cNvSpPr/>
            <p:nvPr/>
          </p:nvSpPr>
          <p:spPr>
            <a:xfrm>
              <a:off x="1719482" y="4456877"/>
              <a:ext cx="0" cy="360435"/>
            </a:xfrm>
            <a:custGeom>
              <a:avLst/>
              <a:pathLst>
                <a:path w="0" h="360435">
                  <a:moveTo>
                    <a:pt x="0" y="36043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1"/>
            <p:cNvSpPr/>
            <p:nvPr/>
          </p:nvSpPr>
          <p:spPr>
            <a:xfrm>
              <a:off x="1719482" y="5980530"/>
              <a:ext cx="0" cy="180162"/>
            </a:xfrm>
            <a:custGeom>
              <a:avLst/>
              <a:pathLst>
                <a:path w="0" h="180162">
                  <a:moveTo>
                    <a:pt x="0" y="0"/>
                  </a:moveTo>
                  <a:lnTo>
                    <a:pt x="0" y="180162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2"/>
            <p:cNvSpPr/>
            <p:nvPr/>
          </p:nvSpPr>
          <p:spPr>
            <a:xfrm>
              <a:off x="1573489" y="4817313"/>
              <a:ext cx="291986" cy="1163217"/>
            </a:xfrm>
            <a:custGeom>
              <a:avLst/>
              <a:pathLst>
                <a:path w="291986" h="1163217">
                  <a:moveTo>
                    <a:pt x="0" y="0"/>
                  </a:moveTo>
                  <a:lnTo>
                    <a:pt x="0" y="1163217"/>
                  </a:lnTo>
                  <a:lnTo>
                    <a:pt x="291986" y="1163217"/>
                  </a:ln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4" name="pl1073"/>
            <p:cNvSpPr/>
            <p:nvPr/>
          </p:nvSpPr>
          <p:spPr>
            <a:xfrm>
              <a:off x="1573489" y="5395633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5" name="pl1074"/>
            <p:cNvSpPr/>
            <p:nvPr/>
          </p:nvSpPr>
          <p:spPr>
            <a:xfrm>
              <a:off x="2731431" y="4456877"/>
              <a:ext cx="0" cy="79686"/>
            </a:xfrm>
            <a:custGeom>
              <a:avLst/>
              <a:pathLst>
                <a:path w="0" h="79686">
                  <a:moveTo>
                    <a:pt x="0" y="7968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5"/>
            <p:cNvSpPr/>
            <p:nvPr/>
          </p:nvSpPr>
          <p:spPr>
            <a:xfrm>
              <a:off x="2731431" y="4985522"/>
              <a:ext cx="0" cy="517536"/>
            </a:xfrm>
            <a:custGeom>
              <a:avLst/>
              <a:pathLst>
                <a:path w="0" h="517536">
                  <a:moveTo>
                    <a:pt x="0" y="0"/>
                  </a:moveTo>
                  <a:lnTo>
                    <a:pt x="0" y="517536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6"/>
            <p:cNvSpPr/>
            <p:nvPr/>
          </p:nvSpPr>
          <p:spPr>
            <a:xfrm>
              <a:off x="2585438" y="4536564"/>
              <a:ext cx="291986" cy="448958"/>
            </a:xfrm>
            <a:custGeom>
              <a:avLst/>
              <a:pathLst>
                <a:path w="291986" h="448958">
                  <a:moveTo>
                    <a:pt x="0" y="0"/>
                  </a:moveTo>
                  <a:lnTo>
                    <a:pt x="0" y="448958"/>
                  </a:lnTo>
                  <a:lnTo>
                    <a:pt x="291986" y="448958"/>
                  </a:ln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8" name="pl1077"/>
            <p:cNvSpPr/>
            <p:nvPr/>
          </p:nvSpPr>
          <p:spPr>
            <a:xfrm>
              <a:off x="2585438" y="4710063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9" name="pl1078"/>
            <p:cNvSpPr/>
            <p:nvPr/>
          </p:nvSpPr>
          <p:spPr>
            <a:xfrm>
              <a:off x="3743380" y="445687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79"/>
            <p:cNvSpPr/>
            <p:nvPr/>
          </p:nvSpPr>
          <p:spPr>
            <a:xfrm>
              <a:off x="3743380" y="445687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0"/>
            <p:cNvSpPr/>
            <p:nvPr/>
          </p:nvSpPr>
          <p:spPr>
            <a:xfrm>
              <a:off x="3597387" y="4456877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2" name="pl1081"/>
            <p:cNvSpPr/>
            <p:nvPr/>
          </p:nvSpPr>
          <p:spPr>
            <a:xfrm>
              <a:off x="3597387" y="4456877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3" name="pg1082"/>
            <p:cNvSpPr/>
            <p:nvPr/>
          </p:nvSpPr>
          <p:spPr>
            <a:xfrm>
              <a:off x="1714888" y="4219661"/>
              <a:ext cx="2058506" cy="1263249"/>
            </a:xfrm>
            <a:custGeom>
              <a:avLst/>
              <a:pathLst>
                <a:path w="2058506" h="1263249">
                  <a:moveTo>
                    <a:pt x="0" y="983342"/>
                  </a:moveTo>
                  <a:lnTo>
                    <a:pt x="452579" y="811628"/>
                  </a:lnTo>
                  <a:lnTo>
                    <a:pt x="1036552" y="548764"/>
                  </a:lnTo>
                  <a:lnTo>
                    <a:pt x="1474532" y="321547"/>
                  </a:lnTo>
                  <a:lnTo>
                    <a:pt x="2058506" y="0"/>
                  </a:lnTo>
                  <a:lnTo>
                    <a:pt x="2058506" y="401510"/>
                  </a:lnTo>
                  <a:lnTo>
                    <a:pt x="1474532" y="603389"/>
                  </a:lnTo>
                  <a:lnTo>
                    <a:pt x="1036552" y="768743"/>
                  </a:lnTo>
                  <a:lnTo>
                    <a:pt x="452579" y="1029306"/>
                  </a:lnTo>
                  <a:lnTo>
                    <a:pt x="0" y="1263249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84" name="pl1083"/>
            <p:cNvSpPr/>
            <p:nvPr/>
          </p:nvSpPr>
          <p:spPr>
            <a:xfrm>
              <a:off x="1714888" y="4219661"/>
              <a:ext cx="2058506" cy="983342"/>
            </a:xfrm>
            <a:custGeom>
              <a:avLst/>
              <a:pathLst>
                <a:path w="2058506" h="983342">
                  <a:moveTo>
                    <a:pt x="0" y="983342"/>
                  </a:moveTo>
                  <a:lnTo>
                    <a:pt x="452579" y="811628"/>
                  </a:lnTo>
                  <a:lnTo>
                    <a:pt x="1036552" y="548764"/>
                  </a:lnTo>
                  <a:lnTo>
                    <a:pt x="1474532" y="321547"/>
                  </a:lnTo>
                  <a:lnTo>
                    <a:pt x="205850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85" name="pl1084"/>
            <p:cNvSpPr/>
            <p:nvPr/>
          </p:nvSpPr>
          <p:spPr>
            <a:xfrm>
              <a:off x="1714888" y="4621171"/>
              <a:ext cx="2058506" cy="861738"/>
            </a:xfrm>
            <a:custGeom>
              <a:avLst/>
              <a:pathLst>
                <a:path w="2058506" h="861738">
                  <a:moveTo>
                    <a:pt x="2058506" y="0"/>
                  </a:moveTo>
                  <a:lnTo>
                    <a:pt x="1474532" y="201879"/>
                  </a:lnTo>
                  <a:lnTo>
                    <a:pt x="1036552" y="367233"/>
                  </a:lnTo>
                  <a:lnTo>
                    <a:pt x="452579" y="627796"/>
                  </a:lnTo>
                  <a:lnTo>
                    <a:pt x="0" y="861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86" name="pl1085"/>
            <p:cNvSpPr/>
            <p:nvPr/>
          </p:nvSpPr>
          <p:spPr>
            <a:xfrm>
              <a:off x="1714888" y="4420416"/>
              <a:ext cx="2058506" cy="922540"/>
            </a:xfrm>
            <a:custGeom>
              <a:avLst/>
              <a:pathLst>
                <a:path w="2058506" h="922540">
                  <a:moveTo>
                    <a:pt x="0" y="922540"/>
                  </a:moveTo>
                  <a:lnTo>
                    <a:pt x="452579" y="719712"/>
                  </a:lnTo>
                  <a:lnTo>
                    <a:pt x="1036552" y="457998"/>
                  </a:lnTo>
                  <a:lnTo>
                    <a:pt x="1474532" y="261713"/>
                  </a:lnTo>
                  <a:lnTo>
                    <a:pt x="2058506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tx1086"/>
            <p:cNvSpPr/>
            <p:nvPr/>
          </p:nvSpPr>
          <p:spPr>
            <a:xfrm>
              <a:off x="1719482" y="4318999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1818160" y="4318999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1860076" y="431899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1940913" y="431899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91" name="tx1090"/>
            <p:cNvSpPr/>
            <p:nvPr/>
          </p:nvSpPr>
          <p:spPr>
            <a:xfrm>
              <a:off x="2021710" y="431899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092" name="tx1091"/>
            <p:cNvSpPr/>
            <p:nvPr/>
          </p:nvSpPr>
          <p:spPr>
            <a:xfrm>
              <a:off x="2102493" y="4318907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0.384</a:t>
              </a:r>
            </a:p>
          </p:txBody>
        </p:sp>
        <p:sp>
          <p:nvSpPr>
            <p:cNvPr id="1093" name="tx1092"/>
            <p:cNvSpPr/>
            <p:nvPr/>
          </p:nvSpPr>
          <p:spPr>
            <a:xfrm>
              <a:off x="2564905" y="4318907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1094" name="tx1093"/>
            <p:cNvSpPr/>
            <p:nvPr/>
          </p:nvSpPr>
          <p:spPr>
            <a:xfrm>
              <a:off x="2635496" y="431899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95" name="tx1094"/>
            <p:cNvSpPr/>
            <p:nvPr/>
          </p:nvSpPr>
          <p:spPr>
            <a:xfrm>
              <a:off x="2716293" y="4318907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1096" name="rc1095"/>
            <p:cNvSpPr/>
            <p:nvPr/>
          </p:nvSpPr>
          <p:spPr>
            <a:xfrm>
              <a:off x="1457695" y="3945732"/>
              <a:ext cx="2547472" cy="232570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97" name="pl1096"/>
            <p:cNvSpPr/>
            <p:nvPr/>
          </p:nvSpPr>
          <p:spPr>
            <a:xfrm>
              <a:off x="1457695" y="3945732"/>
              <a:ext cx="0" cy="2325708"/>
            </a:xfrm>
            <a:custGeom>
              <a:avLst/>
              <a:pathLst>
                <a:path w="0" h="2325708">
                  <a:moveTo>
                    <a:pt x="0" y="2325708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tx1097"/>
            <p:cNvSpPr/>
            <p:nvPr/>
          </p:nvSpPr>
          <p:spPr>
            <a:xfrm>
              <a:off x="1178376" y="6119682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9" name="tx1098"/>
            <p:cNvSpPr/>
            <p:nvPr/>
          </p:nvSpPr>
          <p:spPr>
            <a:xfrm>
              <a:off x="1178376" y="5693728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00" name="tx1099"/>
            <p:cNvSpPr/>
            <p:nvPr/>
          </p:nvSpPr>
          <p:spPr>
            <a:xfrm>
              <a:off x="1178376" y="5267774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101" name="tx1100"/>
            <p:cNvSpPr/>
            <p:nvPr/>
          </p:nvSpPr>
          <p:spPr>
            <a:xfrm>
              <a:off x="1178376" y="4841820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102" name="tx1101"/>
            <p:cNvSpPr/>
            <p:nvPr/>
          </p:nvSpPr>
          <p:spPr>
            <a:xfrm>
              <a:off x="1178376" y="4415866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103" name="pl1102"/>
            <p:cNvSpPr/>
            <p:nvPr/>
          </p:nvSpPr>
          <p:spPr>
            <a:xfrm>
              <a:off x="1426063" y="616069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3"/>
            <p:cNvSpPr/>
            <p:nvPr/>
          </p:nvSpPr>
          <p:spPr>
            <a:xfrm>
              <a:off x="1426063" y="573473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4"/>
            <p:cNvSpPr/>
            <p:nvPr/>
          </p:nvSpPr>
          <p:spPr>
            <a:xfrm>
              <a:off x="1426063" y="530878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5"/>
            <p:cNvSpPr/>
            <p:nvPr/>
          </p:nvSpPr>
          <p:spPr>
            <a:xfrm>
              <a:off x="1426063" y="488283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6"/>
            <p:cNvSpPr/>
            <p:nvPr/>
          </p:nvSpPr>
          <p:spPr>
            <a:xfrm>
              <a:off x="1426063" y="445687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7"/>
            <p:cNvSpPr/>
            <p:nvPr/>
          </p:nvSpPr>
          <p:spPr>
            <a:xfrm>
              <a:off x="1457695" y="6271441"/>
              <a:ext cx="2547472" cy="0"/>
            </a:xfrm>
            <a:custGeom>
              <a:avLst/>
              <a:pathLst>
                <a:path w="2547472" h="0">
                  <a:moveTo>
                    <a:pt x="0" y="0"/>
                  </a:moveTo>
                  <a:lnTo>
                    <a:pt x="2547472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8"/>
            <p:cNvSpPr/>
            <p:nvPr/>
          </p:nvSpPr>
          <p:spPr>
            <a:xfrm>
              <a:off x="1719482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09"/>
            <p:cNvSpPr/>
            <p:nvPr/>
          </p:nvSpPr>
          <p:spPr>
            <a:xfrm>
              <a:off x="2731431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0"/>
            <p:cNvSpPr/>
            <p:nvPr/>
          </p:nvSpPr>
          <p:spPr>
            <a:xfrm>
              <a:off x="3743380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tx1111"/>
            <p:cNvSpPr/>
            <p:nvPr/>
          </p:nvSpPr>
          <p:spPr>
            <a:xfrm>
              <a:off x="1687707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113" name="tx1112"/>
            <p:cNvSpPr/>
            <p:nvPr/>
          </p:nvSpPr>
          <p:spPr>
            <a:xfrm>
              <a:off x="2699656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114" name="tx1113"/>
            <p:cNvSpPr/>
            <p:nvPr/>
          </p:nvSpPr>
          <p:spPr>
            <a:xfrm>
              <a:off x="3711605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15" name="tx1114"/>
            <p:cNvSpPr/>
            <p:nvPr/>
          </p:nvSpPr>
          <p:spPr>
            <a:xfrm>
              <a:off x="2444127" y="6504447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116" name="tx1115"/>
            <p:cNvSpPr/>
            <p:nvPr/>
          </p:nvSpPr>
          <p:spPr>
            <a:xfrm rot="-5400000">
              <a:off x="-188370" y="5058478"/>
              <a:ext cx="244638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Proportion of variance between species</a:t>
              </a:r>
            </a:p>
          </p:txBody>
        </p:sp>
        <p:sp>
          <p:nvSpPr>
            <p:cNvPr id="1117" name="tx1116"/>
            <p:cNvSpPr/>
            <p:nvPr/>
          </p:nvSpPr>
          <p:spPr>
            <a:xfrm>
              <a:off x="1457695" y="3750979"/>
              <a:ext cx="111757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Aboveground</a:t>
              </a:r>
            </a:p>
          </p:txBody>
        </p:sp>
        <p:sp>
          <p:nvSpPr>
            <p:cNvPr id="1118" name="rc1117"/>
            <p:cNvSpPr/>
            <p:nvPr/>
          </p:nvSpPr>
          <p:spPr>
            <a:xfrm>
              <a:off x="4385706" y="3945732"/>
              <a:ext cx="2547472" cy="23257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4491936" y="49318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4645432" y="46384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4508239" y="46178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4533190" y="45653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4583969" y="44611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4715666" y="45319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4556010" y="46948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4609841" y="53348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4585480" y="45442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4607179" y="46746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4630120" y="48681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4558376" y="58982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4575647" y="51639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4600636" y="54082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4636589" y="53165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4499070" y="48088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4475899" y="48998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4744849" y="44894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4701117" y="51273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4759251" y="53059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4604523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4600086" y="54786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4474869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4492523" y="52761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4708881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4505137" y="61283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4617718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4671006" y="52364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4754615" y="45614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4499027" y="586448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4534815" y="50045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4588638" y="55567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4552170" y="49755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4473052" y="50227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4506115" y="49239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4579097" y="46778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4630194" y="54009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4753326" y="61287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4497159" y="55660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4642149" y="57702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4535626" y="61204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4696338" y="60447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4515827" y="51916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4714509" y="57343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4489978" y="52922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4637942" y="46938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4573078" y="61256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4691168" y="61229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4726097" y="57105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4706579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4698743" y="61083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4476825" y="45445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4516609" y="6033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4507299" y="44611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4581581" y="57239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4654490" y="53088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4652315" y="57184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4751038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4733567" y="50095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4577533" y="45804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4499185" y="49723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4567495" y="60650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4738231" y="6041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4606680" y="49391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4554197" y="58453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4654562" y="55897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4627667" y="53498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4685585" y="58525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4478670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4628691" y="51635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4758937" y="59412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4548537" y="55212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4527514" y="60669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4572121" y="52070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4552640" y="53243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4607068" y="55112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4578685" y="53469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4661077" y="49527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4640313" y="58195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4582056" y="46599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4598318" y="53260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4509698" y="53213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4715534" y="53920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4556565" y="55887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4638725" y="56657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4609205" y="54785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4522422" y="45810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4600772" y="46479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4534836" y="54759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4759640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4531809" y="54394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4575034" y="57938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5685722" y="61248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5686542" y="45409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5763682" y="50589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5731161" y="46050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5690094" y="48743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5682892" y="53579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5515744" y="44754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5757715" y="45593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5658572" y="46734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5735143" y="47912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5505509" y="44440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5578621" y="44541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5676853" y="44933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5504368" y="44711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5600040" y="46352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5723925" y="44687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5773620" y="54750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5626420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5489639" y="45248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5581143" y="60801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5592379" y="57296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5726560" y="50568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5626820" y="47264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5501877" y="47495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5556887" y="61295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5598276" y="44358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5574351" y="44939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5550918" y="52905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5638195" y="45156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5760477" y="45104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556786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5526745" y="45967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5610416" y="44534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5564382" y="44257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5653596" y="48798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5577683" y="44359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5612408" y="46499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5745349" y="45761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5608551" y="46912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548383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5730848" y="45327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5483435" y="44559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5546343" y="46121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5684102" y="48956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5525859" y="53003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5519573" y="48038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5745741" y="480514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5595060" y="50063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5642761" y="44839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5499695" y="44550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5603679" y="44745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5755897" y="51061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5534270" y="46224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5664449" y="47049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5646463" y="45368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5529452" y="46481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5688305" y="45789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5528936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5611821" y="45620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5500021" y="49450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5739643" y="51480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5538637" y="50312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5679599" y="49326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5529921" y="56422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5622226" y="46740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5639575" y="44674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5717394" y="55955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5734001" y="46479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5734922" y="44490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5657300" y="47143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5563980" y="50318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5668299" y="44319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5757002" y="56339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5604649" y="54210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5697776" y="48417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5495075" y="48985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5562921" y="44286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5675308" y="48525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5743344" y="48236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5692398" y="57682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5710602" y="44978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5502779" y="45426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5577909" y="50927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5770510" y="58401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5547837" y="46935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5545144" y="45169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5602319" y="47489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5662001" y="60544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5681248" y="55513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5756458" y="47113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575124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5767708" y="44412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5597686" y="46988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5587841" y="50304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5712556" y="49315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5589288" y="48765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5602670" y="44268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5601368" y="44430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5483780" y="44497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5713012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5770920" y="47638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5667042" y="61294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5626740" y="44257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5546528" y="55211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5633174" y="46844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5773008" y="44619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5553760" y="44874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5668130" y="47394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5511809" y="462574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5685696" y="48344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5690917" y="46885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5554238" y="44257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5609404" y="51430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6633630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6769737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6624367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6555506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6733377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6535830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6607602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6594991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6685585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654997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674869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6649624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6659803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6725766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6648868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6517744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6574032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6602628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6663615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6509540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6637347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672239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6499267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661863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6761739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6708211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6773368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6657439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6519557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6540740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666876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673857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661569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657531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6526665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661806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662044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671786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6540164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670060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6752523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6644515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6528212" y="44284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6738463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654682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6517331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652533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6516222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6494928" y="44647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6768127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6779557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6730541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6773936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6715900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6782812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6597207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6560225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6724727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6605521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6640702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6621816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6654002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6535116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6536037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6706735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670790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6725512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650387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6698278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652763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664586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6726232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656972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669141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667387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660275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6644882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670739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677480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6623760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659514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6603686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6759404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6588616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675393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650928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662885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6527643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676543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6717670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6737581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6548300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6738505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653167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651259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6551378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6630353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6593844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6737275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6584237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663790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6633017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6781736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6519637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6636974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6758963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6626627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654797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655036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657908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6592582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6629900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6707362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651280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6516727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674822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656621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6700380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661233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651058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671771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668968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6669062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668547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6677165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677476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670893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6579197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668885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656147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6530977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6548443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6583152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6696728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6625197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6641891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657891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6741744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6613003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678073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6575563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5" name="pl1464"/>
            <p:cNvSpPr/>
            <p:nvPr/>
          </p:nvSpPr>
          <p:spPr>
            <a:xfrm>
              <a:off x="4647494" y="4456877"/>
              <a:ext cx="0" cy="500260"/>
            </a:xfrm>
            <a:custGeom>
              <a:avLst/>
              <a:pathLst>
                <a:path w="0" h="500260">
                  <a:moveTo>
                    <a:pt x="0" y="50026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5"/>
            <p:cNvSpPr/>
            <p:nvPr/>
          </p:nvSpPr>
          <p:spPr>
            <a:xfrm>
              <a:off x="4647494" y="5892689"/>
              <a:ext cx="0" cy="268003"/>
            </a:xfrm>
            <a:custGeom>
              <a:avLst/>
              <a:pathLst>
                <a:path w="0" h="268003">
                  <a:moveTo>
                    <a:pt x="0" y="0"/>
                  </a:moveTo>
                  <a:lnTo>
                    <a:pt x="0" y="26800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6"/>
            <p:cNvSpPr/>
            <p:nvPr/>
          </p:nvSpPr>
          <p:spPr>
            <a:xfrm>
              <a:off x="4501501" y="4957137"/>
              <a:ext cx="291986" cy="935551"/>
            </a:xfrm>
            <a:custGeom>
              <a:avLst/>
              <a:pathLst>
                <a:path w="291986" h="935551">
                  <a:moveTo>
                    <a:pt x="0" y="0"/>
                  </a:moveTo>
                  <a:lnTo>
                    <a:pt x="0" y="935551"/>
                  </a:lnTo>
                  <a:lnTo>
                    <a:pt x="291986" y="935551"/>
                  </a:ln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8" name="pl1467"/>
            <p:cNvSpPr/>
            <p:nvPr/>
          </p:nvSpPr>
          <p:spPr>
            <a:xfrm>
              <a:off x="4501501" y="5379566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9" name="pl1468"/>
            <p:cNvSpPr/>
            <p:nvPr/>
          </p:nvSpPr>
          <p:spPr>
            <a:xfrm>
              <a:off x="5659443" y="4456877"/>
              <a:ext cx="0" cy="64697"/>
            </a:xfrm>
            <a:custGeom>
              <a:avLst/>
              <a:pathLst>
                <a:path w="0" h="64697">
                  <a:moveTo>
                    <a:pt x="0" y="6469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69"/>
            <p:cNvSpPr/>
            <p:nvPr/>
          </p:nvSpPr>
          <p:spPr>
            <a:xfrm>
              <a:off x="5659443" y="5062746"/>
              <a:ext cx="0" cy="808644"/>
            </a:xfrm>
            <a:custGeom>
              <a:avLst/>
              <a:pathLst>
                <a:path w="0" h="808644">
                  <a:moveTo>
                    <a:pt x="0" y="0"/>
                  </a:moveTo>
                  <a:lnTo>
                    <a:pt x="0" y="808644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0"/>
            <p:cNvSpPr/>
            <p:nvPr/>
          </p:nvSpPr>
          <p:spPr>
            <a:xfrm>
              <a:off x="5513449" y="4521575"/>
              <a:ext cx="291986" cy="541171"/>
            </a:xfrm>
            <a:custGeom>
              <a:avLst/>
              <a:pathLst>
                <a:path w="291986" h="541171">
                  <a:moveTo>
                    <a:pt x="0" y="0"/>
                  </a:moveTo>
                  <a:lnTo>
                    <a:pt x="0" y="541171"/>
                  </a:lnTo>
                  <a:lnTo>
                    <a:pt x="291986" y="541171"/>
                  </a:ln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2" name="pl1471"/>
            <p:cNvSpPr/>
            <p:nvPr/>
          </p:nvSpPr>
          <p:spPr>
            <a:xfrm>
              <a:off x="5513449" y="4722428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3" name="pl1472"/>
            <p:cNvSpPr/>
            <p:nvPr/>
          </p:nvSpPr>
          <p:spPr>
            <a:xfrm>
              <a:off x="6671392" y="445687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3"/>
            <p:cNvSpPr/>
            <p:nvPr/>
          </p:nvSpPr>
          <p:spPr>
            <a:xfrm>
              <a:off x="6671392" y="445687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4"/>
            <p:cNvSpPr/>
            <p:nvPr/>
          </p:nvSpPr>
          <p:spPr>
            <a:xfrm>
              <a:off x="6525398" y="4456877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6" name="pl1475"/>
            <p:cNvSpPr/>
            <p:nvPr/>
          </p:nvSpPr>
          <p:spPr>
            <a:xfrm>
              <a:off x="6525398" y="4456877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7" name="pg1476"/>
            <p:cNvSpPr/>
            <p:nvPr/>
          </p:nvSpPr>
          <p:spPr>
            <a:xfrm>
              <a:off x="4642899" y="4267152"/>
              <a:ext cx="2058506" cy="1238910"/>
            </a:xfrm>
            <a:custGeom>
              <a:avLst/>
              <a:pathLst>
                <a:path w="2058506" h="1238910">
                  <a:moveTo>
                    <a:pt x="0" y="997750"/>
                  </a:moveTo>
                  <a:lnTo>
                    <a:pt x="452579" y="815354"/>
                  </a:lnTo>
                  <a:lnTo>
                    <a:pt x="1036552" y="546793"/>
                  </a:lnTo>
                  <a:lnTo>
                    <a:pt x="1474532" y="319621"/>
                  </a:lnTo>
                  <a:lnTo>
                    <a:pt x="2058506" y="0"/>
                  </a:lnTo>
                  <a:lnTo>
                    <a:pt x="2058506" y="329340"/>
                  </a:lnTo>
                  <a:lnTo>
                    <a:pt x="1474532" y="550802"/>
                  </a:lnTo>
                  <a:lnTo>
                    <a:pt x="1036552" y="729443"/>
                  </a:lnTo>
                  <a:lnTo>
                    <a:pt x="452579" y="1001966"/>
                  </a:lnTo>
                  <a:lnTo>
                    <a:pt x="0" y="1238910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478" name="pl1477"/>
            <p:cNvSpPr/>
            <p:nvPr/>
          </p:nvSpPr>
          <p:spPr>
            <a:xfrm>
              <a:off x="4642899" y="4267152"/>
              <a:ext cx="2058506" cy="997750"/>
            </a:xfrm>
            <a:custGeom>
              <a:avLst/>
              <a:pathLst>
                <a:path w="2058506" h="997750">
                  <a:moveTo>
                    <a:pt x="0" y="997750"/>
                  </a:moveTo>
                  <a:lnTo>
                    <a:pt x="452579" y="815354"/>
                  </a:lnTo>
                  <a:lnTo>
                    <a:pt x="1036552" y="546793"/>
                  </a:lnTo>
                  <a:lnTo>
                    <a:pt x="1474532" y="319621"/>
                  </a:lnTo>
                  <a:lnTo>
                    <a:pt x="205850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79" name="pl1478"/>
            <p:cNvSpPr/>
            <p:nvPr/>
          </p:nvSpPr>
          <p:spPr>
            <a:xfrm>
              <a:off x="4642899" y="4596492"/>
              <a:ext cx="2058506" cy="909570"/>
            </a:xfrm>
            <a:custGeom>
              <a:avLst/>
              <a:pathLst>
                <a:path w="2058506" h="909570">
                  <a:moveTo>
                    <a:pt x="2058506" y="0"/>
                  </a:moveTo>
                  <a:lnTo>
                    <a:pt x="1474532" y="221462"/>
                  </a:lnTo>
                  <a:lnTo>
                    <a:pt x="1036552" y="400103"/>
                  </a:lnTo>
                  <a:lnTo>
                    <a:pt x="452579" y="672626"/>
                  </a:lnTo>
                  <a:lnTo>
                    <a:pt x="0" y="9095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80" name="pl1479"/>
            <p:cNvSpPr/>
            <p:nvPr/>
          </p:nvSpPr>
          <p:spPr>
            <a:xfrm>
              <a:off x="4642899" y="4431822"/>
              <a:ext cx="2058506" cy="953660"/>
            </a:xfrm>
            <a:custGeom>
              <a:avLst/>
              <a:pathLst>
                <a:path w="2058506" h="953660">
                  <a:moveTo>
                    <a:pt x="0" y="953660"/>
                  </a:moveTo>
                  <a:lnTo>
                    <a:pt x="452579" y="743990"/>
                  </a:lnTo>
                  <a:lnTo>
                    <a:pt x="1036552" y="473448"/>
                  </a:lnTo>
                  <a:lnTo>
                    <a:pt x="1474532" y="270541"/>
                  </a:lnTo>
                  <a:lnTo>
                    <a:pt x="2058506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tx1480"/>
            <p:cNvSpPr/>
            <p:nvPr/>
          </p:nvSpPr>
          <p:spPr>
            <a:xfrm>
              <a:off x="4647494" y="4364115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482" name="tx1481"/>
            <p:cNvSpPr/>
            <p:nvPr/>
          </p:nvSpPr>
          <p:spPr>
            <a:xfrm>
              <a:off x="4746171" y="4364115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483" name="tx1482"/>
            <p:cNvSpPr/>
            <p:nvPr/>
          </p:nvSpPr>
          <p:spPr>
            <a:xfrm>
              <a:off x="4788088" y="436411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484" name="tx1483"/>
            <p:cNvSpPr/>
            <p:nvPr/>
          </p:nvSpPr>
          <p:spPr>
            <a:xfrm>
              <a:off x="4868925" y="436411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485" name="tx1484"/>
            <p:cNvSpPr/>
            <p:nvPr/>
          </p:nvSpPr>
          <p:spPr>
            <a:xfrm>
              <a:off x="4949721" y="436411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486" name="tx1485"/>
            <p:cNvSpPr/>
            <p:nvPr/>
          </p:nvSpPr>
          <p:spPr>
            <a:xfrm>
              <a:off x="5030504" y="4364023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0.397</a:t>
              </a:r>
            </a:p>
          </p:txBody>
        </p:sp>
        <p:sp>
          <p:nvSpPr>
            <p:cNvPr id="1487" name="tx1486"/>
            <p:cNvSpPr/>
            <p:nvPr/>
          </p:nvSpPr>
          <p:spPr>
            <a:xfrm>
              <a:off x="5492916" y="4364023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1488" name="tx1487"/>
            <p:cNvSpPr/>
            <p:nvPr/>
          </p:nvSpPr>
          <p:spPr>
            <a:xfrm>
              <a:off x="5563508" y="436411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489" name="tx1488"/>
            <p:cNvSpPr/>
            <p:nvPr/>
          </p:nvSpPr>
          <p:spPr>
            <a:xfrm>
              <a:off x="5644304" y="4364023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1490" name="rc1489"/>
            <p:cNvSpPr/>
            <p:nvPr/>
          </p:nvSpPr>
          <p:spPr>
            <a:xfrm>
              <a:off x="4385706" y="3945732"/>
              <a:ext cx="2547472" cy="232570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491" name="pl1490"/>
            <p:cNvSpPr/>
            <p:nvPr/>
          </p:nvSpPr>
          <p:spPr>
            <a:xfrm>
              <a:off x="4385706" y="3945732"/>
              <a:ext cx="0" cy="2325708"/>
            </a:xfrm>
            <a:custGeom>
              <a:avLst/>
              <a:pathLst>
                <a:path w="0" h="2325708">
                  <a:moveTo>
                    <a:pt x="0" y="2325708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tx1491"/>
            <p:cNvSpPr/>
            <p:nvPr/>
          </p:nvSpPr>
          <p:spPr>
            <a:xfrm>
              <a:off x="4106388" y="6119682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493" name="tx1492"/>
            <p:cNvSpPr/>
            <p:nvPr/>
          </p:nvSpPr>
          <p:spPr>
            <a:xfrm>
              <a:off x="4106388" y="5693728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494" name="tx1493"/>
            <p:cNvSpPr/>
            <p:nvPr/>
          </p:nvSpPr>
          <p:spPr>
            <a:xfrm>
              <a:off x="4106388" y="5267774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495" name="tx1494"/>
            <p:cNvSpPr/>
            <p:nvPr/>
          </p:nvSpPr>
          <p:spPr>
            <a:xfrm>
              <a:off x="4106388" y="4841820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496" name="tx1495"/>
            <p:cNvSpPr/>
            <p:nvPr/>
          </p:nvSpPr>
          <p:spPr>
            <a:xfrm>
              <a:off x="4106388" y="4415866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497" name="pl1496"/>
            <p:cNvSpPr/>
            <p:nvPr/>
          </p:nvSpPr>
          <p:spPr>
            <a:xfrm>
              <a:off x="4354075" y="616069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7"/>
            <p:cNvSpPr/>
            <p:nvPr/>
          </p:nvSpPr>
          <p:spPr>
            <a:xfrm>
              <a:off x="4354075" y="573473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8"/>
            <p:cNvSpPr/>
            <p:nvPr/>
          </p:nvSpPr>
          <p:spPr>
            <a:xfrm>
              <a:off x="4354075" y="530878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499"/>
            <p:cNvSpPr/>
            <p:nvPr/>
          </p:nvSpPr>
          <p:spPr>
            <a:xfrm>
              <a:off x="4354075" y="488283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0"/>
            <p:cNvSpPr/>
            <p:nvPr/>
          </p:nvSpPr>
          <p:spPr>
            <a:xfrm>
              <a:off x="4354075" y="445687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1"/>
            <p:cNvSpPr/>
            <p:nvPr/>
          </p:nvSpPr>
          <p:spPr>
            <a:xfrm>
              <a:off x="4385706" y="6271441"/>
              <a:ext cx="2547472" cy="0"/>
            </a:xfrm>
            <a:custGeom>
              <a:avLst/>
              <a:pathLst>
                <a:path w="2547472" h="0">
                  <a:moveTo>
                    <a:pt x="0" y="0"/>
                  </a:moveTo>
                  <a:lnTo>
                    <a:pt x="2547472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2"/>
            <p:cNvSpPr/>
            <p:nvPr/>
          </p:nvSpPr>
          <p:spPr>
            <a:xfrm>
              <a:off x="4647494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3"/>
            <p:cNvSpPr/>
            <p:nvPr/>
          </p:nvSpPr>
          <p:spPr>
            <a:xfrm>
              <a:off x="5659443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4"/>
            <p:cNvSpPr/>
            <p:nvPr/>
          </p:nvSpPr>
          <p:spPr>
            <a:xfrm>
              <a:off x="6671392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tx1505"/>
            <p:cNvSpPr/>
            <p:nvPr/>
          </p:nvSpPr>
          <p:spPr>
            <a:xfrm>
              <a:off x="4615719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07" name="tx1506"/>
            <p:cNvSpPr/>
            <p:nvPr/>
          </p:nvSpPr>
          <p:spPr>
            <a:xfrm>
              <a:off x="5627667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08" name="tx1507"/>
            <p:cNvSpPr/>
            <p:nvPr/>
          </p:nvSpPr>
          <p:spPr>
            <a:xfrm>
              <a:off x="6639616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509" name="tx1508"/>
            <p:cNvSpPr/>
            <p:nvPr/>
          </p:nvSpPr>
          <p:spPr>
            <a:xfrm>
              <a:off x="5372138" y="6504447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510" name="tx1509"/>
            <p:cNvSpPr/>
            <p:nvPr/>
          </p:nvSpPr>
          <p:spPr>
            <a:xfrm>
              <a:off x="4385706" y="3750979"/>
              <a:ext cx="11097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2026-07-20T15:41:27Z</dcterms:modified>
  <cp:category/>
</cp:coreProperties>
</file>