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3240000" cy="3600000"/>
            <a:chOff x="914400" y="914400"/>
            <a:chExt cx="324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06289" y="939705"/>
              <a:ext cx="2397500" cy="2961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29825" y="939705"/>
              <a:ext cx="0" cy="2961104"/>
            </a:xfrm>
            <a:custGeom>
              <a:avLst/>
              <a:pathLst>
                <a:path w="0" h="2961104">
                  <a:moveTo>
                    <a:pt x="0" y="29611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782563" y="1037109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588443" y="1056590"/>
              <a:ext cx="194120" cy="0"/>
            </a:xfrm>
            <a:custGeom>
              <a:avLst/>
              <a:pathLst>
                <a:path w="194120" h="0">
                  <a:moveTo>
                    <a:pt x="19412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588443" y="1037109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900120" y="1231919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50251" y="1251400"/>
              <a:ext cx="849869" cy="0"/>
            </a:xfrm>
            <a:custGeom>
              <a:avLst/>
              <a:pathLst>
                <a:path w="849869" h="0">
                  <a:moveTo>
                    <a:pt x="84986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50251" y="1231919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966762" y="1426728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141449" y="1446209"/>
              <a:ext cx="825312" cy="0"/>
            </a:xfrm>
            <a:custGeom>
              <a:avLst/>
              <a:pathLst>
                <a:path w="825312" h="0">
                  <a:moveTo>
                    <a:pt x="82531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41449" y="1426728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908732" y="1621538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462654" y="1641019"/>
              <a:ext cx="446077" cy="0"/>
            </a:xfrm>
            <a:custGeom>
              <a:avLst/>
              <a:pathLst>
                <a:path w="446077" h="0">
                  <a:moveTo>
                    <a:pt x="44607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462654" y="1621538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2612043" y="1816347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815266" y="1835828"/>
              <a:ext cx="796776" cy="0"/>
            </a:xfrm>
            <a:custGeom>
              <a:avLst/>
              <a:pathLst>
                <a:path w="796776" h="0">
                  <a:moveTo>
                    <a:pt x="79677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815266" y="1816347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639890" y="2011157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662935" y="2030638"/>
              <a:ext cx="976954" cy="0"/>
            </a:xfrm>
            <a:custGeom>
              <a:avLst/>
              <a:pathLst>
                <a:path w="976954" h="0">
                  <a:moveTo>
                    <a:pt x="97695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662935" y="2011157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152690" y="2205966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872317" y="2225447"/>
              <a:ext cx="280372" cy="0"/>
            </a:xfrm>
            <a:custGeom>
              <a:avLst/>
              <a:pathLst>
                <a:path w="280372" h="0">
                  <a:moveTo>
                    <a:pt x="28037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872317" y="2205966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994812" y="2400776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3274406" y="2420257"/>
              <a:ext cx="720406" cy="0"/>
            </a:xfrm>
            <a:custGeom>
              <a:avLst/>
              <a:pathLst>
                <a:path w="720406" h="0">
                  <a:moveTo>
                    <a:pt x="7204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274406" y="2400776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029494" y="2595585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580511" y="2615066"/>
              <a:ext cx="448983" cy="0"/>
            </a:xfrm>
            <a:custGeom>
              <a:avLst/>
              <a:pathLst>
                <a:path w="448983" h="0">
                  <a:moveTo>
                    <a:pt x="4489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2580511" y="2595585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2871293" y="2790395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401840" y="2809876"/>
              <a:ext cx="469453" cy="0"/>
            </a:xfrm>
            <a:custGeom>
              <a:avLst/>
              <a:pathLst>
                <a:path w="469453" h="0">
                  <a:moveTo>
                    <a:pt x="4694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401840" y="2790395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590937" y="2985204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147638" y="3004685"/>
              <a:ext cx="443298" cy="0"/>
            </a:xfrm>
            <a:custGeom>
              <a:avLst/>
              <a:pathLst>
                <a:path w="443298" h="0">
                  <a:moveTo>
                    <a:pt x="44329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147638" y="2985204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481488" y="3180014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320128" y="3199495"/>
              <a:ext cx="1161360" cy="0"/>
            </a:xfrm>
            <a:custGeom>
              <a:avLst/>
              <a:pathLst>
                <a:path w="1161360" h="0">
                  <a:moveTo>
                    <a:pt x="11613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320128" y="3180014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229900" y="3374824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120072" y="3394304"/>
              <a:ext cx="1109828" cy="0"/>
            </a:xfrm>
            <a:custGeom>
              <a:avLst/>
              <a:pathLst>
                <a:path w="1109828" h="0">
                  <a:moveTo>
                    <a:pt x="110982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120072" y="3374824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409038" y="3569633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209342" y="3589114"/>
              <a:ext cx="1199695" cy="0"/>
            </a:xfrm>
            <a:custGeom>
              <a:avLst/>
              <a:pathLst>
                <a:path w="1199695" h="0">
                  <a:moveTo>
                    <a:pt x="119969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209342" y="3569633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724739" y="3764443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274188" y="3783924"/>
              <a:ext cx="450551" cy="0"/>
            </a:xfrm>
            <a:custGeom>
              <a:avLst/>
              <a:pathLst>
                <a:path w="450551" h="0">
                  <a:moveTo>
                    <a:pt x="45055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274188" y="3764443"/>
              <a:ext cx="0" cy="38961"/>
            </a:xfrm>
            <a:custGeom>
              <a:avLst/>
              <a:pathLst>
                <a:path w="0" h="38961">
                  <a:moveTo>
                    <a:pt x="0" y="389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634051" y="100513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23734" y="119994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02654" y="139475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34241" y="15895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62203" y="178437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99960" y="197918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61051" y="217399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83157" y="23688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753551" y="256361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585115" y="275842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317836" y="295323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49356" y="314804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623534" y="334285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757738" y="3537662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48011" y="373247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06289" y="939705"/>
              <a:ext cx="2397500" cy="2961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06289" y="939705"/>
              <a:ext cx="0" cy="2961104"/>
            </a:xfrm>
            <a:custGeom>
              <a:avLst/>
              <a:pathLst>
                <a:path w="0" h="2961104">
                  <a:moveTo>
                    <a:pt x="0" y="296110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24237" y="3747485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24237" y="3552675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446197" y="3357866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446289" y="3163056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08377" y="2968247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457445" y="2773437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12807" y="257862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12807" y="238381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361341" y="2189009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02616" y="1994199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446197" y="1799390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367193" y="1604580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463022" y="1409771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446106" y="1214961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457445" y="1020151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677821" y="37839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77821" y="35891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77821" y="33943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77821" y="31994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677821" y="30046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77821" y="28098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77821" y="26150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77821" y="2420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77821" y="22254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77821" y="20306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677821" y="1835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677821" y="16410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677821" y="14462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677821" y="12514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677821" y="10565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06289" y="3900809"/>
              <a:ext cx="2397500" cy="0"/>
            </a:xfrm>
            <a:custGeom>
              <a:avLst/>
              <a:pathLst>
                <a:path w="2397500" h="0">
                  <a:moveTo>
                    <a:pt x="0" y="0"/>
                  </a:moveTo>
                  <a:lnTo>
                    <a:pt x="239750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838428" y="3900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384126" y="3900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929825" y="3900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475523" y="3900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4021222" y="3900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722619" y="3952052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68317" y="3952052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830932" y="3952052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376631" y="3952052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922330" y="3952052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927683" y="4109688"/>
              <a:ext cx="1954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55419" y="2374674"/>
              <a:ext cx="2540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1640896" y="4309094"/>
              <a:ext cx="2513503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1640896" y="4357946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440783" y="430909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58783" y="439909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479331" y="4347643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339166" y="430909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357166" y="439909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377714" y="4347643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677719" y="4362656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576102" y="4362656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2026-07-20T13:31:30Z</dcterms:modified>
  <cp:category/>
</cp:coreProperties>
</file>