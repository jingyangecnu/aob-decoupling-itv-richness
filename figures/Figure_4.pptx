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486400" cy="4572000"/>
            <a:chOff x="914400" y="914400"/>
            <a:chExt cx="5486400" cy="457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01731" y="1274400"/>
              <a:ext cx="4119068" cy="33443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203848" y="1274400"/>
              <a:ext cx="0" cy="3344394"/>
            </a:xfrm>
            <a:custGeom>
              <a:avLst/>
              <a:pathLst>
                <a:path w="0" h="3344394">
                  <a:moveTo>
                    <a:pt x="0" y="33443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3950843" y="138441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617331" y="1406415"/>
              <a:ext cx="333511" cy="0"/>
            </a:xfrm>
            <a:custGeom>
              <a:avLst/>
              <a:pathLst>
                <a:path w="333511" h="0">
                  <a:moveTo>
                    <a:pt x="33351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617331" y="138441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5870882" y="160443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4410748" y="1626441"/>
              <a:ext cx="1460134" cy="0"/>
            </a:xfrm>
            <a:custGeom>
              <a:avLst/>
              <a:pathLst>
                <a:path w="1460134" h="0">
                  <a:moveTo>
                    <a:pt x="146013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410748" y="160443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5985378" y="182446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567434" y="1846467"/>
              <a:ext cx="1417943" cy="0"/>
            </a:xfrm>
            <a:custGeom>
              <a:avLst/>
              <a:pathLst>
                <a:path w="1417943" h="0">
                  <a:moveTo>
                    <a:pt x="141794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4567434" y="182446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167609" y="204449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01218" y="2066493"/>
              <a:ext cx="766391" cy="0"/>
            </a:xfrm>
            <a:custGeom>
              <a:avLst/>
              <a:pathLst>
                <a:path w="766391" h="0">
                  <a:moveTo>
                    <a:pt x="76639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401218" y="204449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657878" y="226451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2288961" y="2286519"/>
              <a:ext cx="1368916" cy="0"/>
            </a:xfrm>
            <a:custGeom>
              <a:avLst/>
              <a:pathLst>
                <a:path w="1368916" h="0">
                  <a:moveTo>
                    <a:pt x="13689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88961" y="226451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423788" y="248454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745313" y="2506545"/>
              <a:ext cx="1678474" cy="0"/>
            </a:xfrm>
            <a:custGeom>
              <a:avLst/>
              <a:pathLst>
                <a:path w="1678474" h="0">
                  <a:moveTo>
                    <a:pt x="167847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745313" y="248454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4586745" y="270456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4105046" y="2726571"/>
              <a:ext cx="481699" cy="0"/>
            </a:xfrm>
            <a:custGeom>
              <a:avLst/>
              <a:pathLst>
                <a:path w="481699" h="0">
                  <a:moveTo>
                    <a:pt x="48169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4105046" y="270456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033569" y="292459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4795862" y="2946597"/>
              <a:ext cx="1237707" cy="0"/>
            </a:xfrm>
            <a:custGeom>
              <a:avLst/>
              <a:pathLst>
                <a:path w="1237707" h="0">
                  <a:moveTo>
                    <a:pt x="123770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4795862" y="292459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4375087" y="314462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603704" y="3166623"/>
              <a:ext cx="771383" cy="0"/>
            </a:xfrm>
            <a:custGeom>
              <a:avLst/>
              <a:pathLst>
                <a:path w="771383" h="0">
                  <a:moveTo>
                    <a:pt x="7713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603704" y="314462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4103288" y="336464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3296734" y="3386648"/>
              <a:ext cx="806553" cy="0"/>
            </a:xfrm>
            <a:custGeom>
              <a:avLst/>
              <a:pathLst>
                <a:path w="806553" h="0">
                  <a:moveTo>
                    <a:pt x="8065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3296734" y="336464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5339685" y="358467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578067" y="3606674"/>
              <a:ext cx="761617" cy="0"/>
            </a:xfrm>
            <a:custGeom>
              <a:avLst/>
              <a:pathLst>
                <a:path w="761617" h="0">
                  <a:moveTo>
                    <a:pt x="76161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4578067" y="358467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151643" y="380469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156347" y="3826700"/>
              <a:ext cx="1995296" cy="0"/>
            </a:xfrm>
            <a:custGeom>
              <a:avLst/>
              <a:pathLst>
                <a:path w="1995296" h="0">
                  <a:moveTo>
                    <a:pt x="199529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3156347" y="380469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719399" y="402472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812638" y="4046726"/>
              <a:ext cx="1906760" cy="0"/>
            </a:xfrm>
            <a:custGeom>
              <a:avLst/>
              <a:pathLst>
                <a:path w="1906760" h="0">
                  <a:moveTo>
                    <a:pt x="19067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812638" y="402472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5027169" y="424475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966010" y="4266752"/>
              <a:ext cx="2061158" cy="0"/>
            </a:xfrm>
            <a:custGeom>
              <a:avLst/>
              <a:pathLst>
                <a:path w="2061158" h="0">
                  <a:moveTo>
                    <a:pt x="206115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966010" y="424475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851497" y="446477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077419" y="4486778"/>
              <a:ext cx="774078" cy="0"/>
            </a:xfrm>
            <a:custGeom>
              <a:avLst/>
              <a:pathLst>
                <a:path w="774078" h="0">
                  <a:moveTo>
                    <a:pt x="77407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077419" y="446477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732635" y="135496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089363" y="1574989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5224954" y="179501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732962" y="201504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21967" y="22350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4533099" y="245509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4294444" y="267511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5363264" y="289514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937943" y="311517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648559" y="333519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907424" y="355522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102543" y="377524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14566" y="399527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945138" y="421530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3006" y="443532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2101731" y="1274400"/>
              <a:ext cx="4119068" cy="33443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101731" y="1274400"/>
              <a:ext cx="0" cy="3344394"/>
            </a:xfrm>
            <a:custGeom>
              <a:avLst/>
              <a:pathLst>
                <a:path w="0" h="3344394">
                  <a:moveTo>
                    <a:pt x="0" y="3344394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303441" y="4436669"/>
              <a:ext cx="7299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303441" y="4216643"/>
              <a:ext cx="7299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746194" y="3996617"/>
              <a:ext cx="28721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746377" y="3776591"/>
              <a:ext cx="28703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831690" y="3556565"/>
              <a:ext cx="20171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761647" y="3336539"/>
              <a:ext cx="2717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87714" y="3116513"/>
              <a:ext cx="74569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87714" y="2896488"/>
              <a:ext cx="74569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629608" y="2676462"/>
              <a:ext cx="4037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823826" y="2456436"/>
              <a:ext cx="2095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746194" y="2236410"/>
              <a:ext cx="28721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637563" y="2016384"/>
              <a:ext cx="39584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769328" y="1796358"/>
              <a:ext cx="26407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746102" y="1576332"/>
              <a:ext cx="2873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761739" y="1356306"/>
              <a:ext cx="27166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2063773" y="44867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2063773" y="42667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2063773" y="40467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2063773" y="382670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2063773" y="36066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2063773" y="33866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2063773" y="31666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2063773" y="29465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2063773" y="27265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2063773" y="25065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2063773" y="22865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2063773" y="20664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2063773" y="18464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2063773" y="16264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2063773" y="14064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2101731" y="4618794"/>
              <a:ext cx="4119068" cy="0"/>
            </a:xfrm>
            <a:custGeom>
              <a:avLst/>
              <a:pathLst>
                <a:path w="4119068" h="0">
                  <a:moveTo>
                    <a:pt x="0" y="0"/>
                  </a:moveTo>
                  <a:lnTo>
                    <a:pt x="4119068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2328754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3266301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4203848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5141396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6078943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2169511" y="4687118"/>
              <a:ext cx="3184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107058" y="4687118"/>
              <a:ext cx="3184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067877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5005425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5942972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785047" y="4899982"/>
              <a:ext cx="275243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38449" y="2887161"/>
              <a:ext cx="3578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2721813" y="5163387"/>
              <a:ext cx="2878904" cy="1430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2721813" y="5180212"/>
              <a:ext cx="92317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3720906" y="5177698"/>
              <a:ext cx="10799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731706" y="5234893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723454" y="5183442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4705582" y="5177698"/>
              <a:ext cx="10799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716382" y="5234893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708130" y="5183442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904822" y="5191185"/>
              <a:ext cx="72484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889497" y="5191185"/>
              <a:ext cx="71122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2026-07-20T00:49:14Z</dcterms:modified>
  <cp:category/>
</cp:coreProperties>
</file>