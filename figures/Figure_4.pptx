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3240000" cy="3600000"/>
            <a:chOff x="914400" y="914400"/>
            <a:chExt cx="3240000" cy="36000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3240000" cy="360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3240000" cy="360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835679" y="1274399"/>
              <a:ext cx="2138720" cy="25437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27150" y="1274399"/>
              <a:ext cx="0" cy="2543714"/>
            </a:xfrm>
            <a:custGeom>
              <a:avLst/>
              <a:pathLst>
                <a:path w="0" h="2543714">
                  <a:moveTo>
                    <a:pt x="0" y="25437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795783" y="1358074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622616" y="1374809"/>
              <a:ext cx="173167" cy="0"/>
            </a:xfrm>
            <a:custGeom>
              <a:avLst/>
              <a:pathLst>
                <a:path w="173167" h="0">
                  <a:moveTo>
                    <a:pt x="173167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2622616" y="1358074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3792714" y="1525424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3034577" y="1542159"/>
              <a:ext cx="758137" cy="0"/>
            </a:xfrm>
            <a:custGeom>
              <a:avLst/>
              <a:pathLst>
                <a:path w="758137" h="0">
                  <a:moveTo>
                    <a:pt x="758137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3034577" y="1525424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3852163" y="1692774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3115932" y="1709509"/>
              <a:ext cx="736230" cy="0"/>
            </a:xfrm>
            <a:custGeom>
              <a:avLst/>
              <a:pathLst>
                <a:path w="736230" h="0">
                  <a:moveTo>
                    <a:pt x="736230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3115932" y="1692774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08333" y="1860123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510404" y="1876858"/>
              <a:ext cx="397929" cy="0"/>
            </a:xfrm>
            <a:custGeom>
              <a:avLst/>
              <a:pathLst>
                <a:path w="397929" h="0">
                  <a:moveTo>
                    <a:pt x="397929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2510404" y="1860123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643668" y="2027473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932894" y="2044208"/>
              <a:ext cx="710774" cy="0"/>
            </a:xfrm>
            <a:custGeom>
              <a:avLst/>
              <a:pathLst>
                <a:path w="710774" h="0">
                  <a:moveTo>
                    <a:pt x="710774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932894" y="2027473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3560572" y="2194823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689067" y="2211558"/>
              <a:ext cx="871504" cy="0"/>
            </a:xfrm>
            <a:custGeom>
              <a:avLst/>
              <a:pathLst>
                <a:path w="871504" h="0">
                  <a:moveTo>
                    <a:pt x="871504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2689067" y="2194823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3125959" y="2362172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2875849" y="2378907"/>
              <a:ext cx="250110" cy="0"/>
            </a:xfrm>
            <a:custGeom>
              <a:avLst/>
              <a:pathLst>
                <a:path w="250110" h="0">
                  <a:moveTo>
                    <a:pt x="250110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2875849" y="2362172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3877185" y="2529522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3234537" y="2546257"/>
              <a:ext cx="642647" cy="0"/>
            </a:xfrm>
            <a:custGeom>
              <a:avLst/>
              <a:pathLst>
                <a:path w="642647" h="0">
                  <a:moveTo>
                    <a:pt x="642647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3234537" y="2529522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3016061" y="2696872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2615540" y="2713607"/>
              <a:ext cx="400521" cy="0"/>
            </a:xfrm>
            <a:custGeom>
              <a:avLst/>
              <a:pathLst>
                <a:path w="400521" h="0">
                  <a:moveTo>
                    <a:pt x="400521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2615540" y="2696872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2874936" y="2864221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2456154" y="2880956"/>
              <a:ext cx="418782" cy="0"/>
            </a:xfrm>
            <a:custGeom>
              <a:avLst/>
              <a:pathLst>
                <a:path w="418782" h="0">
                  <a:moveTo>
                    <a:pt x="418782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2456154" y="2864221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3516903" y="3031571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3121453" y="3048306"/>
              <a:ext cx="395450" cy="0"/>
            </a:xfrm>
            <a:custGeom>
              <a:avLst/>
              <a:pathLst>
                <a:path w="395450" h="0">
                  <a:moveTo>
                    <a:pt x="395450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3121453" y="3031571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3419268" y="3198921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2383261" y="3215656"/>
              <a:ext cx="1036006" cy="0"/>
            </a:xfrm>
            <a:custGeom>
              <a:avLst/>
              <a:pathLst>
                <a:path w="1036006" h="0">
                  <a:moveTo>
                    <a:pt x="1036006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2383261" y="3198921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3194836" y="3366270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2204799" y="3383005"/>
              <a:ext cx="990036" cy="0"/>
            </a:xfrm>
            <a:custGeom>
              <a:avLst/>
              <a:pathLst>
                <a:path w="990036" h="0">
                  <a:moveTo>
                    <a:pt x="990036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2204799" y="3366270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3354637" y="3533620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2284434" y="3550355"/>
              <a:ext cx="1070203" cy="0"/>
            </a:xfrm>
            <a:custGeom>
              <a:avLst/>
              <a:pathLst>
                <a:path w="1070203" h="0">
                  <a:moveTo>
                    <a:pt x="1070203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2284434" y="3533620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2744200" y="3700970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2342280" y="3717705"/>
              <a:ext cx="401920" cy="0"/>
            </a:xfrm>
            <a:custGeom>
              <a:avLst/>
              <a:pathLst>
                <a:path w="401920" h="0">
                  <a:moveTo>
                    <a:pt x="401920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2342280" y="3700970"/>
              <a:ext cx="0" cy="33469"/>
            </a:xfrm>
            <a:custGeom>
              <a:avLst/>
              <a:pathLst>
                <a:path w="0" h="33469">
                  <a:moveTo>
                    <a:pt x="0" y="334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2657747" y="1323357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3362194" y="1490707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3432595" y="1658057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2657917" y="1825406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2236829" y="1992756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3073368" y="2160106"/>
              <a:ext cx="102903" cy="1029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2949452" y="2327455"/>
              <a:ext cx="102903" cy="1029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3504409" y="2494805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2764348" y="2662155"/>
              <a:ext cx="102903" cy="1029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2614093" y="2829504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3267726" y="2996854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2849813" y="3164204"/>
              <a:ext cx="102903" cy="1029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21600" cap="rnd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2648366" y="3331553"/>
              <a:ext cx="102903" cy="1029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21600" cap="rnd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2768084" y="3498903"/>
              <a:ext cx="102903" cy="1029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21600" cap="rnd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2491788" y="3666253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1835679" y="1274399"/>
              <a:ext cx="2138720" cy="2543714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1835679" y="1274399"/>
              <a:ext cx="0" cy="2543714"/>
            </a:xfrm>
            <a:custGeom>
              <a:avLst/>
              <a:pathLst>
                <a:path w="0" h="2543714">
                  <a:moveTo>
                    <a:pt x="0" y="2543714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69"/>
            <p:cNvSpPr/>
            <p:nvPr/>
          </p:nvSpPr>
          <p:spPr>
            <a:xfrm>
              <a:off x="1253627" y="3681266"/>
              <a:ext cx="5308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Below_PC2</a:t>
              </a:r>
            </a:p>
          </p:txBody>
        </p:sp>
        <p:sp>
          <p:nvSpPr>
            <p:cNvPr id="71" name="tx70"/>
            <p:cNvSpPr/>
            <p:nvPr/>
          </p:nvSpPr>
          <p:spPr>
            <a:xfrm>
              <a:off x="1253627" y="3513916"/>
              <a:ext cx="5308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Below_PC1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1575587" y="3346566"/>
              <a:ext cx="208848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SRA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1575679" y="3179217"/>
              <a:ext cx="208757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RTD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1637766" y="3011867"/>
              <a:ext cx="14666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RD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1586834" y="2844517"/>
              <a:ext cx="197601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SRL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1242197" y="2677168"/>
              <a:ext cx="54223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Above_PC2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1242197" y="2509818"/>
              <a:ext cx="54223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Above_PC1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1490731" y="2342468"/>
              <a:ext cx="293705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Height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1632006" y="2175119"/>
              <a:ext cx="152430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Chl</a:t>
              </a:r>
            </a:p>
          </p:txBody>
        </p:sp>
        <p:sp>
          <p:nvSpPr>
            <p:cNvPr id="80" name="tx79"/>
            <p:cNvSpPr/>
            <p:nvPr/>
          </p:nvSpPr>
          <p:spPr>
            <a:xfrm>
              <a:off x="1575587" y="2007769"/>
              <a:ext cx="208848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SSD</a:t>
              </a:r>
            </a:p>
          </p:txBody>
        </p:sp>
        <p:sp>
          <p:nvSpPr>
            <p:cNvPr id="81" name="tx80"/>
            <p:cNvSpPr/>
            <p:nvPr/>
          </p:nvSpPr>
          <p:spPr>
            <a:xfrm>
              <a:off x="1496583" y="1840419"/>
              <a:ext cx="287853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LDMC</a:t>
              </a:r>
            </a:p>
          </p:txBody>
        </p:sp>
        <p:sp>
          <p:nvSpPr>
            <p:cNvPr id="82" name="tx81"/>
            <p:cNvSpPr/>
            <p:nvPr/>
          </p:nvSpPr>
          <p:spPr>
            <a:xfrm>
              <a:off x="1592412" y="1673070"/>
              <a:ext cx="19202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SLA</a:t>
              </a:r>
            </a:p>
          </p:txBody>
        </p:sp>
        <p:sp>
          <p:nvSpPr>
            <p:cNvPr id="83" name="tx82"/>
            <p:cNvSpPr/>
            <p:nvPr/>
          </p:nvSpPr>
          <p:spPr>
            <a:xfrm>
              <a:off x="1575496" y="1505720"/>
              <a:ext cx="208940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MLA</a:t>
              </a:r>
            </a:p>
          </p:txBody>
        </p:sp>
        <p:sp>
          <p:nvSpPr>
            <p:cNvPr id="84" name="tx83"/>
            <p:cNvSpPr/>
            <p:nvPr/>
          </p:nvSpPr>
          <p:spPr>
            <a:xfrm>
              <a:off x="1586834" y="1338370"/>
              <a:ext cx="197601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LTO</a:t>
              </a:r>
            </a:p>
          </p:txBody>
        </p:sp>
        <p:sp>
          <p:nvSpPr>
            <p:cNvPr id="85" name="pl84"/>
            <p:cNvSpPr/>
            <p:nvPr/>
          </p:nvSpPr>
          <p:spPr>
            <a:xfrm>
              <a:off x="1807211" y="371770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1807211" y="355035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1807211" y="338300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1807211" y="321565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1807211" y="304830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1807211" y="288095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1807211" y="271360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1807211" y="254625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1807211" y="237890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1807211" y="2211558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1807211" y="2044208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5"/>
            <p:cNvSpPr/>
            <p:nvPr/>
          </p:nvSpPr>
          <p:spPr>
            <a:xfrm>
              <a:off x="1807211" y="1876858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6"/>
            <p:cNvSpPr/>
            <p:nvPr/>
          </p:nvSpPr>
          <p:spPr>
            <a:xfrm>
              <a:off x="1807211" y="170950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7"/>
            <p:cNvSpPr/>
            <p:nvPr/>
          </p:nvSpPr>
          <p:spPr>
            <a:xfrm>
              <a:off x="1807211" y="154215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8"/>
            <p:cNvSpPr/>
            <p:nvPr/>
          </p:nvSpPr>
          <p:spPr>
            <a:xfrm>
              <a:off x="1807211" y="137480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99"/>
            <p:cNvSpPr/>
            <p:nvPr/>
          </p:nvSpPr>
          <p:spPr>
            <a:xfrm>
              <a:off x="1835679" y="3818114"/>
              <a:ext cx="2138720" cy="0"/>
            </a:xfrm>
            <a:custGeom>
              <a:avLst/>
              <a:pathLst>
                <a:path w="2138720" h="0">
                  <a:moveTo>
                    <a:pt x="0" y="0"/>
                  </a:moveTo>
                  <a:lnTo>
                    <a:pt x="2138720" y="0"/>
                  </a:lnTo>
                </a:path>
              </a:pathLst>
            </a:custGeom>
            <a:ln w="1108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1953555" y="381811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2440352" y="381811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2927150" y="381811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3413947" y="381811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3900744" y="381811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tx105"/>
            <p:cNvSpPr/>
            <p:nvPr/>
          </p:nvSpPr>
          <p:spPr>
            <a:xfrm>
              <a:off x="1837746" y="3869357"/>
              <a:ext cx="231617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-0.50</a:t>
              </a:r>
            </a:p>
          </p:txBody>
        </p:sp>
        <p:sp>
          <p:nvSpPr>
            <p:cNvPr id="107" name="tx106"/>
            <p:cNvSpPr/>
            <p:nvPr/>
          </p:nvSpPr>
          <p:spPr>
            <a:xfrm>
              <a:off x="2324543" y="3869357"/>
              <a:ext cx="231617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-0.25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2828257" y="3869357"/>
              <a:ext cx="19778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109" name="tx108"/>
            <p:cNvSpPr/>
            <p:nvPr/>
          </p:nvSpPr>
          <p:spPr>
            <a:xfrm>
              <a:off x="3315055" y="3869357"/>
              <a:ext cx="19778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110" name="tx109"/>
            <p:cNvSpPr/>
            <p:nvPr/>
          </p:nvSpPr>
          <p:spPr>
            <a:xfrm>
              <a:off x="3801852" y="3869357"/>
              <a:ext cx="19778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111" name="tx110"/>
            <p:cNvSpPr/>
            <p:nvPr/>
          </p:nvSpPr>
          <p:spPr>
            <a:xfrm>
              <a:off x="1927683" y="4026994"/>
              <a:ext cx="1954712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Regression coefficients (Richness)</a:t>
              </a:r>
            </a:p>
          </p:txBody>
        </p:sp>
        <p:sp>
          <p:nvSpPr>
            <p:cNvPr id="112" name="tx111"/>
            <p:cNvSpPr/>
            <p:nvPr/>
          </p:nvSpPr>
          <p:spPr>
            <a:xfrm rot="-5400000">
              <a:off x="984809" y="2500674"/>
              <a:ext cx="254020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Trait</a:t>
              </a:r>
            </a:p>
          </p:txBody>
        </p:sp>
        <p:sp>
          <p:nvSpPr>
            <p:cNvPr id="113" name="rc112"/>
            <p:cNvSpPr/>
            <p:nvPr/>
          </p:nvSpPr>
          <p:spPr>
            <a:xfrm>
              <a:off x="1799262" y="4226400"/>
              <a:ext cx="2211555" cy="107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tx113"/>
            <p:cNvSpPr/>
            <p:nvPr/>
          </p:nvSpPr>
          <p:spPr>
            <a:xfrm>
              <a:off x="1799262" y="4239389"/>
              <a:ext cx="69220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Compartment</a:t>
              </a:r>
            </a:p>
          </p:txBody>
        </p:sp>
        <p:sp>
          <p:nvSpPr>
            <p:cNvPr id="115" name="rc114"/>
            <p:cNvSpPr/>
            <p:nvPr/>
          </p:nvSpPr>
          <p:spPr>
            <a:xfrm>
              <a:off x="2548399" y="4226400"/>
              <a:ext cx="107999" cy="107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2559199" y="4280400"/>
              <a:ext cx="86400" cy="0"/>
            </a:xfrm>
            <a:custGeom>
              <a:avLst/>
              <a:pathLst>
                <a:path w="86400" h="0">
                  <a:moveTo>
                    <a:pt x="0" y="0"/>
                  </a:moveTo>
                  <a:lnTo>
                    <a:pt x="8640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6"/>
            <p:cNvSpPr/>
            <p:nvPr/>
          </p:nvSpPr>
          <p:spPr>
            <a:xfrm>
              <a:off x="2550947" y="4228948"/>
              <a:ext cx="102903" cy="102903"/>
            </a:xfrm>
            <a:prstGeom prst="ellipse">
              <a:avLst/>
            </a:prstGeom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rc117"/>
            <p:cNvSpPr/>
            <p:nvPr/>
          </p:nvSpPr>
          <p:spPr>
            <a:xfrm>
              <a:off x="3313151" y="4226400"/>
              <a:ext cx="107999" cy="107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pl118"/>
            <p:cNvSpPr/>
            <p:nvPr/>
          </p:nvSpPr>
          <p:spPr>
            <a:xfrm>
              <a:off x="3323951" y="4280400"/>
              <a:ext cx="86399" cy="0"/>
            </a:xfrm>
            <a:custGeom>
              <a:avLst/>
              <a:pathLst>
                <a:path w="86399" h="0">
                  <a:moveTo>
                    <a:pt x="0" y="0"/>
                  </a:moveTo>
                  <a:lnTo>
                    <a:pt x="86399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19"/>
            <p:cNvSpPr/>
            <p:nvPr/>
          </p:nvSpPr>
          <p:spPr>
            <a:xfrm>
              <a:off x="3315699" y="4228948"/>
              <a:ext cx="102903" cy="102903"/>
            </a:xfrm>
            <a:prstGeom prst="ellipse">
              <a:avLst/>
            </a:prstGeom>
            <a:ln w="21600" cap="rnd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tx120"/>
            <p:cNvSpPr/>
            <p:nvPr/>
          </p:nvSpPr>
          <p:spPr>
            <a:xfrm>
              <a:off x="2713335" y="4247618"/>
              <a:ext cx="542879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Aboveground</a:t>
              </a:r>
            </a:p>
          </p:txBody>
        </p:sp>
        <p:sp>
          <p:nvSpPr>
            <p:cNvPr id="122" name="tx121"/>
            <p:cNvSpPr/>
            <p:nvPr/>
          </p:nvSpPr>
          <p:spPr>
            <a:xfrm>
              <a:off x="3478088" y="4247618"/>
              <a:ext cx="532729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Belowground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jingyang</cp:lastModifiedBy>
  <cp:revision>3</cp:revision>
  <dcterms:created xsi:type="dcterms:W3CDTF">2017-02-13T16:18:36Z</dcterms:created>
  <dcterms:modified xsi:type="dcterms:W3CDTF">2026-07-20T11:39:37Z</dcterms:modified>
  <cp:category/>
</cp:coreProperties>
</file>