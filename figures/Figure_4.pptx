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38408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3418" y="952357"/>
              <a:ext cx="2880371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722710" y="2835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16200" y="31653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613558" y="2085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679731" y="3016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52364" y="3056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94595" y="31584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837862" y="3222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12288" y="3238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85141" y="2119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41213" y="30423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9854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36541" y="3124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67711" y="2765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1546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59598" y="2735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23043" y="327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829833" y="2385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15057" y="2969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81355" y="3113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4622" y="28403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16964" y="2887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649188" y="3284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587157" y="26923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692572" y="29155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599535" y="3269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1621" y="26030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832689" y="24721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05713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840727" y="3362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15082" y="32077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77036" y="3169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668149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02677" y="33738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544829" y="2516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20120" y="3028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651279" y="31398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677764" y="22909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63983" y="2305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566436" y="19757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583187" y="3153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05331" y="3122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55691" y="2602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13450" y="26297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92184" y="30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613377" y="2738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660542" y="3280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02768" y="3193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65110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584901" y="2778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75220" y="27681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819431" y="3372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66575" y="26911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620768" y="2680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80260" y="1379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790072" y="28979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684850" y="24788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98531" y="1822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546937" y="18609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554606" y="2803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84513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24322" y="303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08048" y="2887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818194" y="2424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64335" y="1869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43559" y="31210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27561" y="3148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553113" y="2976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555772" y="254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619713" y="30301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624986" y="25377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764773" y="2717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626984" y="31655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712638" y="3138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661348" y="32197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93800" y="31191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80363" y="3102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19687" y="28920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569063" y="285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807481" y="2761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60569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813403" y="23682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17269" y="3351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16206" y="317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31995" y="30461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41740" y="3114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55336" y="1637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63279" y="2684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79434" y="22161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816561" y="2141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672305" y="2175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822472" y="3002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14189" y="2728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758413" y="1375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19507" y="33678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686288" y="27578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689841" y="31695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770995" y="33047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695414" y="2772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44846" y="3237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589201" y="32852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636741" y="33274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09209" y="29930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681335" y="31850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663319" y="32435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51564" y="32895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640727" y="3286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34955" y="3059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745592" y="2926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19592" y="3041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688558" y="3216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27684" y="3064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75025" y="3232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679267" y="31290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25216" y="3270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625766" y="32443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88411" y="3225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22939" y="2455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769592" y="3238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592869" y="2690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6780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39765" y="2868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80844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770853" y="321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864498" y="33670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655420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784233" y="2558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18016" y="3372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601075" y="28646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629598" y="30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591879" y="234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787944" y="3373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651661" y="3005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855447" y="3228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730891" y="31214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660813" y="2967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741047" y="3074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620324" y="32048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40787" y="28057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86197" y="28212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81787" y="3081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696336" y="2527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622167" y="30620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13404" y="2394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727038" y="30202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602130" y="3211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71351" y="2327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845176" y="21019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686399" y="2498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19663" y="318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10684" y="3197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63987" y="3216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623806" y="2718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714299" y="3270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03959" y="30754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600592" y="32224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804106" y="2678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609494" y="2911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810176" y="3096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869174" y="290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54536" y="3201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763379" y="2597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759187" y="2778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718104" y="3174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670048" y="2664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602682" y="31323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867890" y="3260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660238" y="1528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595060" y="3067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70800" y="3227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36120" y="3309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49664" y="2628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77949" y="3142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14281" y="2921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35202" y="2269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90722" y="30813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671999" y="32555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71094" y="2858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26647" y="27682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811395" y="2363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71237" y="12595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16845" y="32221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6264" y="30393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585286" y="31166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61775" y="2721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39173" y="18549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853706" y="29658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9685" y="3087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66916" y="33451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3596" y="33637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25795" y="2724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702340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92048" y="28145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12710" y="26710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62708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74034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84041" y="31129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725613" y="3295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641053" y="3233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867761" y="3178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787108" y="30365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11701" y="290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900314" y="3322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731723" y="32891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692193" y="3253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786205" y="3292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70001" y="33504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63717" y="336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771400" y="3349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95591" y="32987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677988" y="31300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845079" y="3321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861046" y="3367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731265" y="333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80736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821360" y="3322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96549" y="3161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828072" y="2850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649243" y="3343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870811" y="3290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844463" y="3338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802083" y="33640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640030" y="3355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825060" y="3336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681202" y="3347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887866" y="29980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29840" y="3313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79755" y="3341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69426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751538" y="3288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743331" y="3126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720388" y="3372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773007" y="2966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655451" y="33625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85892" y="2980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835766" y="3250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685707" y="3266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89042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743387" y="3294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741705" y="33388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742430" y="3244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71947" y="2573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753091" y="2110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652740" y="3110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36489" y="29486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70641" y="3135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71689" y="2152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47760" y="3284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80743" y="3337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630552" y="3292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89407" y="33486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39278" y="32851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52550" y="3293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53107" y="3171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97443" y="32907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06769" y="3355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8580" y="33423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74854" y="2925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95698" y="3163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688426" y="31301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68039" y="3321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40850" y="3076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68393" y="33478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53605" y="3098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15861" y="3093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901070" y="3269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94663" y="33347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39567" y="2844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84755" y="3162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05208" y="3366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50587" y="268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885597" y="31260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90314" y="2779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685826" y="3310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639730" y="33241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651397" y="31870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777155" y="3356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62095" y="1892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686135" y="33278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721762" y="315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77578" y="2839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866077" y="27074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772032" y="3178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885494" y="32054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68127" y="314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611008" y="2902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724525" y="266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884814" y="30337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3915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50291" y="3373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858211" y="2959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877573" y="2914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833694" y="32585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828646" y="33623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671805" y="3370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694583" y="3235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34666" y="33692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820553" y="3369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799846" y="3325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878263" y="3273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640278" y="3368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890309" y="2814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638485" y="3233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657941" y="3323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731454" y="3361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623611" y="3102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60962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850545" y="3327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68080" y="2752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852755" y="3342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24915" y="3361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868441" y="2894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724378" y="1854121"/>
              <a:ext cx="0" cy="786830"/>
            </a:xfrm>
            <a:custGeom>
              <a:avLst/>
              <a:pathLst>
                <a:path w="0" h="786830">
                  <a:moveTo>
                    <a:pt x="0" y="7868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724378" y="3196723"/>
              <a:ext cx="0" cy="208338"/>
            </a:xfrm>
            <a:custGeom>
              <a:avLst/>
              <a:pathLst>
                <a:path w="0" h="208338">
                  <a:moveTo>
                    <a:pt x="0" y="0"/>
                  </a:moveTo>
                  <a:lnTo>
                    <a:pt x="0" y="20833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75655" y="2640952"/>
              <a:ext cx="297447" cy="555771"/>
            </a:xfrm>
            <a:custGeom>
              <a:avLst/>
              <a:pathLst>
                <a:path w="297447" h="555771">
                  <a:moveTo>
                    <a:pt x="0" y="0"/>
                  </a:moveTo>
                  <a:lnTo>
                    <a:pt x="0" y="555771"/>
                  </a:lnTo>
                  <a:lnTo>
                    <a:pt x="297447" y="55577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75655" y="300449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55251" y="2133166"/>
              <a:ext cx="0" cy="676340"/>
            </a:xfrm>
            <a:custGeom>
              <a:avLst/>
              <a:pathLst>
                <a:path w="0" h="676340">
                  <a:moveTo>
                    <a:pt x="0" y="6763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55251" y="3264183"/>
              <a:ext cx="0" cy="140879"/>
            </a:xfrm>
            <a:custGeom>
              <a:avLst/>
              <a:pathLst>
                <a:path w="0" h="140879">
                  <a:moveTo>
                    <a:pt x="0" y="0"/>
                  </a:moveTo>
                  <a:lnTo>
                    <a:pt x="0" y="14087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606528" y="2809506"/>
              <a:ext cx="297447" cy="454676"/>
            </a:xfrm>
            <a:custGeom>
              <a:avLst/>
              <a:pathLst>
                <a:path w="297447" h="454676">
                  <a:moveTo>
                    <a:pt x="0" y="0"/>
                  </a:moveTo>
                  <a:lnTo>
                    <a:pt x="0" y="454676"/>
                  </a:lnTo>
                  <a:lnTo>
                    <a:pt x="297447" y="454676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606528" y="311309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86124" y="2810398"/>
              <a:ext cx="0" cy="329408"/>
            </a:xfrm>
            <a:custGeom>
              <a:avLst/>
              <a:pathLst>
                <a:path w="0" h="329408">
                  <a:moveTo>
                    <a:pt x="0" y="32940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86124" y="3373604"/>
              <a:ext cx="0" cy="31457"/>
            </a:xfrm>
            <a:custGeom>
              <a:avLst/>
              <a:pathLst>
                <a:path w="0" h="31457">
                  <a:moveTo>
                    <a:pt x="0" y="0"/>
                  </a:moveTo>
                  <a:lnTo>
                    <a:pt x="0" y="314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37401" y="3139806"/>
              <a:ext cx="297447" cy="233798"/>
            </a:xfrm>
            <a:custGeom>
              <a:avLst/>
              <a:pathLst>
                <a:path w="297447" h="233798">
                  <a:moveTo>
                    <a:pt x="0" y="0"/>
                  </a:moveTo>
                  <a:lnTo>
                    <a:pt x="0" y="233798"/>
                  </a:lnTo>
                  <a:lnTo>
                    <a:pt x="297447" y="23379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37401" y="3317937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724378" y="2690292"/>
              <a:ext cx="2082129" cy="614205"/>
            </a:xfrm>
            <a:custGeom>
              <a:avLst/>
              <a:pathLst>
                <a:path w="2082129" h="614205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  <a:lnTo>
                    <a:pt x="2082129" y="614205"/>
                  </a:lnTo>
                  <a:lnTo>
                    <a:pt x="1487235" y="478730"/>
                  </a:lnTo>
                  <a:lnTo>
                    <a:pt x="1026192" y="403982"/>
                  </a:lnTo>
                  <a:lnTo>
                    <a:pt x="520532" y="349490"/>
                  </a:lnTo>
                  <a:lnTo>
                    <a:pt x="0" y="30535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724378" y="2690292"/>
              <a:ext cx="2082129" cy="405400"/>
            </a:xfrm>
            <a:custGeom>
              <a:avLst/>
              <a:pathLst>
                <a:path w="2082129" h="405400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724378" y="2995651"/>
              <a:ext cx="2082129" cy="308846"/>
            </a:xfrm>
            <a:custGeom>
              <a:avLst/>
              <a:pathLst>
                <a:path w="2082129" h="308846">
                  <a:moveTo>
                    <a:pt x="2082129" y="308846"/>
                  </a:moveTo>
                  <a:lnTo>
                    <a:pt x="1487235" y="173371"/>
                  </a:lnTo>
                  <a:lnTo>
                    <a:pt x="1026192" y="98623"/>
                  </a:lnTo>
                  <a:lnTo>
                    <a:pt x="520532" y="44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724378" y="2842972"/>
              <a:ext cx="2082129" cy="357123"/>
            </a:xfrm>
            <a:custGeom>
              <a:avLst/>
              <a:pathLst>
                <a:path w="2082129" h="357123">
                  <a:moveTo>
                    <a:pt x="0" y="0"/>
                  </a:moveTo>
                  <a:lnTo>
                    <a:pt x="520532" y="89280"/>
                  </a:lnTo>
                  <a:lnTo>
                    <a:pt x="1026192" y="176010"/>
                  </a:lnTo>
                  <a:lnTo>
                    <a:pt x="1487235" y="255088"/>
                  </a:lnTo>
                  <a:lnTo>
                    <a:pt x="2082129" y="357123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724378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823056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64972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94580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2026606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107388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612137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68272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763525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57695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37208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37208" y="2678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37208" y="199258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73657" y="130684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426063" y="34050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426063" y="27193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426063" y="20335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426063" y="13478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57695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724378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55251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86124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92603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723476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54349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25508" y="2297813"/>
              <a:ext cx="201862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57695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621468" y="3327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663034" y="28832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586844" y="2732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451742" y="3102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721443" y="3176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613923" y="32379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636915" y="3270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489790" y="32986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647385" y="18399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426638" y="3182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602319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608463" y="3192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506718" y="31377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439471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497206" y="32618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473034" y="32685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641504" y="3284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668607" y="3186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469398" y="3189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558139" y="3090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639627" y="3142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681446" y="3240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710997" y="3033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578871" y="25755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20885" y="3328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682088" y="33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513498" y="2971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516427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427864" y="3348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642464" y="3186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465868" y="3208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512724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668748" y="33526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479702" y="2046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607132" y="30871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643573" y="32884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481379" y="279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525336" y="25802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501971" y="22336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503520" y="31482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720496" y="32409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688484" y="2968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540771" y="23387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592867" y="2774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544820" y="2952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686373" y="29385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606327" y="2651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680644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450289" y="2816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675573" y="2861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608745" y="33641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427316" y="26779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498425" y="3123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623064" y="15214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464885" y="2509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98709" y="29352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535690" y="3044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469189" y="26161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507007" y="3113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53075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557486" y="3143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560335" y="3041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681237" y="3119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527156" y="2779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541002" y="29932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496801" y="3127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517601" y="3163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590761" y="3133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494434" y="3214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653333" y="30197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681588" y="30847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534968" y="27413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510160" y="30590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459509" y="3290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712174" y="3092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433211" y="3143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708640" y="3169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619025" y="32125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462811" y="3148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595980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476394" y="32299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662447" y="33016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503436" y="3182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545355" y="31973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486291" y="3202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585964" y="23299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619174" y="2714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488338" y="20533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645741" y="2494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679720" y="22289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580377" y="3239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602067" y="3147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649557" y="2865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465639" y="3320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573848" y="3055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594432" y="33254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707008" y="33143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569966" y="300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734343" y="3280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564428" y="33466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698114" y="3320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714913" y="321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711792" y="332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497097" y="3302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682877" y="33263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77758" y="3326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704871" y="3228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590574" y="32280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515737" y="325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517770" y="32639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647027" y="31360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517835" y="3313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670496" y="3214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76990" y="33463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461979" y="3352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14866" y="3321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610850" y="2902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18922" y="33459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465577" y="27286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516730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634065" y="3274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589289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649679" y="3230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556038" y="3373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630862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720348" y="2770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730299" y="3365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468910" y="2645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657339" y="31456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98666" y="2550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491678" y="33729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64300" y="3154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728501" y="3220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473513" y="3299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46002" y="3247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714669" y="30126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696907" y="3287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92950" y="3092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527398" y="2587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748614" y="3223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474642" y="2854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470763" y="3114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517696" y="2955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32864" y="32035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616379" y="3304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542681" y="2423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468064" y="172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642108" y="3019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571999" y="3239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639365" y="3177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77367" y="32718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64016" y="27898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659247" y="33660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729221" y="313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586035" y="33319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520168" y="2963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684827" y="31160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750651" y="31807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49756" y="3118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589181" y="3309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690774" y="3192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714382" y="32397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534098" y="33224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79661" y="2224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78169" y="3288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746255" y="3241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53786" y="2046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529989" y="30016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483593" y="2839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83937" y="33155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503372" y="3154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721653" y="31698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708185" y="30135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728425" y="279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664584" y="3028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517850" y="3208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594046" y="3004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09825" y="28259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76199" y="2950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657776" y="1259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699441" y="3286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13203" y="3056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614127" y="2965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593517" y="2412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11171" y="2257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48943" y="26119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633667" y="3203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519347" y="3339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520353" y="3227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16632" y="2837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69272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640482" y="3088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544867" y="26418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53792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556206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559425" y="30516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50798" y="3323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95800" y="32407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89328" y="3280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509375" y="30800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88877" y="303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44999" y="3355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95884" y="3316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12251" y="3258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00052" y="3330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97274" y="33735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488419" y="33630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42986" y="3364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30144" y="3357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14854" y="32573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79529" y="3325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531443" y="33616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96525" y="30922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28815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541948" y="33623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40594" y="3112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83800" y="30609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547188" y="33272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18704" y="3335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665409" y="33040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34969" y="333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516595" y="3373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65870" y="33689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764143" y="3335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604394" y="27577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82592" y="3333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530919" y="3322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687766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764551" y="3320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530185" y="33447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83998" y="33738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531588" y="2817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550910" y="3370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674025" y="31047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757150" y="32257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659173" y="32199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726123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570890" y="3321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528022" y="33544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514721" y="3301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89203" y="2824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660953" y="2583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566303" y="32388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552572" y="3199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13622" y="3194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496889" y="3334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753429" y="33583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630050" y="3355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58210" y="3284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616978" y="33162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91558" y="3189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53809" y="3349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711858" y="3264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772804" y="3361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629549" y="3356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725888" y="33571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32598" y="3077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91407" y="29175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497049" y="31007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569204" y="33132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542277" y="3235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527628" y="3341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76297" y="3362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764131" y="3145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609347" y="33336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541053" y="3368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649302" y="3137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694622" y="3335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631101" y="33727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24384" y="3137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638111" y="29372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65665" y="32060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20103" y="3296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511855" y="337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651348" y="32217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491056" y="3286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554018" y="2120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531668" y="33658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607726" y="3331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88516" y="32134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607361" y="2984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53169" y="33202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716716" y="33509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642027" y="3262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668490" y="2729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780193" y="2985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703480" y="319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709901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91491" y="3372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488628" y="30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757302" y="2922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675708" y="31319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715086" y="3355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742799" y="3373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65198" y="3362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509054" y="33708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640998" y="3363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616116" y="32720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29576" y="3160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658698" y="337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711010" y="3178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625146" y="32744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628140" y="3354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55944" y="33512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610174" y="3219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660957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89457" y="3323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645600" y="31485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651529" y="3362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710365" y="3373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774233" y="31539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604749" y="2361171"/>
              <a:ext cx="0" cy="540024"/>
            </a:xfrm>
            <a:custGeom>
              <a:avLst/>
              <a:pathLst>
                <a:path w="0" h="540024">
                  <a:moveTo>
                    <a:pt x="0" y="54002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604749" y="3271717"/>
              <a:ext cx="0" cy="133344"/>
            </a:xfrm>
            <a:custGeom>
              <a:avLst/>
              <a:pathLst>
                <a:path w="0" h="133344">
                  <a:moveTo>
                    <a:pt x="0" y="0"/>
                  </a:moveTo>
                  <a:lnTo>
                    <a:pt x="0" y="1333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56026" y="2901195"/>
              <a:ext cx="297447" cy="370521"/>
            </a:xfrm>
            <a:custGeom>
              <a:avLst/>
              <a:pathLst>
                <a:path w="297447" h="370521">
                  <a:moveTo>
                    <a:pt x="0" y="0"/>
                  </a:moveTo>
                  <a:lnTo>
                    <a:pt x="0" y="370521"/>
                  </a:lnTo>
                  <a:lnTo>
                    <a:pt x="297447" y="37052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56026" y="3171298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35623" y="2581234"/>
              <a:ext cx="0" cy="451605"/>
            </a:xfrm>
            <a:custGeom>
              <a:avLst/>
              <a:pathLst>
                <a:path w="0" h="451605">
                  <a:moveTo>
                    <a:pt x="0" y="4516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35623" y="3344801"/>
              <a:ext cx="0" cy="60259"/>
            </a:xfrm>
            <a:custGeom>
              <a:avLst/>
              <a:pathLst>
                <a:path w="0" h="60259">
                  <a:moveTo>
                    <a:pt x="0" y="0"/>
                  </a:moveTo>
                  <a:lnTo>
                    <a:pt x="0" y="6025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86899" y="3032839"/>
              <a:ext cx="297447" cy="311962"/>
            </a:xfrm>
            <a:custGeom>
              <a:avLst/>
              <a:pathLst>
                <a:path w="297447" h="311962">
                  <a:moveTo>
                    <a:pt x="0" y="0"/>
                  </a:moveTo>
                  <a:lnTo>
                    <a:pt x="0" y="311962"/>
                  </a:lnTo>
                  <a:lnTo>
                    <a:pt x="297447" y="311962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86899" y="323947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6496" y="2968422"/>
              <a:ext cx="0" cy="249492"/>
            </a:xfrm>
            <a:custGeom>
              <a:avLst/>
              <a:pathLst>
                <a:path w="0" h="249492">
                  <a:moveTo>
                    <a:pt x="0" y="2494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6496" y="3388623"/>
              <a:ext cx="0" cy="16438"/>
            </a:xfrm>
            <a:custGeom>
              <a:avLst/>
              <a:pathLst>
                <a:path w="0" h="16438">
                  <a:moveTo>
                    <a:pt x="0" y="0"/>
                  </a:moveTo>
                  <a:lnTo>
                    <a:pt x="0" y="1643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7772" y="3217914"/>
              <a:ext cx="297447" cy="170708"/>
            </a:xfrm>
            <a:custGeom>
              <a:avLst/>
              <a:pathLst>
                <a:path w="297447" h="170708">
                  <a:moveTo>
                    <a:pt x="0" y="0"/>
                  </a:moveTo>
                  <a:lnTo>
                    <a:pt x="0" y="170708"/>
                  </a:lnTo>
                  <a:lnTo>
                    <a:pt x="297447" y="17070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7772" y="335140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604749" y="2854720"/>
              <a:ext cx="2082129" cy="502116"/>
            </a:xfrm>
            <a:custGeom>
              <a:avLst/>
              <a:pathLst>
                <a:path w="2082129" h="502116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  <a:lnTo>
                    <a:pt x="2082129" y="502116"/>
                  </a:lnTo>
                  <a:lnTo>
                    <a:pt x="1487235" y="395283"/>
                  </a:lnTo>
                  <a:lnTo>
                    <a:pt x="1026192" y="341419"/>
                  </a:lnTo>
                  <a:lnTo>
                    <a:pt x="520532" y="308447"/>
                  </a:lnTo>
                  <a:lnTo>
                    <a:pt x="0" y="28554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604749" y="2854720"/>
              <a:ext cx="2082129" cy="308431"/>
            </a:xfrm>
            <a:custGeom>
              <a:avLst/>
              <a:pathLst>
                <a:path w="2082129" h="308431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604749" y="3140264"/>
              <a:ext cx="2082129" cy="216572"/>
            </a:xfrm>
            <a:custGeom>
              <a:avLst/>
              <a:pathLst>
                <a:path w="2082129" h="216572">
                  <a:moveTo>
                    <a:pt x="2082129" y="216572"/>
                  </a:moveTo>
                  <a:lnTo>
                    <a:pt x="1487235" y="109738"/>
                  </a:lnTo>
                  <a:lnTo>
                    <a:pt x="1026192" y="55875"/>
                  </a:lnTo>
                  <a:lnTo>
                    <a:pt x="520532" y="22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604749" y="2997492"/>
              <a:ext cx="2082129" cy="262501"/>
            </a:xfrm>
            <a:custGeom>
              <a:avLst/>
              <a:pathLst>
                <a:path w="2082129" h="262501">
                  <a:moveTo>
                    <a:pt x="0" y="0"/>
                  </a:moveTo>
                  <a:lnTo>
                    <a:pt x="520532" y="65625"/>
                  </a:lnTo>
                  <a:lnTo>
                    <a:pt x="1026192" y="129375"/>
                  </a:lnTo>
                  <a:lnTo>
                    <a:pt x="1487235" y="187501"/>
                  </a:lnTo>
                  <a:lnTo>
                    <a:pt x="2082129" y="262501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604749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703427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45343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826181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906977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87760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492508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563100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643896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38066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217579" y="336405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217579" y="275231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54028" y="2140585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54028" y="1528853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306435" y="34050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306435" y="2793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306435" y="21815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306435" y="15698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38066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604749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35623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6496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72974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603847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720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38066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13021"/>
              <a:ext cx="3090767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55778" y="3713021"/>
              <a:ext cx="2928011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87389" y="49035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53507" y="45499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602079" y="4527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49224" y="6129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716520" y="4489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694778" y="44947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681307" y="44612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03332" y="4670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786935" y="61294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718388" y="47000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753775" y="44848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771355" y="4538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93657" y="4821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829596" y="58979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793105" y="50230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664136" y="60394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641728" y="50713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648339" y="47938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548421" y="46520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773124" y="45017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718823" y="4693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698291" y="55639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610093" y="61294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542691" y="6129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757050" y="5537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572106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833515" y="55128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620006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08244" y="5550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28745" y="5251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563402" y="4435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95836" y="53334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596309" y="4893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554405" y="5148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789430" y="47831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819955" y="47835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646119" y="5022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779661" y="4741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747738" y="52240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576378" y="50040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23645" y="61287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641910" y="52140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590571" y="54984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652147" y="6082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577721" y="4861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663281" y="53953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817349" y="48615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806652" y="4617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786010" y="60584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640356" y="6027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749293" y="5576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822425" y="612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690838" y="61285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743642" y="45431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80645" y="58114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681559" y="46831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725615" y="5740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805463" y="5582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596893" y="54070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553985" y="50499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612565" y="50525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697911" y="6023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758313" y="6078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668410" y="60051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584702" y="54226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658818" y="59388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650817" y="5494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608192" y="52243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823205" y="60710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631394" y="5687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88060" y="5718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780698" y="5459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758137" y="5972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770070" y="51671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587915" y="5147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709466" y="5611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790103" y="4992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726566" y="4951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692501" y="60845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627411" y="4624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621043" y="5081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555701" y="4995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834156" y="5464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575965" y="54567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666239" y="59528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671479" y="5863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15645" y="446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706237" y="4433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766423" y="57366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742097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677877" y="57079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602427" y="6015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717199" y="61259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725736" y="4529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751270" y="4637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689585" y="45575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712612" y="472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691426" y="49850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709945" y="4516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594493" y="46371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573891" y="4566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692343" y="47443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673673" y="4763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698226" y="4436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567761" y="45615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565973" y="45035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554793" y="4694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821832" y="44704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767094" y="4644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707000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579997" y="45846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723221" y="51337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685339" y="59123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784549" y="50555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615916" y="61294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769542" y="4486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829548" y="4457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680265" y="4467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80799" y="4461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554799" y="46974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561031" y="4489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632301" y="4454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701054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665467" y="45847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792103" y="45645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728319" y="44265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836272" y="4762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57963" y="4439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670686" y="46351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602467" y="44894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824011" y="4545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721567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829375" y="45064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802113" y="44469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57573" y="45280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609254" y="47668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743836" y="50462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598923" y="47118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643651" y="4775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662910" y="48273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713371" y="52252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745053" y="44923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678553" y="45256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842982" y="47022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614927" y="44653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662223" y="4622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813264" y="45934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711342" y="4678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799723" y="4592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733529" y="61294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763487" y="45173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735717" y="4975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642970" y="47347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562517" y="5006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636479" y="48012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654153" y="53028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716825" y="44978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66068" y="48702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836996" y="47411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697358" y="4542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02588" y="4474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772955" y="47214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725866" y="48751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780638" y="4466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9406" y="5318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816312" y="46525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753993" y="5288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834781" y="4885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652310" y="4666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566380" y="4630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698993" y="4450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649512" y="5438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565478" y="45237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7488" y="46849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46524" y="5666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651680" y="5848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831571" y="4888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639271" y="47415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76725" y="48211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678318" y="5471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781076" y="5129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731648" y="48112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766146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761814" y="44263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725066" y="47045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591884" y="5158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69169" y="4703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767197" y="52672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828164" y="4433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808973" y="4882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648050" y="44564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33588" y="47922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822534" y="5303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95555" y="4445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805495" y="6001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580770" y="46644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563196" y="4504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22553" y="4471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825088" y="4933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570131" y="4641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04228" y="5285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599462" y="50382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659599" y="4641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830696" y="5286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623494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704778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633064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657171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705596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790567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606026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849419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694223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663305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571532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785029" y="4425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827451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805394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16211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783476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753223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774401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571634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761306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569513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605667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752499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762539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753722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585741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600404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722724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640028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600402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709160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585535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850096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794012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625520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578824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627638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837699" y="4425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674554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842161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823635" y="4425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847375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581033" y="44285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604384" y="4425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584566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681649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739416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608681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619598" y="45916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798101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707043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707581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717113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592485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599027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60488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13099" y="4425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793616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591138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668405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722268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686988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577235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654757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741354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769847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626104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686293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665292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571646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596329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591589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578913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654985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693142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593089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686202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675643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733721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646716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717381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795587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655001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22221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675261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634335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781402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678403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648372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806510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601367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640628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725288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740536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655655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818359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687222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584548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608961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697368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73516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793139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643738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781422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593982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654879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798228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668542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655390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651980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624644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613244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784185" y="4425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643902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758670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758948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86814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714618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600600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628405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682597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610247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588379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640778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792368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732784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810946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621300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639009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650475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625506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667548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663074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770840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858135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796596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856508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736097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715043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664549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721727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1719482" y="4456877"/>
              <a:ext cx="0" cy="360435"/>
            </a:xfrm>
            <a:custGeom>
              <a:avLst/>
              <a:pathLst>
                <a:path w="0" h="360435">
                  <a:moveTo>
                    <a:pt x="0" y="3604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1719482" y="5980530"/>
              <a:ext cx="0" cy="180162"/>
            </a:xfrm>
            <a:custGeom>
              <a:avLst/>
              <a:pathLst>
                <a:path w="0" h="180162">
                  <a:moveTo>
                    <a:pt x="0" y="0"/>
                  </a:moveTo>
                  <a:lnTo>
                    <a:pt x="0" y="18016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8"/>
            <p:cNvSpPr/>
            <p:nvPr/>
          </p:nvSpPr>
          <p:spPr>
            <a:xfrm>
              <a:off x="1573489" y="4817313"/>
              <a:ext cx="291986" cy="1163217"/>
            </a:xfrm>
            <a:custGeom>
              <a:avLst/>
              <a:pathLst>
                <a:path w="291986" h="1163217">
                  <a:moveTo>
                    <a:pt x="0" y="0"/>
                  </a:moveTo>
                  <a:lnTo>
                    <a:pt x="0" y="1163217"/>
                  </a:lnTo>
                  <a:lnTo>
                    <a:pt x="291986" y="1163217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1573489" y="539563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2731431" y="4456877"/>
              <a:ext cx="0" cy="79686"/>
            </a:xfrm>
            <a:custGeom>
              <a:avLst/>
              <a:pathLst>
                <a:path w="0" h="79686">
                  <a:moveTo>
                    <a:pt x="0" y="796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2731431" y="4985522"/>
              <a:ext cx="0" cy="517536"/>
            </a:xfrm>
            <a:custGeom>
              <a:avLst/>
              <a:pathLst>
                <a:path w="0" h="517536">
                  <a:moveTo>
                    <a:pt x="0" y="0"/>
                  </a:moveTo>
                  <a:lnTo>
                    <a:pt x="0" y="5175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2"/>
            <p:cNvSpPr/>
            <p:nvPr/>
          </p:nvSpPr>
          <p:spPr>
            <a:xfrm>
              <a:off x="2585438" y="4536564"/>
              <a:ext cx="291986" cy="448958"/>
            </a:xfrm>
            <a:custGeom>
              <a:avLst/>
              <a:pathLst>
                <a:path w="291986" h="448958">
                  <a:moveTo>
                    <a:pt x="0" y="0"/>
                  </a:moveTo>
                  <a:lnTo>
                    <a:pt x="0" y="448958"/>
                  </a:lnTo>
                  <a:lnTo>
                    <a:pt x="291986" y="448958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2585438" y="471006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6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pg1078"/>
            <p:cNvSpPr/>
            <p:nvPr/>
          </p:nvSpPr>
          <p:spPr>
            <a:xfrm>
              <a:off x="1714888" y="4219661"/>
              <a:ext cx="2058506" cy="1263249"/>
            </a:xfrm>
            <a:custGeom>
              <a:avLst/>
              <a:pathLst>
                <a:path w="2058506" h="1263249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  <a:lnTo>
                    <a:pt x="2058506" y="401510"/>
                  </a:lnTo>
                  <a:lnTo>
                    <a:pt x="1474532" y="603389"/>
                  </a:lnTo>
                  <a:lnTo>
                    <a:pt x="1036552" y="768743"/>
                  </a:lnTo>
                  <a:lnTo>
                    <a:pt x="452579" y="1029306"/>
                  </a:lnTo>
                  <a:lnTo>
                    <a:pt x="0" y="12632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1714888" y="4219661"/>
              <a:ext cx="2058506" cy="983342"/>
            </a:xfrm>
            <a:custGeom>
              <a:avLst/>
              <a:pathLst>
                <a:path w="2058506" h="983342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1714888" y="4621171"/>
              <a:ext cx="2058506" cy="861738"/>
            </a:xfrm>
            <a:custGeom>
              <a:avLst/>
              <a:pathLst>
                <a:path w="2058506" h="861738">
                  <a:moveTo>
                    <a:pt x="2058506" y="0"/>
                  </a:moveTo>
                  <a:lnTo>
                    <a:pt x="1474532" y="201879"/>
                  </a:lnTo>
                  <a:lnTo>
                    <a:pt x="1036552" y="367233"/>
                  </a:lnTo>
                  <a:lnTo>
                    <a:pt x="452579" y="627796"/>
                  </a:lnTo>
                  <a:lnTo>
                    <a:pt x="0" y="861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714888" y="4420416"/>
              <a:ext cx="2058506" cy="922540"/>
            </a:xfrm>
            <a:custGeom>
              <a:avLst/>
              <a:pathLst>
                <a:path w="2058506" h="922540">
                  <a:moveTo>
                    <a:pt x="0" y="922540"/>
                  </a:moveTo>
                  <a:lnTo>
                    <a:pt x="452579" y="719712"/>
                  </a:lnTo>
                  <a:lnTo>
                    <a:pt x="1036552" y="457998"/>
                  </a:lnTo>
                  <a:lnTo>
                    <a:pt x="1474532" y="261713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tx1082"/>
            <p:cNvSpPr/>
            <p:nvPr/>
          </p:nvSpPr>
          <p:spPr>
            <a:xfrm>
              <a:off x="1719482" y="431899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4" name="tx1083"/>
            <p:cNvSpPr/>
            <p:nvPr/>
          </p:nvSpPr>
          <p:spPr>
            <a:xfrm>
              <a:off x="1818160" y="431899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5" name="tx1084"/>
            <p:cNvSpPr/>
            <p:nvPr/>
          </p:nvSpPr>
          <p:spPr>
            <a:xfrm>
              <a:off x="186007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940913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2021710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21024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2564905" y="431890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63549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7162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2" name="rc1091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3" name="pl1092"/>
            <p:cNvSpPr/>
            <p:nvPr/>
          </p:nvSpPr>
          <p:spPr>
            <a:xfrm>
              <a:off x="1457695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1178376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5" name="tx1094"/>
            <p:cNvSpPr/>
            <p:nvPr/>
          </p:nvSpPr>
          <p:spPr>
            <a:xfrm>
              <a:off x="1178376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6" name="tx1095"/>
            <p:cNvSpPr/>
            <p:nvPr/>
          </p:nvSpPr>
          <p:spPr>
            <a:xfrm>
              <a:off x="1178376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78376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78376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099" name="pl1098"/>
            <p:cNvSpPr/>
            <p:nvPr/>
          </p:nvSpPr>
          <p:spPr>
            <a:xfrm>
              <a:off x="1426063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1426063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1426063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426063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426063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457695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71948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2731431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743380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tx1107"/>
            <p:cNvSpPr/>
            <p:nvPr/>
          </p:nvSpPr>
          <p:spPr>
            <a:xfrm>
              <a:off x="168770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09" name="tx1108"/>
            <p:cNvSpPr/>
            <p:nvPr/>
          </p:nvSpPr>
          <p:spPr>
            <a:xfrm>
              <a:off x="269965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0" name="tx1109"/>
            <p:cNvSpPr/>
            <p:nvPr/>
          </p:nvSpPr>
          <p:spPr>
            <a:xfrm>
              <a:off x="3711605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2444127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2" name="tx1111"/>
            <p:cNvSpPr/>
            <p:nvPr/>
          </p:nvSpPr>
          <p:spPr>
            <a:xfrm rot="-5400000">
              <a:off x="-188370" y="5058478"/>
              <a:ext cx="24463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1457695" y="3750979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4" name="rc1113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4672668" y="49318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4702032" y="4638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607406" y="46178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662221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589012" y="4565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550518" y="4461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66047" y="4531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612218" y="4694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694825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527798" y="5334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527754" y="45442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732395" y="46746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562345" y="48681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617265" y="5898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702686" y="5163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557288" y="54082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626008" y="5316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578136" y="4808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621946" y="48998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511710" y="4489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755339" y="51273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534207" y="5305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480115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599240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643130" y="54786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5889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538743" y="52761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67328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529564" y="61283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721160" y="5236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537017" y="4561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636392" y="58644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579282" y="500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523368" y="5556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737743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560062" y="49755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666973" y="5022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611783" y="4923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597795" y="4677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661599" y="5400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735798" y="6128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751657" y="55660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673541" y="5770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615615" y="6120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637488" y="604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627170" y="51916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539813" y="5734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538367" y="52922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623562" y="46938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581249" y="61256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474574" y="612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26612" y="57105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734747" y="61083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530596" y="4544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604913" y="60336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546721" y="44611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688070" y="57239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49431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549633" y="53088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581762" y="57184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523430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706931" y="50095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570151" y="4580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572138" y="4972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536884" y="60650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68266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673751" y="604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683071" y="4939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724836" y="5845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757156" y="55897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543485" y="53498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688425" y="58525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736459" y="516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556826" y="5941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662817" y="5521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748894" y="6066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713356" y="5207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541730" y="5324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628358" y="55112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495234" y="5346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688526" y="49527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97712" y="5819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560443" y="4659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727713" y="5326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551199" y="5321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745692" y="53920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481151" y="55887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542301" y="56657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614332" y="5478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652892" y="45810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627059" y="46479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746296" y="54759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6632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716241" y="5439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528830" y="579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5635935" y="612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683318" y="4540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728404" y="5058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488162" y="4605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536293" y="48743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682317" y="5357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724724" y="4475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721342" y="45593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760071" y="46734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482304" y="4791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749029" y="44440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632691" y="4454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674878" y="4493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626256" y="44711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760951" y="4635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546217" y="44687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59884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511769" y="54750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50270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599610" y="45248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529920" y="60801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527761" y="57296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588382" y="5056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642054" y="472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619835" y="47495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637582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621787" y="44358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606792" y="4493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502721" y="52905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500793" y="4515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558038" y="45104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52959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741820" y="4596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568297" y="4453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496269" y="4425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07430" y="4879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503392" y="4435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734957" y="46499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723948" y="4576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744242" y="46912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61420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683126" y="4532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707222" y="44559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657528" y="46121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755806" y="48956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731087" y="5300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699139" y="4803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503619" y="4805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747252" y="5006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688280" y="4483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557812" y="44550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698547" y="447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629017" y="5106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667231" y="4622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594642" y="470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636858" y="4536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559556" y="46481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677284" y="45789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68649" y="45620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749498" y="49450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747987" y="514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639159" y="5031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594967" y="4932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536231" y="5642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489053" y="46740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602481" y="44674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20178" y="5595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553211" y="46479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687690" y="4449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547281" y="47143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524547" y="50318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588687" y="4431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733254" y="56339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561041" y="54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513974" y="4841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587850" y="4898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641224" y="4428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69517" y="48525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717706" y="4823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634932" y="57682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696191" y="44978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757216" y="45426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566612" y="50927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540061" y="584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740520" y="4693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742417" y="4516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493179" y="47489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542549" y="60544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501717" y="55513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562586" y="4711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6762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506006" y="4441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737210" y="4698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759894" y="50304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720715" y="4931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750296" y="4876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607345" y="442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491780" y="4443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643900" y="44497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500210" y="47638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658936" y="6129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619412" y="442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512728" y="5521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731318" y="4684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699910" y="44619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532659" y="4487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650691" y="4739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757474" y="4625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35869" y="48344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648665" y="46885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513727" y="4425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696607" y="5143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659804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65264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52821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53939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6421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55276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58373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67390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73595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67792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66263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51549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63925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70493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75122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7348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0422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74115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55765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76256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67094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54375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7124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61001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56268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70051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49831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52661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6934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60148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66159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58775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74625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68028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77269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73963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65473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54231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5788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5615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6990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67869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625461" y="4428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51342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69671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53569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49459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71214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553053" y="4464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56447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63474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76537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56889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52217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70843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70901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55649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49587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63802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72362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2170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56735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63204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62769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5787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69193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60328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74461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6177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50269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76661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68065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63227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75394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50483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7516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64039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7485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73237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56773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59891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72209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53067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49543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63272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76675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52112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4989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76001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73949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75403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49472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54008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76608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6634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56458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68285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76113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6166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6615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2635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7851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60951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69921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76980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68611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62627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72277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55786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74729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72197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77633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52973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60628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6149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70077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75351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73623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71655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75375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76202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67878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75794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5805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74411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57593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5503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51156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57944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53246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77579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68397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69058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6495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65308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67926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53651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57334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77907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62201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71960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l1462"/>
            <p:cNvSpPr/>
            <p:nvPr/>
          </p:nvSpPr>
          <p:spPr>
            <a:xfrm>
              <a:off x="4647494" y="4456877"/>
              <a:ext cx="0" cy="500260"/>
            </a:xfrm>
            <a:custGeom>
              <a:avLst/>
              <a:pathLst>
                <a:path w="0" h="500260">
                  <a:moveTo>
                    <a:pt x="0" y="5002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3"/>
            <p:cNvSpPr/>
            <p:nvPr/>
          </p:nvSpPr>
          <p:spPr>
            <a:xfrm>
              <a:off x="4647494" y="5892689"/>
              <a:ext cx="0" cy="268003"/>
            </a:xfrm>
            <a:custGeom>
              <a:avLst/>
              <a:pathLst>
                <a:path w="0" h="268003">
                  <a:moveTo>
                    <a:pt x="0" y="0"/>
                  </a:moveTo>
                  <a:lnTo>
                    <a:pt x="0" y="2680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4"/>
            <p:cNvSpPr/>
            <p:nvPr/>
          </p:nvSpPr>
          <p:spPr>
            <a:xfrm>
              <a:off x="4501501" y="4957137"/>
              <a:ext cx="291986" cy="935551"/>
            </a:xfrm>
            <a:custGeom>
              <a:avLst/>
              <a:pathLst>
                <a:path w="291986" h="935551">
                  <a:moveTo>
                    <a:pt x="0" y="0"/>
                  </a:moveTo>
                  <a:lnTo>
                    <a:pt x="0" y="935551"/>
                  </a:lnTo>
                  <a:lnTo>
                    <a:pt x="291986" y="93555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4501501" y="5379566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7" name="pl1466"/>
            <p:cNvSpPr/>
            <p:nvPr/>
          </p:nvSpPr>
          <p:spPr>
            <a:xfrm>
              <a:off x="5659443" y="4456877"/>
              <a:ext cx="0" cy="64697"/>
            </a:xfrm>
            <a:custGeom>
              <a:avLst/>
              <a:pathLst>
                <a:path w="0" h="64697">
                  <a:moveTo>
                    <a:pt x="0" y="646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7"/>
            <p:cNvSpPr/>
            <p:nvPr/>
          </p:nvSpPr>
          <p:spPr>
            <a:xfrm>
              <a:off x="5659443" y="5062746"/>
              <a:ext cx="0" cy="808644"/>
            </a:xfrm>
            <a:custGeom>
              <a:avLst/>
              <a:pathLst>
                <a:path w="0" h="808644">
                  <a:moveTo>
                    <a:pt x="0" y="0"/>
                  </a:moveTo>
                  <a:lnTo>
                    <a:pt x="0" y="8086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8"/>
            <p:cNvSpPr/>
            <p:nvPr/>
          </p:nvSpPr>
          <p:spPr>
            <a:xfrm>
              <a:off x="5513449" y="4521575"/>
              <a:ext cx="291986" cy="541171"/>
            </a:xfrm>
            <a:custGeom>
              <a:avLst/>
              <a:pathLst>
                <a:path w="291986" h="541171">
                  <a:moveTo>
                    <a:pt x="0" y="0"/>
                  </a:moveTo>
                  <a:lnTo>
                    <a:pt x="0" y="541171"/>
                  </a:lnTo>
                  <a:lnTo>
                    <a:pt x="291986" y="54117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5513449" y="4722428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1" name="pl1470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1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2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5" name="pg1474"/>
            <p:cNvSpPr/>
            <p:nvPr/>
          </p:nvSpPr>
          <p:spPr>
            <a:xfrm>
              <a:off x="4642899" y="4267152"/>
              <a:ext cx="2058506" cy="1238910"/>
            </a:xfrm>
            <a:custGeom>
              <a:avLst/>
              <a:pathLst>
                <a:path w="2058506" h="123891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  <a:lnTo>
                    <a:pt x="2058506" y="329340"/>
                  </a:lnTo>
                  <a:lnTo>
                    <a:pt x="1474532" y="550802"/>
                  </a:lnTo>
                  <a:lnTo>
                    <a:pt x="1036552" y="729443"/>
                  </a:lnTo>
                  <a:lnTo>
                    <a:pt x="452579" y="1001966"/>
                  </a:lnTo>
                  <a:lnTo>
                    <a:pt x="0" y="123891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l1475"/>
            <p:cNvSpPr/>
            <p:nvPr/>
          </p:nvSpPr>
          <p:spPr>
            <a:xfrm>
              <a:off x="4642899" y="4267152"/>
              <a:ext cx="2058506" cy="997750"/>
            </a:xfrm>
            <a:custGeom>
              <a:avLst/>
              <a:pathLst>
                <a:path w="2058506" h="99775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7" name="pl1476"/>
            <p:cNvSpPr/>
            <p:nvPr/>
          </p:nvSpPr>
          <p:spPr>
            <a:xfrm>
              <a:off x="4642899" y="4596492"/>
              <a:ext cx="2058506" cy="909570"/>
            </a:xfrm>
            <a:custGeom>
              <a:avLst/>
              <a:pathLst>
                <a:path w="2058506" h="909570">
                  <a:moveTo>
                    <a:pt x="2058506" y="0"/>
                  </a:moveTo>
                  <a:lnTo>
                    <a:pt x="1474532" y="221462"/>
                  </a:lnTo>
                  <a:lnTo>
                    <a:pt x="1036552" y="400103"/>
                  </a:lnTo>
                  <a:lnTo>
                    <a:pt x="452579" y="672626"/>
                  </a:lnTo>
                  <a:lnTo>
                    <a:pt x="0" y="9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8" name="pl1477"/>
            <p:cNvSpPr/>
            <p:nvPr/>
          </p:nvSpPr>
          <p:spPr>
            <a:xfrm>
              <a:off x="4642899" y="4431822"/>
              <a:ext cx="2058506" cy="953660"/>
            </a:xfrm>
            <a:custGeom>
              <a:avLst/>
              <a:pathLst>
                <a:path w="2058506" h="953660">
                  <a:moveTo>
                    <a:pt x="0" y="953660"/>
                  </a:moveTo>
                  <a:lnTo>
                    <a:pt x="452579" y="743990"/>
                  </a:lnTo>
                  <a:lnTo>
                    <a:pt x="1036552" y="473448"/>
                  </a:lnTo>
                  <a:lnTo>
                    <a:pt x="1474532" y="270541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tx1478"/>
            <p:cNvSpPr/>
            <p:nvPr/>
          </p:nvSpPr>
          <p:spPr>
            <a:xfrm>
              <a:off x="4647494" y="4364115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0" name="tx1479"/>
            <p:cNvSpPr/>
            <p:nvPr/>
          </p:nvSpPr>
          <p:spPr>
            <a:xfrm>
              <a:off x="4746171" y="4364115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1" name="tx1480"/>
            <p:cNvSpPr/>
            <p:nvPr/>
          </p:nvSpPr>
          <p:spPr>
            <a:xfrm>
              <a:off x="478808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4868925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949721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50305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5492916" y="4364023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556350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56443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88" name="rc1487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89" name="pl1488"/>
            <p:cNvSpPr/>
            <p:nvPr/>
          </p:nvSpPr>
          <p:spPr>
            <a:xfrm>
              <a:off x="4385706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tx1489"/>
            <p:cNvSpPr/>
            <p:nvPr/>
          </p:nvSpPr>
          <p:spPr>
            <a:xfrm>
              <a:off x="4106388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1" name="tx1490"/>
            <p:cNvSpPr/>
            <p:nvPr/>
          </p:nvSpPr>
          <p:spPr>
            <a:xfrm>
              <a:off x="4106388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2" name="tx1491"/>
            <p:cNvSpPr/>
            <p:nvPr/>
          </p:nvSpPr>
          <p:spPr>
            <a:xfrm>
              <a:off x="4106388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3" name="tx1492"/>
            <p:cNvSpPr/>
            <p:nvPr/>
          </p:nvSpPr>
          <p:spPr>
            <a:xfrm>
              <a:off x="4106388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106388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5" name="pl1494"/>
            <p:cNvSpPr/>
            <p:nvPr/>
          </p:nvSpPr>
          <p:spPr>
            <a:xfrm>
              <a:off x="4354075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5"/>
            <p:cNvSpPr/>
            <p:nvPr/>
          </p:nvSpPr>
          <p:spPr>
            <a:xfrm>
              <a:off x="4354075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6"/>
            <p:cNvSpPr/>
            <p:nvPr/>
          </p:nvSpPr>
          <p:spPr>
            <a:xfrm>
              <a:off x="4354075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54075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54075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85706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647494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5659443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667139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tx1503"/>
            <p:cNvSpPr/>
            <p:nvPr/>
          </p:nvSpPr>
          <p:spPr>
            <a:xfrm>
              <a:off x="4615719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5" name="tx1504"/>
            <p:cNvSpPr/>
            <p:nvPr/>
          </p:nvSpPr>
          <p:spPr>
            <a:xfrm>
              <a:off x="562766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6" name="tx1505"/>
            <p:cNvSpPr/>
            <p:nvPr/>
          </p:nvSpPr>
          <p:spPr>
            <a:xfrm>
              <a:off x="663961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7" name="tx1506"/>
            <p:cNvSpPr/>
            <p:nvPr/>
          </p:nvSpPr>
          <p:spPr>
            <a:xfrm>
              <a:off x="5372138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4385706" y="3750979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2026-07-20T15:04:52Z</dcterms:modified>
  <cp:category/>
</cp:coreProperties>
</file>