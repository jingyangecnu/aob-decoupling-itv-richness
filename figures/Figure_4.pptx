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835953" y="1274399"/>
              <a:ext cx="5018446" cy="4055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4397058" y="1274399"/>
              <a:ext cx="0" cy="4055440"/>
            </a:xfrm>
            <a:custGeom>
              <a:avLst/>
              <a:pathLst>
                <a:path w="0" h="4055440">
                  <a:moveTo>
                    <a:pt x="0" y="405544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4088810" y="1407802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682478" y="1434483"/>
              <a:ext cx="406332" cy="0"/>
            </a:xfrm>
            <a:custGeom>
              <a:avLst/>
              <a:pathLst>
                <a:path w="406332" h="0">
                  <a:moveTo>
                    <a:pt x="40633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682478" y="1407802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6428080" y="1674607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4649133" y="1701288"/>
              <a:ext cx="1778946" cy="0"/>
            </a:xfrm>
            <a:custGeom>
              <a:avLst/>
              <a:pathLst>
                <a:path w="1778946" h="0">
                  <a:moveTo>
                    <a:pt x="177894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649133" y="1674607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567575" y="1941413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4840030" y="1968093"/>
              <a:ext cx="1727544" cy="0"/>
            </a:xfrm>
            <a:custGeom>
              <a:avLst/>
              <a:pathLst>
                <a:path w="1727544" h="0">
                  <a:moveTo>
                    <a:pt x="172754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4840030" y="1941413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4352906" y="2208218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3419177" y="2234899"/>
              <a:ext cx="933729" cy="0"/>
            </a:xfrm>
            <a:custGeom>
              <a:avLst/>
              <a:pathLst>
                <a:path w="933729" h="0">
                  <a:moveTo>
                    <a:pt x="93372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3419177" y="2208218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731877" y="2475023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2064064" y="2501704"/>
              <a:ext cx="1667812" cy="0"/>
            </a:xfrm>
            <a:custGeom>
              <a:avLst/>
              <a:pathLst>
                <a:path w="1667812" h="0">
                  <a:moveTo>
                    <a:pt x="166781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064064" y="2475023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883365" y="2741829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838404" y="2768509"/>
              <a:ext cx="2044961" cy="0"/>
            </a:xfrm>
            <a:custGeom>
              <a:avLst/>
              <a:pathLst>
                <a:path w="2044961" h="0">
                  <a:moveTo>
                    <a:pt x="204496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838404" y="2741829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4863558" y="3008634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4276682" y="3035314"/>
              <a:ext cx="586875" cy="0"/>
            </a:xfrm>
            <a:custGeom>
              <a:avLst/>
              <a:pathLst>
                <a:path w="586875" h="0">
                  <a:moveTo>
                    <a:pt x="58687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4276682" y="3008634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6626288" y="3275439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5118334" y="3302120"/>
              <a:ext cx="1507953" cy="0"/>
            </a:xfrm>
            <a:custGeom>
              <a:avLst/>
              <a:pathLst>
                <a:path w="1507953" h="0">
                  <a:moveTo>
                    <a:pt x="15079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5118334" y="3275439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4605685" y="3542245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665874" y="3568925"/>
              <a:ext cx="939811" cy="0"/>
            </a:xfrm>
            <a:custGeom>
              <a:avLst/>
              <a:pathLst>
                <a:path w="939811" h="0">
                  <a:moveTo>
                    <a:pt x="93981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665874" y="3542245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4274540" y="3809050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3291880" y="3835730"/>
              <a:ext cx="982660" cy="0"/>
            </a:xfrm>
            <a:custGeom>
              <a:avLst/>
              <a:pathLst>
                <a:path w="982660" h="0">
                  <a:moveTo>
                    <a:pt x="9826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3291880" y="3809050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5780898" y="4075855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4852985" y="4102536"/>
              <a:ext cx="927913" cy="0"/>
            </a:xfrm>
            <a:custGeom>
              <a:avLst/>
              <a:pathLst>
                <a:path w="927913" h="0">
                  <a:moveTo>
                    <a:pt x="92791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4852985" y="4075855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5551798" y="4342660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120840" y="4369341"/>
              <a:ext cx="2430958" cy="0"/>
            </a:xfrm>
            <a:custGeom>
              <a:avLst/>
              <a:pathLst>
                <a:path w="2430958" h="0">
                  <a:moveTo>
                    <a:pt x="243095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3120840" y="4342660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5025176" y="4609466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702084" y="4636146"/>
              <a:ext cx="2323092" cy="0"/>
            </a:xfrm>
            <a:custGeom>
              <a:avLst/>
              <a:pathLst>
                <a:path w="2323092" h="0">
                  <a:moveTo>
                    <a:pt x="232309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702084" y="4609466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5400146" y="4876271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888944" y="4902952"/>
              <a:ext cx="2511201" cy="0"/>
            </a:xfrm>
            <a:custGeom>
              <a:avLst/>
              <a:pathLst>
                <a:path w="2511201" h="0">
                  <a:moveTo>
                    <a:pt x="251120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888944" y="4876271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967772" y="5143076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3024678" y="5169757"/>
              <a:ext cx="943094" cy="0"/>
            </a:xfrm>
            <a:custGeom>
              <a:avLst/>
              <a:pathLst>
                <a:path w="943094" h="0">
                  <a:moveTo>
                    <a:pt x="94309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3024678" y="5143076"/>
              <a:ext cx="0" cy="53361"/>
            </a:xfrm>
            <a:custGeom>
              <a:avLst/>
              <a:pathLst>
                <a:path w="0" h="53361">
                  <a:moveTo>
                    <a:pt x="0" y="5336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834192" y="138303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87155" y="164983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5652350" y="191664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834589" y="218344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846519" y="245025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4809432" y="2717057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4518668" y="298386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5820859" y="325066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084328" y="351747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31758" y="378427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5265490" y="405108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284867" y="431788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12178" y="458469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093093" y="485150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444773" y="51183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835953" y="1274399"/>
              <a:ext cx="5018446" cy="4055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835953" y="1274399"/>
              <a:ext cx="0" cy="4055440"/>
            </a:xfrm>
            <a:custGeom>
              <a:avLst/>
              <a:pathLst>
                <a:path w="0" h="4055440">
                  <a:moveTo>
                    <a:pt x="0" y="4055440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253901" y="5133318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253901" y="4866513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575862" y="4599707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575953" y="4332902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638041" y="4066097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587109" y="3799292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242471" y="3532486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242471" y="3265681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491005" y="2998876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632280" y="2732070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575862" y="2465265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496857" y="2198460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592686" y="1931654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575770" y="1664849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587109" y="1398044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807485" y="51697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807485" y="49029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807485" y="46361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807485" y="43693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807485" y="41025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807485" y="38357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807485" y="35689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807485" y="33021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807485" y="30353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807485" y="276850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807485" y="25017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807485" y="22348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807485" y="196809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807485" y="17012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807485" y="14344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835953" y="5329840"/>
              <a:ext cx="5018446" cy="0"/>
            </a:xfrm>
            <a:custGeom>
              <a:avLst/>
              <a:pathLst>
                <a:path w="5018446" h="0">
                  <a:moveTo>
                    <a:pt x="0" y="0"/>
                  </a:moveTo>
                  <a:lnTo>
                    <a:pt x="5018446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2112545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3254802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4397058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5539314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6681570" y="5329840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996737" y="5381083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138993" y="5381083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298165" y="5381083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5440421" y="5381083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6582677" y="5381083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3286164" y="5538719"/>
              <a:ext cx="21180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974293" y="3256400"/>
              <a:ext cx="275325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3239399" y="5738400"/>
              <a:ext cx="2211555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3239399" y="5751389"/>
              <a:ext cx="6922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3988536" y="5738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999336" y="5792400"/>
              <a:ext cx="86400" cy="0"/>
            </a:xfrm>
            <a:custGeom>
              <a:avLst/>
              <a:pathLst>
                <a:path w="86400" h="0">
                  <a:moveTo>
                    <a:pt x="0" y="0"/>
                  </a:moveTo>
                  <a:lnTo>
                    <a:pt x="864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991084" y="5740948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4753288" y="5738400"/>
              <a:ext cx="107999" cy="107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4764088" y="5792400"/>
              <a:ext cx="86399" cy="0"/>
            </a:xfrm>
            <a:custGeom>
              <a:avLst/>
              <a:pathLst>
                <a:path w="86399" h="0">
                  <a:moveTo>
                    <a:pt x="0" y="0"/>
                  </a:moveTo>
                  <a:lnTo>
                    <a:pt x="863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755836" y="5740948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4153472" y="5759618"/>
              <a:ext cx="54287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918225" y="5759618"/>
              <a:ext cx="532729" cy="655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2026-07-20T11:00:20Z</dcterms:modified>
  <cp:category/>
</cp:coreProperties>
</file>