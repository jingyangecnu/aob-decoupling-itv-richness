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835953" y="1274399"/>
              <a:ext cx="5018446" cy="4055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4397058" y="1274399"/>
              <a:ext cx="0" cy="4055440"/>
            </a:xfrm>
            <a:custGeom>
              <a:avLst/>
              <a:pathLst>
                <a:path w="0" h="4055440">
                  <a:moveTo>
                    <a:pt x="0" y="40554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4088810" y="1407802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3682478" y="1434483"/>
              <a:ext cx="406332" cy="0"/>
            </a:xfrm>
            <a:custGeom>
              <a:avLst/>
              <a:pathLst>
                <a:path w="406332" h="0">
                  <a:moveTo>
                    <a:pt x="40633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3682478" y="1407802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6428080" y="1674607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4649133" y="1701288"/>
              <a:ext cx="1778946" cy="0"/>
            </a:xfrm>
            <a:custGeom>
              <a:avLst/>
              <a:pathLst>
                <a:path w="1778946" h="0">
                  <a:moveTo>
                    <a:pt x="177894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649133" y="1674607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567575" y="1941413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4840030" y="1968093"/>
              <a:ext cx="1727544" cy="0"/>
            </a:xfrm>
            <a:custGeom>
              <a:avLst/>
              <a:pathLst>
                <a:path w="1727544" h="0">
                  <a:moveTo>
                    <a:pt x="172754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4840030" y="1941413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4352906" y="2208218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3419177" y="2234899"/>
              <a:ext cx="933729" cy="0"/>
            </a:xfrm>
            <a:custGeom>
              <a:avLst/>
              <a:pathLst>
                <a:path w="933729" h="0">
                  <a:moveTo>
                    <a:pt x="93372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3419177" y="2208218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3731877" y="2475023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2064064" y="2501704"/>
              <a:ext cx="1667812" cy="0"/>
            </a:xfrm>
            <a:custGeom>
              <a:avLst/>
              <a:pathLst>
                <a:path w="1667812" h="0">
                  <a:moveTo>
                    <a:pt x="166781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064064" y="2475023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883365" y="2741829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3838404" y="2768509"/>
              <a:ext cx="2044961" cy="0"/>
            </a:xfrm>
            <a:custGeom>
              <a:avLst/>
              <a:pathLst>
                <a:path w="2044961" h="0">
                  <a:moveTo>
                    <a:pt x="204496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3838404" y="2741829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4863558" y="3008634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4276682" y="3035314"/>
              <a:ext cx="586875" cy="0"/>
            </a:xfrm>
            <a:custGeom>
              <a:avLst/>
              <a:pathLst>
                <a:path w="586875" h="0">
                  <a:moveTo>
                    <a:pt x="586875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4276682" y="3008634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6626288" y="3275439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5118334" y="3302120"/>
              <a:ext cx="1507953" cy="0"/>
            </a:xfrm>
            <a:custGeom>
              <a:avLst/>
              <a:pathLst>
                <a:path w="1507953" h="0">
                  <a:moveTo>
                    <a:pt x="150795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5118334" y="3275439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4605685" y="3542245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3665874" y="3568925"/>
              <a:ext cx="939811" cy="0"/>
            </a:xfrm>
            <a:custGeom>
              <a:avLst/>
              <a:pathLst>
                <a:path w="939811" h="0">
                  <a:moveTo>
                    <a:pt x="93981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3665874" y="3542245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4274540" y="3809050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3291880" y="3835730"/>
              <a:ext cx="982660" cy="0"/>
            </a:xfrm>
            <a:custGeom>
              <a:avLst/>
              <a:pathLst>
                <a:path w="982660" h="0">
                  <a:moveTo>
                    <a:pt x="98266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3291880" y="3809050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5780898" y="4075855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4852985" y="4102536"/>
              <a:ext cx="927913" cy="0"/>
            </a:xfrm>
            <a:custGeom>
              <a:avLst/>
              <a:pathLst>
                <a:path w="927913" h="0">
                  <a:moveTo>
                    <a:pt x="92791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4852985" y="4075855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5551798" y="4342660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3120840" y="4369341"/>
              <a:ext cx="2430958" cy="0"/>
            </a:xfrm>
            <a:custGeom>
              <a:avLst/>
              <a:pathLst>
                <a:path w="2430958" h="0">
                  <a:moveTo>
                    <a:pt x="243095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3120840" y="4342660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5025176" y="4609466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2702084" y="4636146"/>
              <a:ext cx="2323092" cy="0"/>
            </a:xfrm>
            <a:custGeom>
              <a:avLst/>
              <a:pathLst>
                <a:path w="2323092" h="0">
                  <a:moveTo>
                    <a:pt x="232309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2702084" y="4609466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5400146" y="4876271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888944" y="4902952"/>
              <a:ext cx="2511201" cy="0"/>
            </a:xfrm>
            <a:custGeom>
              <a:avLst/>
              <a:pathLst>
                <a:path w="2511201" h="0">
                  <a:moveTo>
                    <a:pt x="251120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888944" y="4876271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3967772" y="5143076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3024678" y="5169757"/>
              <a:ext cx="943094" cy="0"/>
            </a:xfrm>
            <a:custGeom>
              <a:avLst/>
              <a:pathLst>
                <a:path w="943094" h="0">
                  <a:moveTo>
                    <a:pt x="94309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3024678" y="5143076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834192" y="1383031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87155" y="1649836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5652350" y="1916641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834589" y="218344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846519" y="2450252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4809432" y="2717057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4518668" y="2983863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5820859" y="3250668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4084328" y="3517473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731758" y="3784278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5265490" y="4051084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4284867" y="4317889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812178" y="4584694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4093093" y="4851500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444773" y="511830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1835953" y="1274399"/>
              <a:ext cx="5018446" cy="4055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835953" y="1274399"/>
              <a:ext cx="0" cy="4055440"/>
            </a:xfrm>
            <a:custGeom>
              <a:avLst/>
              <a:pathLst>
                <a:path w="0" h="4055440">
                  <a:moveTo>
                    <a:pt x="0" y="405544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69"/>
            <p:cNvSpPr/>
            <p:nvPr/>
          </p:nvSpPr>
          <p:spPr>
            <a:xfrm>
              <a:off x="1253901" y="5133318"/>
              <a:ext cx="5308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Below_PC2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1253901" y="4866513"/>
              <a:ext cx="5308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Below_PC1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1575862" y="4599707"/>
              <a:ext cx="20884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1575953" y="4332902"/>
              <a:ext cx="20875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1638041" y="4066097"/>
              <a:ext cx="14666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1587109" y="3799292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1242471" y="3532486"/>
              <a:ext cx="5422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Above_PC2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242471" y="3265681"/>
              <a:ext cx="5422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Above_PC1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1491005" y="2998876"/>
              <a:ext cx="293705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1632280" y="2732070"/>
              <a:ext cx="152430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1575862" y="2465265"/>
              <a:ext cx="20884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1496857" y="2198460"/>
              <a:ext cx="287853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592686" y="1931654"/>
              <a:ext cx="19202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1575770" y="1664849"/>
              <a:ext cx="208940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1587109" y="1398044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85" name="pl84"/>
            <p:cNvSpPr/>
            <p:nvPr/>
          </p:nvSpPr>
          <p:spPr>
            <a:xfrm>
              <a:off x="1807485" y="51697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807485" y="490295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807485" y="46361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807485" y="43693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807485" y="41025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807485" y="383573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807485" y="35689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807485" y="33021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807485" y="30353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807485" y="276850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807485" y="250170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807485" y="22348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807485" y="196809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807485" y="170128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807485" y="14344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835953" y="5329840"/>
              <a:ext cx="5018446" cy="0"/>
            </a:xfrm>
            <a:custGeom>
              <a:avLst/>
              <a:pathLst>
                <a:path w="5018446" h="0">
                  <a:moveTo>
                    <a:pt x="0" y="0"/>
                  </a:moveTo>
                  <a:lnTo>
                    <a:pt x="5018446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2112545" y="53298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3254802" y="53298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4397058" y="53298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5539314" y="53298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6681570" y="53298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996737" y="5381083"/>
              <a:ext cx="23161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-0.50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3138993" y="5381083"/>
              <a:ext cx="23161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-0.25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4298165" y="5381083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5440421" y="5381083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6582677" y="5381083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3286164" y="5538719"/>
              <a:ext cx="21180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Regression coefficients (Richness)</a:t>
              </a:r>
            </a:p>
          </p:txBody>
        </p:sp>
        <p:sp>
          <p:nvSpPr>
            <p:cNvPr id="112" name="tx111"/>
            <p:cNvSpPr/>
            <p:nvPr/>
          </p:nvSpPr>
          <p:spPr>
            <a:xfrm rot="-5400000">
              <a:off x="974293" y="3256400"/>
              <a:ext cx="275325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Trait</a:t>
              </a:r>
            </a:p>
          </p:txBody>
        </p:sp>
        <p:sp>
          <p:nvSpPr>
            <p:cNvPr id="113" name="rc112"/>
            <p:cNvSpPr/>
            <p:nvPr/>
          </p:nvSpPr>
          <p:spPr>
            <a:xfrm>
              <a:off x="3239399" y="5738400"/>
              <a:ext cx="2211555" cy="107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tx113"/>
            <p:cNvSpPr/>
            <p:nvPr/>
          </p:nvSpPr>
          <p:spPr>
            <a:xfrm>
              <a:off x="3239399" y="5751389"/>
              <a:ext cx="6922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115" name="rc114"/>
            <p:cNvSpPr/>
            <p:nvPr/>
          </p:nvSpPr>
          <p:spPr>
            <a:xfrm>
              <a:off x="3988536" y="5738400"/>
              <a:ext cx="107999" cy="107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3999336" y="5792400"/>
              <a:ext cx="86400" cy="0"/>
            </a:xfrm>
            <a:custGeom>
              <a:avLst/>
              <a:pathLst>
                <a:path w="86400" h="0">
                  <a:moveTo>
                    <a:pt x="0" y="0"/>
                  </a:moveTo>
                  <a:lnTo>
                    <a:pt x="8640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3991084" y="5740948"/>
              <a:ext cx="102903" cy="102903"/>
            </a:xfrm>
            <a:prstGeom prst="ellipse">
              <a:avLst/>
            </a:prstGeom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rc117"/>
            <p:cNvSpPr/>
            <p:nvPr/>
          </p:nvSpPr>
          <p:spPr>
            <a:xfrm>
              <a:off x="4753288" y="5738400"/>
              <a:ext cx="107999" cy="107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4764088" y="5792400"/>
              <a:ext cx="86399" cy="0"/>
            </a:xfrm>
            <a:custGeom>
              <a:avLst/>
              <a:pathLst>
                <a:path w="86399" h="0">
                  <a:moveTo>
                    <a:pt x="0" y="0"/>
                  </a:moveTo>
                  <a:lnTo>
                    <a:pt x="863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755836" y="5740948"/>
              <a:ext cx="102903" cy="102903"/>
            </a:xfrm>
            <a:prstGeom prst="ellipse">
              <a:avLst/>
            </a:prstGeom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4153472" y="5759618"/>
              <a:ext cx="542879" cy="65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4918225" y="5759618"/>
              <a:ext cx="532729" cy="65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2026-07-20T11:03:33Z</dcterms:modified>
  <cp:category/>
</cp:coreProperties>
</file>