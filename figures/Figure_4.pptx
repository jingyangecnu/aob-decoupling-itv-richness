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3240000" cy="3600000"/>
            <a:chOff x="914400" y="914400"/>
            <a:chExt cx="3240000" cy="360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706289" y="939705"/>
              <a:ext cx="2397500" cy="30331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29825" y="939705"/>
              <a:ext cx="0" cy="3033104"/>
            </a:xfrm>
            <a:custGeom>
              <a:avLst/>
              <a:pathLst>
                <a:path w="0" h="3033104">
                  <a:moveTo>
                    <a:pt x="0" y="30331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782563" y="1039478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588443" y="1059432"/>
              <a:ext cx="194120" cy="0"/>
            </a:xfrm>
            <a:custGeom>
              <a:avLst/>
              <a:pathLst>
                <a:path w="194120" h="0">
                  <a:moveTo>
                    <a:pt x="19412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2588443" y="1039478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3900120" y="1239024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050251" y="1258979"/>
              <a:ext cx="849869" cy="0"/>
            </a:xfrm>
            <a:custGeom>
              <a:avLst/>
              <a:pathLst>
                <a:path w="849869" h="0">
                  <a:moveTo>
                    <a:pt x="84986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3050251" y="1239024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3966762" y="1438570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3141449" y="1458525"/>
              <a:ext cx="825312" cy="0"/>
            </a:xfrm>
            <a:custGeom>
              <a:avLst/>
              <a:pathLst>
                <a:path w="825312" h="0">
                  <a:moveTo>
                    <a:pt x="82531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141449" y="1438570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908732" y="1638117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462654" y="1658071"/>
              <a:ext cx="446077" cy="0"/>
            </a:xfrm>
            <a:custGeom>
              <a:avLst/>
              <a:pathLst>
                <a:path w="446077" h="0">
                  <a:moveTo>
                    <a:pt x="44607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462654" y="1638117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2612043" y="1837663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815266" y="1857618"/>
              <a:ext cx="796776" cy="0"/>
            </a:xfrm>
            <a:custGeom>
              <a:avLst/>
              <a:pathLst>
                <a:path w="796776" h="0">
                  <a:moveTo>
                    <a:pt x="79677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1815266" y="1837663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639890" y="2037210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2662935" y="2057164"/>
              <a:ext cx="976954" cy="0"/>
            </a:xfrm>
            <a:custGeom>
              <a:avLst/>
              <a:pathLst>
                <a:path w="976954" h="0">
                  <a:moveTo>
                    <a:pt x="97695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2662935" y="2037210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3152690" y="2236756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2872317" y="2256711"/>
              <a:ext cx="280372" cy="0"/>
            </a:xfrm>
            <a:custGeom>
              <a:avLst/>
              <a:pathLst>
                <a:path w="280372" h="0">
                  <a:moveTo>
                    <a:pt x="28037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2872317" y="2236756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3994812" y="2436302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3274406" y="2456257"/>
              <a:ext cx="720406" cy="0"/>
            </a:xfrm>
            <a:custGeom>
              <a:avLst/>
              <a:pathLst>
                <a:path w="720406" h="0">
                  <a:moveTo>
                    <a:pt x="72040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3274406" y="2436302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029494" y="2635849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2580511" y="2655803"/>
              <a:ext cx="448983" cy="0"/>
            </a:xfrm>
            <a:custGeom>
              <a:avLst/>
              <a:pathLst>
                <a:path w="448983" h="0">
                  <a:moveTo>
                    <a:pt x="44898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2580511" y="2635849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2871293" y="2835395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2401840" y="2855350"/>
              <a:ext cx="469453" cy="0"/>
            </a:xfrm>
            <a:custGeom>
              <a:avLst/>
              <a:pathLst>
                <a:path w="469453" h="0">
                  <a:moveTo>
                    <a:pt x="46945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2401840" y="2835395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3590937" y="3034941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3147638" y="3054896"/>
              <a:ext cx="443298" cy="0"/>
            </a:xfrm>
            <a:custGeom>
              <a:avLst/>
              <a:pathLst>
                <a:path w="443298" h="0">
                  <a:moveTo>
                    <a:pt x="44329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3147638" y="3034941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481488" y="3234488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2320128" y="3254442"/>
              <a:ext cx="1161360" cy="0"/>
            </a:xfrm>
            <a:custGeom>
              <a:avLst/>
              <a:pathLst>
                <a:path w="1161360" h="0">
                  <a:moveTo>
                    <a:pt x="116136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2320128" y="3234488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3229900" y="3434034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120072" y="3453989"/>
              <a:ext cx="1109828" cy="0"/>
            </a:xfrm>
            <a:custGeom>
              <a:avLst/>
              <a:pathLst>
                <a:path w="1109828" h="0">
                  <a:moveTo>
                    <a:pt x="110982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120072" y="3434034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3409038" y="3633580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209342" y="3653535"/>
              <a:ext cx="1199695" cy="0"/>
            </a:xfrm>
            <a:custGeom>
              <a:avLst/>
              <a:pathLst>
                <a:path w="1199695" h="0">
                  <a:moveTo>
                    <a:pt x="1199695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209342" y="3633580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2724739" y="3833127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274188" y="3853081"/>
              <a:ext cx="450551" cy="0"/>
            </a:xfrm>
            <a:custGeom>
              <a:avLst/>
              <a:pathLst>
                <a:path w="450551" h="0">
                  <a:moveTo>
                    <a:pt x="45055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274188" y="3833127"/>
              <a:ext cx="0" cy="39909"/>
            </a:xfrm>
            <a:custGeom>
              <a:avLst/>
              <a:pathLst>
                <a:path w="0" h="39909">
                  <a:moveTo>
                    <a:pt x="0" y="3990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634051" y="100798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423734" y="120752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02654" y="1407073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634241" y="1606620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62203" y="180616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99960" y="2005712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61051" y="2205259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583157" y="240480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753551" y="2604351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585115" y="2803898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317836" y="300344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849356" y="3202990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623534" y="3402537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757738" y="360208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48011" y="3801630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1706289" y="939705"/>
              <a:ext cx="2397500" cy="303310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706289" y="939705"/>
              <a:ext cx="0" cy="3033104"/>
            </a:xfrm>
            <a:custGeom>
              <a:avLst/>
              <a:pathLst>
                <a:path w="0" h="3033104">
                  <a:moveTo>
                    <a:pt x="0" y="3033104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124237" y="3816643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124237" y="3617096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446197" y="3417550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446289" y="3218003"/>
              <a:ext cx="20875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508377" y="3018457"/>
              <a:ext cx="14666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457445" y="2818911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112807" y="2619364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112807" y="2419818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361341" y="2220272"/>
              <a:ext cx="293705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502616" y="2020725"/>
              <a:ext cx="15243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446197" y="1821179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367193" y="1621633"/>
              <a:ext cx="287853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463022" y="1422086"/>
              <a:ext cx="19202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446106" y="1222540"/>
              <a:ext cx="20894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457445" y="1022994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1677821" y="38530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677821" y="36535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677821" y="34539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677821" y="32544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677821" y="30548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677821" y="28553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677821" y="26558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677821" y="24562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677821" y="22567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677821" y="20571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677821" y="18576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677821" y="16580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677821" y="14585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677821" y="12589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677821" y="105943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706289" y="3972809"/>
              <a:ext cx="2397500" cy="0"/>
            </a:xfrm>
            <a:custGeom>
              <a:avLst/>
              <a:pathLst>
                <a:path w="2397500" h="0">
                  <a:moveTo>
                    <a:pt x="0" y="0"/>
                  </a:moveTo>
                  <a:lnTo>
                    <a:pt x="239750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838428" y="397280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384126" y="397280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929825" y="397280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475523" y="397280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4021222" y="397280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722619" y="4024052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268317" y="4024052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2830932" y="4024052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376631" y="4024052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3922330" y="4024052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927683" y="4181688"/>
              <a:ext cx="19547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855419" y="2410674"/>
              <a:ext cx="2540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1799262" y="4381094"/>
              <a:ext cx="2211555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1799262" y="4394084"/>
              <a:ext cx="6922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2548399" y="4381094"/>
              <a:ext cx="107999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559199" y="4435094"/>
              <a:ext cx="86400" cy="0"/>
            </a:xfrm>
            <a:custGeom>
              <a:avLst/>
              <a:pathLst>
                <a:path w="86400" h="0">
                  <a:moveTo>
                    <a:pt x="0" y="0"/>
                  </a:moveTo>
                  <a:lnTo>
                    <a:pt x="864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550947" y="4383643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3313151" y="4381094"/>
              <a:ext cx="107999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3323951" y="4435094"/>
              <a:ext cx="86399" cy="0"/>
            </a:xfrm>
            <a:custGeom>
              <a:avLst/>
              <a:pathLst>
                <a:path w="86399" h="0">
                  <a:moveTo>
                    <a:pt x="0" y="0"/>
                  </a:moveTo>
                  <a:lnTo>
                    <a:pt x="863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3315699" y="4383643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2713335" y="4402313"/>
              <a:ext cx="54287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3478088" y="4402313"/>
              <a:ext cx="53272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2026-07-20T12:24:31Z</dcterms:modified>
  <cp:category/>
</cp:coreProperties>
</file>