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>
      <p:cViewPr>
        <p:scale>
          <a:sx n="92" d="100"/>
          <a:sy n="92" d="100"/>
        </p:scale>
        <p:origin x="1440" y="712"/>
      </p:cViewPr>
      <p:guideLst>
        <p:guide orient="horz" pos="38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c3"/>
          <p:cNvSpPr/>
          <p:nvPr/>
        </p:nvSpPr>
        <p:spPr>
          <a:xfrm>
            <a:off x="914400" y="836712"/>
            <a:ext cx="7315200" cy="684076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" name="rc5"/>
          <p:cNvSpPr/>
          <p:nvPr/>
        </p:nvSpPr>
        <p:spPr>
          <a:xfrm>
            <a:off x="965010" y="939705"/>
            <a:ext cx="3784392" cy="209229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rc6"/>
          <p:cNvSpPr/>
          <p:nvPr/>
        </p:nvSpPr>
        <p:spPr>
          <a:xfrm>
            <a:off x="4749402" y="939705"/>
            <a:ext cx="3429587" cy="209229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rc7"/>
          <p:cNvSpPr/>
          <p:nvPr/>
        </p:nvSpPr>
        <p:spPr>
          <a:xfrm>
            <a:off x="965010" y="3032001"/>
            <a:ext cx="3784392" cy="209229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" name="rc8"/>
          <p:cNvSpPr/>
          <p:nvPr/>
        </p:nvSpPr>
        <p:spPr>
          <a:xfrm>
            <a:off x="4749402" y="3032001"/>
            <a:ext cx="3429587" cy="209229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" name="rc11"/>
          <p:cNvSpPr/>
          <p:nvPr/>
        </p:nvSpPr>
        <p:spPr>
          <a:xfrm>
            <a:off x="1408383" y="1208169"/>
            <a:ext cx="3290409" cy="159907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pt12"/>
          <p:cNvSpPr/>
          <p:nvPr/>
        </p:nvSpPr>
        <p:spPr>
          <a:xfrm>
            <a:off x="1754597" y="2516580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pt13"/>
          <p:cNvSpPr/>
          <p:nvPr/>
        </p:nvSpPr>
        <p:spPr>
          <a:xfrm>
            <a:off x="1538470" y="2437262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" name="pt14"/>
          <p:cNvSpPr/>
          <p:nvPr/>
        </p:nvSpPr>
        <p:spPr>
          <a:xfrm>
            <a:off x="1738645" y="2556653"/>
            <a:ext cx="77571" cy="77571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" name="pt15"/>
          <p:cNvSpPr/>
          <p:nvPr/>
        </p:nvSpPr>
        <p:spPr>
          <a:xfrm>
            <a:off x="1618973" y="2553316"/>
            <a:ext cx="77571" cy="77571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pt16"/>
          <p:cNvSpPr/>
          <p:nvPr/>
        </p:nvSpPr>
        <p:spPr>
          <a:xfrm>
            <a:off x="1519161" y="2582731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" name="pt17"/>
          <p:cNvSpPr/>
          <p:nvPr/>
        </p:nvSpPr>
        <p:spPr>
          <a:xfrm>
            <a:off x="1641907" y="2415461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pt18"/>
          <p:cNvSpPr/>
          <p:nvPr/>
        </p:nvSpPr>
        <p:spPr>
          <a:xfrm>
            <a:off x="1531667" y="2322351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pt19"/>
          <p:cNvSpPr/>
          <p:nvPr/>
        </p:nvSpPr>
        <p:spPr>
          <a:xfrm>
            <a:off x="1657687" y="2535083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pt20"/>
          <p:cNvSpPr/>
          <p:nvPr/>
        </p:nvSpPr>
        <p:spPr>
          <a:xfrm>
            <a:off x="1624583" y="2616247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pt21"/>
          <p:cNvSpPr/>
          <p:nvPr/>
        </p:nvSpPr>
        <p:spPr>
          <a:xfrm>
            <a:off x="1674591" y="2392419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pt22"/>
          <p:cNvSpPr/>
          <p:nvPr/>
        </p:nvSpPr>
        <p:spPr>
          <a:xfrm>
            <a:off x="2576799" y="2625651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" name="pt23"/>
          <p:cNvSpPr/>
          <p:nvPr/>
        </p:nvSpPr>
        <p:spPr>
          <a:xfrm>
            <a:off x="2466821" y="2554220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" name="pt24"/>
          <p:cNvSpPr/>
          <p:nvPr/>
        </p:nvSpPr>
        <p:spPr>
          <a:xfrm>
            <a:off x="2467388" y="1874002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pt25"/>
          <p:cNvSpPr/>
          <p:nvPr/>
        </p:nvSpPr>
        <p:spPr>
          <a:xfrm>
            <a:off x="2620685" y="2463373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" name="pt26"/>
          <p:cNvSpPr/>
          <p:nvPr/>
        </p:nvSpPr>
        <p:spPr>
          <a:xfrm>
            <a:off x="2537698" y="2547275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" name="pt27"/>
          <p:cNvSpPr/>
          <p:nvPr/>
        </p:nvSpPr>
        <p:spPr>
          <a:xfrm>
            <a:off x="2664772" y="2619352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" name="pt28"/>
          <p:cNvSpPr/>
          <p:nvPr/>
        </p:nvSpPr>
        <p:spPr>
          <a:xfrm>
            <a:off x="2492835" y="2648588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" name="pt29"/>
          <p:cNvSpPr/>
          <p:nvPr/>
        </p:nvSpPr>
        <p:spPr>
          <a:xfrm>
            <a:off x="2437090" y="2454026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" name="pt30"/>
          <p:cNvSpPr/>
          <p:nvPr/>
        </p:nvSpPr>
        <p:spPr>
          <a:xfrm>
            <a:off x="2589313" y="1732550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" name="pt31"/>
          <p:cNvSpPr/>
          <p:nvPr/>
        </p:nvSpPr>
        <p:spPr>
          <a:xfrm>
            <a:off x="2555111" y="1943022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" name="pt32"/>
          <p:cNvSpPr/>
          <p:nvPr/>
        </p:nvSpPr>
        <p:spPr>
          <a:xfrm>
            <a:off x="2645637" y="2637831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" name="pt33"/>
          <p:cNvSpPr/>
          <p:nvPr/>
        </p:nvSpPr>
        <p:spPr>
          <a:xfrm>
            <a:off x="2582740" y="2409228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" name="pt34"/>
          <p:cNvSpPr/>
          <p:nvPr/>
        </p:nvSpPr>
        <p:spPr>
          <a:xfrm>
            <a:off x="2624950" y="2345867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" name="pt35"/>
          <p:cNvSpPr/>
          <p:nvPr/>
        </p:nvSpPr>
        <p:spPr>
          <a:xfrm>
            <a:off x="2556895" y="2357000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" name="pt36"/>
          <p:cNvSpPr/>
          <p:nvPr/>
        </p:nvSpPr>
        <p:spPr>
          <a:xfrm>
            <a:off x="2479738" y="2539415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" name="pt37"/>
          <p:cNvSpPr/>
          <p:nvPr/>
        </p:nvSpPr>
        <p:spPr>
          <a:xfrm>
            <a:off x="2580442" y="2471871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" name="pt38"/>
          <p:cNvSpPr/>
          <p:nvPr/>
        </p:nvSpPr>
        <p:spPr>
          <a:xfrm>
            <a:off x="2640474" y="1934012"/>
            <a:ext cx="77571" cy="77571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" name="pt39"/>
          <p:cNvSpPr/>
          <p:nvPr/>
        </p:nvSpPr>
        <p:spPr>
          <a:xfrm>
            <a:off x="2513658" y="2087839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" name="pt40"/>
          <p:cNvSpPr/>
          <p:nvPr/>
        </p:nvSpPr>
        <p:spPr>
          <a:xfrm>
            <a:off x="3367039" y="2580021"/>
            <a:ext cx="77571" cy="77571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" name="pt41"/>
          <p:cNvSpPr/>
          <p:nvPr/>
        </p:nvSpPr>
        <p:spPr>
          <a:xfrm>
            <a:off x="3376930" y="2335014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" name="pt42"/>
          <p:cNvSpPr/>
          <p:nvPr/>
        </p:nvSpPr>
        <p:spPr>
          <a:xfrm>
            <a:off x="3526235" y="2594107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" name="pt43"/>
          <p:cNvSpPr/>
          <p:nvPr/>
        </p:nvSpPr>
        <p:spPr>
          <a:xfrm>
            <a:off x="3528226" y="2695776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" name="pt44"/>
          <p:cNvSpPr/>
          <p:nvPr/>
        </p:nvSpPr>
        <p:spPr>
          <a:xfrm>
            <a:off x="3548872" y="2409163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" name="pt45"/>
          <p:cNvSpPr/>
          <p:nvPr/>
        </p:nvSpPr>
        <p:spPr>
          <a:xfrm>
            <a:off x="3542162" y="2568105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" name="pt46"/>
          <p:cNvSpPr/>
          <p:nvPr/>
        </p:nvSpPr>
        <p:spPr>
          <a:xfrm>
            <a:off x="3345365" y="1538117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" name="pt47"/>
          <p:cNvSpPr/>
          <p:nvPr/>
        </p:nvSpPr>
        <p:spPr>
          <a:xfrm>
            <a:off x="3544040" y="2619488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" name="pt48"/>
          <p:cNvSpPr/>
          <p:nvPr/>
        </p:nvSpPr>
        <p:spPr>
          <a:xfrm>
            <a:off x="3371985" y="2232982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" name="pt49"/>
          <p:cNvSpPr/>
          <p:nvPr/>
        </p:nvSpPr>
        <p:spPr>
          <a:xfrm>
            <a:off x="3482628" y="1857892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" name="pt50"/>
          <p:cNvSpPr/>
          <p:nvPr/>
        </p:nvSpPr>
        <p:spPr>
          <a:xfrm>
            <a:off x="3462318" y="1242069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" name="pt51"/>
          <p:cNvSpPr/>
          <p:nvPr/>
        </p:nvSpPr>
        <p:spPr>
          <a:xfrm>
            <a:off x="3531264" y="2120311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" name="pt52"/>
          <p:cNvSpPr/>
          <p:nvPr/>
        </p:nvSpPr>
        <p:spPr>
          <a:xfrm>
            <a:off x="3593610" y="2306912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" name="pt53"/>
          <p:cNvSpPr/>
          <p:nvPr/>
        </p:nvSpPr>
        <p:spPr>
          <a:xfrm>
            <a:off x="3549990" y="2149271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" name="pt54"/>
          <p:cNvSpPr/>
          <p:nvPr/>
        </p:nvSpPr>
        <p:spPr>
          <a:xfrm>
            <a:off x="3404776" y="2277701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" name="pt55"/>
          <p:cNvSpPr/>
          <p:nvPr/>
        </p:nvSpPr>
        <p:spPr>
          <a:xfrm>
            <a:off x="3482269" y="2448926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" name="pt56"/>
          <p:cNvSpPr/>
          <p:nvPr/>
        </p:nvSpPr>
        <p:spPr>
          <a:xfrm>
            <a:off x="3347665" y="2350984"/>
            <a:ext cx="77571" cy="77571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" name="pt57"/>
          <p:cNvSpPr/>
          <p:nvPr/>
        </p:nvSpPr>
        <p:spPr>
          <a:xfrm>
            <a:off x="3424475" y="2334711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" name="pt58"/>
          <p:cNvSpPr/>
          <p:nvPr/>
        </p:nvSpPr>
        <p:spPr>
          <a:xfrm>
            <a:off x="3524240" y="2447414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" name="pt59"/>
          <p:cNvSpPr/>
          <p:nvPr/>
        </p:nvSpPr>
        <p:spPr>
          <a:xfrm>
            <a:off x="3563966" y="2435553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" name="pt60"/>
          <p:cNvSpPr/>
          <p:nvPr/>
        </p:nvSpPr>
        <p:spPr>
          <a:xfrm>
            <a:off x="4291276" y="2455101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" name="pt61"/>
          <p:cNvSpPr/>
          <p:nvPr/>
        </p:nvSpPr>
        <p:spPr>
          <a:xfrm>
            <a:off x="4289957" y="2452565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" name="pt62"/>
          <p:cNvSpPr/>
          <p:nvPr/>
        </p:nvSpPr>
        <p:spPr>
          <a:xfrm>
            <a:off x="4482198" y="2403705"/>
            <a:ext cx="77571" cy="77571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" name="pt63"/>
          <p:cNvSpPr/>
          <p:nvPr/>
        </p:nvSpPr>
        <p:spPr>
          <a:xfrm>
            <a:off x="4510442" y="2558337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" name="pt64"/>
          <p:cNvSpPr/>
          <p:nvPr/>
        </p:nvSpPr>
        <p:spPr>
          <a:xfrm>
            <a:off x="4365447" y="2141605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" name="pt65"/>
          <p:cNvSpPr/>
          <p:nvPr/>
        </p:nvSpPr>
        <p:spPr>
          <a:xfrm>
            <a:off x="4350993" y="2161987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" name="pt66"/>
          <p:cNvSpPr/>
          <p:nvPr/>
        </p:nvSpPr>
        <p:spPr>
          <a:xfrm>
            <a:off x="4447381" y="2406278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" name="pt67"/>
          <p:cNvSpPr/>
          <p:nvPr/>
        </p:nvSpPr>
        <p:spPr>
          <a:xfrm>
            <a:off x="4260325" y="2321248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" name="pt68"/>
          <p:cNvSpPr/>
          <p:nvPr/>
        </p:nvSpPr>
        <p:spPr>
          <a:xfrm>
            <a:off x="4257586" y="2221200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" name="pt69"/>
          <p:cNvSpPr/>
          <p:nvPr/>
        </p:nvSpPr>
        <p:spPr>
          <a:xfrm>
            <a:off x="4372966" y="1968911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" name="pt70"/>
          <p:cNvSpPr/>
          <p:nvPr/>
        </p:nvSpPr>
        <p:spPr>
          <a:xfrm>
            <a:off x="4360277" y="2043585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" name="pt71"/>
          <p:cNvSpPr/>
          <p:nvPr/>
        </p:nvSpPr>
        <p:spPr>
          <a:xfrm>
            <a:off x="4405227" y="1890179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" name="pt72"/>
          <p:cNvSpPr/>
          <p:nvPr/>
        </p:nvSpPr>
        <p:spPr>
          <a:xfrm>
            <a:off x="4452929" y="2150270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" name="pt73"/>
          <p:cNvSpPr/>
          <p:nvPr/>
        </p:nvSpPr>
        <p:spPr>
          <a:xfrm>
            <a:off x="4338436" y="2077066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" name="pt74"/>
          <p:cNvSpPr/>
          <p:nvPr/>
        </p:nvSpPr>
        <p:spPr>
          <a:xfrm>
            <a:off x="4370076" y="2522882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" name="pt75"/>
          <p:cNvSpPr/>
          <p:nvPr/>
        </p:nvSpPr>
        <p:spPr>
          <a:xfrm>
            <a:off x="4309602" y="2340218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" name="pt76"/>
          <p:cNvSpPr/>
          <p:nvPr/>
        </p:nvSpPr>
        <p:spPr>
          <a:xfrm>
            <a:off x="4279171" y="2236747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" name="pt77"/>
          <p:cNvSpPr/>
          <p:nvPr/>
        </p:nvSpPr>
        <p:spPr>
          <a:xfrm>
            <a:off x="4425431" y="2304952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" name="pt78"/>
          <p:cNvSpPr/>
          <p:nvPr/>
        </p:nvSpPr>
        <p:spPr>
          <a:xfrm>
            <a:off x="4294026" y="2016671"/>
            <a:ext cx="77571" cy="77571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" name="pt79"/>
          <p:cNvSpPr/>
          <p:nvPr/>
        </p:nvSpPr>
        <p:spPr>
          <a:xfrm>
            <a:off x="4445538" y="2272679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" name="pt80"/>
          <p:cNvSpPr/>
          <p:nvPr/>
        </p:nvSpPr>
        <p:spPr>
          <a:xfrm>
            <a:off x="4413991" y="2122433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" name="pt81"/>
          <p:cNvSpPr/>
          <p:nvPr/>
        </p:nvSpPr>
        <p:spPr>
          <a:xfrm>
            <a:off x="4452134" y="1998821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" name="pt82"/>
          <p:cNvSpPr/>
          <p:nvPr/>
        </p:nvSpPr>
        <p:spPr>
          <a:xfrm>
            <a:off x="4394177" y="2184802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" name="pt83"/>
          <p:cNvSpPr/>
          <p:nvPr/>
        </p:nvSpPr>
        <p:spPr>
          <a:xfrm>
            <a:off x="4363612" y="2151011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" name="pg84"/>
          <p:cNvSpPr/>
          <p:nvPr/>
        </p:nvSpPr>
        <p:spPr>
          <a:xfrm>
            <a:off x="1680047" y="2055909"/>
            <a:ext cx="2742301" cy="627957"/>
          </a:xfrm>
          <a:custGeom>
            <a:avLst/>
            <a:gdLst/>
            <a:ahLst/>
            <a:cxnLst/>
            <a:rect l="0" t="0" r="0" b="0"/>
            <a:pathLst>
              <a:path w="2742301" h="627957">
                <a:moveTo>
                  <a:pt x="0" y="178224"/>
                </a:moveTo>
                <a:lnTo>
                  <a:pt x="1448814" y="171038"/>
                </a:lnTo>
                <a:lnTo>
                  <a:pt x="1828200" y="135952"/>
                </a:lnTo>
                <a:lnTo>
                  <a:pt x="2362915" y="62381"/>
                </a:lnTo>
                <a:lnTo>
                  <a:pt x="2742301" y="0"/>
                </a:lnTo>
                <a:lnTo>
                  <a:pt x="2742301" y="406938"/>
                </a:lnTo>
                <a:lnTo>
                  <a:pt x="2362915" y="399790"/>
                </a:lnTo>
                <a:lnTo>
                  <a:pt x="1828200" y="404067"/>
                </a:lnTo>
                <a:lnTo>
                  <a:pt x="1448814" y="424214"/>
                </a:lnTo>
                <a:lnTo>
                  <a:pt x="0" y="627957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" name="pl85"/>
          <p:cNvSpPr/>
          <p:nvPr/>
        </p:nvSpPr>
        <p:spPr>
          <a:xfrm>
            <a:off x="1680047" y="2055909"/>
            <a:ext cx="2742301" cy="178224"/>
          </a:xfrm>
          <a:custGeom>
            <a:avLst/>
            <a:gdLst/>
            <a:ahLst/>
            <a:cxnLst/>
            <a:rect l="0" t="0" r="0" b="0"/>
            <a:pathLst>
              <a:path w="2742301" h="178224">
                <a:moveTo>
                  <a:pt x="0" y="178224"/>
                </a:moveTo>
                <a:lnTo>
                  <a:pt x="1448814" y="171038"/>
                </a:lnTo>
                <a:lnTo>
                  <a:pt x="1828200" y="135952"/>
                </a:lnTo>
                <a:lnTo>
                  <a:pt x="2362915" y="62381"/>
                </a:lnTo>
                <a:lnTo>
                  <a:pt x="2742301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87" name="pl86"/>
          <p:cNvSpPr/>
          <p:nvPr/>
        </p:nvSpPr>
        <p:spPr>
          <a:xfrm>
            <a:off x="1680047" y="2455700"/>
            <a:ext cx="2742301" cy="228167"/>
          </a:xfrm>
          <a:custGeom>
            <a:avLst/>
            <a:gdLst/>
            <a:ahLst/>
            <a:cxnLst/>
            <a:rect l="0" t="0" r="0" b="0"/>
            <a:pathLst>
              <a:path w="2742301" h="228167">
                <a:moveTo>
                  <a:pt x="2742301" y="7147"/>
                </a:moveTo>
                <a:lnTo>
                  <a:pt x="2362915" y="0"/>
                </a:lnTo>
                <a:lnTo>
                  <a:pt x="1828200" y="4276"/>
                </a:lnTo>
                <a:lnTo>
                  <a:pt x="1448814" y="24424"/>
                </a:lnTo>
                <a:lnTo>
                  <a:pt x="0" y="228167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88" name="pl87"/>
          <p:cNvSpPr/>
          <p:nvPr/>
        </p:nvSpPr>
        <p:spPr>
          <a:xfrm>
            <a:off x="1680047" y="2259378"/>
            <a:ext cx="2742301" cy="199622"/>
          </a:xfrm>
          <a:custGeom>
            <a:avLst/>
            <a:gdLst/>
            <a:ahLst/>
            <a:cxnLst/>
            <a:rect l="0" t="0" r="0" b="0"/>
            <a:pathLst>
              <a:path w="2742301" h="199622">
                <a:moveTo>
                  <a:pt x="0" y="199622"/>
                </a:moveTo>
                <a:lnTo>
                  <a:pt x="1448814" y="94157"/>
                </a:lnTo>
                <a:lnTo>
                  <a:pt x="1828200" y="66540"/>
                </a:lnTo>
                <a:lnTo>
                  <a:pt x="2362915" y="27616"/>
                </a:lnTo>
                <a:lnTo>
                  <a:pt x="2742301" y="0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" name="tx88"/>
          <p:cNvSpPr/>
          <p:nvPr/>
        </p:nvSpPr>
        <p:spPr>
          <a:xfrm>
            <a:off x="3942654" y="1344214"/>
            <a:ext cx="479694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0.271</a:t>
            </a:r>
          </a:p>
        </p:txBody>
      </p:sp>
      <p:sp>
        <p:nvSpPr>
          <p:cNvPr id="90" name="rc89"/>
          <p:cNvSpPr/>
          <p:nvPr/>
        </p:nvSpPr>
        <p:spPr>
          <a:xfrm>
            <a:off x="1408383" y="1208169"/>
            <a:ext cx="3290409" cy="159907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1" name="pl90"/>
          <p:cNvSpPr/>
          <p:nvPr/>
        </p:nvSpPr>
        <p:spPr>
          <a:xfrm>
            <a:off x="1408383" y="1208169"/>
            <a:ext cx="0" cy="1599078"/>
          </a:xfrm>
          <a:custGeom>
            <a:avLst/>
            <a:gdLst/>
            <a:ahLst/>
            <a:cxnLst/>
            <a:rect l="0" t="0" r="0" b="0"/>
            <a:pathLst>
              <a:path h="1599078">
                <a:moveTo>
                  <a:pt x="0" y="159907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" name="tx91"/>
          <p:cNvSpPr/>
          <p:nvPr/>
        </p:nvSpPr>
        <p:spPr>
          <a:xfrm rot="16200000">
            <a:off x="1177387" y="2461169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2.5</a:t>
            </a:r>
          </a:p>
        </p:txBody>
      </p:sp>
      <p:sp>
        <p:nvSpPr>
          <p:cNvPr id="93" name="tx92"/>
          <p:cNvSpPr/>
          <p:nvPr/>
        </p:nvSpPr>
        <p:spPr>
          <a:xfrm rot="16200000">
            <a:off x="1177387" y="2026863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5.0</a:t>
            </a:r>
          </a:p>
        </p:txBody>
      </p:sp>
      <p:sp>
        <p:nvSpPr>
          <p:cNvPr id="94" name="tx93"/>
          <p:cNvSpPr/>
          <p:nvPr/>
        </p:nvSpPr>
        <p:spPr>
          <a:xfrm rot="16200000">
            <a:off x="1177387" y="1592557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7.5</a:t>
            </a:r>
          </a:p>
        </p:txBody>
      </p:sp>
      <p:sp>
        <p:nvSpPr>
          <p:cNvPr id="95" name="tx94"/>
          <p:cNvSpPr/>
          <p:nvPr/>
        </p:nvSpPr>
        <p:spPr>
          <a:xfrm rot="16200000">
            <a:off x="1138525" y="1158252"/>
            <a:ext cx="27194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10.0</a:t>
            </a:r>
          </a:p>
        </p:txBody>
      </p:sp>
      <p:sp>
        <p:nvSpPr>
          <p:cNvPr id="96" name="pl95"/>
          <p:cNvSpPr/>
          <p:nvPr/>
        </p:nvSpPr>
        <p:spPr>
          <a:xfrm>
            <a:off x="1370425" y="2511278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7" name="pl96"/>
          <p:cNvSpPr/>
          <p:nvPr/>
        </p:nvSpPr>
        <p:spPr>
          <a:xfrm>
            <a:off x="1370425" y="2076972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8" name="pl97"/>
          <p:cNvSpPr/>
          <p:nvPr/>
        </p:nvSpPr>
        <p:spPr>
          <a:xfrm>
            <a:off x="1370425" y="1642667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9" name="pl98"/>
          <p:cNvSpPr/>
          <p:nvPr/>
        </p:nvSpPr>
        <p:spPr>
          <a:xfrm>
            <a:off x="1370425" y="1208361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0" name="pl99"/>
          <p:cNvSpPr/>
          <p:nvPr/>
        </p:nvSpPr>
        <p:spPr>
          <a:xfrm>
            <a:off x="1408383" y="2807247"/>
            <a:ext cx="3290409" cy="0"/>
          </a:xfrm>
          <a:custGeom>
            <a:avLst/>
            <a:gdLst/>
            <a:ahLst/>
            <a:cxnLst/>
            <a:rect l="0" t="0" r="0" b="0"/>
            <a:pathLst>
              <a:path w="3290409">
                <a:moveTo>
                  <a:pt x="0" y="0"/>
                </a:moveTo>
                <a:lnTo>
                  <a:pt x="3290409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1" name="pl100"/>
          <p:cNvSpPr/>
          <p:nvPr/>
        </p:nvSpPr>
        <p:spPr>
          <a:xfrm>
            <a:off x="1680047" y="2807247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2" name="pl101"/>
          <p:cNvSpPr/>
          <p:nvPr/>
        </p:nvSpPr>
        <p:spPr>
          <a:xfrm>
            <a:off x="2594148" y="2807247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" name="pl102"/>
          <p:cNvSpPr/>
          <p:nvPr/>
        </p:nvSpPr>
        <p:spPr>
          <a:xfrm>
            <a:off x="3508248" y="2807247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4" name="pl103"/>
          <p:cNvSpPr/>
          <p:nvPr/>
        </p:nvSpPr>
        <p:spPr>
          <a:xfrm>
            <a:off x="4422348" y="2807247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" name="tx104"/>
          <p:cNvSpPr/>
          <p:nvPr/>
        </p:nvSpPr>
        <p:spPr>
          <a:xfrm>
            <a:off x="1641185" y="2875571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106" name="tx105"/>
          <p:cNvSpPr/>
          <p:nvPr/>
        </p:nvSpPr>
        <p:spPr>
          <a:xfrm>
            <a:off x="2555286" y="2875571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107" name="tx106"/>
          <p:cNvSpPr/>
          <p:nvPr/>
        </p:nvSpPr>
        <p:spPr>
          <a:xfrm>
            <a:off x="3469386" y="2875571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108" name="tx107"/>
          <p:cNvSpPr/>
          <p:nvPr/>
        </p:nvSpPr>
        <p:spPr>
          <a:xfrm>
            <a:off x="4383486" y="2875571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110" name="tx109"/>
          <p:cNvSpPr/>
          <p:nvPr/>
        </p:nvSpPr>
        <p:spPr>
          <a:xfrm>
            <a:off x="1187624" y="908720"/>
            <a:ext cx="1421617" cy="1279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(a) Aboveground</a:t>
            </a:r>
          </a:p>
        </p:txBody>
      </p:sp>
      <p:sp>
        <p:nvSpPr>
          <p:cNvPr id="111" name="rc110"/>
          <p:cNvSpPr/>
          <p:nvPr/>
        </p:nvSpPr>
        <p:spPr>
          <a:xfrm>
            <a:off x="4837970" y="1208169"/>
            <a:ext cx="3290409" cy="159907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" name="pt111"/>
          <p:cNvSpPr/>
          <p:nvPr/>
        </p:nvSpPr>
        <p:spPr>
          <a:xfrm>
            <a:off x="4952790" y="2363103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" name="pt112"/>
          <p:cNvSpPr/>
          <p:nvPr/>
        </p:nvSpPr>
        <p:spPr>
          <a:xfrm>
            <a:off x="5078398" y="1486167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" name="pt113"/>
          <p:cNvSpPr/>
          <p:nvPr/>
        </p:nvSpPr>
        <p:spPr>
          <a:xfrm>
            <a:off x="5021191" y="2355012"/>
            <a:ext cx="77571" cy="77571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" name="pt114"/>
          <p:cNvSpPr/>
          <p:nvPr/>
        </p:nvSpPr>
        <p:spPr>
          <a:xfrm>
            <a:off x="5143360" y="2251919"/>
            <a:ext cx="77571" cy="77571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" name="pt115"/>
          <p:cNvSpPr/>
          <p:nvPr/>
        </p:nvSpPr>
        <p:spPr>
          <a:xfrm>
            <a:off x="4948748" y="2441708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" name="pt116"/>
          <p:cNvSpPr/>
          <p:nvPr/>
        </p:nvSpPr>
        <p:spPr>
          <a:xfrm>
            <a:off x="5045932" y="1751541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" name="pt117"/>
          <p:cNvSpPr/>
          <p:nvPr/>
        </p:nvSpPr>
        <p:spPr>
          <a:xfrm>
            <a:off x="5110537" y="1304630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" name="pt118"/>
          <p:cNvSpPr/>
          <p:nvPr/>
        </p:nvSpPr>
        <p:spPr>
          <a:xfrm>
            <a:off x="5053702" y="2114108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" name="pt119"/>
          <p:cNvSpPr/>
          <p:nvPr/>
        </p:nvSpPr>
        <p:spPr>
          <a:xfrm>
            <a:off x="4976466" y="2654973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" name="pt120"/>
          <p:cNvSpPr/>
          <p:nvPr/>
        </p:nvSpPr>
        <p:spPr>
          <a:xfrm>
            <a:off x="4976224" y="2073069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" name="pt121"/>
          <p:cNvSpPr/>
          <p:nvPr/>
        </p:nvSpPr>
        <p:spPr>
          <a:xfrm>
            <a:off x="5920109" y="2676520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" name="pt122"/>
          <p:cNvSpPr/>
          <p:nvPr/>
        </p:nvSpPr>
        <p:spPr>
          <a:xfrm>
            <a:off x="5842801" y="1752217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" name="pt123"/>
          <p:cNvSpPr/>
          <p:nvPr/>
        </p:nvSpPr>
        <p:spPr>
          <a:xfrm>
            <a:off x="6024214" y="2267311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" name="pt124"/>
          <p:cNvSpPr/>
          <p:nvPr/>
        </p:nvSpPr>
        <p:spPr>
          <a:xfrm>
            <a:off x="5843413" y="2695776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" name="pt125"/>
          <p:cNvSpPr/>
          <p:nvPr/>
        </p:nvSpPr>
        <p:spPr>
          <a:xfrm>
            <a:off x="5892633" y="1940596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" name="pt126"/>
          <p:cNvSpPr/>
          <p:nvPr/>
        </p:nvSpPr>
        <p:spPr>
          <a:xfrm>
            <a:off x="5986718" y="1242069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" name="pt127"/>
          <p:cNvSpPr/>
          <p:nvPr/>
        </p:nvSpPr>
        <p:spPr>
          <a:xfrm>
            <a:off x="5827524" y="2661994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" name="pt128"/>
          <p:cNvSpPr/>
          <p:nvPr/>
        </p:nvSpPr>
        <p:spPr>
          <a:xfrm>
            <a:off x="5992841" y="2602150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" name="pt129"/>
          <p:cNvSpPr/>
          <p:nvPr/>
        </p:nvSpPr>
        <p:spPr>
          <a:xfrm>
            <a:off x="5853249" y="2291832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" name="pt130"/>
          <p:cNvSpPr/>
          <p:nvPr/>
        </p:nvSpPr>
        <p:spPr>
          <a:xfrm>
            <a:off x="5938919" y="2668948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" name="pt131"/>
          <p:cNvSpPr/>
          <p:nvPr/>
        </p:nvSpPr>
        <p:spPr>
          <a:xfrm>
            <a:off x="6055147" y="2456483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" name="pt132"/>
          <p:cNvSpPr/>
          <p:nvPr/>
        </p:nvSpPr>
        <p:spPr>
          <a:xfrm>
            <a:off x="6067937" y="2665341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" name="pt133"/>
          <p:cNvSpPr/>
          <p:nvPr/>
        </p:nvSpPr>
        <p:spPr>
          <a:xfrm>
            <a:off x="6020258" y="2174351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" name="pt134"/>
          <p:cNvSpPr/>
          <p:nvPr/>
        </p:nvSpPr>
        <p:spPr>
          <a:xfrm>
            <a:off x="5998132" y="2038403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" name="pt135"/>
          <p:cNvSpPr/>
          <p:nvPr/>
        </p:nvSpPr>
        <p:spPr>
          <a:xfrm>
            <a:off x="6009122" y="2099178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" name="pt136"/>
          <p:cNvSpPr/>
          <p:nvPr/>
        </p:nvSpPr>
        <p:spPr>
          <a:xfrm>
            <a:off x="6010072" y="1899472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" name="pt137"/>
          <p:cNvSpPr/>
          <p:nvPr/>
        </p:nvSpPr>
        <p:spPr>
          <a:xfrm>
            <a:off x="5838360" y="2422840"/>
            <a:ext cx="77571" cy="77571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" name="pt138"/>
          <p:cNvSpPr/>
          <p:nvPr/>
        </p:nvSpPr>
        <p:spPr>
          <a:xfrm>
            <a:off x="6011575" y="2658497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" name="pt139"/>
          <p:cNvSpPr/>
          <p:nvPr/>
        </p:nvSpPr>
        <p:spPr>
          <a:xfrm>
            <a:off x="6774549" y="2401452"/>
            <a:ext cx="77571" cy="77571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" name="pt140"/>
          <p:cNvSpPr/>
          <p:nvPr/>
        </p:nvSpPr>
        <p:spPr>
          <a:xfrm>
            <a:off x="7004483" y="2496946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" name="pt141"/>
          <p:cNvSpPr/>
          <p:nvPr/>
        </p:nvSpPr>
        <p:spPr>
          <a:xfrm>
            <a:off x="6899829" y="2600344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" name="pt142"/>
          <p:cNvSpPr/>
          <p:nvPr/>
        </p:nvSpPr>
        <p:spPr>
          <a:xfrm>
            <a:off x="6863992" y="2353637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" name="pt143"/>
          <p:cNvSpPr/>
          <p:nvPr/>
        </p:nvSpPr>
        <p:spPr>
          <a:xfrm>
            <a:off x="6961397" y="1818620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" name="pt144"/>
          <p:cNvSpPr/>
          <p:nvPr/>
        </p:nvSpPr>
        <p:spPr>
          <a:xfrm>
            <a:off x="6764873" y="1461660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" name="pt145"/>
          <p:cNvSpPr/>
          <p:nvPr/>
        </p:nvSpPr>
        <p:spPr>
          <a:xfrm>
            <a:off x="6924049" y="1702710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" name="pt146"/>
          <p:cNvSpPr/>
          <p:nvPr/>
        </p:nvSpPr>
        <p:spPr>
          <a:xfrm>
            <a:off x="6977853" y="2433257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" name="pt147"/>
          <p:cNvSpPr/>
          <p:nvPr/>
        </p:nvSpPr>
        <p:spPr>
          <a:xfrm>
            <a:off x="6934260" y="2373557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" name="pt148"/>
          <p:cNvSpPr/>
          <p:nvPr/>
        </p:nvSpPr>
        <p:spPr>
          <a:xfrm>
            <a:off x="6766976" y="1779555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" name="pt149"/>
          <p:cNvSpPr/>
          <p:nvPr/>
        </p:nvSpPr>
        <p:spPr>
          <a:xfrm>
            <a:off x="6782398" y="1991783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" name="pt150"/>
          <p:cNvSpPr/>
          <p:nvPr/>
        </p:nvSpPr>
        <p:spPr>
          <a:xfrm>
            <a:off x="6966172" y="2574749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" name="pt151"/>
          <p:cNvSpPr/>
          <p:nvPr/>
        </p:nvSpPr>
        <p:spPr>
          <a:xfrm>
            <a:off x="6757013" y="1727394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" name="pt152"/>
          <p:cNvSpPr/>
          <p:nvPr/>
        </p:nvSpPr>
        <p:spPr>
          <a:xfrm>
            <a:off x="7011633" y="1929471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" name="pt153"/>
          <p:cNvSpPr/>
          <p:nvPr/>
        </p:nvSpPr>
        <p:spPr>
          <a:xfrm>
            <a:off x="6851256" y="2126668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" name="pt154"/>
          <p:cNvSpPr/>
          <p:nvPr/>
        </p:nvSpPr>
        <p:spPr>
          <a:xfrm>
            <a:off x="6854879" y="2544668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" name="pt155"/>
          <p:cNvSpPr/>
          <p:nvPr/>
        </p:nvSpPr>
        <p:spPr>
          <a:xfrm>
            <a:off x="6998605" y="2117555"/>
            <a:ext cx="77571" cy="77571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" name="pt156"/>
          <p:cNvSpPr/>
          <p:nvPr/>
        </p:nvSpPr>
        <p:spPr>
          <a:xfrm>
            <a:off x="6842242" y="2516505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8" name="pt157"/>
          <p:cNvSpPr/>
          <p:nvPr/>
        </p:nvSpPr>
        <p:spPr>
          <a:xfrm>
            <a:off x="6900081" y="1908348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9" name="pt158"/>
          <p:cNvSpPr/>
          <p:nvPr/>
        </p:nvSpPr>
        <p:spPr>
          <a:xfrm>
            <a:off x="6817680" y="2132368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0" name="pt159"/>
          <p:cNvSpPr/>
          <p:nvPr/>
        </p:nvSpPr>
        <p:spPr>
          <a:xfrm>
            <a:off x="7808487" y="2246031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1" name="pt160"/>
          <p:cNvSpPr/>
          <p:nvPr/>
        </p:nvSpPr>
        <p:spPr>
          <a:xfrm>
            <a:off x="7847078" y="2396765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2" name="pt161"/>
          <p:cNvSpPr/>
          <p:nvPr/>
        </p:nvSpPr>
        <p:spPr>
          <a:xfrm>
            <a:off x="7785302" y="2455726"/>
            <a:ext cx="77571" cy="77571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3" name="pt162"/>
          <p:cNvSpPr/>
          <p:nvPr/>
        </p:nvSpPr>
        <p:spPr>
          <a:xfrm>
            <a:off x="7802898" y="2227484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4" name="pt163"/>
          <p:cNvSpPr/>
          <p:nvPr/>
        </p:nvSpPr>
        <p:spPr>
          <a:xfrm>
            <a:off x="7914944" y="2101920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" name="pt164"/>
          <p:cNvSpPr/>
          <p:nvPr/>
        </p:nvSpPr>
        <p:spPr>
          <a:xfrm>
            <a:off x="7914126" y="2156407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" name="pt165"/>
          <p:cNvSpPr/>
          <p:nvPr/>
        </p:nvSpPr>
        <p:spPr>
          <a:xfrm>
            <a:off x="7915428" y="2394797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" name="pt166"/>
          <p:cNvSpPr/>
          <p:nvPr/>
        </p:nvSpPr>
        <p:spPr>
          <a:xfrm>
            <a:off x="7696624" y="2181233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" name="pt167"/>
          <p:cNvSpPr/>
          <p:nvPr/>
        </p:nvSpPr>
        <p:spPr>
          <a:xfrm>
            <a:off x="7806252" y="2432777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" name="pt168"/>
          <p:cNvSpPr/>
          <p:nvPr/>
        </p:nvSpPr>
        <p:spPr>
          <a:xfrm>
            <a:off x="7896419" y="2313164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" name="pt169"/>
          <p:cNvSpPr/>
          <p:nvPr/>
        </p:nvSpPr>
        <p:spPr>
          <a:xfrm>
            <a:off x="7821320" y="2138326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" name="pt170"/>
          <p:cNvSpPr/>
          <p:nvPr/>
        </p:nvSpPr>
        <p:spPr>
          <a:xfrm>
            <a:off x="7809253" y="1812020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" name="pt171"/>
          <p:cNvSpPr/>
          <p:nvPr/>
        </p:nvSpPr>
        <p:spPr>
          <a:xfrm>
            <a:off x="7748754" y="2419659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" name="pt172"/>
          <p:cNvSpPr/>
          <p:nvPr/>
        </p:nvSpPr>
        <p:spPr>
          <a:xfrm>
            <a:off x="7787950" y="2635152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" name="pt173"/>
          <p:cNvSpPr/>
          <p:nvPr/>
        </p:nvSpPr>
        <p:spPr>
          <a:xfrm>
            <a:off x="7843824" y="2487111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" name="pt174"/>
          <p:cNvSpPr/>
          <p:nvPr/>
        </p:nvSpPr>
        <p:spPr>
          <a:xfrm>
            <a:off x="7809613" y="2254057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" name="pt175"/>
          <p:cNvSpPr/>
          <p:nvPr/>
        </p:nvSpPr>
        <p:spPr>
          <a:xfrm>
            <a:off x="7934773" y="2388331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" name="pt176"/>
          <p:cNvSpPr/>
          <p:nvPr/>
        </p:nvSpPr>
        <p:spPr>
          <a:xfrm>
            <a:off x="7749433" y="2228817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" name="pt177"/>
          <p:cNvSpPr/>
          <p:nvPr/>
        </p:nvSpPr>
        <p:spPr>
          <a:xfrm>
            <a:off x="7846690" y="2204475"/>
            <a:ext cx="77571" cy="77571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" name="pt178"/>
          <p:cNvSpPr/>
          <p:nvPr/>
        </p:nvSpPr>
        <p:spPr>
          <a:xfrm>
            <a:off x="7856225" y="2025027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" name="pt179"/>
          <p:cNvSpPr/>
          <p:nvPr/>
        </p:nvSpPr>
        <p:spPr>
          <a:xfrm>
            <a:off x="7940029" y="2071071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" name="pt180"/>
          <p:cNvSpPr/>
          <p:nvPr/>
        </p:nvSpPr>
        <p:spPr>
          <a:xfrm>
            <a:off x="7839177" y="2141899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" name="pt181"/>
          <p:cNvSpPr/>
          <p:nvPr/>
        </p:nvSpPr>
        <p:spPr>
          <a:xfrm>
            <a:off x="7935477" y="2526687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" name="pt182"/>
          <p:cNvSpPr/>
          <p:nvPr/>
        </p:nvSpPr>
        <p:spPr>
          <a:xfrm>
            <a:off x="7830227" y="2220311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" name="pg183"/>
          <p:cNvSpPr/>
          <p:nvPr/>
        </p:nvSpPr>
        <p:spPr>
          <a:xfrm>
            <a:off x="5063037" y="1992999"/>
            <a:ext cx="2785576" cy="456349"/>
          </a:xfrm>
          <a:custGeom>
            <a:avLst/>
            <a:gdLst/>
            <a:ahLst/>
            <a:cxnLst/>
            <a:rect l="0" t="0" r="0" b="0"/>
            <a:pathLst>
              <a:path w="2785576" h="456349">
                <a:moveTo>
                  <a:pt x="0" y="0"/>
                </a:moveTo>
                <a:lnTo>
                  <a:pt x="1471678" y="116021"/>
                </a:lnTo>
                <a:lnTo>
                  <a:pt x="1857051" y="134955"/>
                </a:lnTo>
                <a:lnTo>
                  <a:pt x="2400204" y="152497"/>
                </a:lnTo>
                <a:lnTo>
                  <a:pt x="2785576" y="159412"/>
                </a:lnTo>
                <a:lnTo>
                  <a:pt x="2785576" y="456349"/>
                </a:lnTo>
                <a:lnTo>
                  <a:pt x="2400204" y="425497"/>
                </a:lnTo>
                <a:lnTo>
                  <a:pt x="1857051" y="389812"/>
                </a:lnTo>
                <a:lnTo>
                  <a:pt x="1471678" y="370979"/>
                </a:lnTo>
                <a:lnTo>
                  <a:pt x="0" y="342778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" name="pl184"/>
          <p:cNvSpPr/>
          <p:nvPr/>
        </p:nvSpPr>
        <p:spPr>
          <a:xfrm>
            <a:off x="5063037" y="1992999"/>
            <a:ext cx="2785576" cy="159412"/>
          </a:xfrm>
          <a:custGeom>
            <a:avLst/>
            <a:gdLst/>
            <a:ahLst/>
            <a:cxnLst/>
            <a:rect l="0" t="0" r="0" b="0"/>
            <a:pathLst>
              <a:path w="2785576" h="159412">
                <a:moveTo>
                  <a:pt x="0" y="0"/>
                </a:moveTo>
                <a:lnTo>
                  <a:pt x="1471678" y="116021"/>
                </a:lnTo>
                <a:lnTo>
                  <a:pt x="1857051" y="134955"/>
                </a:lnTo>
                <a:lnTo>
                  <a:pt x="2400204" y="152497"/>
                </a:lnTo>
                <a:lnTo>
                  <a:pt x="2785576" y="159412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86" name="pl185"/>
          <p:cNvSpPr/>
          <p:nvPr/>
        </p:nvSpPr>
        <p:spPr>
          <a:xfrm>
            <a:off x="5063037" y="2335777"/>
            <a:ext cx="2785576" cy="113570"/>
          </a:xfrm>
          <a:custGeom>
            <a:avLst/>
            <a:gdLst/>
            <a:ahLst/>
            <a:cxnLst/>
            <a:rect l="0" t="0" r="0" b="0"/>
            <a:pathLst>
              <a:path w="2785576" h="113570">
                <a:moveTo>
                  <a:pt x="2785576" y="113570"/>
                </a:moveTo>
                <a:lnTo>
                  <a:pt x="2400204" y="82719"/>
                </a:lnTo>
                <a:lnTo>
                  <a:pt x="1857051" y="47033"/>
                </a:lnTo>
                <a:lnTo>
                  <a:pt x="1471678" y="28201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87" name="pl186"/>
          <p:cNvSpPr/>
          <p:nvPr/>
        </p:nvSpPr>
        <p:spPr>
          <a:xfrm>
            <a:off x="5063037" y="2164388"/>
            <a:ext cx="2785576" cy="136491"/>
          </a:xfrm>
          <a:custGeom>
            <a:avLst/>
            <a:gdLst/>
            <a:ahLst/>
            <a:cxnLst/>
            <a:rect l="0" t="0" r="0" b="0"/>
            <a:pathLst>
              <a:path w="2785576" h="136491">
                <a:moveTo>
                  <a:pt x="0" y="0"/>
                </a:moveTo>
                <a:lnTo>
                  <a:pt x="1471678" y="72111"/>
                </a:lnTo>
                <a:lnTo>
                  <a:pt x="1857051" y="90994"/>
                </a:lnTo>
                <a:lnTo>
                  <a:pt x="2400204" y="117608"/>
                </a:lnTo>
                <a:lnTo>
                  <a:pt x="2785576" y="136491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8" name="tx187"/>
          <p:cNvSpPr/>
          <p:nvPr/>
        </p:nvSpPr>
        <p:spPr>
          <a:xfrm>
            <a:off x="7368920" y="1344148"/>
            <a:ext cx="479694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0.163</a:t>
            </a:r>
          </a:p>
        </p:txBody>
      </p:sp>
      <p:sp>
        <p:nvSpPr>
          <p:cNvPr id="189" name="rc188"/>
          <p:cNvSpPr/>
          <p:nvPr/>
        </p:nvSpPr>
        <p:spPr>
          <a:xfrm>
            <a:off x="4837970" y="1208169"/>
            <a:ext cx="3290409" cy="159907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pl189"/>
          <p:cNvSpPr/>
          <p:nvPr/>
        </p:nvSpPr>
        <p:spPr>
          <a:xfrm>
            <a:off x="4837970" y="1208169"/>
            <a:ext cx="0" cy="1599078"/>
          </a:xfrm>
          <a:custGeom>
            <a:avLst/>
            <a:gdLst/>
            <a:ahLst/>
            <a:cxnLst/>
            <a:rect l="0" t="0" r="0" b="0"/>
            <a:pathLst>
              <a:path h="1599078">
                <a:moveTo>
                  <a:pt x="0" y="159907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1" name="pl190"/>
          <p:cNvSpPr/>
          <p:nvPr/>
        </p:nvSpPr>
        <p:spPr>
          <a:xfrm>
            <a:off x="4800012" y="2496484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2" name="pl191"/>
          <p:cNvSpPr/>
          <p:nvPr/>
        </p:nvSpPr>
        <p:spPr>
          <a:xfrm>
            <a:off x="4800012" y="1968008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3" name="pl192"/>
          <p:cNvSpPr/>
          <p:nvPr/>
        </p:nvSpPr>
        <p:spPr>
          <a:xfrm>
            <a:off x="4800012" y="1439531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4" name="pl193"/>
          <p:cNvSpPr/>
          <p:nvPr/>
        </p:nvSpPr>
        <p:spPr>
          <a:xfrm>
            <a:off x="4837970" y="2807247"/>
            <a:ext cx="3290409" cy="0"/>
          </a:xfrm>
          <a:custGeom>
            <a:avLst/>
            <a:gdLst/>
            <a:ahLst/>
            <a:cxnLst/>
            <a:rect l="0" t="0" r="0" b="0"/>
            <a:pathLst>
              <a:path w="3290409">
                <a:moveTo>
                  <a:pt x="0" y="0"/>
                </a:moveTo>
                <a:lnTo>
                  <a:pt x="3290409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5" name="pl194"/>
          <p:cNvSpPr/>
          <p:nvPr/>
        </p:nvSpPr>
        <p:spPr>
          <a:xfrm>
            <a:off x="5063037" y="2807247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6" name="pl195"/>
          <p:cNvSpPr/>
          <p:nvPr/>
        </p:nvSpPr>
        <p:spPr>
          <a:xfrm>
            <a:off x="5991563" y="2807247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7" name="pl196"/>
          <p:cNvSpPr/>
          <p:nvPr/>
        </p:nvSpPr>
        <p:spPr>
          <a:xfrm>
            <a:off x="6920088" y="2807247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8" name="pl197"/>
          <p:cNvSpPr/>
          <p:nvPr/>
        </p:nvSpPr>
        <p:spPr>
          <a:xfrm>
            <a:off x="7848614" y="2807247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9" name="tx198"/>
          <p:cNvSpPr/>
          <p:nvPr/>
        </p:nvSpPr>
        <p:spPr>
          <a:xfrm>
            <a:off x="5024175" y="2875571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200" name="tx199"/>
          <p:cNvSpPr/>
          <p:nvPr/>
        </p:nvSpPr>
        <p:spPr>
          <a:xfrm>
            <a:off x="5952701" y="2875571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201" name="tx200"/>
          <p:cNvSpPr/>
          <p:nvPr/>
        </p:nvSpPr>
        <p:spPr>
          <a:xfrm>
            <a:off x="6881226" y="2875571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202" name="tx201"/>
          <p:cNvSpPr/>
          <p:nvPr/>
        </p:nvSpPr>
        <p:spPr>
          <a:xfrm>
            <a:off x="7809752" y="2875571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203" name="tx202"/>
          <p:cNvSpPr/>
          <p:nvPr/>
        </p:nvSpPr>
        <p:spPr>
          <a:xfrm>
            <a:off x="4617211" y="908720"/>
            <a:ext cx="1411559" cy="1279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(b) Belowground</a:t>
            </a:r>
          </a:p>
        </p:txBody>
      </p:sp>
      <p:sp>
        <p:nvSpPr>
          <p:cNvPr id="204" name="rc203"/>
          <p:cNvSpPr/>
          <p:nvPr/>
        </p:nvSpPr>
        <p:spPr>
          <a:xfrm>
            <a:off x="1408383" y="3300465"/>
            <a:ext cx="3290409" cy="159907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" name="pt204"/>
          <p:cNvSpPr/>
          <p:nvPr/>
        </p:nvSpPr>
        <p:spPr>
          <a:xfrm>
            <a:off x="1630328" y="4652750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" name="pt205"/>
          <p:cNvSpPr/>
          <p:nvPr/>
        </p:nvSpPr>
        <p:spPr>
          <a:xfrm>
            <a:off x="1717179" y="4496587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" name="pt206"/>
          <p:cNvSpPr/>
          <p:nvPr/>
        </p:nvSpPr>
        <p:spPr>
          <a:xfrm>
            <a:off x="1519161" y="4725885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" name="pt207"/>
          <p:cNvSpPr/>
          <p:nvPr/>
        </p:nvSpPr>
        <p:spPr>
          <a:xfrm>
            <a:off x="1593104" y="4585602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" name="pt208"/>
          <p:cNvSpPr/>
          <p:nvPr/>
        </p:nvSpPr>
        <p:spPr>
          <a:xfrm>
            <a:off x="1853531" y="4613845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" name="pt209"/>
          <p:cNvSpPr/>
          <p:nvPr/>
        </p:nvSpPr>
        <p:spPr>
          <a:xfrm>
            <a:off x="1612555" y="4478305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" name="pt210"/>
          <p:cNvSpPr/>
          <p:nvPr/>
        </p:nvSpPr>
        <p:spPr>
          <a:xfrm>
            <a:off x="1782513" y="4134313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" name="pt211"/>
          <p:cNvSpPr/>
          <p:nvPr/>
        </p:nvSpPr>
        <p:spPr>
          <a:xfrm>
            <a:off x="1723034" y="4584482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" name="pt212"/>
          <p:cNvSpPr/>
          <p:nvPr/>
        </p:nvSpPr>
        <p:spPr>
          <a:xfrm>
            <a:off x="1659170" y="4534634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" name="pt213"/>
          <p:cNvSpPr/>
          <p:nvPr/>
        </p:nvSpPr>
        <p:spPr>
          <a:xfrm>
            <a:off x="1765071" y="4480091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" name="pt214"/>
          <p:cNvSpPr/>
          <p:nvPr/>
        </p:nvSpPr>
        <p:spPr>
          <a:xfrm>
            <a:off x="2711574" y="4731539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" name="pt215"/>
          <p:cNvSpPr/>
          <p:nvPr/>
        </p:nvSpPr>
        <p:spPr>
          <a:xfrm>
            <a:off x="2544947" y="4786895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" name="pt216"/>
          <p:cNvSpPr/>
          <p:nvPr/>
        </p:nvSpPr>
        <p:spPr>
          <a:xfrm>
            <a:off x="2432566" y="3553390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" name="pt217"/>
          <p:cNvSpPr/>
          <p:nvPr/>
        </p:nvSpPr>
        <p:spPr>
          <a:xfrm>
            <a:off x="2575963" y="4648958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" name="pt218"/>
          <p:cNvSpPr/>
          <p:nvPr/>
        </p:nvSpPr>
        <p:spPr>
          <a:xfrm>
            <a:off x="2404087" y="4676209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" name="pt219"/>
          <p:cNvSpPr/>
          <p:nvPr/>
        </p:nvSpPr>
        <p:spPr>
          <a:xfrm>
            <a:off x="2571143" y="4505413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" name="pt220"/>
          <p:cNvSpPr/>
          <p:nvPr/>
        </p:nvSpPr>
        <p:spPr>
          <a:xfrm>
            <a:off x="2702969" y="4676458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" name="pt221"/>
          <p:cNvSpPr/>
          <p:nvPr/>
        </p:nvSpPr>
        <p:spPr>
          <a:xfrm>
            <a:off x="2659398" y="4680920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" name="pt222"/>
          <p:cNvSpPr/>
          <p:nvPr/>
        </p:nvSpPr>
        <p:spPr>
          <a:xfrm>
            <a:off x="2454297" y="4037109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" name="pt223"/>
          <p:cNvSpPr/>
          <p:nvPr/>
        </p:nvSpPr>
        <p:spPr>
          <a:xfrm>
            <a:off x="2811235" y="4180513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" name="pt224"/>
          <p:cNvSpPr/>
          <p:nvPr/>
        </p:nvSpPr>
        <p:spPr>
          <a:xfrm>
            <a:off x="2696125" y="4413951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" name="pt225"/>
          <p:cNvSpPr/>
          <p:nvPr/>
        </p:nvSpPr>
        <p:spPr>
          <a:xfrm>
            <a:off x="2490857" y="4502240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" name="pt226"/>
          <p:cNvSpPr/>
          <p:nvPr/>
        </p:nvSpPr>
        <p:spPr>
          <a:xfrm>
            <a:off x="2678277" y="4339409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" name="pt227"/>
          <p:cNvSpPr/>
          <p:nvPr/>
        </p:nvSpPr>
        <p:spPr>
          <a:xfrm>
            <a:off x="2713479" y="4560764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" name="pt228"/>
          <p:cNvSpPr/>
          <p:nvPr/>
        </p:nvSpPr>
        <p:spPr>
          <a:xfrm>
            <a:off x="2725349" y="4589793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" name="pt229"/>
          <p:cNvSpPr/>
          <p:nvPr/>
        </p:nvSpPr>
        <p:spPr>
          <a:xfrm>
            <a:off x="2515480" y="4451190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" name="pt230"/>
          <p:cNvSpPr/>
          <p:nvPr/>
        </p:nvSpPr>
        <p:spPr>
          <a:xfrm>
            <a:off x="2650101" y="3883026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" name="pt231"/>
          <p:cNvSpPr/>
          <p:nvPr/>
        </p:nvSpPr>
        <p:spPr>
          <a:xfrm>
            <a:off x="2575589" y="4145280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" name="pt232"/>
          <p:cNvSpPr/>
          <p:nvPr/>
        </p:nvSpPr>
        <p:spPr>
          <a:xfrm>
            <a:off x="3619146" y="4440386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" name="pt233"/>
          <p:cNvSpPr/>
          <p:nvPr/>
        </p:nvSpPr>
        <p:spPr>
          <a:xfrm>
            <a:off x="3597434" y="4324492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5" name="pt234"/>
          <p:cNvSpPr/>
          <p:nvPr/>
        </p:nvSpPr>
        <p:spPr>
          <a:xfrm>
            <a:off x="3425494" y="4771684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6" name="pt235"/>
          <p:cNvSpPr/>
          <p:nvPr/>
        </p:nvSpPr>
        <p:spPr>
          <a:xfrm>
            <a:off x="3341018" y="4763773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7" name="pt236"/>
          <p:cNvSpPr/>
          <p:nvPr/>
        </p:nvSpPr>
        <p:spPr>
          <a:xfrm>
            <a:off x="3226674" y="4550121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8" name="pt237"/>
          <p:cNvSpPr/>
          <p:nvPr/>
        </p:nvSpPr>
        <p:spPr>
          <a:xfrm>
            <a:off x="3298668" y="4776500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9" name="pt238"/>
          <p:cNvSpPr/>
          <p:nvPr/>
        </p:nvSpPr>
        <p:spPr>
          <a:xfrm>
            <a:off x="3200803" y="3775474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0" name="pt239"/>
          <p:cNvSpPr/>
          <p:nvPr/>
        </p:nvSpPr>
        <p:spPr>
          <a:xfrm>
            <a:off x="3653642" y="4794129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1" name="pt240"/>
          <p:cNvSpPr/>
          <p:nvPr/>
        </p:nvSpPr>
        <p:spPr>
          <a:xfrm>
            <a:off x="3416586" y="4268372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2" name="pt241"/>
          <p:cNvSpPr/>
          <p:nvPr/>
        </p:nvSpPr>
        <p:spPr>
          <a:xfrm>
            <a:off x="3491393" y="3582874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3" name="pt242"/>
          <p:cNvSpPr/>
          <p:nvPr/>
        </p:nvSpPr>
        <p:spPr>
          <a:xfrm>
            <a:off x="3381518" y="3461564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4" name="pt243"/>
          <p:cNvSpPr/>
          <p:nvPr/>
        </p:nvSpPr>
        <p:spPr>
          <a:xfrm>
            <a:off x="3598473" y="4250048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5" name="pt244"/>
          <p:cNvSpPr/>
          <p:nvPr/>
        </p:nvSpPr>
        <p:spPr>
          <a:xfrm>
            <a:off x="3670217" y="4111324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6" name="pt245"/>
          <p:cNvSpPr/>
          <p:nvPr/>
        </p:nvSpPr>
        <p:spPr>
          <a:xfrm>
            <a:off x="3674039" y="4064793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7" name="pt246"/>
          <p:cNvSpPr/>
          <p:nvPr/>
        </p:nvSpPr>
        <p:spPr>
          <a:xfrm>
            <a:off x="3432328" y="4103156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8" name="pt247"/>
          <p:cNvSpPr/>
          <p:nvPr/>
        </p:nvSpPr>
        <p:spPr>
          <a:xfrm>
            <a:off x="3510962" y="4695366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9" name="pt248"/>
          <p:cNvSpPr/>
          <p:nvPr/>
        </p:nvSpPr>
        <p:spPr>
          <a:xfrm>
            <a:off x="3305787" y="4051405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0" name="pt249"/>
          <p:cNvSpPr/>
          <p:nvPr/>
        </p:nvSpPr>
        <p:spPr>
          <a:xfrm>
            <a:off x="3541018" y="4496366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1" name="pt250"/>
          <p:cNvSpPr/>
          <p:nvPr/>
        </p:nvSpPr>
        <p:spPr>
          <a:xfrm>
            <a:off x="3201525" y="4518338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2" name="pt251"/>
          <p:cNvSpPr/>
          <p:nvPr/>
        </p:nvSpPr>
        <p:spPr>
          <a:xfrm>
            <a:off x="3373666" y="4302730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3" name="pt252"/>
          <p:cNvSpPr/>
          <p:nvPr/>
        </p:nvSpPr>
        <p:spPr>
          <a:xfrm>
            <a:off x="4394503" y="4291536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4" name="pt253"/>
          <p:cNvSpPr/>
          <p:nvPr/>
        </p:nvSpPr>
        <p:spPr>
          <a:xfrm>
            <a:off x="4054946" y="4403369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5" name="pt254"/>
          <p:cNvSpPr/>
          <p:nvPr/>
        </p:nvSpPr>
        <p:spPr>
          <a:xfrm>
            <a:off x="4236180" y="4325726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6" name="pt255"/>
          <p:cNvSpPr/>
          <p:nvPr/>
        </p:nvSpPr>
        <p:spPr>
          <a:xfrm>
            <a:off x="4510442" y="4638260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7" name="pt256"/>
          <p:cNvSpPr/>
          <p:nvPr/>
        </p:nvSpPr>
        <p:spPr>
          <a:xfrm>
            <a:off x="4444826" y="4055451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8" name="pt257"/>
          <p:cNvSpPr/>
          <p:nvPr/>
        </p:nvSpPr>
        <p:spPr>
          <a:xfrm>
            <a:off x="4479632" y="4427791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9" name="pt258"/>
          <p:cNvSpPr/>
          <p:nvPr/>
        </p:nvSpPr>
        <p:spPr>
          <a:xfrm>
            <a:off x="4073529" y="4554643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0" name="pt259"/>
          <p:cNvSpPr/>
          <p:nvPr/>
        </p:nvSpPr>
        <p:spPr>
          <a:xfrm>
            <a:off x="4273265" y="4232982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1" name="pt260"/>
          <p:cNvSpPr/>
          <p:nvPr/>
        </p:nvSpPr>
        <p:spPr>
          <a:xfrm>
            <a:off x="4409939" y="4160105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2" name="pt261"/>
          <p:cNvSpPr/>
          <p:nvPr/>
        </p:nvSpPr>
        <p:spPr>
          <a:xfrm>
            <a:off x="4440993" y="3848587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3" name="pt262"/>
          <p:cNvSpPr/>
          <p:nvPr/>
        </p:nvSpPr>
        <p:spPr>
          <a:xfrm>
            <a:off x="4054624" y="3875606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4" name="pt263"/>
          <p:cNvSpPr/>
          <p:nvPr/>
        </p:nvSpPr>
        <p:spPr>
          <a:xfrm>
            <a:off x="4432415" y="3851192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5" name="pt264"/>
          <p:cNvSpPr/>
          <p:nvPr/>
        </p:nvSpPr>
        <p:spPr>
          <a:xfrm>
            <a:off x="4172402" y="3966777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6" name="pt265"/>
          <p:cNvSpPr/>
          <p:nvPr/>
        </p:nvSpPr>
        <p:spPr>
          <a:xfrm>
            <a:off x="4367421" y="4244311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7" name="pt266"/>
          <p:cNvSpPr/>
          <p:nvPr/>
        </p:nvSpPr>
        <p:spPr>
          <a:xfrm>
            <a:off x="4266805" y="4274626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8" name="pt267"/>
          <p:cNvSpPr/>
          <p:nvPr/>
        </p:nvSpPr>
        <p:spPr>
          <a:xfrm>
            <a:off x="4079647" y="4164622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9" name="pt268"/>
          <p:cNvSpPr/>
          <p:nvPr/>
        </p:nvSpPr>
        <p:spPr>
          <a:xfrm>
            <a:off x="4482382" y="4119496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0" name="pt269"/>
          <p:cNvSpPr/>
          <p:nvPr/>
        </p:nvSpPr>
        <p:spPr>
          <a:xfrm>
            <a:off x="4385302" y="4107297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1" name="pt270"/>
          <p:cNvSpPr/>
          <p:nvPr/>
        </p:nvSpPr>
        <p:spPr>
          <a:xfrm>
            <a:off x="4269933" y="3906930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2" name="pt271"/>
          <p:cNvSpPr/>
          <p:nvPr/>
        </p:nvSpPr>
        <p:spPr>
          <a:xfrm>
            <a:off x="4275947" y="4037470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3" name="pt272"/>
          <p:cNvSpPr/>
          <p:nvPr/>
        </p:nvSpPr>
        <p:spPr>
          <a:xfrm>
            <a:off x="4354884" y="4084919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4" name="pt273"/>
          <p:cNvSpPr/>
          <p:nvPr/>
        </p:nvSpPr>
        <p:spPr>
          <a:xfrm>
            <a:off x="4469576" y="3873547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5" name="pt274"/>
          <p:cNvSpPr/>
          <p:nvPr/>
        </p:nvSpPr>
        <p:spPr>
          <a:xfrm>
            <a:off x="4165524" y="4118705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6" name="pt275"/>
          <p:cNvSpPr/>
          <p:nvPr/>
        </p:nvSpPr>
        <p:spPr>
          <a:xfrm>
            <a:off x="4211103" y="3931436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7" name="pg276"/>
          <p:cNvSpPr/>
          <p:nvPr/>
        </p:nvSpPr>
        <p:spPr>
          <a:xfrm>
            <a:off x="1761832" y="3982568"/>
            <a:ext cx="2558371" cy="802115"/>
          </a:xfrm>
          <a:custGeom>
            <a:avLst/>
            <a:gdLst/>
            <a:ahLst/>
            <a:cxnLst/>
            <a:rect l="0" t="0" r="0" b="0"/>
            <a:pathLst>
              <a:path w="2558371" h="802115">
                <a:moveTo>
                  <a:pt x="0" y="327112"/>
                </a:moveTo>
                <a:lnTo>
                  <a:pt x="1351640" y="242256"/>
                </a:lnTo>
                <a:lnTo>
                  <a:pt x="1705580" y="186725"/>
                </a:lnTo>
                <a:lnTo>
                  <a:pt x="2204431" y="83799"/>
                </a:lnTo>
                <a:lnTo>
                  <a:pt x="2558371" y="0"/>
                </a:lnTo>
                <a:lnTo>
                  <a:pt x="2558371" y="426079"/>
                </a:lnTo>
                <a:lnTo>
                  <a:pt x="2204431" y="439557"/>
                </a:lnTo>
                <a:lnTo>
                  <a:pt x="1705580" y="473737"/>
                </a:lnTo>
                <a:lnTo>
                  <a:pt x="1351640" y="515483"/>
                </a:lnTo>
                <a:lnTo>
                  <a:pt x="0" y="802115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8" name="pl277"/>
          <p:cNvSpPr/>
          <p:nvPr/>
        </p:nvSpPr>
        <p:spPr>
          <a:xfrm>
            <a:off x="1761832" y="3982568"/>
            <a:ext cx="2558371" cy="327112"/>
          </a:xfrm>
          <a:custGeom>
            <a:avLst/>
            <a:gdLst/>
            <a:ahLst/>
            <a:cxnLst/>
            <a:rect l="0" t="0" r="0" b="0"/>
            <a:pathLst>
              <a:path w="2558371" h="327112">
                <a:moveTo>
                  <a:pt x="0" y="327112"/>
                </a:moveTo>
                <a:lnTo>
                  <a:pt x="1351640" y="242256"/>
                </a:lnTo>
                <a:lnTo>
                  <a:pt x="1705580" y="186725"/>
                </a:lnTo>
                <a:lnTo>
                  <a:pt x="2204431" y="83799"/>
                </a:lnTo>
                <a:lnTo>
                  <a:pt x="2558371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79" name="pl278"/>
          <p:cNvSpPr/>
          <p:nvPr/>
        </p:nvSpPr>
        <p:spPr>
          <a:xfrm>
            <a:off x="1761832" y="4408647"/>
            <a:ext cx="2558371" cy="376036"/>
          </a:xfrm>
          <a:custGeom>
            <a:avLst/>
            <a:gdLst/>
            <a:ahLst/>
            <a:cxnLst/>
            <a:rect l="0" t="0" r="0" b="0"/>
            <a:pathLst>
              <a:path w="2558371" h="376036">
                <a:moveTo>
                  <a:pt x="2558371" y="0"/>
                </a:moveTo>
                <a:lnTo>
                  <a:pt x="2204431" y="13478"/>
                </a:lnTo>
                <a:lnTo>
                  <a:pt x="1705580" y="47658"/>
                </a:lnTo>
                <a:lnTo>
                  <a:pt x="1351640" y="89404"/>
                </a:lnTo>
                <a:lnTo>
                  <a:pt x="0" y="376036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80" name="pl279"/>
          <p:cNvSpPr/>
          <p:nvPr/>
        </p:nvSpPr>
        <p:spPr>
          <a:xfrm>
            <a:off x="1761832" y="4195607"/>
            <a:ext cx="2558371" cy="351574"/>
          </a:xfrm>
          <a:custGeom>
            <a:avLst/>
            <a:gdLst/>
            <a:ahLst/>
            <a:cxnLst/>
            <a:rect l="0" t="0" r="0" b="0"/>
            <a:pathLst>
              <a:path w="2558371" h="351574">
                <a:moveTo>
                  <a:pt x="0" y="351574"/>
                </a:moveTo>
                <a:lnTo>
                  <a:pt x="1351640" y="165830"/>
                </a:lnTo>
                <a:lnTo>
                  <a:pt x="1705580" y="117191"/>
                </a:lnTo>
                <a:lnTo>
                  <a:pt x="2204431" y="48638"/>
                </a:lnTo>
                <a:lnTo>
                  <a:pt x="2558371" y="0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1" name="tx280"/>
          <p:cNvSpPr/>
          <p:nvPr/>
        </p:nvSpPr>
        <p:spPr>
          <a:xfrm>
            <a:off x="3840508" y="3511966"/>
            <a:ext cx="479694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0.074</a:t>
            </a:r>
          </a:p>
        </p:txBody>
      </p:sp>
      <p:sp>
        <p:nvSpPr>
          <p:cNvPr id="282" name="rc281"/>
          <p:cNvSpPr/>
          <p:nvPr/>
        </p:nvSpPr>
        <p:spPr>
          <a:xfrm>
            <a:off x="1408383" y="3300465"/>
            <a:ext cx="3290409" cy="159907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3" name="pl282"/>
          <p:cNvSpPr/>
          <p:nvPr/>
        </p:nvSpPr>
        <p:spPr>
          <a:xfrm>
            <a:off x="1408383" y="3300465"/>
            <a:ext cx="0" cy="1599078"/>
          </a:xfrm>
          <a:custGeom>
            <a:avLst/>
            <a:gdLst/>
            <a:ahLst/>
            <a:cxnLst/>
            <a:rect l="0" t="0" r="0" b="0"/>
            <a:pathLst>
              <a:path h="1599078">
                <a:moveTo>
                  <a:pt x="0" y="159907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4" name="tx283"/>
          <p:cNvSpPr/>
          <p:nvPr/>
        </p:nvSpPr>
        <p:spPr>
          <a:xfrm rot="16200000">
            <a:off x="1177387" y="4792493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1.0</a:t>
            </a:r>
          </a:p>
        </p:txBody>
      </p:sp>
      <p:sp>
        <p:nvSpPr>
          <p:cNvPr id="285" name="tx284"/>
          <p:cNvSpPr/>
          <p:nvPr/>
        </p:nvSpPr>
        <p:spPr>
          <a:xfrm rot="16200000">
            <a:off x="1177387" y="4497136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1.5</a:t>
            </a:r>
          </a:p>
        </p:txBody>
      </p:sp>
      <p:sp>
        <p:nvSpPr>
          <p:cNvPr id="286" name="tx285"/>
          <p:cNvSpPr/>
          <p:nvPr/>
        </p:nvSpPr>
        <p:spPr>
          <a:xfrm rot="16200000">
            <a:off x="1177387" y="4201779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2.0</a:t>
            </a:r>
          </a:p>
        </p:txBody>
      </p:sp>
      <p:sp>
        <p:nvSpPr>
          <p:cNvPr id="287" name="tx286"/>
          <p:cNvSpPr/>
          <p:nvPr/>
        </p:nvSpPr>
        <p:spPr>
          <a:xfrm rot="16200000">
            <a:off x="1177387" y="3906423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2.5</a:t>
            </a:r>
          </a:p>
        </p:txBody>
      </p:sp>
      <p:sp>
        <p:nvSpPr>
          <p:cNvPr id="288" name="tx287"/>
          <p:cNvSpPr/>
          <p:nvPr/>
        </p:nvSpPr>
        <p:spPr>
          <a:xfrm rot="16200000">
            <a:off x="1177387" y="3611066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3.0</a:t>
            </a:r>
          </a:p>
        </p:txBody>
      </p:sp>
      <p:sp>
        <p:nvSpPr>
          <p:cNvPr id="289" name="tx288"/>
          <p:cNvSpPr/>
          <p:nvPr/>
        </p:nvSpPr>
        <p:spPr>
          <a:xfrm rot="16200000">
            <a:off x="1177387" y="3315709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3.5</a:t>
            </a:r>
          </a:p>
        </p:txBody>
      </p:sp>
      <p:sp>
        <p:nvSpPr>
          <p:cNvPr id="290" name="pl289"/>
          <p:cNvSpPr/>
          <p:nvPr/>
        </p:nvSpPr>
        <p:spPr>
          <a:xfrm>
            <a:off x="1370425" y="4842602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1" name="pl290"/>
          <p:cNvSpPr/>
          <p:nvPr/>
        </p:nvSpPr>
        <p:spPr>
          <a:xfrm>
            <a:off x="1370425" y="4547245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2" name="pl291"/>
          <p:cNvSpPr/>
          <p:nvPr/>
        </p:nvSpPr>
        <p:spPr>
          <a:xfrm>
            <a:off x="1370425" y="4251888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3" name="pl292"/>
          <p:cNvSpPr/>
          <p:nvPr/>
        </p:nvSpPr>
        <p:spPr>
          <a:xfrm>
            <a:off x="1370425" y="3956532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4" name="pl293"/>
          <p:cNvSpPr/>
          <p:nvPr/>
        </p:nvSpPr>
        <p:spPr>
          <a:xfrm>
            <a:off x="1370425" y="3661175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5" name="pl294"/>
          <p:cNvSpPr/>
          <p:nvPr/>
        </p:nvSpPr>
        <p:spPr>
          <a:xfrm>
            <a:off x="1370425" y="3365818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6" name="pl295"/>
          <p:cNvSpPr/>
          <p:nvPr/>
        </p:nvSpPr>
        <p:spPr>
          <a:xfrm>
            <a:off x="1408383" y="4899543"/>
            <a:ext cx="3290409" cy="0"/>
          </a:xfrm>
          <a:custGeom>
            <a:avLst/>
            <a:gdLst/>
            <a:ahLst/>
            <a:cxnLst/>
            <a:rect l="0" t="0" r="0" b="0"/>
            <a:pathLst>
              <a:path w="3290409">
                <a:moveTo>
                  <a:pt x="0" y="0"/>
                </a:moveTo>
                <a:lnTo>
                  <a:pt x="3290409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7" name="pl296"/>
          <p:cNvSpPr/>
          <p:nvPr/>
        </p:nvSpPr>
        <p:spPr>
          <a:xfrm>
            <a:off x="1761832" y="4899543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8" name="pl297"/>
          <p:cNvSpPr/>
          <p:nvPr/>
        </p:nvSpPr>
        <p:spPr>
          <a:xfrm>
            <a:off x="2614622" y="4899543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9" name="pl298"/>
          <p:cNvSpPr/>
          <p:nvPr/>
        </p:nvSpPr>
        <p:spPr>
          <a:xfrm>
            <a:off x="3467412" y="4899543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0" name="pl299"/>
          <p:cNvSpPr/>
          <p:nvPr/>
        </p:nvSpPr>
        <p:spPr>
          <a:xfrm>
            <a:off x="4320203" y="4899543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1" name="tx300"/>
          <p:cNvSpPr/>
          <p:nvPr/>
        </p:nvSpPr>
        <p:spPr>
          <a:xfrm>
            <a:off x="1722970" y="496786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302" name="tx301"/>
          <p:cNvSpPr/>
          <p:nvPr/>
        </p:nvSpPr>
        <p:spPr>
          <a:xfrm>
            <a:off x="2575760" y="496786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303" name="tx302"/>
          <p:cNvSpPr/>
          <p:nvPr/>
        </p:nvSpPr>
        <p:spPr>
          <a:xfrm>
            <a:off x="3428550" y="496786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304" name="tx303"/>
          <p:cNvSpPr/>
          <p:nvPr/>
        </p:nvSpPr>
        <p:spPr>
          <a:xfrm>
            <a:off x="4281341" y="496786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305" name="tx304"/>
          <p:cNvSpPr/>
          <p:nvPr/>
        </p:nvSpPr>
        <p:spPr>
          <a:xfrm rot="16200000">
            <a:off x="-258257" y="3865966"/>
            <a:ext cx="2593659" cy="171072"/>
          </a:xfrm>
          <a:prstGeom prst="rect">
            <a:avLst/>
          </a:prstGeom>
          <a:noFill/>
        </p:spPr>
        <p:txBody>
          <a:bodyPr wrap="none" lIns="0" tIns="0" rIns="0" bIns="0" anchor="ctr" anchorCtr="1">
            <a:spAutoFit/>
          </a:bodyPr>
          <a:lstStyle/>
          <a:p>
            <a:pPr marL="0" marR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300" b="1" dirty="0">
                <a:latin typeface="Helvetica" pitchFamily="2" charset="0"/>
              </a:rPr>
              <a:t>I</a:t>
            </a:r>
            <a:r>
              <a:rPr lang="en-US" sz="1300" b="1" dirty="0">
                <a:latin typeface="Helvetica" pitchFamily="2" charset="0"/>
              </a:rPr>
              <a:t>ntraspecific trait variability (ITV)</a:t>
            </a:r>
            <a:endParaRPr sz="1300" b="1" dirty="0">
              <a:solidFill>
                <a:srgbClr val="000000">
                  <a:alpha val="100000"/>
                </a:srgbClr>
              </a:solidFill>
              <a:latin typeface="Helvetica" pitchFamily="2" charset="0"/>
              <a:cs typeface="Helvetica"/>
            </a:endParaRPr>
          </a:p>
        </p:txBody>
      </p:sp>
      <p:sp>
        <p:nvSpPr>
          <p:cNvPr id="306" name="tx305"/>
          <p:cNvSpPr/>
          <p:nvPr/>
        </p:nvSpPr>
        <p:spPr>
          <a:xfrm>
            <a:off x="1187624" y="3073024"/>
            <a:ext cx="1254373" cy="1279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(c) Above_PC1</a:t>
            </a:r>
          </a:p>
        </p:txBody>
      </p:sp>
      <p:sp>
        <p:nvSpPr>
          <p:cNvPr id="307" name="rc306"/>
          <p:cNvSpPr/>
          <p:nvPr/>
        </p:nvSpPr>
        <p:spPr>
          <a:xfrm>
            <a:off x="4837970" y="3300465"/>
            <a:ext cx="3290409" cy="159907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8" name="pt307"/>
          <p:cNvSpPr/>
          <p:nvPr/>
        </p:nvSpPr>
        <p:spPr>
          <a:xfrm>
            <a:off x="5020717" y="4318354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9" name="pt308"/>
          <p:cNvSpPr/>
          <p:nvPr/>
        </p:nvSpPr>
        <p:spPr>
          <a:xfrm>
            <a:off x="4948748" y="3598429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0" name="pt309"/>
          <p:cNvSpPr/>
          <p:nvPr/>
        </p:nvSpPr>
        <p:spPr>
          <a:xfrm>
            <a:off x="5134465" y="4389617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1" name="pt310"/>
          <p:cNvSpPr/>
          <p:nvPr/>
        </p:nvSpPr>
        <p:spPr>
          <a:xfrm>
            <a:off x="5022255" y="4135548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2" name="pt311"/>
          <p:cNvSpPr/>
          <p:nvPr/>
        </p:nvSpPr>
        <p:spPr>
          <a:xfrm>
            <a:off x="5246434" y="4441169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3" name="pt312"/>
          <p:cNvSpPr/>
          <p:nvPr/>
        </p:nvSpPr>
        <p:spPr>
          <a:xfrm>
            <a:off x="5080481" y="3503554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4" name="pt313"/>
          <p:cNvSpPr/>
          <p:nvPr/>
        </p:nvSpPr>
        <p:spPr>
          <a:xfrm>
            <a:off x="5266360" y="3461564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5" name="pt314"/>
          <p:cNvSpPr/>
          <p:nvPr/>
        </p:nvSpPr>
        <p:spPr>
          <a:xfrm>
            <a:off x="5318036" y="3850369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6" name="pt315"/>
          <p:cNvSpPr/>
          <p:nvPr/>
        </p:nvSpPr>
        <p:spPr>
          <a:xfrm>
            <a:off x="4963486" y="4602701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7" name="pt316"/>
          <p:cNvSpPr/>
          <p:nvPr/>
        </p:nvSpPr>
        <p:spPr>
          <a:xfrm>
            <a:off x="4989468" y="4199764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8" name="pt317"/>
          <p:cNvSpPr/>
          <p:nvPr/>
        </p:nvSpPr>
        <p:spPr>
          <a:xfrm>
            <a:off x="5981027" y="4489604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9" name="pt318"/>
          <p:cNvSpPr/>
          <p:nvPr/>
        </p:nvSpPr>
        <p:spPr>
          <a:xfrm>
            <a:off x="5827428" y="3946432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0" name="pt319"/>
          <p:cNvSpPr/>
          <p:nvPr/>
        </p:nvSpPr>
        <p:spPr>
          <a:xfrm>
            <a:off x="5988522" y="4395850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1" name="pt320"/>
          <p:cNvSpPr/>
          <p:nvPr/>
        </p:nvSpPr>
        <p:spPr>
          <a:xfrm>
            <a:off x="5748302" y="4650494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2" name="pt321"/>
          <p:cNvSpPr/>
          <p:nvPr/>
        </p:nvSpPr>
        <p:spPr>
          <a:xfrm>
            <a:off x="5749530" y="4273375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3" name="pt322"/>
          <p:cNvSpPr/>
          <p:nvPr/>
        </p:nvSpPr>
        <p:spPr>
          <a:xfrm>
            <a:off x="5874791" y="3920237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4" name="pt323"/>
          <p:cNvSpPr/>
          <p:nvPr/>
        </p:nvSpPr>
        <p:spPr>
          <a:xfrm>
            <a:off x="5895618" y="4734456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5" name="pt324"/>
          <p:cNvSpPr/>
          <p:nvPr/>
        </p:nvSpPr>
        <p:spPr>
          <a:xfrm>
            <a:off x="6228646" y="4617980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6" name="pt325"/>
          <p:cNvSpPr/>
          <p:nvPr/>
        </p:nvSpPr>
        <p:spPr>
          <a:xfrm>
            <a:off x="6201566" y="4475603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7" name="pt326"/>
          <p:cNvSpPr/>
          <p:nvPr/>
        </p:nvSpPr>
        <p:spPr>
          <a:xfrm>
            <a:off x="6136690" y="4729586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8" name="pt327"/>
          <p:cNvSpPr/>
          <p:nvPr/>
        </p:nvSpPr>
        <p:spPr>
          <a:xfrm>
            <a:off x="6034694" y="4607771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9" name="pt328"/>
          <p:cNvSpPr/>
          <p:nvPr/>
        </p:nvSpPr>
        <p:spPr>
          <a:xfrm>
            <a:off x="6230488" y="4728742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0" name="pt329"/>
          <p:cNvSpPr/>
          <p:nvPr/>
        </p:nvSpPr>
        <p:spPr>
          <a:xfrm>
            <a:off x="5901580" y="4432409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1" name="pt330"/>
          <p:cNvSpPr/>
          <p:nvPr/>
        </p:nvSpPr>
        <p:spPr>
          <a:xfrm>
            <a:off x="6012129" y="4373477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2" name="pt331"/>
          <p:cNvSpPr/>
          <p:nvPr/>
        </p:nvSpPr>
        <p:spPr>
          <a:xfrm>
            <a:off x="5815045" y="4108221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3" name="pt332"/>
          <p:cNvSpPr/>
          <p:nvPr/>
        </p:nvSpPr>
        <p:spPr>
          <a:xfrm>
            <a:off x="5877348" y="4153087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4" name="pt333"/>
          <p:cNvSpPr/>
          <p:nvPr/>
        </p:nvSpPr>
        <p:spPr>
          <a:xfrm>
            <a:off x="6181470" y="4490738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5" name="pt334"/>
          <p:cNvSpPr/>
          <p:nvPr/>
        </p:nvSpPr>
        <p:spPr>
          <a:xfrm>
            <a:off x="5781364" y="4794129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6" name="pt335"/>
          <p:cNvSpPr/>
          <p:nvPr/>
        </p:nvSpPr>
        <p:spPr>
          <a:xfrm>
            <a:off x="6851737" y="4481711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7" name="pt336"/>
          <p:cNvSpPr/>
          <p:nvPr/>
        </p:nvSpPr>
        <p:spPr>
          <a:xfrm>
            <a:off x="6888016" y="4549860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8" name="pt337"/>
          <p:cNvSpPr/>
          <p:nvPr/>
        </p:nvSpPr>
        <p:spPr>
          <a:xfrm>
            <a:off x="7088008" y="4523955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9" name="pt338"/>
          <p:cNvSpPr/>
          <p:nvPr/>
        </p:nvSpPr>
        <p:spPr>
          <a:xfrm>
            <a:off x="7026914" y="4579602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0" name="pt339"/>
          <p:cNvSpPr/>
          <p:nvPr/>
        </p:nvSpPr>
        <p:spPr>
          <a:xfrm>
            <a:off x="7088362" y="3665141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1" name="pt340"/>
          <p:cNvSpPr/>
          <p:nvPr/>
        </p:nvSpPr>
        <p:spPr>
          <a:xfrm>
            <a:off x="6888260" y="3714702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2" name="pt341"/>
          <p:cNvSpPr/>
          <p:nvPr/>
        </p:nvSpPr>
        <p:spPr>
          <a:xfrm>
            <a:off x="6665311" y="4296034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3" name="pt342"/>
          <p:cNvSpPr/>
          <p:nvPr/>
        </p:nvSpPr>
        <p:spPr>
          <a:xfrm>
            <a:off x="6836757" y="4470236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4" name="pt343"/>
          <p:cNvSpPr/>
          <p:nvPr/>
        </p:nvSpPr>
        <p:spPr>
          <a:xfrm>
            <a:off x="6852870" y="4594531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5" name="pt344"/>
          <p:cNvSpPr/>
          <p:nvPr/>
        </p:nvSpPr>
        <p:spPr>
          <a:xfrm>
            <a:off x="6633093" y="4257574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6" name="pt345"/>
          <p:cNvSpPr/>
          <p:nvPr/>
        </p:nvSpPr>
        <p:spPr>
          <a:xfrm>
            <a:off x="6878509" y="4032852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7" name="pt346"/>
          <p:cNvSpPr/>
          <p:nvPr/>
        </p:nvSpPr>
        <p:spPr>
          <a:xfrm>
            <a:off x="6809908" y="4655674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8" name="pt347"/>
          <p:cNvSpPr/>
          <p:nvPr/>
        </p:nvSpPr>
        <p:spPr>
          <a:xfrm>
            <a:off x="6925829" y="3860746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9" name="pt348"/>
          <p:cNvSpPr/>
          <p:nvPr/>
        </p:nvSpPr>
        <p:spPr>
          <a:xfrm>
            <a:off x="6844711" y="4237370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0" name="pt349"/>
          <p:cNvSpPr/>
          <p:nvPr/>
        </p:nvSpPr>
        <p:spPr>
          <a:xfrm>
            <a:off x="6850548" y="4301835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1" name="pt350"/>
          <p:cNvSpPr/>
          <p:nvPr/>
        </p:nvSpPr>
        <p:spPr>
          <a:xfrm>
            <a:off x="7054147" y="4588015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2" name="pt351"/>
          <p:cNvSpPr/>
          <p:nvPr/>
        </p:nvSpPr>
        <p:spPr>
          <a:xfrm>
            <a:off x="6680965" y="4031885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3" name="pt352"/>
          <p:cNvSpPr/>
          <p:nvPr/>
        </p:nvSpPr>
        <p:spPr>
          <a:xfrm>
            <a:off x="6697934" y="4284619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4" name="pt353"/>
          <p:cNvSpPr/>
          <p:nvPr/>
        </p:nvSpPr>
        <p:spPr>
          <a:xfrm>
            <a:off x="6919446" y="4004358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5" name="pt354"/>
          <p:cNvSpPr/>
          <p:nvPr/>
        </p:nvSpPr>
        <p:spPr>
          <a:xfrm>
            <a:off x="6927582" y="4253181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6" name="pt355"/>
          <p:cNvSpPr/>
          <p:nvPr/>
        </p:nvSpPr>
        <p:spPr>
          <a:xfrm>
            <a:off x="7741821" y="4422337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7" name="pt356"/>
          <p:cNvSpPr/>
          <p:nvPr/>
        </p:nvSpPr>
        <p:spPr>
          <a:xfrm>
            <a:off x="7779733" y="4521055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8" name="pt357"/>
          <p:cNvSpPr/>
          <p:nvPr/>
        </p:nvSpPr>
        <p:spPr>
          <a:xfrm>
            <a:off x="7700659" y="4267735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9" name="pt358"/>
          <p:cNvSpPr/>
          <p:nvPr/>
        </p:nvSpPr>
        <p:spPr>
          <a:xfrm>
            <a:off x="7560405" y="4040737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0" name="pt359"/>
          <p:cNvSpPr/>
          <p:nvPr/>
        </p:nvSpPr>
        <p:spPr>
          <a:xfrm>
            <a:off x="7867700" y="4241623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1" name="pt360"/>
          <p:cNvSpPr/>
          <p:nvPr/>
        </p:nvSpPr>
        <p:spPr>
          <a:xfrm>
            <a:off x="7778244" y="4285893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2" name="pt361"/>
          <p:cNvSpPr/>
          <p:nvPr/>
        </p:nvSpPr>
        <p:spPr>
          <a:xfrm>
            <a:off x="7911075" y="4438386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3" name="pt362"/>
          <p:cNvSpPr/>
          <p:nvPr/>
        </p:nvSpPr>
        <p:spPr>
          <a:xfrm>
            <a:off x="7828395" y="4326699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4" name="pt363"/>
          <p:cNvSpPr/>
          <p:nvPr/>
        </p:nvSpPr>
        <p:spPr>
          <a:xfrm>
            <a:off x="7843182" y="4439146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5" name="pt364"/>
          <p:cNvSpPr/>
          <p:nvPr/>
        </p:nvSpPr>
        <p:spPr>
          <a:xfrm>
            <a:off x="7937673" y="4350116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6" name="pt365"/>
          <p:cNvSpPr/>
          <p:nvPr/>
        </p:nvSpPr>
        <p:spPr>
          <a:xfrm>
            <a:off x="7847705" y="4085247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7" name="pt366"/>
          <p:cNvSpPr/>
          <p:nvPr/>
        </p:nvSpPr>
        <p:spPr>
          <a:xfrm>
            <a:off x="7584832" y="3775096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8" name="pt367"/>
          <p:cNvSpPr/>
          <p:nvPr/>
        </p:nvSpPr>
        <p:spPr>
          <a:xfrm>
            <a:off x="7530593" y="4453451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9" name="pt368"/>
          <p:cNvSpPr/>
          <p:nvPr/>
        </p:nvSpPr>
        <p:spPr>
          <a:xfrm>
            <a:off x="7859495" y="4621874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0" name="pt369"/>
          <p:cNvSpPr/>
          <p:nvPr/>
        </p:nvSpPr>
        <p:spPr>
          <a:xfrm>
            <a:off x="7852773" y="4584072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1" name="pt370"/>
          <p:cNvSpPr/>
          <p:nvPr/>
        </p:nvSpPr>
        <p:spPr>
          <a:xfrm>
            <a:off x="7599093" y="4320385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2" name="pt371"/>
          <p:cNvSpPr/>
          <p:nvPr/>
        </p:nvSpPr>
        <p:spPr>
          <a:xfrm>
            <a:off x="7667542" y="4517938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3" name="pt372"/>
          <p:cNvSpPr/>
          <p:nvPr/>
        </p:nvSpPr>
        <p:spPr>
          <a:xfrm>
            <a:off x="7796306" y="4399477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4" name="pt373"/>
          <p:cNvSpPr/>
          <p:nvPr/>
        </p:nvSpPr>
        <p:spPr>
          <a:xfrm>
            <a:off x="7940029" y="3862159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5" name="pt374"/>
          <p:cNvSpPr/>
          <p:nvPr/>
        </p:nvSpPr>
        <p:spPr>
          <a:xfrm>
            <a:off x="7672751" y="4216075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6" name="pt375"/>
          <p:cNvSpPr/>
          <p:nvPr/>
        </p:nvSpPr>
        <p:spPr>
          <a:xfrm>
            <a:off x="7565473" y="4310922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7" name="pt376"/>
          <p:cNvSpPr/>
          <p:nvPr/>
        </p:nvSpPr>
        <p:spPr>
          <a:xfrm>
            <a:off x="7932019" y="4252060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8" name="pt377"/>
          <p:cNvSpPr/>
          <p:nvPr/>
        </p:nvSpPr>
        <p:spPr>
          <a:xfrm>
            <a:off x="7691146" y="4582104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9" name="pt378"/>
          <p:cNvSpPr/>
          <p:nvPr/>
        </p:nvSpPr>
        <p:spPr>
          <a:xfrm>
            <a:off x="7729500" y="4206145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0" name="pg379"/>
          <p:cNvSpPr/>
          <p:nvPr/>
        </p:nvSpPr>
        <p:spPr>
          <a:xfrm>
            <a:off x="5175442" y="4103414"/>
            <a:ext cx="2573474" cy="393968"/>
          </a:xfrm>
          <a:custGeom>
            <a:avLst/>
            <a:gdLst/>
            <a:ahLst/>
            <a:cxnLst/>
            <a:rect l="0" t="0" r="0" b="0"/>
            <a:pathLst>
              <a:path w="2573474" h="393968">
                <a:moveTo>
                  <a:pt x="0" y="0"/>
                </a:moveTo>
                <a:lnTo>
                  <a:pt x="1359620" y="114948"/>
                </a:lnTo>
                <a:lnTo>
                  <a:pt x="1715649" y="131672"/>
                </a:lnTo>
                <a:lnTo>
                  <a:pt x="2217445" y="143938"/>
                </a:lnTo>
                <a:lnTo>
                  <a:pt x="2573474" y="146350"/>
                </a:lnTo>
                <a:lnTo>
                  <a:pt x="2573474" y="393968"/>
                </a:lnTo>
                <a:lnTo>
                  <a:pt x="2217445" y="363201"/>
                </a:lnTo>
                <a:lnTo>
                  <a:pt x="1715649" y="328704"/>
                </a:lnTo>
                <a:lnTo>
                  <a:pt x="1359620" y="312249"/>
                </a:lnTo>
                <a:lnTo>
                  <a:pt x="0" y="300492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1" name="pl380"/>
          <p:cNvSpPr/>
          <p:nvPr/>
        </p:nvSpPr>
        <p:spPr>
          <a:xfrm>
            <a:off x="5175442" y="4103414"/>
            <a:ext cx="2573474" cy="146350"/>
          </a:xfrm>
          <a:custGeom>
            <a:avLst/>
            <a:gdLst/>
            <a:ahLst/>
            <a:cxnLst/>
            <a:rect l="0" t="0" r="0" b="0"/>
            <a:pathLst>
              <a:path w="2573474" h="146350">
                <a:moveTo>
                  <a:pt x="0" y="0"/>
                </a:moveTo>
                <a:lnTo>
                  <a:pt x="1359620" y="114948"/>
                </a:lnTo>
                <a:lnTo>
                  <a:pt x="1715649" y="131672"/>
                </a:lnTo>
                <a:lnTo>
                  <a:pt x="2217445" y="143938"/>
                </a:lnTo>
                <a:lnTo>
                  <a:pt x="2573474" y="14635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82" name="pl381"/>
          <p:cNvSpPr/>
          <p:nvPr/>
        </p:nvSpPr>
        <p:spPr>
          <a:xfrm>
            <a:off x="5175442" y="4403906"/>
            <a:ext cx="2573474" cy="93476"/>
          </a:xfrm>
          <a:custGeom>
            <a:avLst/>
            <a:gdLst/>
            <a:ahLst/>
            <a:cxnLst/>
            <a:rect l="0" t="0" r="0" b="0"/>
            <a:pathLst>
              <a:path w="2573474" h="93476">
                <a:moveTo>
                  <a:pt x="2573474" y="93476"/>
                </a:moveTo>
                <a:lnTo>
                  <a:pt x="2217445" y="62709"/>
                </a:lnTo>
                <a:lnTo>
                  <a:pt x="1715649" y="28212"/>
                </a:lnTo>
                <a:lnTo>
                  <a:pt x="1359620" y="11757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83" name="pl382"/>
          <p:cNvSpPr/>
          <p:nvPr/>
        </p:nvSpPr>
        <p:spPr>
          <a:xfrm>
            <a:off x="5175442" y="4253660"/>
            <a:ext cx="2573474" cy="119913"/>
          </a:xfrm>
          <a:custGeom>
            <a:avLst/>
            <a:gdLst/>
            <a:ahLst/>
            <a:cxnLst/>
            <a:rect l="0" t="0" r="0" b="0"/>
            <a:pathLst>
              <a:path w="2573474" h="119913">
                <a:moveTo>
                  <a:pt x="0" y="0"/>
                </a:moveTo>
                <a:lnTo>
                  <a:pt x="1359620" y="63352"/>
                </a:lnTo>
                <a:lnTo>
                  <a:pt x="1715649" y="79942"/>
                </a:lnTo>
                <a:lnTo>
                  <a:pt x="2217445" y="103324"/>
                </a:lnTo>
                <a:lnTo>
                  <a:pt x="2573474" y="119913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4" name="tx383"/>
          <p:cNvSpPr/>
          <p:nvPr/>
        </p:nvSpPr>
        <p:spPr>
          <a:xfrm>
            <a:off x="7269223" y="3508665"/>
            <a:ext cx="479694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0.213</a:t>
            </a:r>
          </a:p>
        </p:txBody>
      </p:sp>
      <p:sp>
        <p:nvSpPr>
          <p:cNvPr id="385" name="rc384"/>
          <p:cNvSpPr/>
          <p:nvPr/>
        </p:nvSpPr>
        <p:spPr>
          <a:xfrm>
            <a:off x="4837970" y="3300465"/>
            <a:ext cx="3290409" cy="159907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86" name="pl385"/>
          <p:cNvSpPr/>
          <p:nvPr/>
        </p:nvSpPr>
        <p:spPr>
          <a:xfrm>
            <a:off x="4837970" y="3300465"/>
            <a:ext cx="0" cy="1599078"/>
          </a:xfrm>
          <a:custGeom>
            <a:avLst/>
            <a:gdLst/>
            <a:ahLst/>
            <a:cxnLst/>
            <a:rect l="0" t="0" r="0" b="0"/>
            <a:pathLst>
              <a:path h="1599078">
                <a:moveTo>
                  <a:pt x="0" y="159907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7" name="pl386"/>
          <p:cNvSpPr/>
          <p:nvPr/>
        </p:nvSpPr>
        <p:spPr>
          <a:xfrm>
            <a:off x="4800012" y="4704197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8" name="pl387"/>
          <p:cNvSpPr/>
          <p:nvPr/>
        </p:nvSpPr>
        <p:spPr>
          <a:xfrm>
            <a:off x="4800012" y="4431945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9" name="pl388"/>
          <p:cNvSpPr/>
          <p:nvPr/>
        </p:nvSpPr>
        <p:spPr>
          <a:xfrm>
            <a:off x="4800012" y="4159693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0" name="pl389"/>
          <p:cNvSpPr/>
          <p:nvPr/>
        </p:nvSpPr>
        <p:spPr>
          <a:xfrm>
            <a:off x="4800012" y="3887440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1" name="pl390"/>
          <p:cNvSpPr/>
          <p:nvPr/>
        </p:nvSpPr>
        <p:spPr>
          <a:xfrm>
            <a:off x="4800012" y="3615188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2" name="pl391"/>
          <p:cNvSpPr/>
          <p:nvPr/>
        </p:nvSpPr>
        <p:spPr>
          <a:xfrm>
            <a:off x="4800012" y="3342936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3" name="pl392"/>
          <p:cNvSpPr/>
          <p:nvPr/>
        </p:nvSpPr>
        <p:spPr>
          <a:xfrm>
            <a:off x="4837970" y="4899543"/>
            <a:ext cx="3290409" cy="0"/>
          </a:xfrm>
          <a:custGeom>
            <a:avLst/>
            <a:gdLst/>
            <a:ahLst/>
            <a:cxnLst/>
            <a:rect l="0" t="0" r="0" b="0"/>
            <a:pathLst>
              <a:path w="3290409">
                <a:moveTo>
                  <a:pt x="0" y="0"/>
                </a:moveTo>
                <a:lnTo>
                  <a:pt x="3290409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4" name="pl393"/>
          <p:cNvSpPr/>
          <p:nvPr/>
        </p:nvSpPr>
        <p:spPr>
          <a:xfrm>
            <a:off x="5175442" y="4899543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5" name="pl394"/>
          <p:cNvSpPr/>
          <p:nvPr/>
        </p:nvSpPr>
        <p:spPr>
          <a:xfrm>
            <a:off x="6033267" y="4899543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6" name="pl395"/>
          <p:cNvSpPr/>
          <p:nvPr/>
        </p:nvSpPr>
        <p:spPr>
          <a:xfrm>
            <a:off x="6891092" y="4899543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7" name="pl396"/>
          <p:cNvSpPr/>
          <p:nvPr/>
        </p:nvSpPr>
        <p:spPr>
          <a:xfrm>
            <a:off x="7748917" y="4899543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8" name="tx397"/>
          <p:cNvSpPr/>
          <p:nvPr/>
        </p:nvSpPr>
        <p:spPr>
          <a:xfrm>
            <a:off x="5136580" y="496786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399" name="tx398"/>
          <p:cNvSpPr/>
          <p:nvPr/>
        </p:nvSpPr>
        <p:spPr>
          <a:xfrm>
            <a:off x="5994405" y="496786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400" name="tx399"/>
          <p:cNvSpPr/>
          <p:nvPr/>
        </p:nvSpPr>
        <p:spPr>
          <a:xfrm>
            <a:off x="6852230" y="496786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401" name="tx400"/>
          <p:cNvSpPr/>
          <p:nvPr/>
        </p:nvSpPr>
        <p:spPr>
          <a:xfrm>
            <a:off x="7710055" y="4967867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402" name="tx401"/>
          <p:cNvSpPr/>
          <p:nvPr/>
        </p:nvSpPr>
        <p:spPr>
          <a:xfrm>
            <a:off x="4617211" y="3073024"/>
            <a:ext cx="1244315" cy="1279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(d) Below_PC1</a:t>
            </a:r>
          </a:p>
        </p:txBody>
      </p:sp>
      <p:sp>
        <p:nvSpPr>
          <p:cNvPr id="403" name="rc402"/>
          <p:cNvSpPr/>
          <p:nvPr/>
        </p:nvSpPr>
        <p:spPr>
          <a:xfrm>
            <a:off x="1408383" y="5392761"/>
            <a:ext cx="3290409" cy="159907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4" name="pt403"/>
          <p:cNvSpPr/>
          <p:nvPr/>
        </p:nvSpPr>
        <p:spPr>
          <a:xfrm>
            <a:off x="1581430" y="6435915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5" name="pt404"/>
          <p:cNvSpPr/>
          <p:nvPr/>
        </p:nvSpPr>
        <p:spPr>
          <a:xfrm>
            <a:off x="1938782" y="6296056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6" name="pt405"/>
          <p:cNvSpPr/>
          <p:nvPr/>
        </p:nvSpPr>
        <p:spPr>
          <a:xfrm>
            <a:off x="1724765" y="6380478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7" name="pt406"/>
          <p:cNvSpPr/>
          <p:nvPr/>
        </p:nvSpPr>
        <p:spPr>
          <a:xfrm>
            <a:off x="1834607" y="6577579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8" name="pt407"/>
          <p:cNvSpPr/>
          <p:nvPr/>
        </p:nvSpPr>
        <p:spPr>
          <a:xfrm>
            <a:off x="1519161" y="6743743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9" name="pt408"/>
          <p:cNvSpPr/>
          <p:nvPr/>
        </p:nvSpPr>
        <p:spPr>
          <a:xfrm>
            <a:off x="1537508" y="6407535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0" name="pt409"/>
          <p:cNvSpPr/>
          <p:nvPr/>
        </p:nvSpPr>
        <p:spPr>
          <a:xfrm>
            <a:off x="1984577" y="6540478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1" name="pt410"/>
          <p:cNvSpPr/>
          <p:nvPr/>
        </p:nvSpPr>
        <p:spPr>
          <a:xfrm>
            <a:off x="1548090" y="6579573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2" name="pt411"/>
          <p:cNvSpPr/>
          <p:nvPr/>
        </p:nvSpPr>
        <p:spPr>
          <a:xfrm>
            <a:off x="1536429" y="6683829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3" name="pt412"/>
          <p:cNvSpPr/>
          <p:nvPr/>
        </p:nvSpPr>
        <p:spPr>
          <a:xfrm>
            <a:off x="1536742" y="6361293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4" name="pt413"/>
          <p:cNvSpPr/>
          <p:nvPr/>
        </p:nvSpPr>
        <p:spPr>
          <a:xfrm>
            <a:off x="2369343" y="6555582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5" name="pt414"/>
          <p:cNvSpPr/>
          <p:nvPr/>
        </p:nvSpPr>
        <p:spPr>
          <a:xfrm>
            <a:off x="2742197" y="5786070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6" name="pt415"/>
          <p:cNvSpPr/>
          <p:nvPr/>
        </p:nvSpPr>
        <p:spPr>
          <a:xfrm>
            <a:off x="2591662" y="5944993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7" name="pt416"/>
          <p:cNvSpPr/>
          <p:nvPr/>
        </p:nvSpPr>
        <p:spPr>
          <a:xfrm>
            <a:off x="2786479" y="6198093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8" name="pt417"/>
          <p:cNvSpPr/>
          <p:nvPr/>
        </p:nvSpPr>
        <p:spPr>
          <a:xfrm>
            <a:off x="2570543" y="6344080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9" name="pt418"/>
          <p:cNvSpPr/>
          <p:nvPr/>
        </p:nvSpPr>
        <p:spPr>
          <a:xfrm>
            <a:off x="2367729" y="6886426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0" name="pt419"/>
          <p:cNvSpPr/>
          <p:nvPr/>
        </p:nvSpPr>
        <p:spPr>
          <a:xfrm>
            <a:off x="2610614" y="6600624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1" name="pt420"/>
          <p:cNvSpPr/>
          <p:nvPr/>
        </p:nvSpPr>
        <p:spPr>
          <a:xfrm>
            <a:off x="2390014" y="6146893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2" name="pt421"/>
          <p:cNvSpPr/>
          <p:nvPr/>
        </p:nvSpPr>
        <p:spPr>
          <a:xfrm>
            <a:off x="2801843" y="5643160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3" name="pt422"/>
          <p:cNvSpPr/>
          <p:nvPr/>
        </p:nvSpPr>
        <p:spPr>
          <a:xfrm>
            <a:off x="2623928" y="5553861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4" name="pt423"/>
          <p:cNvSpPr/>
          <p:nvPr/>
        </p:nvSpPr>
        <p:spPr>
          <a:xfrm>
            <a:off x="2480805" y="6431973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5" name="pt424"/>
          <p:cNvSpPr/>
          <p:nvPr/>
        </p:nvSpPr>
        <p:spPr>
          <a:xfrm>
            <a:off x="2738355" y="6129315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6" name="pt425"/>
          <p:cNvSpPr/>
          <p:nvPr/>
        </p:nvSpPr>
        <p:spPr>
          <a:xfrm>
            <a:off x="2804731" y="5915404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7" name="pt426"/>
          <p:cNvSpPr/>
          <p:nvPr/>
        </p:nvSpPr>
        <p:spPr>
          <a:xfrm>
            <a:off x="2716906" y="6058678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8" name="pt427"/>
          <p:cNvSpPr/>
          <p:nvPr/>
        </p:nvSpPr>
        <p:spPr>
          <a:xfrm>
            <a:off x="2811726" y="6594498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9" name="pt428"/>
          <p:cNvSpPr/>
          <p:nvPr/>
        </p:nvSpPr>
        <p:spPr>
          <a:xfrm>
            <a:off x="2358797" y="6534692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0" name="pt429"/>
          <p:cNvSpPr/>
          <p:nvPr/>
        </p:nvSpPr>
        <p:spPr>
          <a:xfrm>
            <a:off x="2358363" y="5965403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1" name="pt430"/>
          <p:cNvSpPr/>
          <p:nvPr/>
        </p:nvSpPr>
        <p:spPr>
          <a:xfrm>
            <a:off x="2410007" y="6013174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2" name="pt431"/>
          <p:cNvSpPr/>
          <p:nvPr/>
        </p:nvSpPr>
        <p:spPr>
          <a:xfrm>
            <a:off x="3452736" y="6639830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3" name="pt432"/>
          <p:cNvSpPr/>
          <p:nvPr/>
        </p:nvSpPr>
        <p:spPr>
          <a:xfrm>
            <a:off x="3507253" y="6317012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4" name="pt433"/>
          <p:cNvSpPr/>
          <p:nvPr/>
        </p:nvSpPr>
        <p:spPr>
          <a:xfrm>
            <a:off x="3241200" y="6440547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5" name="pt434"/>
          <p:cNvSpPr/>
          <p:nvPr/>
        </p:nvSpPr>
        <p:spPr>
          <a:xfrm>
            <a:off x="3506196" y="6714844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6" name="pt435"/>
          <p:cNvSpPr/>
          <p:nvPr/>
        </p:nvSpPr>
        <p:spPr>
          <a:xfrm>
            <a:off x="3308764" y="6291448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7" name="pt436"/>
          <p:cNvSpPr/>
          <p:nvPr/>
        </p:nvSpPr>
        <p:spPr>
          <a:xfrm>
            <a:off x="3311132" y="6593590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8" name="pt437"/>
          <p:cNvSpPr/>
          <p:nvPr/>
        </p:nvSpPr>
        <p:spPr>
          <a:xfrm>
            <a:off x="3568157" y="5707568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9" name="pt438"/>
          <p:cNvSpPr/>
          <p:nvPr/>
        </p:nvSpPr>
        <p:spPr>
          <a:xfrm>
            <a:off x="3436478" y="6517908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0" name="pt439"/>
          <p:cNvSpPr/>
          <p:nvPr/>
        </p:nvSpPr>
        <p:spPr>
          <a:xfrm>
            <a:off x="3437820" y="6183143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1" name="pt440"/>
          <p:cNvSpPr/>
          <p:nvPr/>
        </p:nvSpPr>
        <p:spPr>
          <a:xfrm>
            <a:off x="3190797" y="5978419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2" name="pt441"/>
          <p:cNvSpPr/>
          <p:nvPr/>
        </p:nvSpPr>
        <p:spPr>
          <a:xfrm>
            <a:off x="3250578" y="5614106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3" name="pt442"/>
          <p:cNvSpPr/>
          <p:nvPr/>
        </p:nvSpPr>
        <p:spPr>
          <a:xfrm>
            <a:off x="3331110" y="5851343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4" name="pt443"/>
          <p:cNvSpPr/>
          <p:nvPr/>
        </p:nvSpPr>
        <p:spPr>
          <a:xfrm>
            <a:off x="3355546" y="6542076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5" name="pt444"/>
          <p:cNvSpPr/>
          <p:nvPr/>
        </p:nvSpPr>
        <p:spPr>
          <a:xfrm>
            <a:off x="3616623" y="6107745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6" name="pt445"/>
          <p:cNvSpPr/>
          <p:nvPr/>
        </p:nvSpPr>
        <p:spPr>
          <a:xfrm>
            <a:off x="3636455" y="6257601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7" name="pt446"/>
          <p:cNvSpPr/>
          <p:nvPr/>
        </p:nvSpPr>
        <p:spPr>
          <a:xfrm>
            <a:off x="3471255" y="6059115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8" name="pt447"/>
          <p:cNvSpPr/>
          <p:nvPr/>
        </p:nvSpPr>
        <p:spPr>
          <a:xfrm>
            <a:off x="3202573" y="6510809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9" name="pt448"/>
          <p:cNvSpPr/>
          <p:nvPr/>
        </p:nvSpPr>
        <p:spPr>
          <a:xfrm>
            <a:off x="3234102" y="6102258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0" name="pt449"/>
          <p:cNvSpPr/>
          <p:nvPr/>
        </p:nvSpPr>
        <p:spPr>
          <a:xfrm>
            <a:off x="3424875" y="6473152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1" name="pt450"/>
          <p:cNvSpPr/>
          <p:nvPr/>
        </p:nvSpPr>
        <p:spPr>
          <a:xfrm>
            <a:off x="3229381" y="6426028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2" name="pt451"/>
          <p:cNvSpPr/>
          <p:nvPr/>
        </p:nvSpPr>
        <p:spPr>
          <a:xfrm>
            <a:off x="4317407" y="6485472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3" name="pt452"/>
          <p:cNvSpPr/>
          <p:nvPr/>
        </p:nvSpPr>
        <p:spPr>
          <a:xfrm>
            <a:off x="4448192" y="6431475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4" name="pt453"/>
          <p:cNvSpPr/>
          <p:nvPr/>
        </p:nvSpPr>
        <p:spPr>
          <a:xfrm>
            <a:off x="4104626" y="6625050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5" name="pt454"/>
          <p:cNvSpPr/>
          <p:nvPr/>
        </p:nvSpPr>
        <p:spPr>
          <a:xfrm>
            <a:off x="4096793" y="6159532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6" name="pt455"/>
          <p:cNvSpPr/>
          <p:nvPr/>
        </p:nvSpPr>
        <p:spPr>
          <a:xfrm>
            <a:off x="4437440" y="6222556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7" name="pt456"/>
          <p:cNvSpPr/>
          <p:nvPr/>
        </p:nvSpPr>
        <p:spPr>
          <a:xfrm>
            <a:off x="4353696" y="5648761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8" name="pt457"/>
          <p:cNvSpPr/>
          <p:nvPr/>
        </p:nvSpPr>
        <p:spPr>
          <a:xfrm>
            <a:off x="4375782" y="6197484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9" name="pt458"/>
          <p:cNvSpPr/>
          <p:nvPr/>
        </p:nvSpPr>
        <p:spPr>
          <a:xfrm>
            <a:off x="4266831" y="6428484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0" name="pt459"/>
          <p:cNvSpPr/>
          <p:nvPr/>
        </p:nvSpPr>
        <p:spPr>
          <a:xfrm>
            <a:off x="4353989" y="6214227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1" name="pt460"/>
          <p:cNvSpPr/>
          <p:nvPr/>
        </p:nvSpPr>
        <p:spPr>
          <a:xfrm>
            <a:off x="4195284" y="6087658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2" name="pt461"/>
          <p:cNvSpPr/>
          <p:nvPr/>
        </p:nvSpPr>
        <p:spPr>
          <a:xfrm>
            <a:off x="4320522" y="6026087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3" name="pt462"/>
          <p:cNvSpPr/>
          <p:nvPr/>
        </p:nvSpPr>
        <p:spPr>
          <a:xfrm>
            <a:off x="4072570" y="5877241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4" name="pt463"/>
          <p:cNvSpPr/>
          <p:nvPr/>
        </p:nvSpPr>
        <p:spPr>
          <a:xfrm>
            <a:off x="4103044" y="6377528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5" name="pt464"/>
          <p:cNvSpPr/>
          <p:nvPr/>
        </p:nvSpPr>
        <p:spPr>
          <a:xfrm>
            <a:off x="4482772" y="5766342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6" name="pt465"/>
          <p:cNvSpPr/>
          <p:nvPr/>
        </p:nvSpPr>
        <p:spPr>
          <a:xfrm>
            <a:off x="4188053" y="6694767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7" name="pt466"/>
          <p:cNvSpPr/>
          <p:nvPr/>
        </p:nvSpPr>
        <p:spPr>
          <a:xfrm>
            <a:off x="4134526" y="6540325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8" name="pt467"/>
          <p:cNvSpPr/>
          <p:nvPr/>
        </p:nvSpPr>
        <p:spPr>
          <a:xfrm>
            <a:off x="4510442" y="6351539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9" name="pt468"/>
          <p:cNvSpPr/>
          <p:nvPr/>
        </p:nvSpPr>
        <p:spPr>
          <a:xfrm>
            <a:off x="4391874" y="6452693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0" name="pt469"/>
          <p:cNvSpPr/>
          <p:nvPr/>
        </p:nvSpPr>
        <p:spPr>
          <a:xfrm>
            <a:off x="4116962" y="6308265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1" name="pt470"/>
          <p:cNvSpPr/>
          <p:nvPr/>
        </p:nvSpPr>
        <p:spPr>
          <a:xfrm>
            <a:off x="4319190" y="6500777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2" name="pt471"/>
          <p:cNvSpPr/>
          <p:nvPr/>
        </p:nvSpPr>
        <p:spPr>
          <a:xfrm>
            <a:off x="4504389" y="6278711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3" name="pt472"/>
          <p:cNvSpPr/>
          <p:nvPr/>
        </p:nvSpPr>
        <p:spPr>
          <a:xfrm>
            <a:off x="4391393" y="6194872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4" name="pt473"/>
          <p:cNvSpPr/>
          <p:nvPr/>
        </p:nvSpPr>
        <p:spPr>
          <a:xfrm>
            <a:off x="4057833" y="6204870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5" name="pt474"/>
          <p:cNvSpPr/>
          <p:nvPr/>
        </p:nvSpPr>
        <p:spPr>
          <a:xfrm>
            <a:off x="4071994" y="6271725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6" name="pg475"/>
          <p:cNvSpPr/>
          <p:nvPr/>
        </p:nvSpPr>
        <p:spPr>
          <a:xfrm>
            <a:off x="1781437" y="6069257"/>
            <a:ext cx="2533697" cy="479559"/>
          </a:xfrm>
          <a:custGeom>
            <a:avLst/>
            <a:gdLst/>
            <a:ahLst/>
            <a:cxnLst/>
            <a:rect l="0" t="0" r="0" b="0"/>
            <a:pathLst>
              <a:path w="2533697" h="479559">
                <a:moveTo>
                  <a:pt x="0" y="0"/>
                </a:moveTo>
                <a:lnTo>
                  <a:pt x="1338605" y="106139"/>
                </a:lnTo>
                <a:lnTo>
                  <a:pt x="1689131" y="96039"/>
                </a:lnTo>
                <a:lnTo>
                  <a:pt x="2183171" y="53129"/>
                </a:lnTo>
                <a:lnTo>
                  <a:pt x="2533697" y="11358"/>
                </a:lnTo>
                <a:lnTo>
                  <a:pt x="2533697" y="430140"/>
                </a:lnTo>
                <a:lnTo>
                  <a:pt x="2183171" y="393634"/>
                </a:lnTo>
                <a:lnTo>
                  <a:pt x="1689131" y="358146"/>
                </a:lnTo>
                <a:lnTo>
                  <a:pt x="1338605" y="353312"/>
                </a:lnTo>
                <a:lnTo>
                  <a:pt x="0" y="479559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7" name="pl476"/>
          <p:cNvSpPr/>
          <p:nvPr/>
        </p:nvSpPr>
        <p:spPr>
          <a:xfrm>
            <a:off x="1781437" y="6069257"/>
            <a:ext cx="2533697" cy="106139"/>
          </a:xfrm>
          <a:custGeom>
            <a:avLst/>
            <a:gdLst/>
            <a:ahLst/>
            <a:cxnLst/>
            <a:rect l="0" t="0" r="0" b="0"/>
            <a:pathLst>
              <a:path w="2533697" h="106139">
                <a:moveTo>
                  <a:pt x="0" y="0"/>
                </a:moveTo>
                <a:lnTo>
                  <a:pt x="1338605" y="106139"/>
                </a:lnTo>
                <a:lnTo>
                  <a:pt x="1689131" y="96039"/>
                </a:lnTo>
                <a:lnTo>
                  <a:pt x="2183171" y="53129"/>
                </a:lnTo>
                <a:lnTo>
                  <a:pt x="2533697" y="11358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78" name="pl477"/>
          <p:cNvSpPr/>
          <p:nvPr/>
        </p:nvSpPr>
        <p:spPr>
          <a:xfrm>
            <a:off x="1781437" y="6422569"/>
            <a:ext cx="2533697" cy="126247"/>
          </a:xfrm>
          <a:custGeom>
            <a:avLst/>
            <a:gdLst/>
            <a:ahLst/>
            <a:cxnLst/>
            <a:rect l="0" t="0" r="0" b="0"/>
            <a:pathLst>
              <a:path w="2533697" h="126247">
                <a:moveTo>
                  <a:pt x="2533697" y="76828"/>
                </a:moveTo>
                <a:lnTo>
                  <a:pt x="2183171" y="40322"/>
                </a:lnTo>
                <a:lnTo>
                  <a:pt x="1689131" y="4834"/>
                </a:lnTo>
                <a:lnTo>
                  <a:pt x="1338605" y="0"/>
                </a:lnTo>
                <a:lnTo>
                  <a:pt x="0" y="126247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79" name="pl478"/>
          <p:cNvSpPr/>
          <p:nvPr/>
        </p:nvSpPr>
        <p:spPr>
          <a:xfrm>
            <a:off x="1781437" y="6290007"/>
            <a:ext cx="2533697" cy="19030"/>
          </a:xfrm>
          <a:custGeom>
            <a:avLst/>
            <a:gdLst/>
            <a:ahLst/>
            <a:cxnLst/>
            <a:rect l="0" t="0" r="0" b="0"/>
            <a:pathLst>
              <a:path w="2533697" h="19030">
                <a:moveTo>
                  <a:pt x="0" y="19030"/>
                </a:moveTo>
                <a:lnTo>
                  <a:pt x="1338605" y="8976"/>
                </a:lnTo>
                <a:lnTo>
                  <a:pt x="1689131" y="6343"/>
                </a:lnTo>
                <a:lnTo>
                  <a:pt x="2183171" y="2632"/>
                </a:lnTo>
                <a:lnTo>
                  <a:pt x="2533697" y="0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0" name="tx479"/>
          <p:cNvSpPr/>
          <p:nvPr/>
        </p:nvSpPr>
        <p:spPr>
          <a:xfrm>
            <a:off x="3835441" y="5602275"/>
            <a:ext cx="479694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0.921</a:t>
            </a:r>
          </a:p>
        </p:txBody>
      </p:sp>
      <p:sp>
        <p:nvSpPr>
          <p:cNvPr id="481" name="rc480"/>
          <p:cNvSpPr/>
          <p:nvPr/>
        </p:nvSpPr>
        <p:spPr>
          <a:xfrm>
            <a:off x="1408383" y="5392761"/>
            <a:ext cx="3290409" cy="159907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82" name="pl481"/>
          <p:cNvSpPr/>
          <p:nvPr/>
        </p:nvSpPr>
        <p:spPr>
          <a:xfrm>
            <a:off x="1408383" y="5392761"/>
            <a:ext cx="0" cy="1599078"/>
          </a:xfrm>
          <a:custGeom>
            <a:avLst/>
            <a:gdLst/>
            <a:ahLst/>
            <a:cxnLst/>
            <a:rect l="0" t="0" r="0" b="0"/>
            <a:pathLst>
              <a:path h="1599078">
                <a:moveTo>
                  <a:pt x="0" y="159907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3" name="tx482"/>
          <p:cNvSpPr/>
          <p:nvPr/>
        </p:nvSpPr>
        <p:spPr>
          <a:xfrm rot="16200000">
            <a:off x="1177387" y="6843488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1.0</a:t>
            </a:r>
          </a:p>
        </p:txBody>
      </p:sp>
      <p:sp>
        <p:nvSpPr>
          <p:cNvPr id="484" name="tx483"/>
          <p:cNvSpPr/>
          <p:nvPr/>
        </p:nvSpPr>
        <p:spPr>
          <a:xfrm rot="16200000">
            <a:off x="1177387" y="6434509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1.5</a:t>
            </a:r>
          </a:p>
        </p:txBody>
      </p:sp>
      <p:sp>
        <p:nvSpPr>
          <p:cNvPr id="485" name="tx484"/>
          <p:cNvSpPr/>
          <p:nvPr/>
        </p:nvSpPr>
        <p:spPr>
          <a:xfrm rot="16200000">
            <a:off x="1177387" y="6025530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2.0</a:t>
            </a:r>
          </a:p>
        </p:txBody>
      </p:sp>
      <p:sp>
        <p:nvSpPr>
          <p:cNvPr id="486" name="tx485"/>
          <p:cNvSpPr/>
          <p:nvPr/>
        </p:nvSpPr>
        <p:spPr>
          <a:xfrm rot="16200000">
            <a:off x="1177387" y="5616551"/>
            <a:ext cx="19421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2.5</a:t>
            </a:r>
          </a:p>
        </p:txBody>
      </p:sp>
      <p:sp>
        <p:nvSpPr>
          <p:cNvPr id="487" name="pl486"/>
          <p:cNvSpPr/>
          <p:nvPr/>
        </p:nvSpPr>
        <p:spPr>
          <a:xfrm>
            <a:off x="1370425" y="6893597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8" name="pl487"/>
          <p:cNvSpPr/>
          <p:nvPr/>
        </p:nvSpPr>
        <p:spPr>
          <a:xfrm>
            <a:off x="1370425" y="6484618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9" name="pl488"/>
          <p:cNvSpPr/>
          <p:nvPr/>
        </p:nvSpPr>
        <p:spPr>
          <a:xfrm>
            <a:off x="1370425" y="6075639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0" name="pl489"/>
          <p:cNvSpPr/>
          <p:nvPr/>
        </p:nvSpPr>
        <p:spPr>
          <a:xfrm>
            <a:off x="1370425" y="5666660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1" name="pl490"/>
          <p:cNvSpPr/>
          <p:nvPr/>
        </p:nvSpPr>
        <p:spPr>
          <a:xfrm>
            <a:off x="1408383" y="6991840"/>
            <a:ext cx="3290409" cy="0"/>
          </a:xfrm>
          <a:custGeom>
            <a:avLst/>
            <a:gdLst/>
            <a:ahLst/>
            <a:cxnLst/>
            <a:rect l="0" t="0" r="0" b="0"/>
            <a:pathLst>
              <a:path w="3290409">
                <a:moveTo>
                  <a:pt x="0" y="0"/>
                </a:moveTo>
                <a:lnTo>
                  <a:pt x="3290409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2" name="pl491"/>
          <p:cNvSpPr/>
          <p:nvPr/>
        </p:nvSpPr>
        <p:spPr>
          <a:xfrm>
            <a:off x="1781437" y="6991840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3" name="pl492"/>
          <p:cNvSpPr/>
          <p:nvPr/>
        </p:nvSpPr>
        <p:spPr>
          <a:xfrm>
            <a:off x="2626003" y="6991840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4" name="pl493"/>
          <p:cNvSpPr/>
          <p:nvPr/>
        </p:nvSpPr>
        <p:spPr>
          <a:xfrm>
            <a:off x="3470569" y="6991840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5" name="pl494"/>
          <p:cNvSpPr/>
          <p:nvPr/>
        </p:nvSpPr>
        <p:spPr>
          <a:xfrm>
            <a:off x="4315135" y="6991840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6" name="tx495"/>
          <p:cNvSpPr/>
          <p:nvPr/>
        </p:nvSpPr>
        <p:spPr>
          <a:xfrm>
            <a:off x="1742575" y="7060163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497" name="tx496"/>
          <p:cNvSpPr/>
          <p:nvPr/>
        </p:nvSpPr>
        <p:spPr>
          <a:xfrm>
            <a:off x="2587141" y="7060163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498" name="tx497"/>
          <p:cNvSpPr/>
          <p:nvPr/>
        </p:nvSpPr>
        <p:spPr>
          <a:xfrm>
            <a:off x="3431707" y="7060163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499" name="tx498"/>
          <p:cNvSpPr/>
          <p:nvPr/>
        </p:nvSpPr>
        <p:spPr>
          <a:xfrm>
            <a:off x="4276273" y="7060163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500" name="tx499"/>
          <p:cNvSpPr/>
          <p:nvPr/>
        </p:nvSpPr>
        <p:spPr>
          <a:xfrm>
            <a:off x="4319622" y="7317432"/>
            <a:ext cx="734080" cy="11887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Richness</a:t>
            </a:r>
          </a:p>
        </p:txBody>
      </p:sp>
      <p:sp>
        <p:nvSpPr>
          <p:cNvPr id="502" name="tx501"/>
          <p:cNvSpPr/>
          <p:nvPr/>
        </p:nvSpPr>
        <p:spPr>
          <a:xfrm>
            <a:off x="1187624" y="5165320"/>
            <a:ext cx="1254373" cy="1279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(e) Above_PC2</a:t>
            </a:r>
          </a:p>
        </p:txBody>
      </p:sp>
      <p:sp>
        <p:nvSpPr>
          <p:cNvPr id="503" name="rc502"/>
          <p:cNvSpPr/>
          <p:nvPr/>
        </p:nvSpPr>
        <p:spPr>
          <a:xfrm>
            <a:off x="4837970" y="5392761"/>
            <a:ext cx="3290409" cy="159907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4" name="pt503"/>
          <p:cNvSpPr/>
          <p:nvPr/>
        </p:nvSpPr>
        <p:spPr>
          <a:xfrm>
            <a:off x="5248619" y="6348812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5" name="pt504"/>
          <p:cNvSpPr/>
          <p:nvPr/>
        </p:nvSpPr>
        <p:spPr>
          <a:xfrm>
            <a:off x="5205329" y="6272539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6" name="pt505"/>
          <p:cNvSpPr/>
          <p:nvPr/>
        </p:nvSpPr>
        <p:spPr>
          <a:xfrm>
            <a:off x="5033864" y="6333327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7" name="pt506"/>
          <p:cNvSpPr/>
          <p:nvPr/>
        </p:nvSpPr>
        <p:spPr>
          <a:xfrm>
            <a:off x="5264434" y="6653186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8" name="pt507"/>
          <p:cNvSpPr/>
          <p:nvPr/>
        </p:nvSpPr>
        <p:spPr>
          <a:xfrm>
            <a:off x="5173065" y="6612143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9" name="pt508"/>
          <p:cNvSpPr/>
          <p:nvPr/>
        </p:nvSpPr>
        <p:spPr>
          <a:xfrm>
            <a:off x="4999333" y="6567528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0" name="pt509"/>
          <p:cNvSpPr/>
          <p:nvPr/>
        </p:nvSpPr>
        <p:spPr>
          <a:xfrm>
            <a:off x="5020183" y="6088032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1" name="pt510"/>
          <p:cNvSpPr/>
          <p:nvPr/>
        </p:nvSpPr>
        <p:spPr>
          <a:xfrm>
            <a:off x="5080504" y="6370110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2" name="pt511"/>
          <p:cNvSpPr/>
          <p:nvPr/>
        </p:nvSpPr>
        <p:spPr>
          <a:xfrm>
            <a:off x="5148020" y="6592053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3" name="pt512"/>
          <p:cNvSpPr/>
          <p:nvPr/>
        </p:nvSpPr>
        <p:spPr>
          <a:xfrm>
            <a:off x="4948748" y="6245395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4" name="pt513"/>
          <p:cNvSpPr/>
          <p:nvPr/>
        </p:nvSpPr>
        <p:spPr>
          <a:xfrm>
            <a:off x="5914233" y="6886426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5" name="pt514"/>
          <p:cNvSpPr/>
          <p:nvPr/>
        </p:nvSpPr>
        <p:spPr>
          <a:xfrm>
            <a:off x="6048574" y="6497508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6" name="pt515"/>
          <p:cNvSpPr/>
          <p:nvPr/>
        </p:nvSpPr>
        <p:spPr>
          <a:xfrm>
            <a:off x="5977018" y="6279786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7" name="pt516"/>
          <p:cNvSpPr/>
          <p:nvPr/>
        </p:nvSpPr>
        <p:spPr>
          <a:xfrm>
            <a:off x="6150559" y="6745201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8" name="pt517"/>
          <p:cNvSpPr/>
          <p:nvPr/>
        </p:nvSpPr>
        <p:spPr>
          <a:xfrm>
            <a:off x="5974994" y="6416674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9" name="pt518"/>
          <p:cNvSpPr/>
          <p:nvPr/>
        </p:nvSpPr>
        <p:spPr>
          <a:xfrm>
            <a:off x="5996914" y="6019660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0" name="pt519"/>
          <p:cNvSpPr/>
          <p:nvPr/>
        </p:nvSpPr>
        <p:spPr>
          <a:xfrm>
            <a:off x="6046329" y="6452094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1" name="pt520"/>
          <p:cNvSpPr/>
          <p:nvPr/>
        </p:nvSpPr>
        <p:spPr>
          <a:xfrm>
            <a:off x="5781632" y="6522460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2" name="pt521"/>
          <p:cNvSpPr/>
          <p:nvPr/>
        </p:nvSpPr>
        <p:spPr>
          <a:xfrm>
            <a:off x="5760645" y="6259740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3" name="pt522"/>
          <p:cNvSpPr/>
          <p:nvPr/>
        </p:nvSpPr>
        <p:spPr>
          <a:xfrm>
            <a:off x="6032487" y="6615445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4" name="pt523"/>
          <p:cNvSpPr/>
          <p:nvPr/>
        </p:nvSpPr>
        <p:spPr>
          <a:xfrm>
            <a:off x="6196984" y="6199525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5" name="pt524"/>
          <p:cNvSpPr/>
          <p:nvPr/>
        </p:nvSpPr>
        <p:spPr>
          <a:xfrm>
            <a:off x="6119735" y="6574953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6" name="pt525"/>
          <p:cNvSpPr/>
          <p:nvPr/>
        </p:nvSpPr>
        <p:spPr>
          <a:xfrm>
            <a:off x="6014266" y="6171944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7" name="pt526"/>
          <p:cNvSpPr/>
          <p:nvPr/>
        </p:nvSpPr>
        <p:spPr>
          <a:xfrm>
            <a:off x="5734094" y="5811142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8" name="pt527"/>
          <p:cNvSpPr/>
          <p:nvPr/>
        </p:nvSpPr>
        <p:spPr>
          <a:xfrm>
            <a:off x="6025190" y="6091408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9" name="pt528"/>
          <p:cNvSpPr/>
          <p:nvPr/>
        </p:nvSpPr>
        <p:spPr>
          <a:xfrm>
            <a:off x="5699874" y="6142997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0" name="pt529"/>
          <p:cNvSpPr/>
          <p:nvPr/>
        </p:nvSpPr>
        <p:spPr>
          <a:xfrm>
            <a:off x="5782475" y="6263319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1" name="pt530"/>
          <p:cNvSpPr/>
          <p:nvPr/>
        </p:nvSpPr>
        <p:spPr>
          <a:xfrm>
            <a:off x="6031422" y="6555226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2" name="pt531"/>
          <p:cNvSpPr/>
          <p:nvPr/>
        </p:nvSpPr>
        <p:spPr>
          <a:xfrm>
            <a:off x="6889892" y="6321875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3" name="pt532"/>
          <p:cNvSpPr/>
          <p:nvPr/>
        </p:nvSpPr>
        <p:spPr>
          <a:xfrm>
            <a:off x="6638064" y="6380804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4" name="pt533"/>
          <p:cNvSpPr/>
          <p:nvPr/>
        </p:nvSpPr>
        <p:spPr>
          <a:xfrm>
            <a:off x="7064717" y="6593870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5" name="pt534"/>
          <p:cNvSpPr/>
          <p:nvPr/>
        </p:nvSpPr>
        <p:spPr>
          <a:xfrm>
            <a:off x="6692549" y="6141173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6" name="pt535"/>
          <p:cNvSpPr/>
          <p:nvPr/>
        </p:nvSpPr>
        <p:spPr>
          <a:xfrm>
            <a:off x="6978738" y="6384782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7" name="pt536"/>
          <p:cNvSpPr/>
          <p:nvPr/>
        </p:nvSpPr>
        <p:spPr>
          <a:xfrm>
            <a:off x="6726102" y="6163204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8" name="pt537"/>
          <p:cNvSpPr/>
          <p:nvPr/>
        </p:nvSpPr>
        <p:spPr>
          <a:xfrm>
            <a:off x="6887359" y="5698712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9" name="pt538"/>
          <p:cNvSpPr/>
          <p:nvPr/>
        </p:nvSpPr>
        <p:spPr>
          <a:xfrm>
            <a:off x="6940656" y="6442027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0" name="pt539"/>
          <p:cNvSpPr/>
          <p:nvPr/>
        </p:nvSpPr>
        <p:spPr>
          <a:xfrm>
            <a:off x="6758340" y="6261365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1" name="pt540"/>
          <p:cNvSpPr/>
          <p:nvPr/>
        </p:nvSpPr>
        <p:spPr>
          <a:xfrm>
            <a:off x="7049955" y="5553861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2" name="pt541"/>
          <p:cNvSpPr/>
          <p:nvPr/>
        </p:nvSpPr>
        <p:spPr>
          <a:xfrm>
            <a:off x="6606363" y="6267330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3" name="pt542"/>
          <p:cNvSpPr/>
          <p:nvPr/>
        </p:nvSpPr>
        <p:spPr>
          <a:xfrm>
            <a:off x="6962877" y="6384818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4" name="pt543"/>
          <p:cNvSpPr/>
          <p:nvPr/>
        </p:nvSpPr>
        <p:spPr>
          <a:xfrm>
            <a:off x="6907658" y="6140182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5" name="pt544"/>
          <p:cNvSpPr/>
          <p:nvPr/>
        </p:nvSpPr>
        <p:spPr>
          <a:xfrm>
            <a:off x="6883389" y="6067878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6" name="pt545"/>
          <p:cNvSpPr/>
          <p:nvPr/>
        </p:nvSpPr>
        <p:spPr>
          <a:xfrm>
            <a:off x="6668682" y="5928964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7" name="pt546"/>
          <p:cNvSpPr/>
          <p:nvPr/>
        </p:nvSpPr>
        <p:spPr>
          <a:xfrm>
            <a:off x="6907783" y="6485039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8" name="pt547"/>
          <p:cNvSpPr/>
          <p:nvPr/>
        </p:nvSpPr>
        <p:spPr>
          <a:xfrm>
            <a:off x="6732032" y="6517033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9" name="pt548"/>
          <p:cNvSpPr/>
          <p:nvPr/>
        </p:nvSpPr>
        <p:spPr>
          <a:xfrm>
            <a:off x="6982221" y="6725315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0" name="pt549"/>
          <p:cNvSpPr/>
          <p:nvPr/>
        </p:nvSpPr>
        <p:spPr>
          <a:xfrm>
            <a:off x="6705200" y="6311991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1" name="pt550"/>
          <p:cNvSpPr/>
          <p:nvPr/>
        </p:nvSpPr>
        <p:spPr>
          <a:xfrm>
            <a:off x="6932520" y="6228796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2" name="pt551"/>
          <p:cNvSpPr/>
          <p:nvPr/>
        </p:nvSpPr>
        <p:spPr>
          <a:xfrm>
            <a:off x="7676810" y="6278323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3" name="pt552"/>
          <p:cNvSpPr/>
          <p:nvPr/>
        </p:nvSpPr>
        <p:spPr>
          <a:xfrm>
            <a:off x="7566837" y="6407404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4" name="pt553"/>
          <p:cNvSpPr/>
          <p:nvPr/>
        </p:nvSpPr>
        <p:spPr>
          <a:xfrm>
            <a:off x="7656132" y="6484894"/>
            <a:ext cx="77571" cy="77571"/>
          </a:xfrm>
          <a:prstGeom prst="ellipse">
            <a:avLst/>
          </a:prstGeom>
          <a:solidFill>
            <a:srgbClr val="E4D79A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5" name="pt554"/>
          <p:cNvSpPr/>
          <p:nvPr/>
        </p:nvSpPr>
        <p:spPr>
          <a:xfrm>
            <a:off x="7567661" y="6522072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6" name="pt555"/>
          <p:cNvSpPr/>
          <p:nvPr/>
        </p:nvSpPr>
        <p:spPr>
          <a:xfrm>
            <a:off x="7922055" y="6320247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7" name="pt556"/>
          <p:cNvSpPr/>
          <p:nvPr/>
        </p:nvSpPr>
        <p:spPr>
          <a:xfrm>
            <a:off x="7614841" y="6253341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8" name="pt557"/>
          <p:cNvSpPr/>
          <p:nvPr/>
        </p:nvSpPr>
        <p:spPr>
          <a:xfrm>
            <a:off x="7516663" y="6481650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9" name="pt558"/>
          <p:cNvSpPr/>
          <p:nvPr/>
        </p:nvSpPr>
        <p:spPr>
          <a:xfrm>
            <a:off x="7837966" y="6184585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0" name="pt559"/>
          <p:cNvSpPr/>
          <p:nvPr/>
        </p:nvSpPr>
        <p:spPr>
          <a:xfrm>
            <a:off x="7689731" y="6559833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1" name="pt560"/>
          <p:cNvSpPr/>
          <p:nvPr/>
        </p:nvSpPr>
        <p:spPr>
          <a:xfrm>
            <a:off x="7853980" y="6403036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2" name="pt561"/>
          <p:cNvSpPr/>
          <p:nvPr/>
        </p:nvSpPr>
        <p:spPr>
          <a:xfrm>
            <a:off x="7635924" y="6326316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3" name="pt562"/>
          <p:cNvSpPr/>
          <p:nvPr/>
        </p:nvSpPr>
        <p:spPr>
          <a:xfrm>
            <a:off x="7643280" y="6414284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4" name="pt563"/>
          <p:cNvSpPr/>
          <p:nvPr/>
        </p:nvSpPr>
        <p:spPr>
          <a:xfrm>
            <a:off x="7763713" y="6370586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5" name="pt564"/>
          <p:cNvSpPr/>
          <p:nvPr/>
        </p:nvSpPr>
        <p:spPr>
          <a:xfrm>
            <a:off x="7940029" y="6682019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6" name="pt565"/>
          <p:cNvSpPr/>
          <p:nvPr/>
        </p:nvSpPr>
        <p:spPr>
          <a:xfrm>
            <a:off x="7884866" y="6391964"/>
            <a:ext cx="77571" cy="77571"/>
          </a:xfrm>
          <a:prstGeom prst="ellipse">
            <a:avLst/>
          </a:prstGeom>
          <a:solidFill>
            <a:srgbClr val="FF9999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7" name="pt566"/>
          <p:cNvSpPr/>
          <p:nvPr/>
        </p:nvSpPr>
        <p:spPr>
          <a:xfrm>
            <a:off x="7506091" y="6410446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8" name="pt567"/>
          <p:cNvSpPr/>
          <p:nvPr/>
        </p:nvSpPr>
        <p:spPr>
          <a:xfrm>
            <a:off x="7907143" y="6291594"/>
            <a:ext cx="77571" cy="77571"/>
          </a:xfrm>
          <a:prstGeom prst="ellipse">
            <a:avLst/>
          </a:prstGeom>
          <a:solidFill>
            <a:srgbClr val="5DC1A2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9" name="pt568"/>
          <p:cNvSpPr/>
          <p:nvPr/>
        </p:nvSpPr>
        <p:spPr>
          <a:xfrm>
            <a:off x="7521997" y="6321002"/>
            <a:ext cx="77571" cy="77571"/>
          </a:xfrm>
          <a:prstGeom prst="ellipse">
            <a:avLst/>
          </a:prstGeom>
          <a:solidFill>
            <a:srgbClr val="13815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0" name="pt569"/>
          <p:cNvSpPr/>
          <p:nvPr/>
        </p:nvSpPr>
        <p:spPr>
          <a:xfrm>
            <a:off x="7904925" y="6698696"/>
            <a:ext cx="77571" cy="77571"/>
          </a:xfrm>
          <a:prstGeom prst="ellipse">
            <a:avLst/>
          </a:prstGeom>
          <a:solidFill>
            <a:srgbClr val="F5434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1" name="pt570"/>
          <p:cNvSpPr/>
          <p:nvPr/>
        </p:nvSpPr>
        <p:spPr>
          <a:xfrm>
            <a:off x="7603610" y="6284765"/>
            <a:ext cx="77571" cy="77571"/>
          </a:xfrm>
          <a:prstGeom prst="ellipse">
            <a:avLst/>
          </a:prstGeom>
          <a:solidFill>
            <a:srgbClr val="7E0D13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2" name="pt571"/>
          <p:cNvSpPr/>
          <p:nvPr/>
        </p:nvSpPr>
        <p:spPr>
          <a:xfrm>
            <a:off x="7447744" y="6169274"/>
            <a:ext cx="77571" cy="77571"/>
          </a:xfrm>
          <a:prstGeom prst="ellipse">
            <a:avLst/>
          </a:prstGeom>
          <a:solidFill>
            <a:srgbClr val="1B7C88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3" name="pt572"/>
          <p:cNvSpPr/>
          <p:nvPr/>
        </p:nvSpPr>
        <p:spPr>
          <a:xfrm>
            <a:off x="7456971" y="6196879"/>
            <a:ext cx="77571" cy="77571"/>
          </a:xfrm>
          <a:prstGeom prst="ellipse">
            <a:avLst/>
          </a:prstGeom>
          <a:solidFill>
            <a:srgbClr val="F7961E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4" name="pt573"/>
          <p:cNvSpPr/>
          <p:nvPr/>
        </p:nvSpPr>
        <p:spPr>
          <a:xfrm>
            <a:off x="7858871" y="6512328"/>
            <a:ext cx="77571" cy="77571"/>
          </a:xfrm>
          <a:prstGeom prst="ellipse">
            <a:avLst/>
          </a:prstGeom>
          <a:solidFill>
            <a:srgbClr val="5F7385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5" name="pt574"/>
          <p:cNvSpPr/>
          <p:nvPr/>
        </p:nvSpPr>
        <p:spPr>
          <a:xfrm>
            <a:off x="7578617" y="6583917"/>
            <a:ext cx="77571" cy="77571"/>
          </a:xfrm>
          <a:prstGeom prst="ellipse">
            <a:avLst/>
          </a:prstGeom>
          <a:solidFill>
            <a:srgbClr val="66B3FF">
              <a:alpha val="8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6" name="pg575"/>
          <p:cNvSpPr/>
          <p:nvPr/>
        </p:nvSpPr>
        <p:spPr>
          <a:xfrm>
            <a:off x="5114166" y="6194864"/>
            <a:ext cx="2620530" cy="334721"/>
          </a:xfrm>
          <a:custGeom>
            <a:avLst/>
            <a:gdLst/>
            <a:ahLst/>
            <a:cxnLst/>
            <a:rect l="0" t="0" r="0" b="0"/>
            <a:pathLst>
              <a:path w="2620530" h="334721">
                <a:moveTo>
                  <a:pt x="0" y="0"/>
                </a:moveTo>
                <a:lnTo>
                  <a:pt x="1384480" y="68126"/>
                </a:lnTo>
                <a:lnTo>
                  <a:pt x="1747020" y="66483"/>
                </a:lnTo>
                <a:lnTo>
                  <a:pt x="2257991" y="49158"/>
                </a:lnTo>
                <a:lnTo>
                  <a:pt x="2620530" y="29534"/>
                </a:lnTo>
                <a:lnTo>
                  <a:pt x="2620530" y="324583"/>
                </a:lnTo>
                <a:lnTo>
                  <a:pt x="2257991" y="302275"/>
                </a:lnTo>
                <a:lnTo>
                  <a:pt x="1747020" y="281168"/>
                </a:lnTo>
                <a:lnTo>
                  <a:pt x="1384480" y="276842"/>
                </a:lnTo>
                <a:lnTo>
                  <a:pt x="0" y="334721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7" name="pl576"/>
          <p:cNvSpPr/>
          <p:nvPr/>
        </p:nvSpPr>
        <p:spPr>
          <a:xfrm>
            <a:off x="5114166" y="6194864"/>
            <a:ext cx="2620530" cy="68126"/>
          </a:xfrm>
          <a:custGeom>
            <a:avLst/>
            <a:gdLst/>
            <a:ahLst/>
            <a:cxnLst/>
            <a:rect l="0" t="0" r="0" b="0"/>
            <a:pathLst>
              <a:path w="2620530" h="68126">
                <a:moveTo>
                  <a:pt x="0" y="0"/>
                </a:moveTo>
                <a:lnTo>
                  <a:pt x="1384480" y="68126"/>
                </a:lnTo>
                <a:lnTo>
                  <a:pt x="1747020" y="66483"/>
                </a:lnTo>
                <a:lnTo>
                  <a:pt x="2257991" y="49158"/>
                </a:lnTo>
                <a:lnTo>
                  <a:pt x="2620530" y="29534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78" name="pl577"/>
          <p:cNvSpPr/>
          <p:nvPr/>
        </p:nvSpPr>
        <p:spPr>
          <a:xfrm>
            <a:off x="5114166" y="6471706"/>
            <a:ext cx="2620530" cy="57878"/>
          </a:xfrm>
          <a:custGeom>
            <a:avLst/>
            <a:gdLst/>
            <a:ahLst/>
            <a:cxnLst/>
            <a:rect l="0" t="0" r="0" b="0"/>
            <a:pathLst>
              <a:path w="2620530" h="57878">
                <a:moveTo>
                  <a:pt x="2620530" y="47740"/>
                </a:moveTo>
                <a:lnTo>
                  <a:pt x="2257991" y="25433"/>
                </a:lnTo>
                <a:lnTo>
                  <a:pt x="1747020" y="4326"/>
                </a:lnTo>
                <a:lnTo>
                  <a:pt x="1384480" y="0"/>
                </a:lnTo>
                <a:lnTo>
                  <a:pt x="0" y="57878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79" name="pl578"/>
          <p:cNvSpPr/>
          <p:nvPr/>
        </p:nvSpPr>
        <p:spPr>
          <a:xfrm>
            <a:off x="5114166" y="6362224"/>
            <a:ext cx="2620530" cy="9698"/>
          </a:xfrm>
          <a:custGeom>
            <a:avLst/>
            <a:gdLst/>
            <a:ahLst/>
            <a:cxnLst/>
            <a:rect l="0" t="0" r="0" b="0"/>
            <a:pathLst>
              <a:path w="2620530" h="9698">
                <a:moveTo>
                  <a:pt x="0" y="0"/>
                </a:moveTo>
                <a:lnTo>
                  <a:pt x="1384480" y="5123"/>
                </a:lnTo>
                <a:lnTo>
                  <a:pt x="1747020" y="6465"/>
                </a:lnTo>
                <a:lnTo>
                  <a:pt x="2257991" y="8356"/>
                </a:lnTo>
                <a:lnTo>
                  <a:pt x="2620530" y="9698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0" name="tx579"/>
          <p:cNvSpPr/>
          <p:nvPr/>
        </p:nvSpPr>
        <p:spPr>
          <a:xfrm>
            <a:off x="7255002" y="5603204"/>
            <a:ext cx="479694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200" i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0.936</a:t>
            </a:r>
          </a:p>
        </p:txBody>
      </p:sp>
      <p:sp>
        <p:nvSpPr>
          <p:cNvPr id="581" name="rc580"/>
          <p:cNvSpPr/>
          <p:nvPr/>
        </p:nvSpPr>
        <p:spPr>
          <a:xfrm>
            <a:off x="4837970" y="5392761"/>
            <a:ext cx="3290409" cy="159907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82" name="pl581"/>
          <p:cNvSpPr/>
          <p:nvPr/>
        </p:nvSpPr>
        <p:spPr>
          <a:xfrm>
            <a:off x="4837970" y="5392761"/>
            <a:ext cx="0" cy="1599078"/>
          </a:xfrm>
          <a:custGeom>
            <a:avLst/>
            <a:gdLst/>
            <a:ahLst/>
            <a:cxnLst/>
            <a:rect l="0" t="0" r="0" b="0"/>
            <a:pathLst>
              <a:path h="1599078">
                <a:moveTo>
                  <a:pt x="0" y="159907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3" name="pl582"/>
          <p:cNvSpPr/>
          <p:nvPr/>
        </p:nvSpPr>
        <p:spPr>
          <a:xfrm>
            <a:off x="4800012" y="6903129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4" name="pl583"/>
          <p:cNvSpPr/>
          <p:nvPr/>
        </p:nvSpPr>
        <p:spPr>
          <a:xfrm>
            <a:off x="4800012" y="6611414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5" name="pl584"/>
          <p:cNvSpPr/>
          <p:nvPr/>
        </p:nvSpPr>
        <p:spPr>
          <a:xfrm>
            <a:off x="4800012" y="6319699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6" name="pl585"/>
          <p:cNvSpPr/>
          <p:nvPr/>
        </p:nvSpPr>
        <p:spPr>
          <a:xfrm>
            <a:off x="4800012" y="6027984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7" name="pl586"/>
          <p:cNvSpPr/>
          <p:nvPr/>
        </p:nvSpPr>
        <p:spPr>
          <a:xfrm>
            <a:off x="4800012" y="5736270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8" name="pl587"/>
          <p:cNvSpPr/>
          <p:nvPr/>
        </p:nvSpPr>
        <p:spPr>
          <a:xfrm>
            <a:off x="4800012" y="5444555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9" name="pl588"/>
          <p:cNvSpPr/>
          <p:nvPr/>
        </p:nvSpPr>
        <p:spPr>
          <a:xfrm>
            <a:off x="4837970" y="6991840"/>
            <a:ext cx="3290409" cy="0"/>
          </a:xfrm>
          <a:custGeom>
            <a:avLst/>
            <a:gdLst/>
            <a:ahLst/>
            <a:cxnLst/>
            <a:rect l="0" t="0" r="0" b="0"/>
            <a:pathLst>
              <a:path w="3290409">
                <a:moveTo>
                  <a:pt x="0" y="0"/>
                </a:moveTo>
                <a:lnTo>
                  <a:pt x="3290409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0" name="pl589"/>
          <p:cNvSpPr/>
          <p:nvPr/>
        </p:nvSpPr>
        <p:spPr>
          <a:xfrm>
            <a:off x="5114166" y="6991840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1" name="pl590"/>
          <p:cNvSpPr/>
          <p:nvPr/>
        </p:nvSpPr>
        <p:spPr>
          <a:xfrm>
            <a:off x="5987676" y="6991840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2" name="pl591"/>
          <p:cNvSpPr/>
          <p:nvPr/>
        </p:nvSpPr>
        <p:spPr>
          <a:xfrm>
            <a:off x="6861186" y="6991840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3" name="pl592"/>
          <p:cNvSpPr/>
          <p:nvPr/>
        </p:nvSpPr>
        <p:spPr>
          <a:xfrm>
            <a:off x="7734697" y="6991840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4" name="tx593"/>
          <p:cNvSpPr/>
          <p:nvPr/>
        </p:nvSpPr>
        <p:spPr>
          <a:xfrm>
            <a:off x="5075304" y="7060163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595" name="tx594"/>
          <p:cNvSpPr/>
          <p:nvPr/>
        </p:nvSpPr>
        <p:spPr>
          <a:xfrm>
            <a:off x="5948814" y="7060163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596" name="tx595"/>
          <p:cNvSpPr/>
          <p:nvPr/>
        </p:nvSpPr>
        <p:spPr>
          <a:xfrm>
            <a:off x="6822324" y="7060163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597" name="tx596"/>
          <p:cNvSpPr/>
          <p:nvPr/>
        </p:nvSpPr>
        <p:spPr>
          <a:xfrm>
            <a:off x="7695835" y="7060163"/>
            <a:ext cx="7772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599" name="tx598"/>
          <p:cNvSpPr/>
          <p:nvPr/>
        </p:nvSpPr>
        <p:spPr>
          <a:xfrm>
            <a:off x="4617211" y="5165320"/>
            <a:ext cx="1194937" cy="1279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(f) Below_PC2</a:t>
            </a:r>
          </a:p>
        </p:txBody>
      </p:sp>
      <p:sp>
        <p:nvSpPr>
          <p:cNvPr id="601" name="tx600"/>
          <p:cNvSpPr/>
          <p:nvPr/>
        </p:nvSpPr>
        <p:spPr>
          <a:xfrm>
            <a:off x="1655822" y="7533456"/>
            <a:ext cx="576163" cy="109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Species</a:t>
            </a:r>
          </a:p>
        </p:txBody>
      </p:sp>
      <p:sp>
        <p:nvSpPr>
          <p:cNvPr id="602" name="rc601"/>
          <p:cNvSpPr/>
          <p:nvPr/>
        </p:nvSpPr>
        <p:spPr>
          <a:xfrm>
            <a:off x="2368868" y="7510308"/>
            <a:ext cx="179999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3" name="pt602"/>
          <p:cNvSpPr/>
          <p:nvPr/>
        </p:nvSpPr>
        <p:spPr>
          <a:xfrm>
            <a:off x="2420082" y="7561522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4" name="rc603"/>
          <p:cNvSpPr/>
          <p:nvPr/>
        </p:nvSpPr>
        <p:spPr>
          <a:xfrm>
            <a:off x="5124150" y="7510308"/>
            <a:ext cx="179999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5" name="pt604"/>
          <p:cNvSpPr/>
          <p:nvPr/>
        </p:nvSpPr>
        <p:spPr>
          <a:xfrm>
            <a:off x="5175364" y="7561522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6" name="rc605"/>
          <p:cNvSpPr/>
          <p:nvPr/>
        </p:nvSpPr>
        <p:spPr>
          <a:xfrm>
            <a:off x="2917960" y="7510308"/>
            <a:ext cx="179999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7" name="pt606"/>
          <p:cNvSpPr/>
          <p:nvPr/>
        </p:nvSpPr>
        <p:spPr>
          <a:xfrm>
            <a:off x="2969174" y="7561522"/>
            <a:ext cx="77571" cy="77571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8" name="rc607"/>
          <p:cNvSpPr/>
          <p:nvPr/>
        </p:nvSpPr>
        <p:spPr>
          <a:xfrm>
            <a:off x="5673242" y="7510308"/>
            <a:ext cx="179999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9" name="pt608"/>
          <p:cNvSpPr/>
          <p:nvPr/>
        </p:nvSpPr>
        <p:spPr>
          <a:xfrm>
            <a:off x="5724456" y="7561522"/>
            <a:ext cx="77571" cy="77571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0" name="rc609"/>
          <p:cNvSpPr/>
          <p:nvPr/>
        </p:nvSpPr>
        <p:spPr>
          <a:xfrm>
            <a:off x="3459280" y="7510308"/>
            <a:ext cx="179999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1" name="pt610"/>
          <p:cNvSpPr/>
          <p:nvPr/>
        </p:nvSpPr>
        <p:spPr>
          <a:xfrm>
            <a:off x="3510494" y="7561522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2" name="rc611"/>
          <p:cNvSpPr/>
          <p:nvPr/>
        </p:nvSpPr>
        <p:spPr>
          <a:xfrm>
            <a:off x="6214562" y="7510308"/>
            <a:ext cx="179999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3" name="pt612"/>
          <p:cNvSpPr/>
          <p:nvPr/>
        </p:nvSpPr>
        <p:spPr>
          <a:xfrm>
            <a:off x="6265776" y="7561522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4" name="rc613"/>
          <p:cNvSpPr/>
          <p:nvPr/>
        </p:nvSpPr>
        <p:spPr>
          <a:xfrm>
            <a:off x="3985146" y="7510308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5" name="pt614"/>
          <p:cNvSpPr/>
          <p:nvPr/>
        </p:nvSpPr>
        <p:spPr>
          <a:xfrm>
            <a:off x="4036360" y="7561522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6" name="rc615"/>
          <p:cNvSpPr/>
          <p:nvPr/>
        </p:nvSpPr>
        <p:spPr>
          <a:xfrm>
            <a:off x="6740428" y="7510308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7" name="pt616"/>
          <p:cNvSpPr/>
          <p:nvPr/>
        </p:nvSpPr>
        <p:spPr>
          <a:xfrm>
            <a:off x="6791642" y="7561522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8" name="rc617"/>
          <p:cNvSpPr/>
          <p:nvPr/>
        </p:nvSpPr>
        <p:spPr>
          <a:xfrm>
            <a:off x="4526466" y="7510308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9" name="pt618"/>
          <p:cNvSpPr/>
          <p:nvPr/>
        </p:nvSpPr>
        <p:spPr>
          <a:xfrm>
            <a:off x="4577680" y="7561522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0" name="rc619"/>
          <p:cNvSpPr/>
          <p:nvPr/>
        </p:nvSpPr>
        <p:spPr>
          <a:xfrm>
            <a:off x="7281748" y="7510308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1" name="pt620"/>
          <p:cNvSpPr/>
          <p:nvPr/>
        </p:nvSpPr>
        <p:spPr>
          <a:xfrm>
            <a:off x="7332962" y="7561522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2" name="tx621"/>
          <p:cNvSpPr/>
          <p:nvPr/>
        </p:nvSpPr>
        <p:spPr>
          <a:xfrm>
            <a:off x="2624783" y="7550198"/>
            <a:ext cx="209489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CG</a:t>
            </a:r>
          </a:p>
        </p:txBody>
      </p:sp>
      <p:sp>
        <p:nvSpPr>
          <p:cNvPr id="623" name="tx622"/>
          <p:cNvSpPr/>
          <p:nvPr/>
        </p:nvSpPr>
        <p:spPr>
          <a:xfrm>
            <a:off x="5380065" y="7550198"/>
            <a:ext cx="217261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CM</a:t>
            </a:r>
          </a:p>
        </p:txBody>
      </p:sp>
      <p:sp>
        <p:nvSpPr>
          <p:cNvPr id="624" name="tx623"/>
          <p:cNvSpPr/>
          <p:nvPr/>
        </p:nvSpPr>
        <p:spPr>
          <a:xfrm>
            <a:off x="3173875" y="7550198"/>
            <a:ext cx="194035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CS</a:t>
            </a:r>
          </a:p>
        </p:txBody>
      </p:sp>
      <p:sp>
        <p:nvSpPr>
          <p:cNvPr id="625" name="tx624"/>
          <p:cNvSpPr/>
          <p:nvPr/>
        </p:nvSpPr>
        <p:spPr>
          <a:xfrm>
            <a:off x="5929157" y="7550198"/>
            <a:ext cx="209489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DO</a:t>
            </a:r>
          </a:p>
        </p:txBody>
      </p:sp>
      <p:sp>
        <p:nvSpPr>
          <p:cNvPr id="626" name="tx625"/>
          <p:cNvSpPr/>
          <p:nvPr/>
        </p:nvSpPr>
        <p:spPr>
          <a:xfrm>
            <a:off x="3715195" y="7550198"/>
            <a:ext cx="194035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ED</a:t>
            </a:r>
          </a:p>
        </p:txBody>
      </p:sp>
      <p:sp>
        <p:nvSpPr>
          <p:cNvPr id="627" name="tx626"/>
          <p:cNvSpPr/>
          <p:nvPr/>
        </p:nvSpPr>
        <p:spPr>
          <a:xfrm>
            <a:off x="6470477" y="7550198"/>
            <a:ext cx="194035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HA</a:t>
            </a:r>
          </a:p>
        </p:txBody>
      </p:sp>
      <p:sp>
        <p:nvSpPr>
          <p:cNvPr id="628" name="tx627"/>
          <p:cNvSpPr/>
          <p:nvPr/>
        </p:nvSpPr>
        <p:spPr>
          <a:xfrm>
            <a:off x="4241061" y="7550198"/>
            <a:ext cx="17858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LH</a:t>
            </a:r>
          </a:p>
        </p:txBody>
      </p:sp>
      <p:sp>
        <p:nvSpPr>
          <p:cNvPr id="629" name="tx628"/>
          <p:cNvSpPr/>
          <p:nvPr/>
        </p:nvSpPr>
        <p:spPr>
          <a:xfrm>
            <a:off x="6996343" y="7550198"/>
            <a:ext cx="209489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QC</a:t>
            </a:r>
          </a:p>
        </p:txBody>
      </p:sp>
      <p:sp>
        <p:nvSpPr>
          <p:cNvPr id="630" name="tx629"/>
          <p:cNvSpPr/>
          <p:nvPr/>
        </p:nvSpPr>
        <p:spPr>
          <a:xfrm>
            <a:off x="4782381" y="7550198"/>
            <a:ext cx="2018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QS</a:t>
            </a:r>
          </a:p>
        </p:txBody>
      </p:sp>
      <p:sp>
        <p:nvSpPr>
          <p:cNvPr id="631" name="tx630"/>
          <p:cNvSpPr/>
          <p:nvPr/>
        </p:nvSpPr>
        <p:spPr>
          <a:xfrm>
            <a:off x="7537663" y="7550198"/>
            <a:ext cx="18635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c3">
            <a:extLst>
              <a:ext uri="{FF2B5EF4-FFF2-40B4-BE49-F238E27FC236}">
                <a16:creationId xmlns:a16="http://schemas.microsoft.com/office/drawing/2014/main" id="{3820BF29-DC25-3144-AE71-48C4010AB38D}"/>
              </a:ext>
            </a:extLst>
          </p:cNvPr>
          <p:cNvSpPr/>
          <p:nvPr/>
        </p:nvSpPr>
        <p:spPr>
          <a:xfrm>
            <a:off x="914400" y="914400"/>
            <a:ext cx="6120000" cy="5112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" name="rc4">
            <a:extLst>
              <a:ext uri="{FF2B5EF4-FFF2-40B4-BE49-F238E27FC236}">
                <a16:creationId xmlns:a16="http://schemas.microsoft.com/office/drawing/2014/main" id="{AC6D6E9B-8050-CC46-A019-2A2E64FA9627}"/>
              </a:ext>
            </a:extLst>
          </p:cNvPr>
          <p:cNvSpPr/>
          <p:nvPr/>
        </p:nvSpPr>
        <p:spPr>
          <a:xfrm>
            <a:off x="914400" y="914400"/>
            <a:ext cx="6119999" cy="4824126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rc5">
            <a:extLst>
              <a:ext uri="{FF2B5EF4-FFF2-40B4-BE49-F238E27FC236}">
                <a16:creationId xmlns:a16="http://schemas.microsoft.com/office/drawing/2014/main" id="{8C2105C2-C1B6-3F45-81C8-85F473169264}"/>
              </a:ext>
            </a:extLst>
          </p:cNvPr>
          <p:cNvSpPr/>
          <p:nvPr/>
        </p:nvSpPr>
        <p:spPr>
          <a:xfrm>
            <a:off x="965010" y="952357"/>
            <a:ext cx="1726253" cy="14738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rc6">
            <a:extLst>
              <a:ext uri="{FF2B5EF4-FFF2-40B4-BE49-F238E27FC236}">
                <a16:creationId xmlns:a16="http://schemas.microsoft.com/office/drawing/2014/main" id="{77FC0722-437F-5D40-96D3-701F09F49243}"/>
              </a:ext>
            </a:extLst>
          </p:cNvPr>
          <p:cNvSpPr/>
          <p:nvPr/>
        </p:nvSpPr>
        <p:spPr>
          <a:xfrm>
            <a:off x="2691264" y="952357"/>
            <a:ext cx="1430841" cy="14738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" name="rc7">
            <a:extLst>
              <a:ext uri="{FF2B5EF4-FFF2-40B4-BE49-F238E27FC236}">
                <a16:creationId xmlns:a16="http://schemas.microsoft.com/office/drawing/2014/main" id="{74C921D5-C01C-0042-BBB0-25106B75908A}"/>
              </a:ext>
            </a:extLst>
          </p:cNvPr>
          <p:cNvSpPr/>
          <p:nvPr/>
        </p:nvSpPr>
        <p:spPr>
          <a:xfrm>
            <a:off x="4122106" y="952357"/>
            <a:ext cx="1430841" cy="14738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rc8">
            <a:extLst>
              <a:ext uri="{FF2B5EF4-FFF2-40B4-BE49-F238E27FC236}">
                <a16:creationId xmlns:a16="http://schemas.microsoft.com/office/drawing/2014/main" id="{3CA7A4FD-154F-A743-910D-E76FAFEBD012}"/>
              </a:ext>
            </a:extLst>
          </p:cNvPr>
          <p:cNvSpPr/>
          <p:nvPr/>
        </p:nvSpPr>
        <p:spPr>
          <a:xfrm>
            <a:off x="5552947" y="952357"/>
            <a:ext cx="1430841" cy="14738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rc9">
            <a:extLst>
              <a:ext uri="{FF2B5EF4-FFF2-40B4-BE49-F238E27FC236}">
                <a16:creationId xmlns:a16="http://schemas.microsoft.com/office/drawing/2014/main" id="{92B13BFA-0EF3-8C45-9A7F-90BCCC063759}"/>
              </a:ext>
            </a:extLst>
          </p:cNvPr>
          <p:cNvSpPr/>
          <p:nvPr/>
        </p:nvSpPr>
        <p:spPr>
          <a:xfrm>
            <a:off x="965010" y="2426189"/>
            <a:ext cx="1726253" cy="14738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" name="rc10">
            <a:extLst>
              <a:ext uri="{FF2B5EF4-FFF2-40B4-BE49-F238E27FC236}">
                <a16:creationId xmlns:a16="http://schemas.microsoft.com/office/drawing/2014/main" id="{C4DDDE70-C92F-464C-B9C4-85C6FB44A72E}"/>
              </a:ext>
            </a:extLst>
          </p:cNvPr>
          <p:cNvSpPr/>
          <p:nvPr/>
        </p:nvSpPr>
        <p:spPr>
          <a:xfrm>
            <a:off x="2691264" y="2426189"/>
            <a:ext cx="1430841" cy="14738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rc11">
            <a:extLst>
              <a:ext uri="{FF2B5EF4-FFF2-40B4-BE49-F238E27FC236}">
                <a16:creationId xmlns:a16="http://schemas.microsoft.com/office/drawing/2014/main" id="{1E669216-96EF-6644-8466-96B084426284}"/>
              </a:ext>
            </a:extLst>
          </p:cNvPr>
          <p:cNvSpPr/>
          <p:nvPr/>
        </p:nvSpPr>
        <p:spPr>
          <a:xfrm>
            <a:off x="4122106" y="2426189"/>
            <a:ext cx="1430841" cy="14738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rc12">
            <a:extLst>
              <a:ext uri="{FF2B5EF4-FFF2-40B4-BE49-F238E27FC236}">
                <a16:creationId xmlns:a16="http://schemas.microsoft.com/office/drawing/2014/main" id="{BCD4C1E9-0C20-9F49-B0EE-FF6DAE736CBB}"/>
              </a:ext>
            </a:extLst>
          </p:cNvPr>
          <p:cNvSpPr/>
          <p:nvPr/>
        </p:nvSpPr>
        <p:spPr>
          <a:xfrm>
            <a:off x="965010" y="3900020"/>
            <a:ext cx="1726253" cy="208842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" name="rc13">
            <a:extLst>
              <a:ext uri="{FF2B5EF4-FFF2-40B4-BE49-F238E27FC236}">
                <a16:creationId xmlns:a16="http://schemas.microsoft.com/office/drawing/2014/main" id="{0304E5B1-CD50-A445-BD9F-A5DE23DCD36A}"/>
              </a:ext>
            </a:extLst>
          </p:cNvPr>
          <p:cNvSpPr/>
          <p:nvPr/>
        </p:nvSpPr>
        <p:spPr>
          <a:xfrm>
            <a:off x="2691264" y="3900020"/>
            <a:ext cx="1430841" cy="208842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" name="rc14">
            <a:extLst>
              <a:ext uri="{FF2B5EF4-FFF2-40B4-BE49-F238E27FC236}">
                <a16:creationId xmlns:a16="http://schemas.microsoft.com/office/drawing/2014/main" id="{1FDAA6A7-A9DD-2A4F-B355-398EAAC4E85B}"/>
              </a:ext>
            </a:extLst>
          </p:cNvPr>
          <p:cNvSpPr/>
          <p:nvPr/>
        </p:nvSpPr>
        <p:spPr>
          <a:xfrm>
            <a:off x="4122106" y="3900020"/>
            <a:ext cx="1430841" cy="208842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rc15">
            <a:extLst>
              <a:ext uri="{FF2B5EF4-FFF2-40B4-BE49-F238E27FC236}">
                <a16:creationId xmlns:a16="http://schemas.microsoft.com/office/drawing/2014/main" id="{379DE826-41CC-AA48-A049-BB2B35374E5D}"/>
              </a:ext>
            </a:extLst>
          </p:cNvPr>
          <p:cNvSpPr/>
          <p:nvPr/>
        </p:nvSpPr>
        <p:spPr>
          <a:xfrm>
            <a:off x="5552947" y="3900020"/>
            <a:ext cx="1430841" cy="208842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" name="rc16">
            <a:extLst>
              <a:ext uri="{FF2B5EF4-FFF2-40B4-BE49-F238E27FC236}">
                <a16:creationId xmlns:a16="http://schemas.microsoft.com/office/drawing/2014/main" id="{7517017F-C212-F545-A7B6-E39AB53AC529}"/>
              </a:ext>
            </a:extLst>
          </p:cNvPr>
          <p:cNvSpPr/>
          <p:nvPr/>
        </p:nvSpPr>
        <p:spPr>
          <a:xfrm>
            <a:off x="1342663" y="1185068"/>
            <a:ext cx="1297990" cy="11715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pt17">
            <a:extLst>
              <a:ext uri="{FF2B5EF4-FFF2-40B4-BE49-F238E27FC236}">
                <a16:creationId xmlns:a16="http://schemas.microsoft.com/office/drawing/2014/main" id="{A276BF50-E961-3A45-BC05-111F5CB2654F}"/>
              </a:ext>
            </a:extLst>
          </p:cNvPr>
          <p:cNvSpPr/>
          <p:nvPr/>
        </p:nvSpPr>
        <p:spPr>
          <a:xfrm>
            <a:off x="1411948" y="1973529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pt18">
            <a:extLst>
              <a:ext uri="{FF2B5EF4-FFF2-40B4-BE49-F238E27FC236}">
                <a16:creationId xmlns:a16="http://schemas.microsoft.com/office/drawing/2014/main" id="{57051C42-CE9E-E940-BF58-283D40311243}"/>
              </a:ext>
            </a:extLst>
          </p:cNvPr>
          <p:cNvSpPr/>
          <p:nvPr/>
        </p:nvSpPr>
        <p:spPr>
          <a:xfrm>
            <a:off x="1449603" y="1789063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pt19">
            <a:extLst>
              <a:ext uri="{FF2B5EF4-FFF2-40B4-BE49-F238E27FC236}">
                <a16:creationId xmlns:a16="http://schemas.microsoft.com/office/drawing/2014/main" id="{479B0DA3-13B8-E54B-A40E-66E5B9C9400B}"/>
              </a:ext>
            </a:extLst>
          </p:cNvPr>
          <p:cNvSpPr/>
          <p:nvPr/>
        </p:nvSpPr>
        <p:spPr>
          <a:xfrm>
            <a:off x="1368151" y="1877648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pt20">
            <a:extLst>
              <a:ext uri="{FF2B5EF4-FFF2-40B4-BE49-F238E27FC236}">
                <a16:creationId xmlns:a16="http://schemas.microsoft.com/office/drawing/2014/main" id="{1D0EFB9D-23B9-2E4F-B866-F814B80A9BC1}"/>
              </a:ext>
            </a:extLst>
          </p:cNvPr>
          <p:cNvSpPr/>
          <p:nvPr/>
        </p:nvSpPr>
        <p:spPr>
          <a:xfrm>
            <a:off x="1447351" y="1605222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pt21">
            <a:extLst>
              <a:ext uri="{FF2B5EF4-FFF2-40B4-BE49-F238E27FC236}">
                <a16:creationId xmlns:a16="http://schemas.microsoft.com/office/drawing/2014/main" id="{95DCB1FB-B017-F14C-9855-148E399ED91D}"/>
              </a:ext>
            </a:extLst>
          </p:cNvPr>
          <p:cNvSpPr/>
          <p:nvPr/>
        </p:nvSpPr>
        <p:spPr>
          <a:xfrm>
            <a:off x="1408666" y="2265381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" name="pt22">
            <a:extLst>
              <a:ext uri="{FF2B5EF4-FFF2-40B4-BE49-F238E27FC236}">
                <a16:creationId xmlns:a16="http://schemas.microsoft.com/office/drawing/2014/main" id="{0C9E5808-BE69-D54A-B15C-6FBC654667F5}"/>
              </a:ext>
            </a:extLst>
          </p:cNvPr>
          <p:cNvSpPr/>
          <p:nvPr/>
        </p:nvSpPr>
        <p:spPr>
          <a:xfrm>
            <a:off x="1363695" y="1867691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" name="pt23">
            <a:extLst>
              <a:ext uri="{FF2B5EF4-FFF2-40B4-BE49-F238E27FC236}">
                <a16:creationId xmlns:a16="http://schemas.microsoft.com/office/drawing/2014/main" id="{E05B1672-371A-A647-8F70-863CAFDB80D8}"/>
              </a:ext>
            </a:extLst>
          </p:cNvPr>
          <p:cNvSpPr/>
          <p:nvPr/>
        </p:nvSpPr>
        <p:spPr>
          <a:xfrm>
            <a:off x="1446174" y="2079166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pt24">
            <a:extLst>
              <a:ext uri="{FF2B5EF4-FFF2-40B4-BE49-F238E27FC236}">
                <a16:creationId xmlns:a16="http://schemas.microsoft.com/office/drawing/2014/main" id="{CBC7CE24-333D-A94B-B512-B88CE9750F36}"/>
              </a:ext>
            </a:extLst>
          </p:cNvPr>
          <p:cNvSpPr/>
          <p:nvPr/>
        </p:nvSpPr>
        <p:spPr>
          <a:xfrm>
            <a:off x="1450785" y="1946122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" name="pt25">
            <a:extLst>
              <a:ext uri="{FF2B5EF4-FFF2-40B4-BE49-F238E27FC236}">
                <a16:creationId xmlns:a16="http://schemas.microsoft.com/office/drawing/2014/main" id="{785099DF-99E5-CD49-9FEC-F6D49B0520F8}"/>
              </a:ext>
            </a:extLst>
          </p:cNvPr>
          <p:cNvSpPr/>
          <p:nvPr/>
        </p:nvSpPr>
        <p:spPr>
          <a:xfrm>
            <a:off x="1454883" y="172707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" name="pt26">
            <a:extLst>
              <a:ext uri="{FF2B5EF4-FFF2-40B4-BE49-F238E27FC236}">
                <a16:creationId xmlns:a16="http://schemas.microsoft.com/office/drawing/2014/main" id="{F5348858-8CA4-954A-A564-788DF14CA31E}"/>
              </a:ext>
            </a:extLst>
          </p:cNvPr>
          <p:cNvSpPr/>
          <p:nvPr/>
        </p:nvSpPr>
        <p:spPr>
          <a:xfrm>
            <a:off x="1422586" y="188646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" name="pt27">
            <a:extLst>
              <a:ext uri="{FF2B5EF4-FFF2-40B4-BE49-F238E27FC236}">
                <a16:creationId xmlns:a16="http://schemas.microsoft.com/office/drawing/2014/main" id="{ECBE6417-260E-3F46-900E-EFF58CB19A28}"/>
              </a:ext>
            </a:extLst>
          </p:cNvPr>
          <p:cNvSpPr/>
          <p:nvPr/>
        </p:nvSpPr>
        <p:spPr>
          <a:xfrm>
            <a:off x="1767070" y="177506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" name="pt28">
            <a:extLst>
              <a:ext uri="{FF2B5EF4-FFF2-40B4-BE49-F238E27FC236}">
                <a16:creationId xmlns:a16="http://schemas.microsoft.com/office/drawing/2014/main" id="{ECA95655-A4EA-5141-8718-F2849312977C}"/>
              </a:ext>
            </a:extLst>
          </p:cNvPr>
          <p:cNvSpPr/>
          <p:nvPr/>
        </p:nvSpPr>
        <p:spPr>
          <a:xfrm>
            <a:off x="1765180" y="1660398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" name="pt29">
            <a:extLst>
              <a:ext uri="{FF2B5EF4-FFF2-40B4-BE49-F238E27FC236}">
                <a16:creationId xmlns:a16="http://schemas.microsoft.com/office/drawing/2014/main" id="{22AB2B3E-DC75-8D4A-9007-3A07B9DF250C}"/>
              </a:ext>
            </a:extLst>
          </p:cNvPr>
          <p:cNvSpPr/>
          <p:nvPr/>
        </p:nvSpPr>
        <p:spPr>
          <a:xfrm>
            <a:off x="1797578" y="1641649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" name="pt30">
            <a:extLst>
              <a:ext uri="{FF2B5EF4-FFF2-40B4-BE49-F238E27FC236}">
                <a16:creationId xmlns:a16="http://schemas.microsoft.com/office/drawing/2014/main" id="{EB958F6E-96E1-5242-AFD1-C2B0EE891C94}"/>
              </a:ext>
            </a:extLst>
          </p:cNvPr>
          <p:cNvSpPr/>
          <p:nvPr/>
        </p:nvSpPr>
        <p:spPr>
          <a:xfrm>
            <a:off x="1823033" y="191048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" name="pt31">
            <a:extLst>
              <a:ext uri="{FF2B5EF4-FFF2-40B4-BE49-F238E27FC236}">
                <a16:creationId xmlns:a16="http://schemas.microsoft.com/office/drawing/2014/main" id="{FD1A990A-C5A3-7844-9295-A751E6397EBE}"/>
              </a:ext>
            </a:extLst>
          </p:cNvPr>
          <p:cNvSpPr/>
          <p:nvPr/>
        </p:nvSpPr>
        <p:spPr>
          <a:xfrm>
            <a:off x="1739149" y="1857719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" name="pt32">
            <a:extLst>
              <a:ext uri="{FF2B5EF4-FFF2-40B4-BE49-F238E27FC236}">
                <a16:creationId xmlns:a16="http://schemas.microsoft.com/office/drawing/2014/main" id="{09A3D0BB-AAE6-3C40-B9EC-9F9790B7DEC8}"/>
              </a:ext>
            </a:extLst>
          </p:cNvPr>
          <p:cNvSpPr/>
          <p:nvPr/>
        </p:nvSpPr>
        <p:spPr>
          <a:xfrm>
            <a:off x="1754687" y="1724863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" name="pt33">
            <a:extLst>
              <a:ext uri="{FF2B5EF4-FFF2-40B4-BE49-F238E27FC236}">
                <a16:creationId xmlns:a16="http://schemas.microsoft.com/office/drawing/2014/main" id="{FCFBD903-A6E1-F840-B553-95139EC00713}"/>
              </a:ext>
            </a:extLst>
          </p:cNvPr>
          <p:cNvSpPr/>
          <p:nvPr/>
        </p:nvSpPr>
        <p:spPr>
          <a:xfrm>
            <a:off x="1775684" y="1826647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" name="pt34">
            <a:extLst>
              <a:ext uri="{FF2B5EF4-FFF2-40B4-BE49-F238E27FC236}">
                <a16:creationId xmlns:a16="http://schemas.microsoft.com/office/drawing/2014/main" id="{34233550-2B54-3442-9F4D-59695EF0450D}"/>
              </a:ext>
            </a:extLst>
          </p:cNvPr>
          <p:cNvSpPr/>
          <p:nvPr/>
        </p:nvSpPr>
        <p:spPr>
          <a:xfrm>
            <a:off x="1761191" y="2024245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" name="pt35">
            <a:extLst>
              <a:ext uri="{FF2B5EF4-FFF2-40B4-BE49-F238E27FC236}">
                <a16:creationId xmlns:a16="http://schemas.microsoft.com/office/drawing/2014/main" id="{515A8D3D-1F8C-704A-926F-0BE418D562DE}"/>
              </a:ext>
            </a:extLst>
          </p:cNvPr>
          <p:cNvSpPr/>
          <p:nvPr/>
        </p:nvSpPr>
        <p:spPr>
          <a:xfrm>
            <a:off x="1744212" y="1950925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" name="pt36">
            <a:extLst>
              <a:ext uri="{FF2B5EF4-FFF2-40B4-BE49-F238E27FC236}">
                <a16:creationId xmlns:a16="http://schemas.microsoft.com/office/drawing/2014/main" id="{052F1C81-9CA4-3741-A5BE-630C84B73718}"/>
              </a:ext>
            </a:extLst>
          </p:cNvPr>
          <p:cNvSpPr/>
          <p:nvPr/>
        </p:nvSpPr>
        <p:spPr>
          <a:xfrm>
            <a:off x="1749232" y="161796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" name="pt37">
            <a:extLst>
              <a:ext uri="{FF2B5EF4-FFF2-40B4-BE49-F238E27FC236}">
                <a16:creationId xmlns:a16="http://schemas.microsoft.com/office/drawing/2014/main" id="{71A5A042-40F8-E344-84F0-75F2FE4E2732}"/>
              </a:ext>
            </a:extLst>
          </p:cNvPr>
          <p:cNvSpPr/>
          <p:nvPr/>
        </p:nvSpPr>
        <p:spPr>
          <a:xfrm>
            <a:off x="1809909" y="1643512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" name="pt38">
            <a:extLst>
              <a:ext uri="{FF2B5EF4-FFF2-40B4-BE49-F238E27FC236}">
                <a16:creationId xmlns:a16="http://schemas.microsoft.com/office/drawing/2014/main" id="{B4D47AF1-4B59-9449-9AFC-8255426ED2E4}"/>
              </a:ext>
            </a:extLst>
          </p:cNvPr>
          <p:cNvSpPr/>
          <p:nvPr/>
        </p:nvSpPr>
        <p:spPr>
          <a:xfrm>
            <a:off x="1811026" y="189386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" name="pt39">
            <a:extLst>
              <a:ext uri="{FF2B5EF4-FFF2-40B4-BE49-F238E27FC236}">
                <a16:creationId xmlns:a16="http://schemas.microsoft.com/office/drawing/2014/main" id="{C0CFD205-29B0-7A49-B114-08ED05DBEC6C}"/>
              </a:ext>
            </a:extLst>
          </p:cNvPr>
          <p:cNvSpPr/>
          <p:nvPr/>
        </p:nvSpPr>
        <p:spPr>
          <a:xfrm>
            <a:off x="1766624" y="1954814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" name="pt40">
            <a:extLst>
              <a:ext uri="{FF2B5EF4-FFF2-40B4-BE49-F238E27FC236}">
                <a16:creationId xmlns:a16="http://schemas.microsoft.com/office/drawing/2014/main" id="{CB58D204-F09B-C648-815F-EA44B503D2EE}"/>
              </a:ext>
            </a:extLst>
          </p:cNvPr>
          <p:cNvSpPr/>
          <p:nvPr/>
        </p:nvSpPr>
        <p:spPr>
          <a:xfrm>
            <a:off x="1764788" y="208306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" name="pt41">
            <a:extLst>
              <a:ext uri="{FF2B5EF4-FFF2-40B4-BE49-F238E27FC236}">
                <a16:creationId xmlns:a16="http://schemas.microsoft.com/office/drawing/2014/main" id="{A0631FFD-EA1D-1446-A3D1-1E6AA598E132}"/>
              </a:ext>
            </a:extLst>
          </p:cNvPr>
          <p:cNvSpPr/>
          <p:nvPr/>
        </p:nvSpPr>
        <p:spPr>
          <a:xfrm>
            <a:off x="1735811" y="194147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" name="pt42">
            <a:extLst>
              <a:ext uri="{FF2B5EF4-FFF2-40B4-BE49-F238E27FC236}">
                <a16:creationId xmlns:a16="http://schemas.microsoft.com/office/drawing/2014/main" id="{1AB14442-8BA4-A747-8BBC-70FB64A480CB}"/>
              </a:ext>
            </a:extLst>
          </p:cNvPr>
          <p:cNvSpPr/>
          <p:nvPr/>
        </p:nvSpPr>
        <p:spPr>
          <a:xfrm>
            <a:off x="1749580" y="1787416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" name="pt43">
            <a:extLst>
              <a:ext uri="{FF2B5EF4-FFF2-40B4-BE49-F238E27FC236}">
                <a16:creationId xmlns:a16="http://schemas.microsoft.com/office/drawing/2014/main" id="{5E2B093B-8FE8-BA42-988D-4888C65DE144}"/>
              </a:ext>
            </a:extLst>
          </p:cNvPr>
          <p:cNvSpPr/>
          <p:nvPr/>
        </p:nvSpPr>
        <p:spPr>
          <a:xfrm>
            <a:off x="1795009" y="1936408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" name="pt44">
            <a:extLst>
              <a:ext uri="{FF2B5EF4-FFF2-40B4-BE49-F238E27FC236}">
                <a16:creationId xmlns:a16="http://schemas.microsoft.com/office/drawing/2014/main" id="{CF0419A8-64ED-2343-8D4C-0C21A775AC51}"/>
              </a:ext>
            </a:extLst>
          </p:cNvPr>
          <p:cNvSpPr/>
          <p:nvPr/>
        </p:nvSpPr>
        <p:spPr>
          <a:xfrm>
            <a:off x="1735227" y="1802864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" name="pt45">
            <a:extLst>
              <a:ext uri="{FF2B5EF4-FFF2-40B4-BE49-F238E27FC236}">
                <a16:creationId xmlns:a16="http://schemas.microsoft.com/office/drawing/2014/main" id="{AC87B82D-1E59-504D-9AE6-BCF7C1B50E8C}"/>
              </a:ext>
            </a:extLst>
          </p:cNvPr>
          <p:cNvSpPr/>
          <p:nvPr/>
        </p:nvSpPr>
        <p:spPr>
          <a:xfrm>
            <a:off x="2170563" y="1777749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" name="pt46">
            <a:extLst>
              <a:ext uri="{FF2B5EF4-FFF2-40B4-BE49-F238E27FC236}">
                <a16:creationId xmlns:a16="http://schemas.microsoft.com/office/drawing/2014/main" id="{76F64FF0-5089-2E49-8F7E-B77511751958}"/>
              </a:ext>
            </a:extLst>
          </p:cNvPr>
          <p:cNvSpPr/>
          <p:nvPr/>
        </p:nvSpPr>
        <p:spPr>
          <a:xfrm>
            <a:off x="2150279" y="180597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" name="pt47">
            <a:extLst>
              <a:ext uri="{FF2B5EF4-FFF2-40B4-BE49-F238E27FC236}">
                <a16:creationId xmlns:a16="http://schemas.microsoft.com/office/drawing/2014/main" id="{92C56E1D-5A6A-7544-8565-761F054C7BED}"/>
              </a:ext>
            </a:extLst>
          </p:cNvPr>
          <p:cNvSpPr/>
          <p:nvPr/>
        </p:nvSpPr>
        <p:spPr>
          <a:xfrm>
            <a:off x="2190342" y="1971415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" name="pt48">
            <a:extLst>
              <a:ext uri="{FF2B5EF4-FFF2-40B4-BE49-F238E27FC236}">
                <a16:creationId xmlns:a16="http://schemas.microsoft.com/office/drawing/2014/main" id="{1CFDFEB2-9914-1B4B-BD9E-F2DDA47B7622}"/>
              </a:ext>
            </a:extLst>
          </p:cNvPr>
          <p:cNvSpPr/>
          <p:nvPr/>
        </p:nvSpPr>
        <p:spPr>
          <a:xfrm>
            <a:off x="2158501" y="1675577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" name="pt49">
            <a:extLst>
              <a:ext uri="{FF2B5EF4-FFF2-40B4-BE49-F238E27FC236}">
                <a16:creationId xmlns:a16="http://schemas.microsoft.com/office/drawing/2014/main" id="{9EEF6D29-64AA-AA4F-BF65-DAB31246D637}"/>
              </a:ext>
            </a:extLst>
          </p:cNvPr>
          <p:cNvSpPr/>
          <p:nvPr/>
        </p:nvSpPr>
        <p:spPr>
          <a:xfrm>
            <a:off x="2112496" y="1802764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" name="pt50">
            <a:extLst>
              <a:ext uri="{FF2B5EF4-FFF2-40B4-BE49-F238E27FC236}">
                <a16:creationId xmlns:a16="http://schemas.microsoft.com/office/drawing/2014/main" id="{B2D06B56-248F-6848-A3B4-814EC7D8B629}"/>
              </a:ext>
            </a:extLst>
          </p:cNvPr>
          <p:cNvSpPr/>
          <p:nvPr/>
        </p:nvSpPr>
        <p:spPr>
          <a:xfrm>
            <a:off x="2168237" y="182724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" name="pt51">
            <a:extLst>
              <a:ext uri="{FF2B5EF4-FFF2-40B4-BE49-F238E27FC236}">
                <a16:creationId xmlns:a16="http://schemas.microsoft.com/office/drawing/2014/main" id="{6F7F2F79-7AE5-8D48-8185-9405A77FABFE}"/>
              </a:ext>
            </a:extLst>
          </p:cNvPr>
          <p:cNvSpPr/>
          <p:nvPr/>
        </p:nvSpPr>
        <p:spPr>
          <a:xfrm>
            <a:off x="2096838" y="1866278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" name="pt52">
            <a:extLst>
              <a:ext uri="{FF2B5EF4-FFF2-40B4-BE49-F238E27FC236}">
                <a16:creationId xmlns:a16="http://schemas.microsoft.com/office/drawing/2014/main" id="{5644E6EE-75F9-C54D-8B28-9EE4515C84A0}"/>
              </a:ext>
            </a:extLst>
          </p:cNvPr>
          <p:cNvSpPr/>
          <p:nvPr/>
        </p:nvSpPr>
        <p:spPr>
          <a:xfrm>
            <a:off x="2113985" y="180409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" name="pt53">
            <a:extLst>
              <a:ext uri="{FF2B5EF4-FFF2-40B4-BE49-F238E27FC236}">
                <a16:creationId xmlns:a16="http://schemas.microsoft.com/office/drawing/2014/main" id="{DD3FE94D-59AF-B34C-8D58-A5240C6D0229}"/>
              </a:ext>
            </a:extLst>
          </p:cNvPr>
          <p:cNvSpPr/>
          <p:nvPr/>
        </p:nvSpPr>
        <p:spPr>
          <a:xfrm>
            <a:off x="2131043" y="1920517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" name="pt54">
            <a:extLst>
              <a:ext uri="{FF2B5EF4-FFF2-40B4-BE49-F238E27FC236}">
                <a16:creationId xmlns:a16="http://schemas.microsoft.com/office/drawing/2014/main" id="{7E0DF2C1-F8F8-BD48-8378-E5D344474BBA}"/>
              </a:ext>
            </a:extLst>
          </p:cNvPr>
          <p:cNvSpPr/>
          <p:nvPr/>
        </p:nvSpPr>
        <p:spPr>
          <a:xfrm>
            <a:off x="2123169" y="1503821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" name="pt55">
            <a:extLst>
              <a:ext uri="{FF2B5EF4-FFF2-40B4-BE49-F238E27FC236}">
                <a16:creationId xmlns:a16="http://schemas.microsoft.com/office/drawing/2014/main" id="{A78F48F4-2A9D-5C4B-A1C9-BF7A4EF99C25}"/>
              </a:ext>
            </a:extLst>
          </p:cNvPr>
          <p:cNvSpPr/>
          <p:nvPr/>
        </p:nvSpPr>
        <p:spPr>
          <a:xfrm>
            <a:off x="2154270" y="158607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" name="pt56">
            <a:extLst>
              <a:ext uri="{FF2B5EF4-FFF2-40B4-BE49-F238E27FC236}">
                <a16:creationId xmlns:a16="http://schemas.microsoft.com/office/drawing/2014/main" id="{FE77DBDC-FB50-7345-89A3-97963FC4B2B2}"/>
              </a:ext>
            </a:extLst>
          </p:cNvPr>
          <p:cNvSpPr/>
          <p:nvPr/>
        </p:nvSpPr>
        <p:spPr>
          <a:xfrm>
            <a:off x="2165237" y="1553460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" name="pt57">
            <a:extLst>
              <a:ext uri="{FF2B5EF4-FFF2-40B4-BE49-F238E27FC236}">
                <a16:creationId xmlns:a16="http://schemas.microsoft.com/office/drawing/2014/main" id="{BD693FFA-05AA-2245-AD67-2847DBAAD36A}"/>
              </a:ext>
            </a:extLst>
          </p:cNvPr>
          <p:cNvSpPr/>
          <p:nvPr/>
        </p:nvSpPr>
        <p:spPr>
          <a:xfrm>
            <a:off x="2124525" y="1512487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" name="pt58">
            <a:extLst>
              <a:ext uri="{FF2B5EF4-FFF2-40B4-BE49-F238E27FC236}">
                <a16:creationId xmlns:a16="http://schemas.microsoft.com/office/drawing/2014/main" id="{A60386A5-FE3D-E846-8DBF-EEDB60811524}"/>
              </a:ext>
            </a:extLst>
          </p:cNvPr>
          <p:cNvSpPr/>
          <p:nvPr/>
        </p:nvSpPr>
        <p:spPr>
          <a:xfrm>
            <a:off x="2175347" y="177949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" name="pt59">
            <a:extLst>
              <a:ext uri="{FF2B5EF4-FFF2-40B4-BE49-F238E27FC236}">
                <a16:creationId xmlns:a16="http://schemas.microsoft.com/office/drawing/2014/main" id="{D22064FC-E432-5246-90E0-DF2E9B2BA0AF}"/>
              </a:ext>
            </a:extLst>
          </p:cNvPr>
          <p:cNvSpPr/>
          <p:nvPr/>
        </p:nvSpPr>
        <p:spPr>
          <a:xfrm>
            <a:off x="2092689" y="1739896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" name="pt60">
            <a:extLst>
              <a:ext uri="{FF2B5EF4-FFF2-40B4-BE49-F238E27FC236}">
                <a16:creationId xmlns:a16="http://schemas.microsoft.com/office/drawing/2014/main" id="{AF18EC11-9995-6F4A-A5EA-810CAE4971CD}"/>
              </a:ext>
            </a:extLst>
          </p:cNvPr>
          <p:cNvSpPr/>
          <p:nvPr/>
        </p:nvSpPr>
        <p:spPr>
          <a:xfrm>
            <a:off x="2146759" y="164375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" name="pt61">
            <a:extLst>
              <a:ext uri="{FF2B5EF4-FFF2-40B4-BE49-F238E27FC236}">
                <a16:creationId xmlns:a16="http://schemas.microsoft.com/office/drawing/2014/main" id="{3832B1FF-81FD-804D-8682-D0FD526F1DA4}"/>
              </a:ext>
            </a:extLst>
          </p:cNvPr>
          <p:cNvSpPr/>
          <p:nvPr/>
        </p:nvSpPr>
        <p:spPr>
          <a:xfrm>
            <a:off x="2159690" y="1960951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" name="pt62">
            <a:extLst>
              <a:ext uri="{FF2B5EF4-FFF2-40B4-BE49-F238E27FC236}">
                <a16:creationId xmlns:a16="http://schemas.microsoft.com/office/drawing/2014/main" id="{BF43CCE1-89F8-E140-8E25-F99BAF5E779D}"/>
              </a:ext>
            </a:extLst>
          </p:cNvPr>
          <p:cNvSpPr/>
          <p:nvPr/>
        </p:nvSpPr>
        <p:spPr>
          <a:xfrm>
            <a:off x="2146331" y="183261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" name="pt63">
            <a:extLst>
              <a:ext uri="{FF2B5EF4-FFF2-40B4-BE49-F238E27FC236}">
                <a16:creationId xmlns:a16="http://schemas.microsoft.com/office/drawing/2014/main" id="{C6A49179-9C7C-D644-9543-6B5EDAF42960}"/>
              </a:ext>
            </a:extLst>
          </p:cNvPr>
          <p:cNvSpPr/>
          <p:nvPr/>
        </p:nvSpPr>
        <p:spPr>
          <a:xfrm>
            <a:off x="2116159" y="177682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" name="pt64">
            <a:extLst>
              <a:ext uri="{FF2B5EF4-FFF2-40B4-BE49-F238E27FC236}">
                <a16:creationId xmlns:a16="http://schemas.microsoft.com/office/drawing/2014/main" id="{B0C32A0C-9382-6840-AF2A-41078778B14E}"/>
              </a:ext>
            </a:extLst>
          </p:cNvPr>
          <p:cNvSpPr/>
          <p:nvPr/>
        </p:nvSpPr>
        <p:spPr>
          <a:xfrm>
            <a:off x="2186118" y="1702208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" name="pt65">
            <a:extLst>
              <a:ext uri="{FF2B5EF4-FFF2-40B4-BE49-F238E27FC236}">
                <a16:creationId xmlns:a16="http://schemas.microsoft.com/office/drawing/2014/main" id="{8D97A510-217B-3C42-84F4-7AD53A11028D}"/>
              </a:ext>
            </a:extLst>
          </p:cNvPr>
          <p:cNvSpPr/>
          <p:nvPr/>
        </p:nvSpPr>
        <p:spPr>
          <a:xfrm>
            <a:off x="2457140" y="163709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" name="pt66">
            <a:extLst>
              <a:ext uri="{FF2B5EF4-FFF2-40B4-BE49-F238E27FC236}">
                <a16:creationId xmlns:a16="http://schemas.microsoft.com/office/drawing/2014/main" id="{236422C2-D736-5C4F-B18C-3E40CF6F27FF}"/>
              </a:ext>
            </a:extLst>
          </p:cNvPr>
          <p:cNvSpPr/>
          <p:nvPr/>
        </p:nvSpPr>
        <p:spPr>
          <a:xfrm>
            <a:off x="2542643" y="1692540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" name="pt67">
            <a:extLst>
              <a:ext uri="{FF2B5EF4-FFF2-40B4-BE49-F238E27FC236}">
                <a16:creationId xmlns:a16="http://schemas.microsoft.com/office/drawing/2014/main" id="{96F9EDAE-672A-5240-B0CF-237FF70D385D}"/>
              </a:ext>
            </a:extLst>
          </p:cNvPr>
          <p:cNvSpPr/>
          <p:nvPr/>
        </p:nvSpPr>
        <p:spPr>
          <a:xfrm>
            <a:off x="2537708" y="190684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" name="pt68">
            <a:extLst>
              <a:ext uri="{FF2B5EF4-FFF2-40B4-BE49-F238E27FC236}">
                <a16:creationId xmlns:a16="http://schemas.microsoft.com/office/drawing/2014/main" id="{7C6EC489-60EA-C848-A1FF-4E82D8E80680}"/>
              </a:ext>
            </a:extLst>
          </p:cNvPr>
          <p:cNvSpPr/>
          <p:nvPr/>
        </p:nvSpPr>
        <p:spPr>
          <a:xfrm>
            <a:off x="2518821" y="171788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" name="pt69">
            <a:extLst>
              <a:ext uri="{FF2B5EF4-FFF2-40B4-BE49-F238E27FC236}">
                <a16:creationId xmlns:a16="http://schemas.microsoft.com/office/drawing/2014/main" id="{48AEDE1C-6824-4243-955D-A52BBA7A50BA}"/>
              </a:ext>
            </a:extLst>
          </p:cNvPr>
          <p:cNvSpPr/>
          <p:nvPr/>
        </p:nvSpPr>
        <p:spPr>
          <a:xfrm>
            <a:off x="2532001" y="187384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" name="pt70">
            <a:extLst>
              <a:ext uri="{FF2B5EF4-FFF2-40B4-BE49-F238E27FC236}">
                <a16:creationId xmlns:a16="http://schemas.microsoft.com/office/drawing/2014/main" id="{9925C737-5AA3-EA46-B582-553405A89C59}"/>
              </a:ext>
            </a:extLst>
          </p:cNvPr>
          <p:cNvSpPr/>
          <p:nvPr/>
        </p:nvSpPr>
        <p:spPr>
          <a:xfrm>
            <a:off x="2482405" y="196924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" name="pt71">
            <a:extLst>
              <a:ext uri="{FF2B5EF4-FFF2-40B4-BE49-F238E27FC236}">
                <a16:creationId xmlns:a16="http://schemas.microsoft.com/office/drawing/2014/main" id="{A7B82008-55DA-AF4D-9155-E0CA682B7CA6}"/>
              </a:ext>
            </a:extLst>
          </p:cNvPr>
          <p:cNvSpPr/>
          <p:nvPr/>
        </p:nvSpPr>
        <p:spPr>
          <a:xfrm>
            <a:off x="2463820" y="179039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" name="pt72">
            <a:extLst>
              <a:ext uri="{FF2B5EF4-FFF2-40B4-BE49-F238E27FC236}">
                <a16:creationId xmlns:a16="http://schemas.microsoft.com/office/drawing/2014/main" id="{7E59C3EC-F7A8-8B44-B005-AF2088EB1E13}"/>
              </a:ext>
            </a:extLst>
          </p:cNvPr>
          <p:cNvSpPr/>
          <p:nvPr/>
        </p:nvSpPr>
        <p:spPr>
          <a:xfrm>
            <a:off x="2515792" y="1769576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" name="pt73">
            <a:extLst>
              <a:ext uri="{FF2B5EF4-FFF2-40B4-BE49-F238E27FC236}">
                <a16:creationId xmlns:a16="http://schemas.microsoft.com/office/drawing/2014/main" id="{9F121AAE-7836-A14C-ADA0-2BA53E7A147C}"/>
              </a:ext>
            </a:extLst>
          </p:cNvPr>
          <p:cNvSpPr/>
          <p:nvPr/>
        </p:nvSpPr>
        <p:spPr>
          <a:xfrm>
            <a:off x="2529882" y="1712394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" name="pt74">
            <a:extLst>
              <a:ext uri="{FF2B5EF4-FFF2-40B4-BE49-F238E27FC236}">
                <a16:creationId xmlns:a16="http://schemas.microsoft.com/office/drawing/2014/main" id="{8D411199-DD70-D848-8E52-090EC38CF6B0}"/>
              </a:ext>
            </a:extLst>
          </p:cNvPr>
          <p:cNvSpPr/>
          <p:nvPr/>
        </p:nvSpPr>
        <p:spPr>
          <a:xfrm>
            <a:off x="2479646" y="1866770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" name="pt75">
            <a:extLst>
              <a:ext uri="{FF2B5EF4-FFF2-40B4-BE49-F238E27FC236}">
                <a16:creationId xmlns:a16="http://schemas.microsoft.com/office/drawing/2014/main" id="{6A05249A-07D2-A846-ACA8-887A82C06A13}"/>
              </a:ext>
            </a:extLst>
          </p:cNvPr>
          <p:cNvSpPr/>
          <p:nvPr/>
        </p:nvSpPr>
        <p:spPr>
          <a:xfrm>
            <a:off x="2454033" y="173302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" name="pt76">
            <a:extLst>
              <a:ext uri="{FF2B5EF4-FFF2-40B4-BE49-F238E27FC236}">
                <a16:creationId xmlns:a16="http://schemas.microsoft.com/office/drawing/2014/main" id="{270C992E-F4D6-EF4E-9652-0D6AF16404E6}"/>
              </a:ext>
            </a:extLst>
          </p:cNvPr>
          <p:cNvSpPr/>
          <p:nvPr/>
        </p:nvSpPr>
        <p:spPr>
          <a:xfrm>
            <a:off x="2457833" y="1274640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" name="pt77">
            <a:extLst>
              <a:ext uri="{FF2B5EF4-FFF2-40B4-BE49-F238E27FC236}">
                <a16:creationId xmlns:a16="http://schemas.microsoft.com/office/drawing/2014/main" id="{08AC3E50-3B68-2B4E-88AD-B31DCF2EC457}"/>
              </a:ext>
            </a:extLst>
          </p:cNvPr>
          <p:cNvSpPr/>
          <p:nvPr/>
        </p:nvSpPr>
        <p:spPr>
          <a:xfrm>
            <a:off x="2510499" y="1887737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" name="pt78">
            <a:extLst>
              <a:ext uri="{FF2B5EF4-FFF2-40B4-BE49-F238E27FC236}">
                <a16:creationId xmlns:a16="http://schemas.microsoft.com/office/drawing/2014/main" id="{9F13D665-B675-2246-8B23-2D08AE7C6F61}"/>
              </a:ext>
            </a:extLst>
          </p:cNvPr>
          <p:cNvSpPr/>
          <p:nvPr/>
        </p:nvSpPr>
        <p:spPr>
          <a:xfrm>
            <a:off x="2527893" y="137545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" name="pt79">
            <a:extLst>
              <a:ext uri="{FF2B5EF4-FFF2-40B4-BE49-F238E27FC236}">
                <a16:creationId xmlns:a16="http://schemas.microsoft.com/office/drawing/2014/main" id="{B555A7D8-C562-974A-B64B-C2EB42E68DB9}"/>
              </a:ext>
            </a:extLst>
          </p:cNvPr>
          <p:cNvSpPr/>
          <p:nvPr/>
        </p:nvSpPr>
        <p:spPr>
          <a:xfrm>
            <a:off x="2460823" y="1798779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" name="pt80">
            <a:extLst>
              <a:ext uri="{FF2B5EF4-FFF2-40B4-BE49-F238E27FC236}">
                <a16:creationId xmlns:a16="http://schemas.microsoft.com/office/drawing/2014/main" id="{50718366-CD09-674A-B247-26ADDB2F3864}"/>
              </a:ext>
            </a:extLst>
          </p:cNvPr>
          <p:cNvSpPr/>
          <p:nvPr/>
        </p:nvSpPr>
        <p:spPr>
          <a:xfrm>
            <a:off x="2519737" y="1540589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" name="pt81">
            <a:extLst>
              <a:ext uri="{FF2B5EF4-FFF2-40B4-BE49-F238E27FC236}">
                <a16:creationId xmlns:a16="http://schemas.microsoft.com/office/drawing/2014/main" id="{5E13F9B4-CA02-144A-BB26-CA54A420BC19}"/>
              </a:ext>
            </a:extLst>
          </p:cNvPr>
          <p:cNvSpPr/>
          <p:nvPr/>
        </p:nvSpPr>
        <p:spPr>
          <a:xfrm>
            <a:off x="2457852" y="1506647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" name="pt82">
            <a:extLst>
              <a:ext uri="{FF2B5EF4-FFF2-40B4-BE49-F238E27FC236}">
                <a16:creationId xmlns:a16="http://schemas.microsoft.com/office/drawing/2014/main" id="{AF3B76E2-9AB6-FC45-B120-9C2DF240EDEF}"/>
              </a:ext>
            </a:extLst>
          </p:cNvPr>
          <p:cNvSpPr/>
          <p:nvPr/>
        </p:nvSpPr>
        <p:spPr>
          <a:xfrm>
            <a:off x="2517584" y="1526075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" name="pt83">
            <a:extLst>
              <a:ext uri="{FF2B5EF4-FFF2-40B4-BE49-F238E27FC236}">
                <a16:creationId xmlns:a16="http://schemas.microsoft.com/office/drawing/2014/main" id="{5A746595-2E7D-EC4D-BF8F-1A5498895DFE}"/>
              </a:ext>
            </a:extLst>
          </p:cNvPr>
          <p:cNvSpPr/>
          <p:nvPr/>
        </p:nvSpPr>
        <p:spPr>
          <a:xfrm>
            <a:off x="2521438" y="1860363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" name="pt84">
            <a:extLst>
              <a:ext uri="{FF2B5EF4-FFF2-40B4-BE49-F238E27FC236}">
                <a16:creationId xmlns:a16="http://schemas.microsoft.com/office/drawing/2014/main" id="{58ACE408-72F4-5846-8B56-A326ECEACA75}"/>
              </a:ext>
            </a:extLst>
          </p:cNvPr>
          <p:cNvSpPr/>
          <p:nvPr/>
        </p:nvSpPr>
        <p:spPr>
          <a:xfrm>
            <a:off x="2454824" y="169027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" name="pt85">
            <a:extLst>
              <a:ext uri="{FF2B5EF4-FFF2-40B4-BE49-F238E27FC236}">
                <a16:creationId xmlns:a16="http://schemas.microsoft.com/office/drawing/2014/main" id="{14B1C0EC-5EB9-F949-BF8E-5BF47D7E75F1}"/>
              </a:ext>
            </a:extLst>
          </p:cNvPr>
          <p:cNvSpPr/>
          <p:nvPr/>
        </p:nvSpPr>
        <p:spPr>
          <a:xfrm>
            <a:off x="2473288" y="1828971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" name="pt86">
            <a:extLst>
              <a:ext uri="{FF2B5EF4-FFF2-40B4-BE49-F238E27FC236}">
                <a16:creationId xmlns:a16="http://schemas.microsoft.com/office/drawing/2014/main" id="{DBBC8CC3-1FC9-5942-A08E-388789C283F1}"/>
              </a:ext>
            </a:extLst>
          </p:cNvPr>
          <p:cNvSpPr/>
          <p:nvPr/>
        </p:nvSpPr>
        <p:spPr>
          <a:xfrm>
            <a:off x="2510850" y="1747179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" name="pt87">
            <a:extLst>
              <a:ext uri="{FF2B5EF4-FFF2-40B4-BE49-F238E27FC236}">
                <a16:creationId xmlns:a16="http://schemas.microsoft.com/office/drawing/2014/main" id="{76480889-3335-3D45-A2BF-BC6302586FE3}"/>
              </a:ext>
            </a:extLst>
          </p:cNvPr>
          <p:cNvSpPr/>
          <p:nvPr/>
        </p:nvSpPr>
        <p:spPr>
          <a:xfrm>
            <a:off x="2460832" y="1409049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" name="pt88">
            <a:extLst>
              <a:ext uri="{FF2B5EF4-FFF2-40B4-BE49-F238E27FC236}">
                <a16:creationId xmlns:a16="http://schemas.microsoft.com/office/drawing/2014/main" id="{716011E4-2E7D-D64E-B1F4-17BA597D395D}"/>
              </a:ext>
            </a:extLst>
          </p:cNvPr>
          <p:cNvSpPr/>
          <p:nvPr/>
        </p:nvSpPr>
        <p:spPr>
          <a:xfrm>
            <a:off x="2543686" y="120035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" name="pg89">
            <a:extLst>
              <a:ext uri="{FF2B5EF4-FFF2-40B4-BE49-F238E27FC236}">
                <a16:creationId xmlns:a16="http://schemas.microsoft.com/office/drawing/2014/main" id="{605161D9-A8FC-5444-810C-35904EC285D6}"/>
              </a:ext>
            </a:extLst>
          </p:cNvPr>
          <p:cNvSpPr/>
          <p:nvPr/>
        </p:nvSpPr>
        <p:spPr>
          <a:xfrm>
            <a:off x="1451610" y="1656519"/>
            <a:ext cx="1090931" cy="369931"/>
          </a:xfrm>
          <a:custGeom>
            <a:avLst/>
            <a:gdLst/>
            <a:ahLst/>
            <a:cxnLst/>
            <a:rect l="0" t="0" r="0" b="0"/>
            <a:pathLst>
              <a:path w="1090931" h="369931">
                <a:moveTo>
                  <a:pt x="0" y="208813"/>
                </a:moveTo>
                <a:lnTo>
                  <a:pt x="576362" y="124045"/>
                </a:lnTo>
                <a:lnTo>
                  <a:pt x="727287" y="92898"/>
                </a:lnTo>
                <a:lnTo>
                  <a:pt x="940005" y="40913"/>
                </a:lnTo>
                <a:lnTo>
                  <a:pt x="1090931" y="0"/>
                </a:lnTo>
                <a:lnTo>
                  <a:pt x="1090931" y="126341"/>
                </a:lnTo>
                <a:lnTo>
                  <a:pt x="940005" y="148016"/>
                </a:lnTo>
                <a:lnTo>
                  <a:pt x="727287" y="184244"/>
                </a:lnTo>
                <a:lnTo>
                  <a:pt x="576362" y="215684"/>
                </a:lnTo>
                <a:lnTo>
                  <a:pt x="0" y="369931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" name="pl90">
            <a:extLst>
              <a:ext uri="{FF2B5EF4-FFF2-40B4-BE49-F238E27FC236}">
                <a16:creationId xmlns:a16="http://schemas.microsoft.com/office/drawing/2014/main" id="{D1100146-6A85-D646-8F85-68E9F017CE83}"/>
              </a:ext>
            </a:extLst>
          </p:cNvPr>
          <p:cNvSpPr/>
          <p:nvPr/>
        </p:nvSpPr>
        <p:spPr>
          <a:xfrm>
            <a:off x="1451610" y="1656519"/>
            <a:ext cx="1090931" cy="208813"/>
          </a:xfrm>
          <a:custGeom>
            <a:avLst/>
            <a:gdLst/>
            <a:ahLst/>
            <a:cxnLst/>
            <a:rect l="0" t="0" r="0" b="0"/>
            <a:pathLst>
              <a:path w="1090931" h="208813">
                <a:moveTo>
                  <a:pt x="0" y="208813"/>
                </a:moveTo>
                <a:lnTo>
                  <a:pt x="576362" y="124045"/>
                </a:lnTo>
                <a:lnTo>
                  <a:pt x="727287" y="92898"/>
                </a:lnTo>
                <a:lnTo>
                  <a:pt x="940005" y="40913"/>
                </a:lnTo>
                <a:lnTo>
                  <a:pt x="1090931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3" name="pl91">
            <a:extLst>
              <a:ext uri="{FF2B5EF4-FFF2-40B4-BE49-F238E27FC236}">
                <a16:creationId xmlns:a16="http://schemas.microsoft.com/office/drawing/2014/main" id="{A5923D39-A048-5C4D-AEA5-258896C5A560}"/>
              </a:ext>
            </a:extLst>
          </p:cNvPr>
          <p:cNvSpPr/>
          <p:nvPr/>
        </p:nvSpPr>
        <p:spPr>
          <a:xfrm>
            <a:off x="1451610" y="1782860"/>
            <a:ext cx="1090931" cy="243590"/>
          </a:xfrm>
          <a:custGeom>
            <a:avLst/>
            <a:gdLst/>
            <a:ahLst/>
            <a:cxnLst/>
            <a:rect l="0" t="0" r="0" b="0"/>
            <a:pathLst>
              <a:path w="1090931" h="243590">
                <a:moveTo>
                  <a:pt x="1090931" y="0"/>
                </a:moveTo>
                <a:lnTo>
                  <a:pt x="940005" y="21674"/>
                </a:lnTo>
                <a:lnTo>
                  <a:pt x="727287" y="57902"/>
                </a:lnTo>
                <a:lnTo>
                  <a:pt x="576362" y="89343"/>
                </a:lnTo>
                <a:lnTo>
                  <a:pt x="0" y="24359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4" name="pl92">
            <a:extLst>
              <a:ext uri="{FF2B5EF4-FFF2-40B4-BE49-F238E27FC236}">
                <a16:creationId xmlns:a16="http://schemas.microsoft.com/office/drawing/2014/main" id="{EA770EDA-179E-B041-9AC1-DBA29570DFBA}"/>
              </a:ext>
            </a:extLst>
          </p:cNvPr>
          <p:cNvSpPr/>
          <p:nvPr/>
        </p:nvSpPr>
        <p:spPr>
          <a:xfrm>
            <a:off x="1451610" y="1719689"/>
            <a:ext cx="1090931" cy="226201"/>
          </a:xfrm>
          <a:custGeom>
            <a:avLst/>
            <a:gdLst/>
            <a:ahLst/>
            <a:cxnLst/>
            <a:rect l="0" t="0" r="0" b="0"/>
            <a:pathLst>
              <a:path w="1090931" h="226201">
                <a:moveTo>
                  <a:pt x="0" y="226201"/>
                </a:moveTo>
                <a:lnTo>
                  <a:pt x="576362" y="106694"/>
                </a:lnTo>
                <a:lnTo>
                  <a:pt x="727287" y="75400"/>
                </a:lnTo>
                <a:lnTo>
                  <a:pt x="940005" y="31294"/>
                </a:lnTo>
                <a:lnTo>
                  <a:pt x="1090931" y="0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" name="tx93">
            <a:extLst>
              <a:ext uri="{FF2B5EF4-FFF2-40B4-BE49-F238E27FC236}">
                <a16:creationId xmlns:a16="http://schemas.microsoft.com/office/drawing/2014/main" id="{3A2E83C1-4E2B-9C41-970E-8160647A608F}"/>
              </a:ext>
            </a:extLst>
          </p:cNvPr>
          <p:cNvSpPr/>
          <p:nvPr/>
        </p:nvSpPr>
        <p:spPr>
          <a:xfrm>
            <a:off x="1999334" y="1227245"/>
            <a:ext cx="70591" cy="910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</a:p>
        </p:txBody>
      </p:sp>
      <p:sp>
        <p:nvSpPr>
          <p:cNvPr id="96" name="tx94">
            <a:extLst>
              <a:ext uri="{FF2B5EF4-FFF2-40B4-BE49-F238E27FC236}">
                <a16:creationId xmlns:a16="http://schemas.microsoft.com/office/drawing/2014/main" id="{B9465D13-8520-4D41-9A76-3600893A7755}"/>
              </a:ext>
            </a:extLst>
          </p:cNvPr>
          <p:cNvSpPr/>
          <p:nvPr/>
        </p:nvSpPr>
        <p:spPr>
          <a:xfrm>
            <a:off x="2080130" y="1227154"/>
            <a:ext cx="462412" cy="911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&lt; 0.001</a:t>
            </a:r>
          </a:p>
        </p:txBody>
      </p:sp>
      <p:sp>
        <p:nvSpPr>
          <p:cNvPr id="97" name="rc95">
            <a:extLst>
              <a:ext uri="{FF2B5EF4-FFF2-40B4-BE49-F238E27FC236}">
                <a16:creationId xmlns:a16="http://schemas.microsoft.com/office/drawing/2014/main" id="{44AB04D4-FF41-3B46-84A0-1D28F138E7C7}"/>
              </a:ext>
            </a:extLst>
          </p:cNvPr>
          <p:cNvSpPr/>
          <p:nvPr/>
        </p:nvSpPr>
        <p:spPr>
          <a:xfrm>
            <a:off x="1342663" y="1185068"/>
            <a:ext cx="1297990" cy="117153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8" name="pl96">
            <a:extLst>
              <a:ext uri="{FF2B5EF4-FFF2-40B4-BE49-F238E27FC236}">
                <a16:creationId xmlns:a16="http://schemas.microsoft.com/office/drawing/2014/main" id="{96B2A893-E92D-E145-9FC4-F4F5A99A30F3}"/>
              </a:ext>
            </a:extLst>
          </p:cNvPr>
          <p:cNvSpPr/>
          <p:nvPr/>
        </p:nvSpPr>
        <p:spPr>
          <a:xfrm>
            <a:off x="1342663" y="1185068"/>
            <a:ext cx="0" cy="1171531"/>
          </a:xfrm>
          <a:custGeom>
            <a:avLst/>
            <a:gdLst/>
            <a:ahLst/>
            <a:cxnLst/>
            <a:rect l="0" t="0" r="0" b="0"/>
            <a:pathLst>
              <a:path h="1171531">
                <a:moveTo>
                  <a:pt x="0" y="11715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9" name="tx97">
            <a:extLst>
              <a:ext uri="{FF2B5EF4-FFF2-40B4-BE49-F238E27FC236}">
                <a16:creationId xmlns:a16="http://schemas.microsoft.com/office/drawing/2014/main" id="{E91E2949-39D7-1145-959E-071FC2718EC2}"/>
              </a:ext>
            </a:extLst>
          </p:cNvPr>
          <p:cNvSpPr/>
          <p:nvPr/>
        </p:nvSpPr>
        <p:spPr>
          <a:xfrm rot="16200000">
            <a:off x="1152636" y="2272932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0.2</a:t>
            </a:r>
          </a:p>
        </p:txBody>
      </p:sp>
      <p:sp>
        <p:nvSpPr>
          <p:cNvPr id="100" name="tx98">
            <a:extLst>
              <a:ext uri="{FF2B5EF4-FFF2-40B4-BE49-F238E27FC236}">
                <a16:creationId xmlns:a16="http://schemas.microsoft.com/office/drawing/2014/main" id="{CA5CF112-6848-FA47-8A64-14CEF9B7DB3F}"/>
              </a:ext>
            </a:extLst>
          </p:cNvPr>
          <p:cNvSpPr/>
          <p:nvPr/>
        </p:nvSpPr>
        <p:spPr>
          <a:xfrm rot="16200000">
            <a:off x="1152636" y="1994169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0.4</a:t>
            </a:r>
          </a:p>
        </p:txBody>
      </p:sp>
      <p:sp>
        <p:nvSpPr>
          <p:cNvPr id="101" name="tx99">
            <a:extLst>
              <a:ext uri="{FF2B5EF4-FFF2-40B4-BE49-F238E27FC236}">
                <a16:creationId xmlns:a16="http://schemas.microsoft.com/office/drawing/2014/main" id="{8B19B441-A7C7-B24A-A40E-ACE0FB1B3AF6}"/>
              </a:ext>
            </a:extLst>
          </p:cNvPr>
          <p:cNvSpPr/>
          <p:nvPr/>
        </p:nvSpPr>
        <p:spPr>
          <a:xfrm rot="16200000">
            <a:off x="1152636" y="1715406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0.6</a:t>
            </a:r>
          </a:p>
        </p:txBody>
      </p:sp>
      <p:sp>
        <p:nvSpPr>
          <p:cNvPr id="102" name="tx100">
            <a:extLst>
              <a:ext uri="{FF2B5EF4-FFF2-40B4-BE49-F238E27FC236}">
                <a16:creationId xmlns:a16="http://schemas.microsoft.com/office/drawing/2014/main" id="{5FCDDEC7-6BF4-9342-B565-74E0BDC43CFD}"/>
              </a:ext>
            </a:extLst>
          </p:cNvPr>
          <p:cNvSpPr/>
          <p:nvPr/>
        </p:nvSpPr>
        <p:spPr>
          <a:xfrm rot="16200000">
            <a:off x="1152636" y="1436643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0.8</a:t>
            </a:r>
          </a:p>
        </p:txBody>
      </p:sp>
      <p:sp>
        <p:nvSpPr>
          <p:cNvPr id="103" name="tx101">
            <a:extLst>
              <a:ext uri="{FF2B5EF4-FFF2-40B4-BE49-F238E27FC236}">
                <a16:creationId xmlns:a16="http://schemas.microsoft.com/office/drawing/2014/main" id="{36824BC5-C4C6-F246-B39E-0D22A48C7D6E}"/>
              </a:ext>
            </a:extLst>
          </p:cNvPr>
          <p:cNvSpPr/>
          <p:nvPr/>
        </p:nvSpPr>
        <p:spPr>
          <a:xfrm rot="16200000">
            <a:off x="1152636" y="1157880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1.0</a:t>
            </a:r>
          </a:p>
        </p:txBody>
      </p:sp>
      <p:sp>
        <p:nvSpPr>
          <p:cNvPr id="104" name="pl102">
            <a:extLst>
              <a:ext uri="{FF2B5EF4-FFF2-40B4-BE49-F238E27FC236}">
                <a16:creationId xmlns:a16="http://schemas.microsoft.com/office/drawing/2014/main" id="{F7C31493-92DC-084C-BA41-E20B26280659}"/>
              </a:ext>
            </a:extLst>
          </p:cNvPr>
          <p:cNvSpPr/>
          <p:nvPr/>
        </p:nvSpPr>
        <p:spPr>
          <a:xfrm>
            <a:off x="1311032" y="2313943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" name="pl103">
            <a:extLst>
              <a:ext uri="{FF2B5EF4-FFF2-40B4-BE49-F238E27FC236}">
                <a16:creationId xmlns:a16="http://schemas.microsoft.com/office/drawing/2014/main" id="{D0330CF7-1EB4-8741-941C-FEF56A3DE3DA}"/>
              </a:ext>
            </a:extLst>
          </p:cNvPr>
          <p:cNvSpPr/>
          <p:nvPr/>
        </p:nvSpPr>
        <p:spPr>
          <a:xfrm>
            <a:off x="1311032" y="2035180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" name="pl104">
            <a:extLst>
              <a:ext uri="{FF2B5EF4-FFF2-40B4-BE49-F238E27FC236}">
                <a16:creationId xmlns:a16="http://schemas.microsoft.com/office/drawing/2014/main" id="{653E2633-9688-6947-B0A8-804706E853B1}"/>
              </a:ext>
            </a:extLst>
          </p:cNvPr>
          <p:cNvSpPr/>
          <p:nvPr/>
        </p:nvSpPr>
        <p:spPr>
          <a:xfrm>
            <a:off x="1311032" y="1756417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7" name="pl105">
            <a:extLst>
              <a:ext uri="{FF2B5EF4-FFF2-40B4-BE49-F238E27FC236}">
                <a16:creationId xmlns:a16="http://schemas.microsoft.com/office/drawing/2014/main" id="{A408022C-15A5-5948-B828-CCA537B5D0D2}"/>
              </a:ext>
            </a:extLst>
          </p:cNvPr>
          <p:cNvSpPr/>
          <p:nvPr/>
        </p:nvSpPr>
        <p:spPr>
          <a:xfrm>
            <a:off x="1311032" y="1477654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8" name="pl106">
            <a:extLst>
              <a:ext uri="{FF2B5EF4-FFF2-40B4-BE49-F238E27FC236}">
                <a16:creationId xmlns:a16="http://schemas.microsoft.com/office/drawing/2014/main" id="{7AD9C4BE-F0D6-4149-BEF9-5E13046CFF68}"/>
              </a:ext>
            </a:extLst>
          </p:cNvPr>
          <p:cNvSpPr/>
          <p:nvPr/>
        </p:nvSpPr>
        <p:spPr>
          <a:xfrm>
            <a:off x="1311032" y="1198891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9" name="pl107">
            <a:extLst>
              <a:ext uri="{FF2B5EF4-FFF2-40B4-BE49-F238E27FC236}">
                <a16:creationId xmlns:a16="http://schemas.microsoft.com/office/drawing/2014/main" id="{8E8E0411-DCDF-CB4C-A9BE-AAA8A2C52079}"/>
              </a:ext>
            </a:extLst>
          </p:cNvPr>
          <p:cNvSpPr/>
          <p:nvPr/>
        </p:nvSpPr>
        <p:spPr>
          <a:xfrm>
            <a:off x="1342663" y="2356600"/>
            <a:ext cx="1297990" cy="0"/>
          </a:xfrm>
          <a:custGeom>
            <a:avLst/>
            <a:gdLst/>
            <a:ahLst/>
            <a:cxnLst/>
            <a:rect l="0" t="0" r="0" b="0"/>
            <a:pathLst>
              <a:path w="1297990">
                <a:moveTo>
                  <a:pt x="0" y="0"/>
                </a:moveTo>
                <a:lnTo>
                  <a:pt x="129799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0" name="pl108">
            <a:extLst>
              <a:ext uri="{FF2B5EF4-FFF2-40B4-BE49-F238E27FC236}">
                <a16:creationId xmlns:a16="http://schemas.microsoft.com/office/drawing/2014/main" id="{339A298C-48F8-3B46-BFD3-F3D87889C640}"/>
              </a:ext>
            </a:extLst>
          </p:cNvPr>
          <p:cNvSpPr/>
          <p:nvPr/>
        </p:nvSpPr>
        <p:spPr>
          <a:xfrm>
            <a:off x="1451610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" name="pl109">
            <a:extLst>
              <a:ext uri="{FF2B5EF4-FFF2-40B4-BE49-F238E27FC236}">
                <a16:creationId xmlns:a16="http://schemas.microsoft.com/office/drawing/2014/main" id="{0958AF0E-E9E2-E843-B4C5-2BE9BCF01176}"/>
              </a:ext>
            </a:extLst>
          </p:cNvPr>
          <p:cNvSpPr/>
          <p:nvPr/>
        </p:nvSpPr>
        <p:spPr>
          <a:xfrm>
            <a:off x="1815254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" name="pl110">
            <a:extLst>
              <a:ext uri="{FF2B5EF4-FFF2-40B4-BE49-F238E27FC236}">
                <a16:creationId xmlns:a16="http://schemas.microsoft.com/office/drawing/2014/main" id="{8DA1116C-761E-8E44-B271-B87FAFC70C23}"/>
              </a:ext>
            </a:extLst>
          </p:cNvPr>
          <p:cNvSpPr/>
          <p:nvPr/>
        </p:nvSpPr>
        <p:spPr>
          <a:xfrm>
            <a:off x="2178898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" name="pl111">
            <a:extLst>
              <a:ext uri="{FF2B5EF4-FFF2-40B4-BE49-F238E27FC236}">
                <a16:creationId xmlns:a16="http://schemas.microsoft.com/office/drawing/2014/main" id="{56000A7C-099B-2140-8DDB-734793E5ABFC}"/>
              </a:ext>
            </a:extLst>
          </p:cNvPr>
          <p:cNvSpPr/>
          <p:nvPr/>
        </p:nvSpPr>
        <p:spPr>
          <a:xfrm>
            <a:off x="2542542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" name="tx112">
            <a:extLst>
              <a:ext uri="{FF2B5EF4-FFF2-40B4-BE49-F238E27FC236}">
                <a16:creationId xmlns:a16="http://schemas.microsoft.com/office/drawing/2014/main" id="{8055462B-D4A9-B94D-B609-E1C0B03C23B8}"/>
              </a:ext>
            </a:extLst>
          </p:cNvPr>
          <p:cNvSpPr/>
          <p:nvPr/>
        </p:nvSpPr>
        <p:spPr>
          <a:xfrm>
            <a:off x="1342663" y="990315"/>
            <a:ext cx="512246" cy="100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(a) MLA</a:t>
            </a:r>
          </a:p>
        </p:txBody>
      </p:sp>
      <p:sp>
        <p:nvSpPr>
          <p:cNvPr id="115" name="rc113">
            <a:extLst>
              <a:ext uri="{FF2B5EF4-FFF2-40B4-BE49-F238E27FC236}">
                <a16:creationId xmlns:a16="http://schemas.microsoft.com/office/drawing/2014/main" id="{C2FC8B91-C211-DD48-90E8-16DEDE68A178}"/>
              </a:ext>
            </a:extLst>
          </p:cNvPr>
          <p:cNvSpPr/>
          <p:nvPr/>
        </p:nvSpPr>
        <p:spPr>
          <a:xfrm>
            <a:off x="2773505" y="1185068"/>
            <a:ext cx="1297990" cy="11715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" name="pt114">
            <a:extLst>
              <a:ext uri="{FF2B5EF4-FFF2-40B4-BE49-F238E27FC236}">
                <a16:creationId xmlns:a16="http://schemas.microsoft.com/office/drawing/2014/main" id="{8CEA6E5F-D0FB-8C47-AA2E-75E833F35851}"/>
              </a:ext>
            </a:extLst>
          </p:cNvPr>
          <p:cNvSpPr/>
          <p:nvPr/>
        </p:nvSpPr>
        <p:spPr>
          <a:xfrm>
            <a:off x="2869604" y="1932663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" name="pt115">
            <a:extLst>
              <a:ext uri="{FF2B5EF4-FFF2-40B4-BE49-F238E27FC236}">
                <a16:creationId xmlns:a16="http://schemas.microsoft.com/office/drawing/2014/main" id="{E4FCDF86-8277-3B4A-B33A-85829C5F776B}"/>
              </a:ext>
            </a:extLst>
          </p:cNvPr>
          <p:cNvSpPr/>
          <p:nvPr/>
        </p:nvSpPr>
        <p:spPr>
          <a:xfrm>
            <a:off x="2820152" y="1916286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" name="pt116">
            <a:extLst>
              <a:ext uri="{FF2B5EF4-FFF2-40B4-BE49-F238E27FC236}">
                <a16:creationId xmlns:a16="http://schemas.microsoft.com/office/drawing/2014/main" id="{6EA8695E-2375-0242-88CC-587171043B6D}"/>
              </a:ext>
            </a:extLst>
          </p:cNvPr>
          <p:cNvSpPr/>
          <p:nvPr/>
        </p:nvSpPr>
        <p:spPr>
          <a:xfrm>
            <a:off x="2881188" y="1813700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" name="pt117">
            <a:extLst>
              <a:ext uri="{FF2B5EF4-FFF2-40B4-BE49-F238E27FC236}">
                <a16:creationId xmlns:a16="http://schemas.microsoft.com/office/drawing/2014/main" id="{7A9F136D-74D1-0D49-89B6-A504000D299E}"/>
              </a:ext>
            </a:extLst>
          </p:cNvPr>
          <p:cNvSpPr/>
          <p:nvPr/>
        </p:nvSpPr>
        <p:spPr>
          <a:xfrm>
            <a:off x="2814205" y="1749955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" name="pt118">
            <a:extLst>
              <a:ext uri="{FF2B5EF4-FFF2-40B4-BE49-F238E27FC236}">
                <a16:creationId xmlns:a16="http://schemas.microsoft.com/office/drawing/2014/main" id="{9803054F-33CD-814E-808F-B85EE8D91118}"/>
              </a:ext>
            </a:extLst>
          </p:cNvPr>
          <p:cNvSpPr/>
          <p:nvPr/>
        </p:nvSpPr>
        <p:spPr>
          <a:xfrm>
            <a:off x="2835289" y="2185519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" name="pt119">
            <a:extLst>
              <a:ext uri="{FF2B5EF4-FFF2-40B4-BE49-F238E27FC236}">
                <a16:creationId xmlns:a16="http://schemas.microsoft.com/office/drawing/2014/main" id="{F7C11201-3BA0-DC4E-90A1-DAEDCE35C797}"/>
              </a:ext>
            </a:extLst>
          </p:cNvPr>
          <p:cNvSpPr/>
          <p:nvPr/>
        </p:nvSpPr>
        <p:spPr>
          <a:xfrm>
            <a:off x="2866842" y="2252142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" name="pt120">
            <a:extLst>
              <a:ext uri="{FF2B5EF4-FFF2-40B4-BE49-F238E27FC236}">
                <a16:creationId xmlns:a16="http://schemas.microsoft.com/office/drawing/2014/main" id="{8425CCD7-31E2-1D46-AE8E-694DD2EF6481}"/>
              </a:ext>
            </a:extLst>
          </p:cNvPr>
          <p:cNvSpPr/>
          <p:nvPr/>
        </p:nvSpPr>
        <p:spPr>
          <a:xfrm>
            <a:off x="2853988" y="1824328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" name="pt121">
            <a:extLst>
              <a:ext uri="{FF2B5EF4-FFF2-40B4-BE49-F238E27FC236}">
                <a16:creationId xmlns:a16="http://schemas.microsoft.com/office/drawing/2014/main" id="{1F4985E6-0833-0940-832B-288C11054033}"/>
              </a:ext>
            </a:extLst>
          </p:cNvPr>
          <p:cNvSpPr/>
          <p:nvPr/>
        </p:nvSpPr>
        <p:spPr>
          <a:xfrm>
            <a:off x="2837209" y="2206741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" name="pt122">
            <a:extLst>
              <a:ext uri="{FF2B5EF4-FFF2-40B4-BE49-F238E27FC236}">
                <a16:creationId xmlns:a16="http://schemas.microsoft.com/office/drawing/2014/main" id="{95433428-194C-904E-95EC-AA4844775B23}"/>
              </a:ext>
            </a:extLst>
          </p:cNvPr>
          <p:cNvSpPr/>
          <p:nvPr/>
        </p:nvSpPr>
        <p:spPr>
          <a:xfrm>
            <a:off x="2816333" y="182321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" name="pt123">
            <a:extLst>
              <a:ext uri="{FF2B5EF4-FFF2-40B4-BE49-F238E27FC236}">
                <a16:creationId xmlns:a16="http://schemas.microsoft.com/office/drawing/2014/main" id="{FDD6C939-F489-6642-963D-3A2FD9C3EF19}"/>
              </a:ext>
            </a:extLst>
          </p:cNvPr>
          <p:cNvSpPr/>
          <p:nvPr/>
        </p:nvSpPr>
        <p:spPr>
          <a:xfrm>
            <a:off x="2794537" y="165746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" name="pt124">
            <a:extLst>
              <a:ext uri="{FF2B5EF4-FFF2-40B4-BE49-F238E27FC236}">
                <a16:creationId xmlns:a16="http://schemas.microsoft.com/office/drawing/2014/main" id="{2A42BC4E-A226-0144-A018-2CBB8867BD1A}"/>
              </a:ext>
            </a:extLst>
          </p:cNvPr>
          <p:cNvSpPr/>
          <p:nvPr/>
        </p:nvSpPr>
        <p:spPr>
          <a:xfrm>
            <a:off x="3226545" y="183800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" name="pt125">
            <a:extLst>
              <a:ext uri="{FF2B5EF4-FFF2-40B4-BE49-F238E27FC236}">
                <a16:creationId xmlns:a16="http://schemas.microsoft.com/office/drawing/2014/main" id="{74CFE7C5-A1BA-E542-A616-5AE0EAFDC293}"/>
              </a:ext>
            </a:extLst>
          </p:cNvPr>
          <p:cNvSpPr/>
          <p:nvPr/>
        </p:nvSpPr>
        <p:spPr>
          <a:xfrm>
            <a:off x="3165273" y="1877287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" name="pt126">
            <a:extLst>
              <a:ext uri="{FF2B5EF4-FFF2-40B4-BE49-F238E27FC236}">
                <a16:creationId xmlns:a16="http://schemas.microsoft.com/office/drawing/2014/main" id="{378E9023-9897-AD48-BCE8-8A99742D354E}"/>
              </a:ext>
            </a:extLst>
          </p:cNvPr>
          <p:cNvSpPr/>
          <p:nvPr/>
        </p:nvSpPr>
        <p:spPr>
          <a:xfrm>
            <a:off x="3206607" y="1316780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" name="pt127">
            <a:extLst>
              <a:ext uri="{FF2B5EF4-FFF2-40B4-BE49-F238E27FC236}">
                <a16:creationId xmlns:a16="http://schemas.microsoft.com/office/drawing/2014/main" id="{3EADD3FC-27BD-864C-9850-7E2A24ED9073}"/>
              </a:ext>
            </a:extLst>
          </p:cNvPr>
          <p:cNvSpPr/>
          <p:nvPr/>
        </p:nvSpPr>
        <p:spPr>
          <a:xfrm>
            <a:off x="3171292" y="181080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" name="pt128">
            <a:extLst>
              <a:ext uri="{FF2B5EF4-FFF2-40B4-BE49-F238E27FC236}">
                <a16:creationId xmlns:a16="http://schemas.microsoft.com/office/drawing/2014/main" id="{85AA2560-7AB3-9341-BFB6-DAA63C6DE12B}"/>
              </a:ext>
            </a:extLst>
          </p:cNvPr>
          <p:cNvSpPr/>
          <p:nvPr/>
        </p:nvSpPr>
        <p:spPr>
          <a:xfrm>
            <a:off x="3181621" y="140362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" name="pt129">
            <a:extLst>
              <a:ext uri="{FF2B5EF4-FFF2-40B4-BE49-F238E27FC236}">
                <a16:creationId xmlns:a16="http://schemas.microsoft.com/office/drawing/2014/main" id="{14AA6CF2-5F7E-4545-9FE5-4D587CE77FB7}"/>
              </a:ext>
            </a:extLst>
          </p:cNvPr>
          <p:cNvSpPr/>
          <p:nvPr/>
        </p:nvSpPr>
        <p:spPr>
          <a:xfrm>
            <a:off x="3208778" y="1726320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" name="pt130">
            <a:extLst>
              <a:ext uri="{FF2B5EF4-FFF2-40B4-BE49-F238E27FC236}">
                <a16:creationId xmlns:a16="http://schemas.microsoft.com/office/drawing/2014/main" id="{D6363AD9-1908-8148-9D2E-B30BA7F6CDBF}"/>
              </a:ext>
            </a:extLst>
          </p:cNvPr>
          <p:cNvSpPr/>
          <p:nvPr/>
        </p:nvSpPr>
        <p:spPr>
          <a:xfrm>
            <a:off x="3163662" y="1667373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" name="pt131">
            <a:extLst>
              <a:ext uri="{FF2B5EF4-FFF2-40B4-BE49-F238E27FC236}">
                <a16:creationId xmlns:a16="http://schemas.microsoft.com/office/drawing/2014/main" id="{DEE8BBC7-E951-4549-82FC-3CE100430CF5}"/>
              </a:ext>
            </a:extLst>
          </p:cNvPr>
          <p:cNvSpPr/>
          <p:nvPr/>
        </p:nvSpPr>
        <p:spPr>
          <a:xfrm>
            <a:off x="3203547" y="192097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" name="pt132">
            <a:extLst>
              <a:ext uri="{FF2B5EF4-FFF2-40B4-BE49-F238E27FC236}">
                <a16:creationId xmlns:a16="http://schemas.microsoft.com/office/drawing/2014/main" id="{81316FB7-6CE0-9644-B1B1-B08E8E01C77B}"/>
              </a:ext>
            </a:extLst>
          </p:cNvPr>
          <p:cNvSpPr/>
          <p:nvPr/>
        </p:nvSpPr>
        <p:spPr>
          <a:xfrm>
            <a:off x="3247043" y="183360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" name="pt133">
            <a:extLst>
              <a:ext uri="{FF2B5EF4-FFF2-40B4-BE49-F238E27FC236}">
                <a16:creationId xmlns:a16="http://schemas.microsoft.com/office/drawing/2014/main" id="{26CED7F6-C203-D343-9800-44D137B4992E}"/>
              </a:ext>
            </a:extLst>
          </p:cNvPr>
          <p:cNvSpPr/>
          <p:nvPr/>
        </p:nvSpPr>
        <p:spPr>
          <a:xfrm>
            <a:off x="3230090" y="208143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" name="pt134">
            <a:extLst>
              <a:ext uri="{FF2B5EF4-FFF2-40B4-BE49-F238E27FC236}">
                <a16:creationId xmlns:a16="http://schemas.microsoft.com/office/drawing/2014/main" id="{07E0D849-28DF-6B49-BC3B-5ACB299DDD6A}"/>
              </a:ext>
            </a:extLst>
          </p:cNvPr>
          <p:cNvSpPr/>
          <p:nvPr/>
        </p:nvSpPr>
        <p:spPr>
          <a:xfrm>
            <a:off x="3206312" y="2097768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" name="pt135">
            <a:extLst>
              <a:ext uri="{FF2B5EF4-FFF2-40B4-BE49-F238E27FC236}">
                <a16:creationId xmlns:a16="http://schemas.microsoft.com/office/drawing/2014/main" id="{C0F97058-3CAD-974C-941E-3A5B48E236FF}"/>
              </a:ext>
            </a:extLst>
          </p:cNvPr>
          <p:cNvSpPr/>
          <p:nvPr/>
        </p:nvSpPr>
        <p:spPr>
          <a:xfrm>
            <a:off x="3201953" y="203059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" name="pt136">
            <a:extLst>
              <a:ext uri="{FF2B5EF4-FFF2-40B4-BE49-F238E27FC236}">
                <a16:creationId xmlns:a16="http://schemas.microsoft.com/office/drawing/2014/main" id="{427413D9-9229-3245-8E23-D6AEC9F32F12}"/>
              </a:ext>
            </a:extLst>
          </p:cNvPr>
          <p:cNvSpPr/>
          <p:nvPr/>
        </p:nvSpPr>
        <p:spPr>
          <a:xfrm>
            <a:off x="3209189" y="2260382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" name="pt137">
            <a:extLst>
              <a:ext uri="{FF2B5EF4-FFF2-40B4-BE49-F238E27FC236}">
                <a16:creationId xmlns:a16="http://schemas.microsoft.com/office/drawing/2014/main" id="{5D61D08E-A57E-0A45-9990-8CC33A9DA9EB}"/>
              </a:ext>
            </a:extLst>
          </p:cNvPr>
          <p:cNvSpPr/>
          <p:nvPr/>
        </p:nvSpPr>
        <p:spPr>
          <a:xfrm>
            <a:off x="3230060" y="2135367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" name="pt138">
            <a:extLst>
              <a:ext uri="{FF2B5EF4-FFF2-40B4-BE49-F238E27FC236}">
                <a16:creationId xmlns:a16="http://schemas.microsoft.com/office/drawing/2014/main" id="{B9161814-247F-AD42-B4CB-B6693DE577F2}"/>
              </a:ext>
            </a:extLst>
          </p:cNvPr>
          <p:cNvSpPr/>
          <p:nvPr/>
        </p:nvSpPr>
        <p:spPr>
          <a:xfrm>
            <a:off x="3230116" y="2180723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" name="pt139">
            <a:extLst>
              <a:ext uri="{FF2B5EF4-FFF2-40B4-BE49-F238E27FC236}">
                <a16:creationId xmlns:a16="http://schemas.microsoft.com/office/drawing/2014/main" id="{83B4F3FD-71C0-DE46-85CF-A55704F5E40F}"/>
              </a:ext>
            </a:extLst>
          </p:cNvPr>
          <p:cNvSpPr/>
          <p:nvPr/>
        </p:nvSpPr>
        <p:spPr>
          <a:xfrm>
            <a:off x="3189947" y="2008281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" name="pt140">
            <a:extLst>
              <a:ext uri="{FF2B5EF4-FFF2-40B4-BE49-F238E27FC236}">
                <a16:creationId xmlns:a16="http://schemas.microsoft.com/office/drawing/2014/main" id="{732C41D4-FA8A-474D-B4BD-98FFDADCB7D9}"/>
              </a:ext>
            </a:extLst>
          </p:cNvPr>
          <p:cNvSpPr/>
          <p:nvPr/>
        </p:nvSpPr>
        <p:spPr>
          <a:xfrm>
            <a:off x="3215358" y="2103883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" name="pt141">
            <a:extLst>
              <a:ext uri="{FF2B5EF4-FFF2-40B4-BE49-F238E27FC236}">
                <a16:creationId xmlns:a16="http://schemas.microsoft.com/office/drawing/2014/main" id="{281E451E-70D9-B54C-8A40-FF70C567DD41}"/>
              </a:ext>
            </a:extLst>
          </p:cNvPr>
          <p:cNvSpPr/>
          <p:nvPr/>
        </p:nvSpPr>
        <p:spPr>
          <a:xfrm>
            <a:off x="3189743" y="1855097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" name="pt142">
            <a:extLst>
              <a:ext uri="{FF2B5EF4-FFF2-40B4-BE49-F238E27FC236}">
                <a16:creationId xmlns:a16="http://schemas.microsoft.com/office/drawing/2014/main" id="{50D5A48C-7096-6144-9E06-ED51A20FFEF9}"/>
              </a:ext>
            </a:extLst>
          </p:cNvPr>
          <p:cNvSpPr/>
          <p:nvPr/>
        </p:nvSpPr>
        <p:spPr>
          <a:xfrm>
            <a:off x="3551027" y="1460917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" name="pt143">
            <a:extLst>
              <a:ext uri="{FF2B5EF4-FFF2-40B4-BE49-F238E27FC236}">
                <a16:creationId xmlns:a16="http://schemas.microsoft.com/office/drawing/2014/main" id="{5945154C-7B28-7446-A4C3-4D7DAA4D0179}"/>
              </a:ext>
            </a:extLst>
          </p:cNvPr>
          <p:cNvSpPr/>
          <p:nvPr/>
        </p:nvSpPr>
        <p:spPr>
          <a:xfrm>
            <a:off x="3593084" y="192749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" name="pt144">
            <a:extLst>
              <a:ext uri="{FF2B5EF4-FFF2-40B4-BE49-F238E27FC236}">
                <a16:creationId xmlns:a16="http://schemas.microsoft.com/office/drawing/2014/main" id="{4A644607-E2D4-F744-A13A-95811117BC7D}"/>
              </a:ext>
            </a:extLst>
          </p:cNvPr>
          <p:cNvSpPr/>
          <p:nvPr/>
        </p:nvSpPr>
        <p:spPr>
          <a:xfrm>
            <a:off x="3553183" y="1652686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" name="pt145">
            <a:extLst>
              <a:ext uri="{FF2B5EF4-FFF2-40B4-BE49-F238E27FC236}">
                <a16:creationId xmlns:a16="http://schemas.microsoft.com/office/drawing/2014/main" id="{FACFAD7C-A335-6A41-AE54-56E8983C2E0E}"/>
              </a:ext>
            </a:extLst>
          </p:cNvPr>
          <p:cNvSpPr/>
          <p:nvPr/>
        </p:nvSpPr>
        <p:spPr>
          <a:xfrm>
            <a:off x="3557403" y="190347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" name="pt146">
            <a:extLst>
              <a:ext uri="{FF2B5EF4-FFF2-40B4-BE49-F238E27FC236}">
                <a16:creationId xmlns:a16="http://schemas.microsoft.com/office/drawing/2014/main" id="{2B6D4319-5DA5-C34C-89A7-7023304287E1}"/>
              </a:ext>
            </a:extLst>
          </p:cNvPr>
          <p:cNvSpPr/>
          <p:nvPr/>
        </p:nvSpPr>
        <p:spPr>
          <a:xfrm>
            <a:off x="3550648" y="1732214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" name="pt147">
            <a:extLst>
              <a:ext uri="{FF2B5EF4-FFF2-40B4-BE49-F238E27FC236}">
                <a16:creationId xmlns:a16="http://schemas.microsoft.com/office/drawing/2014/main" id="{06E28CCD-B27F-1D47-942D-205B66FC4BC6}"/>
              </a:ext>
            </a:extLst>
          </p:cNvPr>
          <p:cNvSpPr/>
          <p:nvPr/>
        </p:nvSpPr>
        <p:spPr>
          <a:xfrm>
            <a:off x="3607806" y="190673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" name="pt148">
            <a:extLst>
              <a:ext uri="{FF2B5EF4-FFF2-40B4-BE49-F238E27FC236}">
                <a16:creationId xmlns:a16="http://schemas.microsoft.com/office/drawing/2014/main" id="{BEFA816D-EE63-4F4A-A641-9954CB8284F0}"/>
              </a:ext>
            </a:extLst>
          </p:cNvPr>
          <p:cNvSpPr/>
          <p:nvPr/>
        </p:nvSpPr>
        <p:spPr>
          <a:xfrm>
            <a:off x="3580885" y="1406745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" name="pt149">
            <a:extLst>
              <a:ext uri="{FF2B5EF4-FFF2-40B4-BE49-F238E27FC236}">
                <a16:creationId xmlns:a16="http://schemas.microsoft.com/office/drawing/2014/main" id="{A2194315-EEFB-F841-9F77-EDC52F0A886C}"/>
              </a:ext>
            </a:extLst>
          </p:cNvPr>
          <p:cNvSpPr/>
          <p:nvPr/>
        </p:nvSpPr>
        <p:spPr>
          <a:xfrm>
            <a:off x="3520632" y="1724579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" name="pt150">
            <a:extLst>
              <a:ext uri="{FF2B5EF4-FFF2-40B4-BE49-F238E27FC236}">
                <a16:creationId xmlns:a16="http://schemas.microsoft.com/office/drawing/2014/main" id="{02E8D7B8-FAD8-654C-943E-03FA8C0E6AC9}"/>
              </a:ext>
            </a:extLst>
          </p:cNvPr>
          <p:cNvSpPr/>
          <p:nvPr/>
        </p:nvSpPr>
        <p:spPr>
          <a:xfrm>
            <a:off x="3579799" y="1805523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" name="pt151">
            <a:extLst>
              <a:ext uri="{FF2B5EF4-FFF2-40B4-BE49-F238E27FC236}">
                <a16:creationId xmlns:a16="http://schemas.microsoft.com/office/drawing/2014/main" id="{B62FC538-EE99-E641-88CF-9A982A9A8EA2}"/>
              </a:ext>
            </a:extLst>
          </p:cNvPr>
          <p:cNvSpPr/>
          <p:nvPr/>
        </p:nvSpPr>
        <p:spPr>
          <a:xfrm>
            <a:off x="3608485" y="204131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" name="pt152">
            <a:extLst>
              <a:ext uri="{FF2B5EF4-FFF2-40B4-BE49-F238E27FC236}">
                <a16:creationId xmlns:a16="http://schemas.microsoft.com/office/drawing/2014/main" id="{8FD57123-CB58-1243-8C25-CE1D30FC7630}"/>
              </a:ext>
            </a:extLst>
          </p:cNvPr>
          <p:cNvSpPr/>
          <p:nvPr/>
        </p:nvSpPr>
        <p:spPr>
          <a:xfrm>
            <a:off x="3561098" y="181363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" name="pt153">
            <a:extLst>
              <a:ext uri="{FF2B5EF4-FFF2-40B4-BE49-F238E27FC236}">
                <a16:creationId xmlns:a16="http://schemas.microsoft.com/office/drawing/2014/main" id="{122E8C38-7053-FC4F-B11C-8949B5D4F7D8}"/>
              </a:ext>
            </a:extLst>
          </p:cNvPr>
          <p:cNvSpPr/>
          <p:nvPr/>
        </p:nvSpPr>
        <p:spPr>
          <a:xfrm>
            <a:off x="3559121" y="129725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" name="pt154">
            <a:extLst>
              <a:ext uri="{FF2B5EF4-FFF2-40B4-BE49-F238E27FC236}">
                <a16:creationId xmlns:a16="http://schemas.microsoft.com/office/drawing/2014/main" id="{7C9DFA53-E762-384D-B712-03892CD814F1}"/>
              </a:ext>
            </a:extLst>
          </p:cNvPr>
          <p:cNvSpPr/>
          <p:nvPr/>
        </p:nvSpPr>
        <p:spPr>
          <a:xfrm>
            <a:off x="3589781" y="166523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" name="pt155">
            <a:extLst>
              <a:ext uri="{FF2B5EF4-FFF2-40B4-BE49-F238E27FC236}">
                <a16:creationId xmlns:a16="http://schemas.microsoft.com/office/drawing/2014/main" id="{C2D42513-CFAC-E04F-8C1E-C87621FBBDDC}"/>
              </a:ext>
            </a:extLst>
          </p:cNvPr>
          <p:cNvSpPr/>
          <p:nvPr/>
        </p:nvSpPr>
        <p:spPr>
          <a:xfrm>
            <a:off x="3577825" y="190541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8" name="pt156">
            <a:extLst>
              <a:ext uri="{FF2B5EF4-FFF2-40B4-BE49-F238E27FC236}">
                <a16:creationId xmlns:a16="http://schemas.microsoft.com/office/drawing/2014/main" id="{F97F8655-4E3B-D244-B623-9EA1C253D139}"/>
              </a:ext>
            </a:extLst>
          </p:cNvPr>
          <p:cNvSpPr/>
          <p:nvPr/>
        </p:nvSpPr>
        <p:spPr>
          <a:xfrm>
            <a:off x="3571481" y="191379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9" name="pt157">
            <a:extLst>
              <a:ext uri="{FF2B5EF4-FFF2-40B4-BE49-F238E27FC236}">
                <a16:creationId xmlns:a16="http://schemas.microsoft.com/office/drawing/2014/main" id="{FB05C05D-8BA6-4945-BF93-AB6436FF75CC}"/>
              </a:ext>
            </a:extLst>
          </p:cNvPr>
          <p:cNvSpPr/>
          <p:nvPr/>
        </p:nvSpPr>
        <p:spPr>
          <a:xfrm>
            <a:off x="3519183" y="2035187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0" name="pt158">
            <a:extLst>
              <a:ext uri="{FF2B5EF4-FFF2-40B4-BE49-F238E27FC236}">
                <a16:creationId xmlns:a16="http://schemas.microsoft.com/office/drawing/2014/main" id="{7C8BD33D-DDEA-814B-A691-C9279194318A}"/>
              </a:ext>
            </a:extLst>
          </p:cNvPr>
          <p:cNvSpPr/>
          <p:nvPr/>
        </p:nvSpPr>
        <p:spPr>
          <a:xfrm>
            <a:off x="3566979" y="2234412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1" name="pt159">
            <a:extLst>
              <a:ext uri="{FF2B5EF4-FFF2-40B4-BE49-F238E27FC236}">
                <a16:creationId xmlns:a16="http://schemas.microsoft.com/office/drawing/2014/main" id="{7D0EF0FF-3329-574B-8E0B-1EA848538693}"/>
              </a:ext>
            </a:extLst>
          </p:cNvPr>
          <p:cNvSpPr/>
          <p:nvPr/>
        </p:nvSpPr>
        <p:spPr>
          <a:xfrm>
            <a:off x="3590121" y="2104159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2" name="pt160">
            <a:extLst>
              <a:ext uri="{FF2B5EF4-FFF2-40B4-BE49-F238E27FC236}">
                <a16:creationId xmlns:a16="http://schemas.microsoft.com/office/drawing/2014/main" id="{58D153CC-586C-EF41-A3AA-B6ADB306F9F2}"/>
              </a:ext>
            </a:extLst>
          </p:cNvPr>
          <p:cNvSpPr/>
          <p:nvPr/>
        </p:nvSpPr>
        <p:spPr>
          <a:xfrm>
            <a:off x="3573149" y="2065414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3" name="pt161">
            <a:extLst>
              <a:ext uri="{FF2B5EF4-FFF2-40B4-BE49-F238E27FC236}">
                <a16:creationId xmlns:a16="http://schemas.microsoft.com/office/drawing/2014/main" id="{A5BB71BA-C905-DA40-906E-031DB1A52F38}"/>
              </a:ext>
            </a:extLst>
          </p:cNvPr>
          <p:cNvSpPr/>
          <p:nvPr/>
        </p:nvSpPr>
        <p:spPr>
          <a:xfrm>
            <a:off x="3597092" y="1705220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4" name="pt162">
            <a:extLst>
              <a:ext uri="{FF2B5EF4-FFF2-40B4-BE49-F238E27FC236}">
                <a16:creationId xmlns:a16="http://schemas.microsoft.com/office/drawing/2014/main" id="{156AD065-E146-6941-9251-9E979B71213A}"/>
              </a:ext>
            </a:extLst>
          </p:cNvPr>
          <p:cNvSpPr/>
          <p:nvPr/>
        </p:nvSpPr>
        <p:spPr>
          <a:xfrm>
            <a:off x="3932605" y="1652096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" name="pt163">
            <a:extLst>
              <a:ext uri="{FF2B5EF4-FFF2-40B4-BE49-F238E27FC236}">
                <a16:creationId xmlns:a16="http://schemas.microsoft.com/office/drawing/2014/main" id="{7D5D71C8-1120-6A4B-904C-21B618C12FA6}"/>
              </a:ext>
            </a:extLst>
          </p:cNvPr>
          <p:cNvSpPr/>
          <p:nvPr/>
        </p:nvSpPr>
        <p:spPr>
          <a:xfrm>
            <a:off x="3921889" y="1561801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" name="pt164">
            <a:extLst>
              <a:ext uri="{FF2B5EF4-FFF2-40B4-BE49-F238E27FC236}">
                <a16:creationId xmlns:a16="http://schemas.microsoft.com/office/drawing/2014/main" id="{3B2C1D2D-D59A-584C-9E99-6CF5C11BA054}"/>
              </a:ext>
            </a:extLst>
          </p:cNvPr>
          <p:cNvSpPr/>
          <p:nvPr/>
        </p:nvSpPr>
        <p:spPr>
          <a:xfrm>
            <a:off x="3947233" y="1789943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" name="pt165">
            <a:extLst>
              <a:ext uri="{FF2B5EF4-FFF2-40B4-BE49-F238E27FC236}">
                <a16:creationId xmlns:a16="http://schemas.microsoft.com/office/drawing/2014/main" id="{5D8AE5E1-8D72-044A-BC2C-2441C604B460}"/>
              </a:ext>
            </a:extLst>
          </p:cNvPr>
          <p:cNvSpPr/>
          <p:nvPr/>
        </p:nvSpPr>
        <p:spPr>
          <a:xfrm>
            <a:off x="3930948" y="187457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" name="pt166">
            <a:extLst>
              <a:ext uri="{FF2B5EF4-FFF2-40B4-BE49-F238E27FC236}">
                <a16:creationId xmlns:a16="http://schemas.microsoft.com/office/drawing/2014/main" id="{DED78B0E-2126-D449-81C8-379038640CCF}"/>
              </a:ext>
            </a:extLst>
          </p:cNvPr>
          <p:cNvSpPr/>
          <p:nvPr/>
        </p:nvSpPr>
        <p:spPr>
          <a:xfrm>
            <a:off x="3902550" y="2265381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" name="pt167">
            <a:extLst>
              <a:ext uri="{FF2B5EF4-FFF2-40B4-BE49-F238E27FC236}">
                <a16:creationId xmlns:a16="http://schemas.microsoft.com/office/drawing/2014/main" id="{212AC750-FE1E-2442-B7A9-02858EFD55C4}"/>
              </a:ext>
            </a:extLst>
          </p:cNvPr>
          <p:cNvSpPr/>
          <p:nvPr/>
        </p:nvSpPr>
        <p:spPr>
          <a:xfrm>
            <a:off x="3906455" y="1877289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" name="pt168">
            <a:extLst>
              <a:ext uri="{FF2B5EF4-FFF2-40B4-BE49-F238E27FC236}">
                <a16:creationId xmlns:a16="http://schemas.microsoft.com/office/drawing/2014/main" id="{ADC6051C-3C3B-B14C-9790-F8EB59C6F81E}"/>
              </a:ext>
            </a:extLst>
          </p:cNvPr>
          <p:cNvSpPr/>
          <p:nvPr/>
        </p:nvSpPr>
        <p:spPr>
          <a:xfrm>
            <a:off x="3958512" y="2264879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" name="pt169">
            <a:extLst>
              <a:ext uri="{FF2B5EF4-FFF2-40B4-BE49-F238E27FC236}">
                <a16:creationId xmlns:a16="http://schemas.microsoft.com/office/drawing/2014/main" id="{F0650AE7-C36A-0644-82C1-2D9CC7D19FE5}"/>
              </a:ext>
            </a:extLst>
          </p:cNvPr>
          <p:cNvSpPr/>
          <p:nvPr/>
        </p:nvSpPr>
        <p:spPr>
          <a:xfrm>
            <a:off x="3935231" y="1805220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" name="pt170">
            <a:extLst>
              <a:ext uri="{FF2B5EF4-FFF2-40B4-BE49-F238E27FC236}">
                <a16:creationId xmlns:a16="http://schemas.microsoft.com/office/drawing/2014/main" id="{F25AF0FE-A5CF-6344-9875-9F9F56B6C517}"/>
              </a:ext>
            </a:extLst>
          </p:cNvPr>
          <p:cNvSpPr/>
          <p:nvPr/>
        </p:nvSpPr>
        <p:spPr>
          <a:xfrm>
            <a:off x="3877448" y="1886944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" name="pt171">
            <a:extLst>
              <a:ext uri="{FF2B5EF4-FFF2-40B4-BE49-F238E27FC236}">
                <a16:creationId xmlns:a16="http://schemas.microsoft.com/office/drawing/2014/main" id="{8ABC7554-0955-2048-B12D-66B4E551E7B1}"/>
              </a:ext>
            </a:extLst>
          </p:cNvPr>
          <p:cNvSpPr/>
          <p:nvPr/>
        </p:nvSpPr>
        <p:spPr>
          <a:xfrm>
            <a:off x="3921497" y="2158811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" name="pt172">
            <a:extLst>
              <a:ext uri="{FF2B5EF4-FFF2-40B4-BE49-F238E27FC236}">
                <a16:creationId xmlns:a16="http://schemas.microsoft.com/office/drawing/2014/main" id="{28AA9ECE-73FF-144C-9CBD-A0569328766C}"/>
              </a:ext>
            </a:extLst>
          </p:cNvPr>
          <p:cNvSpPr/>
          <p:nvPr/>
        </p:nvSpPr>
        <p:spPr>
          <a:xfrm>
            <a:off x="3890990" y="174853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" name="pt173">
            <a:extLst>
              <a:ext uri="{FF2B5EF4-FFF2-40B4-BE49-F238E27FC236}">
                <a16:creationId xmlns:a16="http://schemas.microsoft.com/office/drawing/2014/main" id="{08B1731A-671B-5241-A5EC-43BD1B477283}"/>
              </a:ext>
            </a:extLst>
          </p:cNvPr>
          <p:cNvSpPr/>
          <p:nvPr/>
        </p:nvSpPr>
        <p:spPr>
          <a:xfrm>
            <a:off x="3929213" y="1200352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" name="pt174">
            <a:extLst>
              <a:ext uri="{FF2B5EF4-FFF2-40B4-BE49-F238E27FC236}">
                <a16:creationId xmlns:a16="http://schemas.microsoft.com/office/drawing/2014/main" id="{86B05D4A-FAF0-6E4F-BB14-FA5EC26DB430}"/>
              </a:ext>
            </a:extLst>
          </p:cNvPr>
          <p:cNvSpPr/>
          <p:nvPr/>
        </p:nvSpPr>
        <p:spPr>
          <a:xfrm>
            <a:off x="3875265" y="1946969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" name="pt175">
            <a:extLst>
              <a:ext uri="{FF2B5EF4-FFF2-40B4-BE49-F238E27FC236}">
                <a16:creationId xmlns:a16="http://schemas.microsoft.com/office/drawing/2014/main" id="{245A421D-D99B-8742-B0B5-E98C5EB70879}"/>
              </a:ext>
            </a:extLst>
          </p:cNvPr>
          <p:cNvSpPr/>
          <p:nvPr/>
        </p:nvSpPr>
        <p:spPr>
          <a:xfrm>
            <a:off x="3967863" y="1654375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" name="pt176">
            <a:extLst>
              <a:ext uri="{FF2B5EF4-FFF2-40B4-BE49-F238E27FC236}">
                <a16:creationId xmlns:a16="http://schemas.microsoft.com/office/drawing/2014/main" id="{E4E86E7A-25F0-2341-8B57-CC253F6F5789}"/>
              </a:ext>
            </a:extLst>
          </p:cNvPr>
          <p:cNvSpPr/>
          <p:nvPr/>
        </p:nvSpPr>
        <p:spPr>
          <a:xfrm>
            <a:off x="3908866" y="169861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" name="pt177">
            <a:extLst>
              <a:ext uri="{FF2B5EF4-FFF2-40B4-BE49-F238E27FC236}">
                <a16:creationId xmlns:a16="http://schemas.microsoft.com/office/drawing/2014/main" id="{ECC5F145-C0DD-6D41-A08D-490A3EBF8A5F}"/>
              </a:ext>
            </a:extLst>
          </p:cNvPr>
          <p:cNvSpPr/>
          <p:nvPr/>
        </p:nvSpPr>
        <p:spPr>
          <a:xfrm>
            <a:off x="3918896" y="1559614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" name="pt178">
            <a:extLst>
              <a:ext uri="{FF2B5EF4-FFF2-40B4-BE49-F238E27FC236}">
                <a16:creationId xmlns:a16="http://schemas.microsoft.com/office/drawing/2014/main" id="{BDA52F8C-31EF-654F-AD38-5A284F579C0A}"/>
              </a:ext>
            </a:extLst>
          </p:cNvPr>
          <p:cNvSpPr/>
          <p:nvPr/>
        </p:nvSpPr>
        <p:spPr>
          <a:xfrm>
            <a:off x="3939822" y="1758440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" name="pt179">
            <a:extLst>
              <a:ext uri="{FF2B5EF4-FFF2-40B4-BE49-F238E27FC236}">
                <a16:creationId xmlns:a16="http://schemas.microsoft.com/office/drawing/2014/main" id="{62310198-092B-EC4F-BE3C-32FC134E8F3E}"/>
              </a:ext>
            </a:extLst>
          </p:cNvPr>
          <p:cNvSpPr/>
          <p:nvPr/>
        </p:nvSpPr>
        <p:spPr>
          <a:xfrm>
            <a:off x="3955829" y="1577142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" name="pt180">
            <a:extLst>
              <a:ext uri="{FF2B5EF4-FFF2-40B4-BE49-F238E27FC236}">
                <a16:creationId xmlns:a16="http://schemas.microsoft.com/office/drawing/2014/main" id="{C8FCA470-471B-814D-A960-1FC729570121}"/>
              </a:ext>
            </a:extLst>
          </p:cNvPr>
          <p:cNvSpPr/>
          <p:nvPr/>
        </p:nvSpPr>
        <p:spPr>
          <a:xfrm>
            <a:off x="3944588" y="1963174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" name="pt181">
            <a:extLst>
              <a:ext uri="{FF2B5EF4-FFF2-40B4-BE49-F238E27FC236}">
                <a16:creationId xmlns:a16="http://schemas.microsoft.com/office/drawing/2014/main" id="{E42D3569-0163-BF46-9573-D35574B1D092}"/>
              </a:ext>
            </a:extLst>
          </p:cNvPr>
          <p:cNvSpPr/>
          <p:nvPr/>
        </p:nvSpPr>
        <p:spPr>
          <a:xfrm>
            <a:off x="3942565" y="171856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" name="pt182">
            <a:extLst>
              <a:ext uri="{FF2B5EF4-FFF2-40B4-BE49-F238E27FC236}">
                <a16:creationId xmlns:a16="http://schemas.microsoft.com/office/drawing/2014/main" id="{C61AB1C5-1614-834E-9C76-0B282FF8A648}"/>
              </a:ext>
            </a:extLst>
          </p:cNvPr>
          <p:cNvSpPr/>
          <p:nvPr/>
        </p:nvSpPr>
        <p:spPr>
          <a:xfrm>
            <a:off x="3952931" y="1912579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" name="pt183">
            <a:extLst>
              <a:ext uri="{FF2B5EF4-FFF2-40B4-BE49-F238E27FC236}">
                <a16:creationId xmlns:a16="http://schemas.microsoft.com/office/drawing/2014/main" id="{FD058A82-14D1-FF46-98A8-C9E0AC17A595}"/>
              </a:ext>
            </a:extLst>
          </p:cNvPr>
          <p:cNvSpPr/>
          <p:nvPr/>
        </p:nvSpPr>
        <p:spPr>
          <a:xfrm>
            <a:off x="3913092" y="2147177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" name="pt184">
            <a:extLst>
              <a:ext uri="{FF2B5EF4-FFF2-40B4-BE49-F238E27FC236}">
                <a16:creationId xmlns:a16="http://schemas.microsoft.com/office/drawing/2014/main" id="{BD9664E6-E40F-BC48-BEBB-95F8CB3A9ED7}"/>
              </a:ext>
            </a:extLst>
          </p:cNvPr>
          <p:cNvSpPr/>
          <p:nvPr/>
        </p:nvSpPr>
        <p:spPr>
          <a:xfrm>
            <a:off x="3974528" y="1374783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" name="pt185">
            <a:extLst>
              <a:ext uri="{FF2B5EF4-FFF2-40B4-BE49-F238E27FC236}">
                <a16:creationId xmlns:a16="http://schemas.microsoft.com/office/drawing/2014/main" id="{967C0F11-9824-5446-9417-88F2B0975EF0}"/>
              </a:ext>
            </a:extLst>
          </p:cNvPr>
          <p:cNvSpPr/>
          <p:nvPr/>
        </p:nvSpPr>
        <p:spPr>
          <a:xfrm>
            <a:off x="3961596" y="164698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" name="pg186">
            <a:extLst>
              <a:ext uri="{FF2B5EF4-FFF2-40B4-BE49-F238E27FC236}">
                <a16:creationId xmlns:a16="http://schemas.microsoft.com/office/drawing/2014/main" id="{98637A7C-D6E8-434A-A4DC-843819D111A5}"/>
              </a:ext>
            </a:extLst>
          </p:cNvPr>
          <p:cNvSpPr/>
          <p:nvPr/>
        </p:nvSpPr>
        <p:spPr>
          <a:xfrm>
            <a:off x="2874401" y="1679354"/>
            <a:ext cx="1086402" cy="425033"/>
          </a:xfrm>
          <a:custGeom>
            <a:avLst/>
            <a:gdLst/>
            <a:ahLst/>
            <a:cxnLst/>
            <a:rect l="0" t="0" r="0" b="0"/>
            <a:pathLst>
              <a:path w="1086402" h="425033">
                <a:moveTo>
                  <a:pt x="0" y="141090"/>
                </a:moveTo>
                <a:lnTo>
                  <a:pt x="573968" y="76318"/>
                </a:lnTo>
                <a:lnTo>
                  <a:pt x="724268" y="55774"/>
                </a:lnTo>
                <a:lnTo>
                  <a:pt x="936103" y="24188"/>
                </a:lnTo>
                <a:lnTo>
                  <a:pt x="1086402" y="0"/>
                </a:lnTo>
                <a:lnTo>
                  <a:pt x="1086402" y="269279"/>
                </a:lnTo>
                <a:lnTo>
                  <a:pt x="936103" y="286157"/>
                </a:lnTo>
                <a:lnTo>
                  <a:pt x="724268" y="312452"/>
                </a:lnTo>
                <a:lnTo>
                  <a:pt x="573968" y="332975"/>
                </a:lnTo>
                <a:lnTo>
                  <a:pt x="0" y="425033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" name="pl187">
            <a:extLst>
              <a:ext uri="{FF2B5EF4-FFF2-40B4-BE49-F238E27FC236}">
                <a16:creationId xmlns:a16="http://schemas.microsoft.com/office/drawing/2014/main" id="{D5EFC78F-2B69-5143-9238-5D3E2AB16984}"/>
              </a:ext>
            </a:extLst>
          </p:cNvPr>
          <p:cNvSpPr/>
          <p:nvPr/>
        </p:nvSpPr>
        <p:spPr>
          <a:xfrm>
            <a:off x="2874401" y="1679354"/>
            <a:ext cx="1086402" cy="141090"/>
          </a:xfrm>
          <a:custGeom>
            <a:avLst/>
            <a:gdLst/>
            <a:ahLst/>
            <a:cxnLst/>
            <a:rect l="0" t="0" r="0" b="0"/>
            <a:pathLst>
              <a:path w="1086402" h="141090">
                <a:moveTo>
                  <a:pt x="0" y="141090"/>
                </a:moveTo>
                <a:lnTo>
                  <a:pt x="573968" y="76318"/>
                </a:lnTo>
                <a:lnTo>
                  <a:pt x="724268" y="55774"/>
                </a:lnTo>
                <a:lnTo>
                  <a:pt x="936103" y="24188"/>
                </a:lnTo>
                <a:lnTo>
                  <a:pt x="1086402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90" name="pl188">
            <a:extLst>
              <a:ext uri="{FF2B5EF4-FFF2-40B4-BE49-F238E27FC236}">
                <a16:creationId xmlns:a16="http://schemas.microsoft.com/office/drawing/2014/main" id="{C98ADF03-0758-6143-80A7-65F1E235655F}"/>
              </a:ext>
            </a:extLst>
          </p:cNvPr>
          <p:cNvSpPr/>
          <p:nvPr/>
        </p:nvSpPr>
        <p:spPr>
          <a:xfrm>
            <a:off x="2874401" y="1948633"/>
            <a:ext cx="1086402" cy="155753"/>
          </a:xfrm>
          <a:custGeom>
            <a:avLst/>
            <a:gdLst/>
            <a:ahLst/>
            <a:cxnLst/>
            <a:rect l="0" t="0" r="0" b="0"/>
            <a:pathLst>
              <a:path w="1086402" h="155753">
                <a:moveTo>
                  <a:pt x="1086402" y="0"/>
                </a:moveTo>
                <a:lnTo>
                  <a:pt x="936103" y="16878"/>
                </a:lnTo>
                <a:lnTo>
                  <a:pt x="724268" y="43173"/>
                </a:lnTo>
                <a:lnTo>
                  <a:pt x="573968" y="63696"/>
                </a:lnTo>
                <a:lnTo>
                  <a:pt x="0" y="155753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91" name="pl189">
            <a:extLst>
              <a:ext uri="{FF2B5EF4-FFF2-40B4-BE49-F238E27FC236}">
                <a16:creationId xmlns:a16="http://schemas.microsoft.com/office/drawing/2014/main" id="{79EFE9AB-52AB-FC4D-8F91-DD346C286AA3}"/>
              </a:ext>
            </a:extLst>
          </p:cNvPr>
          <p:cNvSpPr/>
          <p:nvPr/>
        </p:nvSpPr>
        <p:spPr>
          <a:xfrm>
            <a:off x="2874401" y="1813994"/>
            <a:ext cx="1086402" cy="148422"/>
          </a:xfrm>
          <a:custGeom>
            <a:avLst/>
            <a:gdLst/>
            <a:ahLst/>
            <a:cxnLst/>
            <a:rect l="0" t="0" r="0" b="0"/>
            <a:pathLst>
              <a:path w="1086402" h="148422">
                <a:moveTo>
                  <a:pt x="0" y="148422"/>
                </a:moveTo>
                <a:lnTo>
                  <a:pt x="573968" y="70007"/>
                </a:lnTo>
                <a:lnTo>
                  <a:pt x="724268" y="49474"/>
                </a:lnTo>
                <a:lnTo>
                  <a:pt x="936103" y="20533"/>
                </a:lnTo>
                <a:lnTo>
                  <a:pt x="1086402" y="0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2" name="tx190">
            <a:extLst>
              <a:ext uri="{FF2B5EF4-FFF2-40B4-BE49-F238E27FC236}">
                <a16:creationId xmlns:a16="http://schemas.microsoft.com/office/drawing/2014/main" id="{C5F6AB98-EEF8-9F42-9FF8-4E8F955B6E2A}"/>
              </a:ext>
            </a:extLst>
          </p:cNvPr>
          <p:cNvSpPr/>
          <p:nvPr/>
        </p:nvSpPr>
        <p:spPr>
          <a:xfrm>
            <a:off x="3417595" y="1227231"/>
            <a:ext cx="70591" cy="910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</a:p>
        </p:txBody>
      </p:sp>
      <p:sp>
        <p:nvSpPr>
          <p:cNvPr id="193" name="tx191">
            <a:extLst>
              <a:ext uri="{FF2B5EF4-FFF2-40B4-BE49-F238E27FC236}">
                <a16:creationId xmlns:a16="http://schemas.microsoft.com/office/drawing/2014/main" id="{2C7FD90C-21E5-8A4B-A0D8-F78F8C7F1268}"/>
              </a:ext>
            </a:extLst>
          </p:cNvPr>
          <p:cNvSpPr/>
          <p:nvPr/>
        </p:nvSpPr>
        <p:spPr>
          <a:xfrm>
            <a:off x="3498391" y="1227139"/>
            <a:ext cx="462412" cy="911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0.005</a:t>
            </a:r>
          </a:p>
        </p:txBody>
      </p:sp>
      <p:sp>
        <p:nvSpPr>
          <p:cNvPr id="194" name="rc192">
            <a:extLst>
              <a:ext uri="{FF2B5EF4-FFF2-40B4-BE49-F238E27FC236}">
                <a16:creationId xmlns:a16="http://schemas.microsoft.com/office/drawing/2014/main" id="{77D378C2-B73F-C642-90B7-506AAB7302E0}"/>
              </a:ext>
            </a:extLst>
          </p:cNvPr>
          <p:cNvSpPr/>
          <p:nvPr/>
        </p:nvSpPr>
        <p:spPr>
          <a:xfrm>
            <a:off x="2773505" y="1185068"/>
            <a:ext cx="1297990" cy="117153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5" name="pl193">
            <a:extLst>
              <a:ext uri="{FF2B5EF4-FFF2-40B4-BE49-F238E27FC236}">
                <a16:creationId xmlns:a16="http://schemas.microsoft.com/office/drawing/2014/main" id="{F20573FF-8416-1840-8F04-49BB913BF888}"/>
              </a:ext>
            </a:extLst>
          </p:cNvPr>
          <p:cNvSpPr/>
          <p:nvPr/>
        </p:nvSpPr>
        <p:spPr>
          <a:xfrm>
            <a:off x="2773505" y="1185068"/>
            <a:ext cx="0" cy="1171531"/>
          </a:xfrm>
          <a:custGeom>
            <a:avLst/>
            <a:gdLst/>
            <a:ahLst/>
            <a:cxnLst/>
            <a:rect l="0" t="0" r="0" b="0"/>
            <a:pathLst>
              <a:path h="1171531">
                <a:moveTo>
                  <a:pt x="0" y="11715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6" name="pl194">
            <a:extLst>
              <a:ext uri="{FF2B5EF4-FFF2-40B4-BE49-F238E27FC236}">
                <a16:creationId xmlns:a16="http://schemas.microsoft.com/office/drawing/2014/main" id="{0C555AB9-D353-8D46-9F30-922C45B75F5A}"/>
              </a:ext>
            </a:extLst>
          </p:cNvPr>
          <p:cNvSpPr/>
          <p:nvPr/>
        </p:nvSpPr>
        <p:spPr>
          <a:xfrm>
            <a:off x="2741874" y="2077418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7" name="pl195">
            <a:extLst>
              <a:ext uri="{FF2B5EF4-FFF2-40B4-BE49-F238E27FC236}">
                <a16:creationId xmlns:a16="http://schemas.microsoft.com/office/drawing/2014/main" id="{CD9682B5-CDCB-6141-B18C-6106A5B37357}"/>
              </a:ext>
            </a:extLst>
          </p:cNvPr>
          <p:cNvSpPr/>
          <p:nvPr/>
        </p:nvSpPr>
        <p:spPr>
          <a:xfrm>
            <a:off x="2741874" y="1707026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8" name="pl196">
            <a:extLst>
              <a:ext uri="{FF2B5EF4-FFF2-40B4-BE49-F238E27FC236}">
                <a16:creationId xmlns:a16="http://schemas.microsoft.com/office/drawing/2014/main" id="{DA320F75-2452-244A-AC3B-E2C221560644}"/>
              </a:ext>
            </a:extLst>
          </p:cNvPr>
          <p:cNvSpPr/>
          <p:nvPr/>
        </p:nvSpPr>
        <p:spPr>
          <a:xfrm>
            <a:off x="2741874" y="1336633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9" name="pl197">
            <a:extLst>
              <a:ext uri="{FF2B5EF4-FFF2-40B4-BE49-F238E27FC236}">
                <a16:creationId xmlns:a16="http://schemas.microsoft.com/office/drawing/2014/main" id="{7786A04A-F905-1B4C-9CB9-3D3D78C016DD}"/>
              </a:ext>
            </a:extLst>
          </p:cNvPr>
          <p:cNvSpPr/>
          <p:nvPr/>
        </p:nvSpPr>
        <p:spPr>
          <a:xfrm>
            <a:off x="2773505" y="2356600"/>
            <a:ext cx="1297990" cy="0"/>
          </a:xfrm>
          <a:custGeom>
            <a:avLst/>
            <a:gdLst/>
            <a:ahLst/>
            <a:cxnLst/>
            <a:rect l="0" t="0" r="0" b="0"/>
            <a:pathLst>
              <a:path w="1297990">
                <a:moveTo>
                  <a:pt x="0" y="0"/>
                </a:moveTo>
                <a:lnTo>
                  <a:pt x="129799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0" name="pl198">
            <a:extLst>
              <a:ext uri="{FF2B5EF4-FFF2-40B4-BE49-F238E27FC236}">
                <a16:creationId xmlns:a16="http://schemas.microsoft.com/office/drawing/2014/main" id="{2F05C4DB-680A-7E4E-B8D7-2E48256FDB9D}"/>
              </a:ext>
            </a:extLst>
          </p:cNvPr>
          <p:cNvSpPr/>
          <p:nvPr/>
        </p:nvSpPr>
        <p:spPr>
          <a:xfrm>
            <a:off x="2874401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1" name="pl199">
            <a:extLst>
              <a:ext uri="{FF2B5EF4-FFF2-40B4-BE49-F238E27FC236}">
                <a16:creationId xmlns:a16="http://schemas.microsoft.com/office/drawing/2014/main" id="{45A1EC71-48E9-D441-8ADA-964D242256F7}"/>
              </a:ext>
            </a:extLst>
          </p:cNvPr>
          <p:cNvSpPr/>
          <p:nvPr/>
        </p:nvSpPr>
        <p:spPr>
          <a:xfrm>
            <a:off x="3236535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2" name="pl200">
            <a:extLst>
              <a:ext uri="{FF2B5EF4-FFF2-40B4-BE49-F238E27FC236}">
                <a16:creationId xmlns:a16="http://schemas.microsoft.com/office/drawing/2014/main" id="{FB5DCF1F-214A-5B4F-B907-FFC79473BC81}"/>
              </a:ext>
            </a:extLst>
          </p:cNvPr>
          <p:cNvSpPr/>
          <p:nvPr/>
        </p:nvSpPr>
        <p:spPr>
          <a:xfrm>
            <a:off x="3598669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3" name="pl201">
            <a:extLst>
              <a:ext uri="{FF2B5EF4-FFF2-40B4-BE49-F238E27FC236}">
                <a16:creationId xmlns:a16="http://schemas.microsoft.com/office/drawing/2014/main" id="{F8E9BC6C-5382-0244-8061-C90333D7093E}"/>
              </a:ext>
            </a:extLst>
          </p:cNvPr>
          <p:cNvSpPr/>
          <p:nvPr/>
        </p:nvSpPr>
        <p:spPr>
          <a:xfrm>
            <a:off x="3960803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4" name="tx202">
            <a:extLst>
              <a:ext uri="{FF2B5EF4-FFF2-40B4-BE49-F238E27FC236}">
                <a16:creationId xmlns:a16="http://schemas.microsoft.com/office/drawing/2014/main" id="{6ED6BCFB-53C1-754E-8C02-B9B739090F3A}"/>
              </a:ext>
            </a:extLst>
          </p:cNvPr>
          <p:cNvSpPr/>
          <p:nvPr/>
        </p:nvSpPr>
        <p:spPr>
          <a:xfrm>
            <a:off x="2773505" y="990315"/>
            <a:ext cx="496610" cy="100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(b) SLA</a:t>
            </a:r>
          </a:p>
        </p:txBody>
      </p:sp>
      <p:sp>
        <p:nvSpPr>
          <p:cNvPr id="205" name="rc203">
            <a:extLst>
              <a:ext uri="{FF2B5EF4-FFF2-40B4-BE49-F238E27FC236}">
                <a16:creationId xmlns:a16="http://schemas.microsoft.com/office/drawing/2014/main" id="{AB5B2C52-99DD-0C44-86AC-FB9E6F316088}"/>
              </a:ext>
            </a:extLst>
          </p:cNvPr>
          <p:cNvSpPr/>
          <p:nvPr/>
        </p:nvSpPr>
        <p:spPr>
          <a:xfrm>
            <a:off x="4204347" y="1185068"/>
            <a:ext cx="1297990" cy="11715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" name="pt204">
            <a:extLst>
              <a:ext uri="{FF2B5EF4-FFF2-40B4-BE49-F238E27FC236}">
                <a16:creationId xmlns:a16="http://schemas.microsoft.com/office/drawing/2014/main" id="{8F3BE330-27C0-294E-9382-45D213A2E28B}"/>
              </a:ext>
            </a:extLst>
          </p:cNvPr>
          <p:cNvSpPr/>
          <p:nvPr/>
        </p:nvSpPr>
        <p:spPr>
          <a:xfrm>
            <a:off x="4230899" y="206532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" name="pt205">
            <a:extLst>
              <a:ext uri="{FF2B5EF4-FFF2-40B4-BE49-F238E27FC236}">
                <a16:creationId xmlns:a16="http://schemas.microsoft.com/office/drawing/2014/main" id="{A99733A2-9584-384F-BA74-650DD5416E1A}"/>
              </a:ext>
            </a:extLst>
          </p:cNvPr>
          <p:cNvSpPr/>
          <p:nvPr/>
        </p:nvSpPr>
        <p:spPr>
          <a:xfrm>
            <a:off x="4253428" y="2083437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" name="pt206">
            <a:extLst>
              <a:ext uri="{FF2B5EF4-FFF2-40B4-BE49-F238E27FC236}">
                <a16:creationId xmlns:a16="http://schemas.microsoft.com/office/drawing/2014/main" id="{5D12215E-D5F3-DD47-B6F9-49FB42433C5E}"/>
              </a:ext>
            </a:extLst>
          </p:cNvPr>
          <p:cNvSpPr/>
          <p:nvPr/>
        </p:nvSpPr>
        <p:spPr>
          <a:xfrm>
            <a:off x="4315717" y="2186879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" name="pt207">
            <a:extLst>
              <a:ext uri="{FF2B5EF4-FFF2-40B4-BE49-F238E27FC236}">
                <a16:creationId xmlns:a16="http://schemas.microsoft.com/office/drawing/2014/main" id="{25CECCB2-8174-2A40-9CD0-5B46B77B27D8}"/>
              </a:ext>
            </a:extLst>
          </p:cNvPr>
          <p:cNvSpPr/>
          <p:nvPr/>
        </p:nvSpPr>
        <p:spPr>
          <a:xfrm>
            <a:off x="4245730" y="1886395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" name="pt208">
            <a:extLst>
              <a:ext uri="{FF2B5EF4-FFF2-40B4-BE49-F238E27FC236}">
                <a16:creationId xmlns:a16="http://schemas.microsoft.com/office/drawing/2014/main" id="{436D0502-23F6-4544-B7DD-DF4EB5851248}"/>
              </a:ext>
            </a:extLst>
          </p:cNvPr>
          <p:cNvSpPr/>
          <p:nvPr/>
        </p:nvSpPr>
        <p:spPr>
          <a:xfrm>
            <a:off x="4225379" y="1919654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" name="pt209">
            <a:extLst>
              <a:ext uri="{FF2B5EF4-FFF2-40B4-BE49-F238E27FC236}">
                <a16:creationId xmlns:a16="http://schemas.microsoft.com/office/drawing/2014/main" id="{EFF1F344-3F8C-6E41-8715-AC2E67E53F40}"/>
              </a:ext>
            </a:extLst>
          </p:cNvPr>
          <p:cNvSpPr/>
          <p:nvPr/>
        </p:nvSpPr>
        <p:spPr>
          <a:xfrm>
            <a:off x="4309429" y="1869632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" name="pt210">
            <a:extLst>
              <a:ext uri="{FF2B5EF4-FFF2-40B4-BE49-F238E27FC236}">
                <a16:creationId xmlns:a16="http://schemas.microsoft.com/office/drawing/2014/main" id="{727E83EE-E9F0-3B48-ABF0-48F97456B881}"/>
              </a:ext>
            </a:extLst>
          </p:cNvPr>
          <p:cNvSpPr/>
          <p:nvPr/>
        </p:nvSpPr>
        <p:spPr>
          <a:xfrm>
            <a:off x="4278967" y="2161219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" name="pt211">
            <a:extLst>
              <a:ext uri="{FF2B5EF4-FFF2-40B4-BE49-F238E27FC236}">
                <a16:creationId xmlns:a16="http://schemas.microsoft.com/office/drawing/2014/main" id="{AB5D49B0-A7B4-6044-B388-91CA6F5784BF}"/>
              </a:ext>
            </a:extLst>
          </p:cNvPr>
          <p:cNvSpPr/>
          <p:nvPr/>
        </p:nvSpPr>
        <p:spPr>
          <a:xfrm>
            <a:off x="4284621" y="202795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" name="pt212">
            <a:extLst>
              <a:ext uri="{FF2B5EF4-FFF2-40B4-BE49-F238E27FC236}">
                <a16:creationId xmlns:a16="http://schemas.microsoft.com/office/drawing/2014/main" id="{D23459DA-8AEE-7047-B566-21925A1E6CA9}"/>
              </a:ext>
            </a:extLst>
          </p:cNvPr>
          <p:cNvSpPr/>
          <p:nvPr/>
        </p:nvSpPr>
        <p:spPr>
          <a:xfrm>
            <a:off x="4283657" y="211278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" name="pt213">
            <a:extLst>
              <a:ext uri="{FF2B5EF4-FFF2-40B4-BE49-F238E27FC236}">
                <a16:creationId xmlns:a16="http://schemas.microsoft.com/office/drawing/2014/main" id="{EC9BE1D5-8D42-2645-AC8E-6F2979971044}"/>
              </a:ext>
            </a:extLst>
          </p:cNvPr>
          <p:cNvSpPr/>
          <p:nvPr/>
        </p:nvSpPr>
        <p:spPr>
          <a:xfrm>
            <a:off x="4304358" y="1714267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" name="pt214">
            <a:extLst>
              <a:ext uri="{FF2B5EF4-FFF2-40B4-BE49-F238E27FC236}">
                <a16:creationId xmlns:a16="http://schemas.microsoft.com/office/drawing/2014/main" id="{743D1C8B-2501-364D-9A4D-3567519B942B}"/>
              </a:ext>
            </a:extLst>
          </p:cNvPr>
          <p:cNvSpPr/>
          <p:nvPr/>
        </p:nvSpPr>
        <p:spPr>
          <a:xfrm>
            <a:off x="4632888" y="222368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" name="pt215">
            <a:extLst>
              <a:ext uri="{FF2B5EF4-FFF2-40B4-BE49-F238E27FC236}">
                <a16:creationId xmlns:a16="http://schemas.microsoft.com/office/drawing/2014/main" id="{1242267D-8C5E-DC48-8851-8A80923A0602}"/>
              </a:ext>
            </a:extLst>
          </p:cNvPr>
          <p:cNvSpPr/>
          <p:nvPr/>
        </p:nvSpPr>
        <p:spPr>
          <a:xfrm>
            <a:off x="4603849" y="2036170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" name="pt216">
            <a:extLst>
              <a:ext uri="{FF2B5EF4-FFF2-40B4-BE49-F238E27FC236}">
                <a16:creationId xmlns:a16="http://schemas.microsoft.com/office/drawing/2014/main" id="{C1E5E293-CCA1-5B4B-A7FE-5A71355261AB}"/>
              </a:ext>
            </a:extLst>
          </p:cNvPr>
          <p:cNvSpPr/>
          <p:nvPr/>
        </p:nvSpPr>
        <p:spPr>
          <a:xfrm>
            <a:off x="4675602" y="1642563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" name="pt217">
            <a:extLst>
              <a:ext uri="{FF2B5EF4-FFF2-40B4-BE49-F238E27FC236}">
                <a16:creationId xmlns:a16="http://schemas.microsoft.com/office/drawing/2014/main" id="{4006A35A-B6BA-C14C-AA78-8D24D50C0E0B}"/>
              </a:ext>
            </a:extLst>
          </p:cNvPr>
          <p:cNvSpPr/>
          <p:nvPr/>
        </p:nvSpPr>
        <p:spPr>
          <a:xfrm>
            <a:off x="4636883" y="204222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" name="pt218">
            <a:extLst>
              <a:ext uri="{FF2B5EF4-FFF2-40B4-BE49-F238E27FC236}">
                <a16:creationId xmlns:a16="http://schemas.microsoft.com/office/drawing/2014/main" id="{F6BC81F4-4D37-A343-BBC4-5B70A27E4D81}"/>
              </a:ext>
            </a:extLst>
          </p:cNvPr>
          <p:cNvSpPr/>
          <p:nvPr/>
        </p:nvSpPr>
        <p:spPr>
          <a:xfrm>
            <a:off x="4598860" y="226538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" name="pt219">
            <a:extLst>
              <a:ext uri="{FF2B5EF4-FFF2-40B4-BE49-F238E27FC236}">
                <a16:creationId xmlns:a16="http://schemas.microsoft.com/office/drawing/2014/main" id="{F0527E3B-EA62-774F-86A8-6E3A9EF971D3}"/>
              </a:ext>
            </a:extLst>
          </p:cNvPr>
          <p:cNvSpPr/>
          <p:nvPr/>
        </p:nvSpPr>
        <p:spPr>
          <a:xfrm>
            <a:off x="4650276" y="2261169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" name="pt220">
            <a:extLst>
              <a:ext uri="{FF2B5EF4-FFF2-40B4-BE49-F238E27FC236}">
                <a16:creationId xmlns:a16="http://schemas.microsoft.com/office/drawing/2014/main" id="{223957A3-6AB7-2547-8BD1-8A45B3E72063}"/>
              </a:ext>
            </a:extLst>
          </p:cNvPr>
          <p:cNvSpPr/>
          <p:nvPr/>
        </p:nvSpPr>
        <p:spPr>
          <a:xfrm>
            <a:off x="4636560" y="2098600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" name="pt221">
            <a:extLst>
              <a:ext uri="{FF2B5EF4-FFF2-40B4-BE49-F238E27FC236}">
                <a16:creationId xmlns:a16="http://schemas.microsoft.com/office/drawing/2014/main" id="{50F2AD1E-68F2-114E-ABAC-3BED34109827}"/>
              </a:ext>
            </a:extLst>
          </p:cNvPr>
          <p:cNvSpPr/>
          <p:nvPr/>
        </p:nvSpPr>
        <p:spPr>
          <a:xfrm>
            <a:off x="4636976" y="223510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" name="pt222">
            <a:extLst>
              <a:ext uri="{FF2B5EF4-FFF2-40B4-BE49-F238E27FC236}">
                <a16:creationId xmlns:a16="http://schemas.microsoft.com/office/drawing/2014/main" id="{5ABD1A5B-C9A3-9D4E-BBB4-8364ACC67CF5}"/>
              </a:ext>
            </a:extLst>
          </p:cNvPr>
          <p:cNvSpPr/>
          <p:nvPr/>
        </p:nvSpPr>
        <p:spPr>
          <a:xfrm>
            <a:off x="4607398" y="164050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" name="pt223">
            <a:extLst>
              <a:ext uri="{FF2B5EF4-FFF2-40B4-BE49-F238E27FC236}">
                <a16:creationId xmlns:a16="http://schemas.microsoft.com/office/drawing/2014/main" id="{F9EF03D6-7110-F841-969E-1A0FA67F7AC3}"/>
              </a:ext>
            </a:extLst>
          </p:cNvPr>
          <p:cNvSpPr/>
          <p:nvPr/>
        </p:nvSpPr>
        <p:spPr>
          <a:xfrm>
            <a:off x="4669920" y="1200352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" name="pt224">
            <a:extLst>
              <a:ext uri="{FF2B5EF4-FFF2-40B4-BE49-F238E27FC236}">
                <a16:creationId xmlns:a16="http://schemas.microsoft.com/office/drawing/2014/main" id="{94AD5B62-B767-7B40-BCB2-095F9FC28ED3}"/>
              </a:ext>
            </a:extLst>
          </p:cNvPr>
          <p:cNvSpPr/>
          <p:nvPr/>
        </p:nvSpPr>
        <p:spPr>
          <a:xfrm>
            <a:off x="4621389" y="1999102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" name="pt225">
            <a:extLst>
              <a:ext uri="{FF2B5EF4-FFF2-40B4-BE49-F238E27FC236}">
                <a16:creationId xmlns:a16="http://schemas.microsoft.com/office/drawing/2014/main" id="{46FF6BDB-9ABB-2640-971A-BD6E1DD6B981}"/>
              </a:ext>
            </a:extLst>
          </p:cNvPr>
          <p:cNvSpPr/>
          <p:nvPr/>
        </p:nvSpPr>
        <p:spPr>
          <a:xfrm>
            <a:off x="4669776" y="211314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" name="pt226">
            <a:extLst>
              <a:ext uri="{FF2B5EF4-FFF2-40B4-BE49-F238E27FC236}">
                <a16:creationId xmlns:a16="http://schemas.microsoft.com/office/drawing/2014/main" id="{BAB8E9BB-1237-2147-82FF-51AE28881F56}"/>
              </a:ext>
            </a:extLst>
          </p:cNvPr>
          <p:cNvSpPr/>
          <p:nvPr/>
        </p:nvSpPr>
        <p:spPr>
          <a:xfrm>
            <a:off x="4621358" y="2091499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" name="pt227">
            <a:extLst>
              <a:ext uri="{FF2B5EF4-FFF2-40B4-BE49-F238E27FC236}">
                <a16:creationId xmlns:a16="http://schemas.microsoft.com/office/drawing/2014/main" id="{E4732641-3553-1D4B-BBF6-56F6C95AD9FE}"/>
              </a:ext>
            </a:extLst>
          </p:cNvPr>
          <p:cNvSpPr/>
          <p:nvPr/>
        </p:nvSpPr>
        <p:spPr>
          <a:xfrm>
            <a:off x="4673547" y="2143857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" name="pt228">
            <a:extLst>
              <a:ext uri="{FF2B5EF4-FFF2-40B4-BE49-F238E27FC236}">
                <a16:creationId xmlns:a16="http://schemas.microsoft.com/office/drawing/2014/main" id="{387AE5F4-5200-444D-A322-9DED5AEAD37F}"/>
              </a:ext>
            </a:extLst>
          </p:cNvPr>
          <p:cNvSpPr/>
          <p:nvPr/>
        </p:nvSpPr>
        <p:spPr>
          <a:xfrm>
            <a:off x="4666206" y="202168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" name="pt229">
            <a:extLst>
              <a:ext uri="{FF2B5EF4-FFF2-40B4-BE49-F238E27FC236}">
                <a16:creationId xmlns:a16="http://schemas.microsoft.com/office/drawing/2014/main" id="{D240C4D0-2FC2-5D4C-B8F3-9A63EED6105D}"/>
              </a:ext>
            </a:extLst>
          </p:cNvPr>
          <p:cNvSpPr/>
          <p:nvPr/>
        </p:nvSpPr>
        <p:spPr>
          <a:xfrm>
            <a:off x="4637364" y="1892249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" name="pt230">
            <a:extLst>
              <a:ext uri="{FF2B5EF4-FFF2-40B4-BE49-F238E27FC236}">
                <a16:creationId xmlns:a16="http://schemas.microsoft.com/office/drawing/2014/main" id="{67E465B4-03CB-8645-8052-5E79B87CBA78}"/>
              </a:ext>
            </a:extLst>
          </p:cNvPr>
          <p:cNvSpPr/>
          <p:nvPr/>
        </p:nvSpPr>
        <p:spPr>
          <a:xfrm>
            <a:off x="4660859" y="1960357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" name="pt231">
            <a:extLst>
              <a:ext uri="{FF2B5EF4-FFF2-40B4-BE49-F238E27FC236}">
                <a16:creationId xmlns:a16="http://schemas.microsoft.com/office/drawing/2014/main" id="{02C4D11B-0DA4-E445-B44B-402641C2BF0E}"/>
              </a:ext>
            </a:extLst>
          </p:cNvPr>
          <p:cNvSpPr/>
          <p:nvPr/>
        </p:nvSpPr>
        <p:spPr>
          <a:xfrm>
            <a:off x="4634010" y="2041906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" name="pt232">
            <a:extLst>
              <a:ext uri="{FF2B5EF4-FFF2-40B4-BE49-F238E27FC236}">
                <a16:creationId xmlns:a16="http://schemas.microsoft.com/office/drawing/2014/main" id="{A23E27B7-2E69-F049-BF9B-48B426EF814C}"/>
              </a:ext>
            </a:extLst>
          </p:cNvPr>
          <p:cNvSpPr/>
          <p:nvPr/>
        </p:nvSpPr>
        <p:spPr>
          <a:xfrm>
            <a:off x="4982341" y="2203969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5" name="pt233">
            <a:extLst>
              <a:ext uri="{FF2B5EF4-FFF2-40B4-BE49-F238E27FC236}">
                <a16:creationId xmlns:a16="http://schemas.microsoft.com/office/drawing/2014/main" id="{7F77B8FC-58EC-134B-9FDB-DADF1830CF20}"/>
              </a:ext>
            </a:extLst>
          </p:cNvPr>
          <p:cNvSpPr/>
          <p:nvPr/>
        </p:nvSpPr>
        <p:spPr>
          <a:xfrm>
            <a:off x="4978789" y="221747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6" name="pt234">
            <a:extLst>
              <a:ext uri="{FF2B5EF4-FFF2-40B4-BE49-F238E27FC236}">
                <a16:creationId xmlns:a16="http://schemas.microsoft.com/office/drawing/2014/main" id="{1F52D6B6-F1FB-A145-B0CB-507F0E2CAEB1}"/>
              </a:ext>
            </a:extLst>
          </p:cNvPr>
          <p:cNvSpPr/>
          <p:nvPr/>
        </p:nvSpPr>
        <p:spPr>
          <a:xfrm>
            <a:off x="5002931" y="2111782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7" name="pt235">
            <a:extLst>
              <a:ext uri="{FF2B5EF4-FFF2-40B4-BE49-F238E27FC236}">
                <a16:creationId xmlns:a16="http://schemas.microsoft.com/office/drawing/2014/main" id="{8EF8CA7E-4A3D-5643-AFFF-8EC0D67B624E}"/>
              </a:ext>
            </a:extLst>
          </p:cNvPr>
          <p:cNvSpPr/>
          <p:nvPr/>
        </p:nvSpPr>
        <p:spPr>
          <a:xfrm>
            <a:off x="5046966" y="2086523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8" name="pt236">
            <a:extLst>
              <a:ext uri="{FF2B5EF4-FFF2-40B4-BE49-F238E27FC236}">
                <a16:creationId xmlns:a16="http://schemas.microsoft.com/office/drawing/2014/main" id="{6D4BD468-4C59-9E47-A515-93639E43A21E}"/>
              </a:ext>
            </a:extLst>
          </p:cNvPr>
          <p:cNvSpPr/>
          <p:nvPr/>
        </p:nvSpPr>
        <p:spPr>
          <a:xfrm>
            <a:off x="4979055" y="127252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9" name="pt237">
            <a:extLst>
              <a:ext uri="{FF2B5EF4-FFF2-40B4-BE49-F238E27FC236}">
                <a16:creationId xmlns:a16="http://schemas.microsoft.com/office/drawing/2014/main" id="{E2F8791D-D76C-E64A-96E4-731FFE1ED973}"/>
              </a:ext>
            </a:extLst>
          </p:cNvPr>
          <p:cNvSpPr/>
          <p:nvPr/>
        </p:nvSpPr>
        <p:spPr>
          <a:xfrm>
            <a:off x="5041960" y="211168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0" name="pt238">
            <a:extLst>
              <a:ext uri="{FF2B5EF4-FFF2-40B4-BE49-F238E27FC236}">
                <a16:creationId xmlns:a16="http://schemas.microsoft.com/office/drawing/2014/main" id="{FC7F1167-CC24-2545-9853-76325B171067}"/>
              </a:ext>
            </a:extLst>
          </p:cNvPr>
          <p:cNvSpPr/>
          <p:nvPr/>
        </p:nvSpPr>
        <p:spPr>
          <a:xfrm>
            <a:off x="5024981" y="165931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1" name="pt239">
            <a:extLst>
              <a:ext uri="{FF2B5EF4-FFF2-40B4-BE49-F238E27FC236}">
                <a16:creationId xmlns:a16="http://schemas.microsoft.com/office/drawing/2014/main" id="{0CD156C7-A98B-2F4A-9E4F-4E21B9B6D6C6}"/>
              </a:ext>
            </a:extLst>
          </p:cNvPr>
          <p:cNvSpPr/>
          <p:nvPr/>
        </p:nvSpPr>
        <p:spPr>
          <a:xfrm>
            <a:off x="5011516" y="1747617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2" name="pt240">
            <a:extLst>
              <a:ext uri="{FF2B5EF4-FFF2-40B4-BE49-F238E27FC236}">
                <a16:creationId xmlns:a16="http://schemas.microsoft.com/office/drawing/2014/main" id="{621BA878-394F-9148-9660-7386F5FD19D3}"/>
              </a:ext>
            </a:extLst>
          </p:cNvPr>
          <p:cNvSpPr/>
          <p:nvPr/>
        </p:nvSpPr>
        <p:spPr>
          <a:xfrm>
            <a:off x="4984795" y="2214163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3" name="pt241">
            <a:extLst>
              <a:ext uri="{FF2B5EF4-FFF2-40B4-BE49-F238E27FC236}">
                <a16:creationId xmlns:a16="http://schemas.microsoft.com/office/drawing/2014/main" id="{3CC62955-6177-B242-AB82-50F90ED61406}"/>
              </a:ext>
            </a:extLst>
          </p:cNvPr>
          <p:cNvSpPr/>
          <p:nvPr/>
        </p:nvSpPr>
        <p:spPr>
          <a:xfrm>
            <a:off x="4957335" y="1225829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4" name="pt242">
            <a:extLst>
              <a:ext uri="{FF2B5EF4-FFF2-40B4-BE49-F238E27FC236}">
                <a16:creationId xmlns:a16="http://schemas.microsoft.com/office/drawing/2014/main" id="{F6BF7538-8DFD-DA4E-B399-BF1AFDBB5D11}"/>
              </a:ext>
            </a:extLst>
          </p:cNvPr>
          <p:cNvSpPr/>
          <p:nvPr/>
        </p:nvSpPr>
        <p:spPr>
          <a:xfrm>
            <a:off x="5041026" y="2219005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5" name="pt243">
            <a:extLst>
              <a:ext uri="{FF2B5EF4-FFF2-40B4-BE49-F238E27FC236}">
                <a16:creationId xmlns:a16="http://schemas.microsoft.com/office/drawing/2014/main" id="{06D14A6E-4712-D340-92F9-AA685CD2E0E6}"/>
              </a:ext>
            </a:extLst>
          </p:cNvPr>
          <p:cNvSpPr/>
          <p:nvPr/>
        </p:nvSpPr>
        <p:spPr>
          <a:xfrm>
            <a:off x="5002608" y="2172175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6" name="pt244">
            <a:extLst>
              <a:ext uri="{FF2B5EF4-FFF2-40B4-BE49-F238E27FC236}">
                <a16:creationId xmlns:a16="http://schemas.microsoft.com/office/drawing/2014/main" id="{0DC3F702-BA83-F645-BDEF-57B705CBD982}"/>
              </a:ext>
            </a:extLst>
          </p:cNvPr>
          <p:cNvSpPr/>
          <p:nvPr/>
        </p:nvSpPr>
        <p:spPr>
          <a:xfrm>
            <a:off x="5036836" y="1722239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7" name="pt245">
            <a:extLst>
              <a:ext uri="{FF2B5EF4-FFF2-40B4-BE49-F238E27FC236}">
                <a16:creationId xmlns:a16="http://schemas.microsoft.com/office/drawing/2014/main" id="{47DACB9C-13D0-174F-9959-619599B63D02}"/>
              </a:ext>
            </a:extLst>
          </p:cNvPr>
          <p:cNvSpPr/>
          <p:nvPr/>
        </p:nvSpPr>
        <p:spPr>
          <a:xfrm>
            <a:off x="5010989" y="202699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8" name="pt246">
            <a:extLst>
              <a:ext uri="{FF2B5EF4-FFF2-40B4-BE49-F238E27FC236}">
                <a16:creationId xmlns:a16="http://schemas.microsoft.com/office/drawing/2014/main" id="{733BB4CA-5E26-C74C-A461-96C3570D5C71}"/>
              </a:ext>
            </a:extLst>
          </p:cNvPr>
          <p:cNvSpPr/>
          <p:nvPr/>
        </p:nvSpPr>
        <p:spPr>
          <a:xfrm>
            <a:off x="5008579" y="2067096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9" name="pt247">
            <a:extLst>
              <a:ext uri="{FF2B5EF4-FFF2-40B4-BE49-F238E27FC236}">
                <a16:creationId xmlns:a16="http://schemas.microsoft.com/office/drawing/2014/main" id="{833B0CAD-14D1-F146-ADD9-4FE442211591}"/>
              </a:ext>
            </a:extLst>
          </p:cNvPr>
          <p:cNvSpPr/>
          <p:nvPr/>
        </p:nvSpPr>
        <p:spPr>
          <a:xfrm>
            <a:off x="5026884" y="133699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0" name="pt248">
            <a:extLst>
              <a:ext uri="{FF2B5EF4-FFF2-40B4-BE49-F238E27FC236}">
                <a16:creationId xmlns:a16="http://schemas.microsoft.com/office/drawing/2014/main" id="{3F7E6222-DE3C-BC48-9E9D-4ECB646FBE50}"/>
              </a:ext>
            </a:extLst>
          </p:cNvPr>
          <p:cNvSpPr/>
          <p:nvPr/>
        </p:nvSpPr>
        <p:spPr>
          <a:xfrm>
            <a:off x="4971056" y="210508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1" name="pt249">
            <a:extLst>
              <a:ext uri="{FF2B5EF4-FFF2-40B4-BE49-F238E27FC236}">
                <a16:creationId xmlns:a16="http://schemas.microsoft.com/office/drawing/2014/main" id="{7E0757CA-ABA7-4F44-A50D-FC36272B6917}"/>
              </a:ext>
            </a:extLst>
          </p:cNvPr>
          <p:cNvSpPr/>
          <p:nvPr/>
        </p:nvSpPr>
        <p:spPr>
          <a:xfrm>
            <a:off x="5001425" y="211888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2" name="pt250">
            <a:extLst>
              <a:ext uri="{FF2B5EF4-FFF2-40B4-BE49-F238E27FC236}">
                <a16:creationId xmlns:a16="http://schemas.microsoft.com/office/drawing/2014/main" id="{02FD89B7-BEA2-1146-8CFE-FC9BB613C240}"/>
              </a:ext>
            </a:extLst>
          </p:cNvPr>
          <p:cNvSpPr/>
          <p:nvPr/>
        </p:nvSpPr>
        <p:spPr>
          <a:xfrm>
            <a:off x="4997511" y="1862426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3" name="pt251">
            <a:extLst>
              <a:ext uri="{FF2B5EF4-FFF2-40B4-BE49-F238E27FC236}">
                <a16:creationId xmlns:a16="http://schemas.microsoft.com/office/drawing/2014/main" id="{6E2AE8D2-F523-0548-8F5D-0F716D53D04F}"/>
              </a:ext>
            </a:extLst>
          </p:cNvPr>
          <p:cNvSpPr/>
          <p:nvPr/>
        </p:nvSpPr>
        <p:spPr>
          <a:xfrm>
            <a:off x="5020893" y="1898915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4" name="pt252">
            <a:extLst>
              <a:ext uri="{FF2B5EF4-FFF2-40B4-BE49-F238E27FC236}">
                <a16:creationId xmlns:a16="http://schemas.microsoft.com/office/drawing/2014/main" id="{3E684294-3543-6A4F-85C4-DF649553A946}"/>
              </a:ext>
            </a:extLst>
          </p:cNvPr>
          <p:cNvSpPr/>
          <p:nvPr/>
        </p:nvSpPr>
        <p:spPr>
          <a:xfrm>
            <a:off x="5402351" y="2152380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5" name="pt253">
            <a:extLst>
              <a:ext uri="{FF2B5EF4-FFF2-40B4-BE49-F238E27FC236}">
                <a16:creationId xmlns:a16="http://schemas.microsoft.com/office/drawing/2014/main" id="{40FC04FA-F779-C344-9B7D-D1B8EB4F3DE9}"/>
              </a:ext>
            </a:extLst>
          </p:cNvPr>
          <p:cNvSpPr/>
          <p:nvPr/>
        </p:nvSpPr>
        <p:spPr>
          <a:xfrm>
            <a:off x="5327966" y="2178864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6" name="pt254">
            <a:extLst>
              <a:ext uri="{FF2B5EF4-FFF2-40B4-BE49-F238E27FC236}">
                <a16:creationId xmlns:a16="http://schemas.microsoft.com/office/drawing/2014/main" id="{AD3E2A8C-899C-6A47-9B3C-4F19EC82D187}"/>
              </a:ext>
            </a:extLst>
          </p:cNvPr>
          <p:cNvSpPr/>
          <p:nvPr/>
        </p:nvSpPr>
        <p:spPr>
          <a:xfrm>
            <a:off x="5400568" y="2213663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7" name="pt255">
            <a:extLst>
              <a:ext uri="{FF2B5EF4-FFF2-40B4-BE49-F238E27FC236}">
                <a16:creationId xmlns:a16="http://schemas.microsoft.com/office/drawing/2014/main" id="{B7E4E810-141D-6749-BD1E-F6FD8C797019}"/>
              </a:ext>
            </a:extLst>
          </p:cNvPr>
          <p:cNvSpPr/>
          <p:nvPr/>
        </p:nvSpPr>
        <p:spPr>
          <a:xfrm>
            <a:off x="5405370" y="215221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8" name="pt256">
            <a:extLst>
              <a:ext uri="{FF2B5EF4-FFF2-40B4-BE49-F238E27FC236}">
                <a16:creationId xmlns:a16="http://schemas.microsoft.com/office/drawing/2014/main" id="{48E65253-AD9E-C542-8715-A319458D50B5}"/>
              </a:ext>
            </a:extLst>
          </p:cNvPr>
          <p:cNvSpPr/>
          <p:nvPr/>
        </p:nvSpPr>
        <p:spPr>
          <a:xfrm>
            <a:off x="5351425" y="1619499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9" name="pt257">
            <a:extLst>
              <a:ext uri="{FF2B5EF4-FFF2-40B4-BE49-F238E27FC236}">
                <a16:creationId xmlns:a16="http://schemas.microsoft.com/office/drawing/2014/main" id="{7F9B3E23-857F-0B41-962F-2D5E03BC583B}"/>
              </a:ext>
            </a:extLst>
          </p:cNvPr>
          <p:cNvSpPr/>
          <p:nvPr/>
        </p:nvSpPr>
        <p:spPr>
          <a:xfrm>
            <a:off x="5401155" y="2168457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0" name="pt258">
            <a:extLst>
              <a:ext uri="{FF2B5EF4-FFF2-40B4-BE49-F238E27FC236}">
                <a16:creationId xmlns:a16="http://schemas.microsoft.com/office/drawing/2014/main" id="{F3E60D81-FA74-4045-8EF9-9B2F4BC9ADBE}"/>
              </a:ext>
            </a:extLst>
          </p:cNvPr>
          <p:cNvSpPr/>
          <p:nvPr/>
        </p:nvSpPr>
        <p:spPr>
          <a:xfrm>
            <a:off x="5312649" y="1769486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1" name="pt259">
            <a:extLst>
              <a:ext uri="{FF2B5EF4-FFF2-40B4-BE49-F238E27FC236}">
                <a16:creationId xmlns:a16="http://schemas.microsoft.com/office/drawing/2014/main" id="{22DFCCB6-EFC8-7B48-9C11-D6A23E1A98C8}"/>
              </a:ext>
            </a:extLst>
          </p:cNvPr>
          <p:cNvSpPr/>
          <p:nvPr/>
        </p:nvSpPr>
        <p:spPr>
          <a:xfrm>
            <a:off x="5317066" y="2219006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2" name="pt260">
            <a:extLst>
              <a:ext uri="{FF2B5EF4-FFF2-40B4-BE49-F238E27FC236}">
                <a16:creationId xmlns:a16="http://schemas.microsoft.com/office/drawing/2014/main" id="{89D06F3A-A06A-B642-A6C5-AFA37DA44684}"/>
              </a:ext>
            </a:extLst>
          </p:cNvPr>
          <p:cNvSpPr/>
          <p:nvPr/>
        </p:nvSpPr>
        <p:spPr>
          <a:xfrm>
            <a:off x="5363087" y="1309443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3" name="pt261">
            <a:extLst>
              <a:ext uri="{FF2B5EF4-FFF2-40B4-BE49-F238E27FC236}">
                <a16:creationId xmlns:a16="http://schemas.microsoft.com/office/drawing/2014/main" id="{FBAB22B7-6A90-4F43-88BB-67F07F00999A}"/>
              </a:ext>
            </a:extLst>
          </p:cNvPr>
          <p:cNvSpPr/>
          <p:nvPr/>
        </p:nvSpPr>
        <p:spPr>
          <a:xfrm>
            <a:off x="5335823" y="1332898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4" name="pt262">
            <a:extLst>
              <a:ext uri="{FF2B5EF4-FFF2-40B4-BE49-F238E27FC236}">
                <a16:creationId xmlns:a16="http://schemas.microsoft.com/office/drawing/2014/main" id="{EE196400-EE80-DD4B-BF28-68E1508F57E4}"/>
              </a:ext>
            </a:extLst>
          </p:cNvPr>
          <p:cNvSpPr/>
          <p:nvPr/>
        </p:nvSpPr>
        <p:spPr>
          <a:xfrm>
            <a:off x="5390735" y="2069733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5" name="pt263">
            <a:extLst>
              <a:ext uri="{FF2B5EF4-FFF2-40B4-BE49-F238E27FC236}">
                <a16:creationId xmlns:a16="http://schemas.microsoft.com/office/drawing/2014/main" id="{8DD64A5F-C332-D74D-A048-D082BE8B940A}"/>
              </a:ext>
            </a:extLst>
          </p:cNvPr>
          <p:cNvSpPr/>
          <p:nvPr/>
        </p:nvSpPr>
        <p:spPr>
          <a:xfrm>
            <a:off x="5315711" y="2072719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6" name="pt264">
            <a:extLst>
              <a:ext uri="{FF2B5EF4-FFF2-40B4-BE49-F238E27FC236}">
                <a16:creationId xmlns:a16="http://schemas.microsoft.com/office/drawing/2014/main" id="{FA349AE5-249A-D146-9DAE-48AE49B5E1FF}"/>
              </a:ext>
            </a:extLst>
          </p:cNvPr>
          <p:cNvSpPr/>
          <p:nvPr/>
        </p:nvSpPr>
        <p:spPr>
          <a:xfrm>
            <a:off x="5346866" y="1939304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7" name="pt265">
            <a:extLst>
              <a:ext uri="{FF2B5EF4-FFF2-40B4-BE49-F238E27FC236}">
                <a16:creationId xmlns:a16="http://schemas.microsoft.com/office/drawing/2014/main" id="{01DD365F-A72B-B44F-AA86-CDA241722F6B}"/>
              </a:ext>
            </a:extLst>
          </p:cNvPr>
          <p:cNvSpPr/>
          <p:nvPr/>
        </p:nvSpPr>
        <p:spPr>
          <a:xfrm>
            <a:off x="5394332" y="206500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8" name="pt266">
            <a:extLst>
              <a:ext uri="{FF2B5EF4-FFF2-40B4-BE49-F238E27FC236}">
                <a16:creationId xmlns:a16="http://schemas.microsoft.com/office/drawing/2014/main" id="{46FFED9D-B1BF-F84D-8EEF-8CB50C1DDCDD}"/>
              </a:ext>
            </a:extLst>
          </p:cNvPr>
          <p:cNvSpPr/>
          <p:nvPr/>
        </p:nvSpPr>
        <p:spPr>
          <a:xfrm>
            <a:off x="5401978" y="1981962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9" name="pt267">
            <a:extLst>
              <a:ext uri="{FF2B5EF4-FFF2-40B4-BE49-F238E27FC236}">
                <a16:creationId xmlns:a16="http://schemas.microsoft.com/office/drawing/2014/main" id="{5879B3B0-8821-5E4F-8953-0C8EC64EAEEA}"/>
              </a:ext>
            </a:extLst>
          </p:cNvPr>
          <p:cNvSpPr/>
          <p:nvPr/>
        </p:nvSpPr>
        <p:spPr>
          <a:xfrm>
            <a:off x="5391720" y="2194533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0" name="pt268">
            <a:extLst>
              <a:ext uri="{FF2B5EF4-FFF2-40B4-BE49-F238E27FC236}">
                <a16:creationId xmlns:a16="http://schemas.microsoft.com/office/drawing/2014/main" id="{0EC4FEED-A49E-2D48-A862-BE3FD2D4265D}"/>
              </a:ext>
            </a:extLst>
          </p:cNvPr>
          <p:cNvSpPr/>
          <p:nvPr/>
        </p:nvSpPr>
        <p:spPr>
          <a:xfrm>
            <a:off x="5345520" y="2181771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1" name="pt269">
            <a:extLst>
              <a:ext uri="{FF2B5EF4-FFF2-40B4-BE49-F238E27FC236}">
                <a16:creationId xmlns:a16="http://schemas.microsoft.com/office/drawing/2014/main" id="{7C176768-0D9B-AC4B-8460-5420E7B1561A}"/>
              </a:ext>
            </a:extLst>
          </p:cNvPr>
          <p:cNvSpPr/>
          <p:nvPr/>
        </p:nvSpPr>
        <p:spPr>
          <a:xfrm>
            <a:off x="5384821" y="1997532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2" name="pt270">
            <a:extLst>
              <a:ext uri="{FF2B5EF4-FFF2-40B4-BE49-F238E27FC236}">
                <a16:creationId xmlns:a16="http://schemas.microsoft.com/office/drawing/2014/main" id="{4A42B76F-BB3C-3B46-9DA3-092C3EC540DC}"/>
              </a:ext>
            </a:extLst>
          </p:cNvPr>
          <p:cNvSpPr/>
          <p:nvPr/>
        </p:nvSpPr>
        <p:spPr>
          <a:xfrm>
            <a:off x="5381913" y="2042734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3" name="pt271">
            <a:extLst>
              <a:ext uri="{FF2B5EF4-FFF2-40B4-BE49-F238E27FC236}">
                <a16:creationId xmlns:a16="http://schemas.microsoft.com/office/drawing/2014/main" id="{20AD393A-C400-9D4A-B06B-8ABED9DD09F9}"/>
              </a:ext>
            </a:extLst>
          </p:cNvPr>
          <p:cNvSpPr/>
          <p:nvPr/>
        </p:nvSpPr>
        <p:spPr>
          <a:xfrm>
            <a:off x="5397951" y="1861210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4" name="pt272">
            <a:extLst>
              <a:ext uri="{FF2B5EF4-FFF2-40B4-BE49-F238E27FC236}">
                <a16:creationId xmlns:a16="http://schemas.microsoft.com/office/drawing/2014/main" id="{FC2A7B69-C3C4-CB49-8CC9-4BAAF7B2A597}"/>
              </a:ext>
            </a:extLst>
          </p:cNvPr>
          <p:cNvSpPr/>
          <p:nvPr/>
        </p:nvSpPr>
        <p:spPr>
          <a:xfrm>
            <a:off x="5322491" y="1236708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5" name="pt273">
            <a:extLst>
              <a:ext uri="{FF2B5EF4-FFF2-40B4-BE49-F238E27FC236}">
                <a16:creationId xmlns:a16="http://schemas.microsoft.com/office/drawing/2014/main" id="{913FFA6D-595A-1F4A-8AA4-3C1442B00824}"/>
              </a:ext>
            </a:extLst>
          </p:cNvPr>
          <p:cNvSpPr/>
          <p:nvPr/>
        </p:nvSpPr>
        <p:spPr>
          <a:xfrm>
            <a:off x="5322829" y="1824809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6" name="pt274">
            <a:extLst>
              <a:ext uri="{FF2B5EF4-FFF2-40B4-BE49-F238E27FC236}">
                <a16:creationId xmlns:a16="http://schemas.microsoft.com/office/drawing/2014/main" id="{E75801DD-92E9-4844-8C08-289127A4355B}"/>
              </a:ext>
            </a:extLst>
          </p:cNvPr>
          <p:cNvSpPr/>
          <p:nvPr/>
        </p:nvSpPr>
        <p:spPr>
          <a:xfrm>
            <a:off x="5393397" y="2117916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7" name="pt275">
            <a:extLst>
              <a:ext uri="{FF2B5EF4-FFF2-40B4-BE49-F238E27FC236}">
                <a16:creationId xmlns:a16="http://schemas.microsoft.com/office/drawing/2014/main" id="{E2CE7C28-7771-3C48-A6FD-2DE5D97DFF95}"/>
              </a:ext>
            </a:extLst>
          </p:cNvPr>
          <p:cNvSpPr/>
          <p:nvPr/>
        </p:nvSpPr>
        <p:spPr>
          <a:xfrm>
            <a:off x="5355594" y="177089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8" name="pg276">
            <a:extLst>
              <a:ext uri="{FF2B5EF4-FFF2-40B4-BE49-F238E27FC236}">
                <a16:creationId xmlns:a16="http://schemas.microsoft.com/office/drawing/2014/main" id="{10E353DA-0367-A94E-AED8-92857A1ECB6D}"/>
              </a:ext>
            </a:extLst>
          </p:cNvPr>
          <p:cNvSpPr/>
          <p:nvPr/>
        </p:nvSpPr>
        <p:spPr>
          <a:xfrm>
            <a:off x="4310463" y="1851973"/>
            <a:ext cx="1090076" cy="336548"/>
          </a:xfrm>
          <a:custGeom>
            <a:avLst/>
            <a:gdLst/>
            <a:ahLst/>
            <a:cxnLst/>
            <a:rect l="0" t="0" r="0" b="0"/>
            <a:pathLst>
              <a:path w="1090076" h="336548">
                <a:moveTo>
                  <a:pt x="0" y="40471"/>
                </a:moveTo>
                <a:lnTo>
                  <a:pt x="575909" y="44520"/>
                </a:lnTo>
                <a:lnTo>
                  <a:pt x="726717" y="36403"/>
                </a:lnTo>
                <a:lnTo>
                  <a:pt x="939268" y="17714"/>
                </a:lnTo>
                <a:lnTo>
                  <a:pt x="1090076" y="0"/>
                </a:lnTo>
                <a:lnTo>
                  <a:pt x="1090076" y="259230"/>
                </a:lnTo>
                <a:lnTo>
                  <a:pt x="939268" y="257812"/>
                </a:lnTo>
                <a:lnTo>
                  <a:pt x="726717" y="262089"/>
                </a:lnTo>
                <a:lnTo>
                  <a:pt x="575909" y="270268"/>
                </a:lnTo>
                <a:lnTo>
                  <a:pt x="0" y="336548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9" name="pl277">
            <a:extLst>
              <a:ext uri="{FF2B5EF4-FFF2-40B4-BE49-F238E27FC236}">
                <a16:creationId xmlns:a16="http://schemas.microsoft.com/office/drawing/2014/main" id="{1EA1ED86-C939-EC4C-8965-344D235BE17C}"/>
              </a:ext>
            </a:extLst>
          </p:cNvPr>
          <p:cNvSpPr/>
          <p:nvPr/>
        </p:nvSpPr>
        <p:spPr>
          <a:xfrm>
            <a:off x="4310463" y="1851973"/>
            <a:ext cx="1090076" cy="44520"/>
          </a:xfrm>
          <a:custGeom>
            <a:avLst/>
            <a:gdLst/>
            <a:ahLst/>
            <a:cxnLst/>
            <a:rect l="0" t="0" r="0" b="0"/>
            <a:pathLst>
              <a:path w="1090076" h="44520">
                <a:moveTo>
                  <a:pt x="0" y="40471"/>
                </a:moveTo>
                <a:lnTo>
                  <a:pt x="575909" y="44520"/>
                </a:lnTo>
                <a:lnTo>
                  <a:pt x="726717" y="36403"/>
                </a:lnTo>
                <a:lnTo>
                  <a:pt x="939268" y="17714"/>
                </a:lnTo>
                <a:lnTo>
                  <a:pt x="1090076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80" name="pl278">
            <a:extLst>
              <a:ext uri="{FF2B5EF4-FFF2-40B4-BE49-F238E27FC236}">
                <a16:creationId xmlns:a16="http://schemas.microsoft.com/office/drawing/2014/main" id="{498A1D83-55F0-134B-B739-A68B11D7D1D3}"/>
              </a:ext>
            </a:extLst>
          </p:cNvPr>
          <p:cNvSpPr/>
          <p:nvPr/>
        </p:nvSpPr>
        <p:spPr>
          <a:xfrm>
            <a:off x="4310463" y="2109786"/>
            <a:ext cx="1090076" cy="78736"/>
          </a:xfrm>
          <a:custGeom>
            <a:avLst/>
            <a:gdLst/>
            <a:ahLst/>
            <a:cxnLst/>
            <a:rect l="0" t="0" r="0" b="0"/>
            <a:pathLst>
              <a:path w="1090076" h="78736">
                <a:moveTo>
                  <a:pt x="1090076" y="1418"/>
                </a:moveTo>
                <a:lnTo>
                  <a:pt x="939268" y="0"/>
                </a:lnTo>
                <a:lnTo>
                  <a:pt x="726717" y="4277"/>
                </a:lnTo>
                <a:lnTo>
                  <a:pt x="575909" y="12456"/>
                </a:lnTo>
                <a:lnTo>
                  <a:pt x="0" y="78736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81" name="pl279">
            <a:extLst>
              <a:ext uri="{FF2B5EF4-FFF2-40B4-BE49-F238E27FC236}">
                <a16:creationId xmlns:a16="http://schemas.microsoft.com/office/drawing/2014/main" id="{53793780-D44F-D94B-BB64-4C98E455141E}"/>
              </a:ext>
            </a:extLst>
          </p:cNvPr>
          <p:cNvSpPr/>
          <p:nvPr/>
        </p:nvSpPr>
        <p:spPr>
          <a:xfrm>
            <a:off x="4310463" y="1981589"/>
            <a:ext cx="1090076" cy="58894"/>
          </a:xfrm>
          <a:custGeom>
            <a:avLst/>
            <a:gdLst/>
            <a:ahLst/>
            <a:cxnLst/>
            <a:rect l="0" t="0" r="0" b="0"/>
            <a:pathLst>
              <a:path w="1090076" h="58894">
                <a:moveTo>
                  <a:pt x="0" y="58894"/>
                </a:moveTo>
                <a:lnTo>
                  <a:pt x="575909" y="27779"/>
                </a:lnTo>
                <a:lnTo>
                  <a:pt x="726717" y="19631"/>
                </a:lnTo>
                <a:lnTo>
                  <a:pt x="939268" y="8147"/>
                </a:lnTo>
                <a:lnTo>
                  <a:pt x="1090076" y="0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2" name="tx280">
            <a:extLst>
              <a:ext uri="{FF2B5EF4-FFF2-40B4-BE49-F238E27FC236}">
                <a16:creationId xmlns:a16="http://schemas.microsoft.com/office/drawing/2014/main" id="{F61773CF-7B33-CC4F-9EC2-32284E06E093}"/>
              </a:ext>
            </a:extLst>
          </p:cNvPr>
          <p:cNvSpPr/>
          <p:nvPr/>
        </p:nvSpPr>
        <p:spPr>
          <a:xfrm>
            <a:off x="4857330" y="1227231"/>
            <a:ext cx="70591" cy="910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</a:p>
        </p:txBody>
      </p:sp>
      <p:sp>
        <p:nvSpPr>
          <p:cNvPr id="283" name="tx281">
            <a:extLst>
              <a:ext uri="{FF2B5EF4-FFF2-40B4-BE49-F238E27FC236}">
                <a16:creationId xmlns:a16="http://schemas.microsoft.com/office/drawing/2014/main" id="{F81DC1C2-C81E-9F4D-85B7-35CA92B76C6F}"/>
              </a:ext>
            </a:extLst>
          </p:cNvPr>
          <p:cNvSpPr/>
          <p:nvPr/>
        </p:nvSpPr>
        <p:spPr>
          <a:xfrm>
            <a:off x="4938127" y="1227140"/>
            <a:ext cx="462412" cy="911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0.469</a:t>
            </a:r>
          </a:p>
        </p:txBody>
      </p:sp>
      <p:sp>
        <p:nvSpPr>
          <p:cNvPr id="284" name="rc282">
            <a:extLst>
              <a:ext uri="{FF2B5EF4-FFF2-40B4-BE49-F238E27FC236}">
                <a16:creationId xmlns:a16="http://schemas.microsoft.com/office/drawing/2014/main" id="{0FF86D0A-E45E-5441-B67A-1ED05FC408F7}"/>
              </a:ext>
            </a:extLst>
          </p:cNvPr>
          <p:cNvSpPr/>
          <p:nvPr/>
        </p:nvSpPr>
        <p:spPr>
          <a:xfrm>
            <a:off x="4204347" y="1185068"/>
            <a:ext cx="1297990" cy="117153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5" name="pl283">
            <a:extLst>
              <a:ext uri="{FF2B5EF4-FFF2-40B4-BE49-F238E27FC236}">
                <a16:creationId xmlns:a16="http://schemas.microsoft.com/office/drawing/2014/main" id="{15733076-65F2-BD40-9B2C-D86814EFC3B5}"/>
              </a:ext>
            </a:extLst>
          </p:cNvPr>
          <p:cNvSpPr/>
          <p:nvPr/>
        </p:nvSpPr>
        <p:spPr>
          <a:xfrm>
            <a:off x="4204347" y="1185068"/>
            <a:ext cx="0" cy="1171531"/>
          </a:xfrm>
          <a:custGeom>
            <a:avLst/>
            <a:gdLst/>
            <a:ahLst/>
            <a:cxnLst/>
            <a:rect l="0" t="0" r="0" b="0"/>
            <a:pathLst>
              <a:path h="1171531">
                <a:moveTo>
                  <a:pt x="0" y="11715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6" name="pl284">
            <a:extLst>
              <a:ext uri="{FF2B5EF4-FFF2-40B4-BE49-F238E27FC236}">
                <a16:creationId xmlns:a16="http://schemas.microsoft.com/office/drawing/2014/main" id="{D2142F19-0FE5-334A-8CFC-CC470182FACF}"/>
              </a:ext>
            </a:extLst>
          </p:cNvPr>
          <p:cNvSpPr/>
          <p:nvPr/>
        </p:nvSpPr>
        <p:spPr>
          <a:xfrm>
            <a:off x="4172716" y="2113903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7" name="pl285">
            <a:extLst>
              <a:ext uri="{FF2B5EF4-FFF2-40B4-BE49-F238E27FC236}">
                <a16:creationId xmlns:a16="http://schemas.microsoft.com/office/drawing/2014/main" id="{567D76B3-57D9-4E40-8506-781F0BC3E66E}"/>
              </a:ext>
            </a:extLst>
          </p:cNvPr>
          <p:cNvSpPr/>
          <p:nvPr/>
        </p:nvSpPr>
        <p:spPr>
          <a:xfrm>
            <a:off x="4172716" y="1766886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8" name="pl286">
            <a:extLst>
              <a:ext uri="{FF2B5EF4-FFF2-40B4-BE49-F238E27FC236}">
                <a16:creationId xmlns:a16="http://schemas.microsoft.com/office/drawing/2014/main" id="{F0D9E6EB-382B-2A40-87AB-0D5383272C8C}"/>
              </a:ext>
            </a:extLst>
          </p:cNvPr>
          <p:cNvSpPr/>
          <p:nvPr/>
        </p:nvSpPr>
        <p:spPr>
          <a:xfrm>
            <a:off x="4172716" y="1419868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9" name="pl287">
            <a:extLst>
              <a:ext uri="{FF2B5EF4-FFF2-40B4-BE49-F238E27FC236}">
                <a16:creationId xmlns:a16="http://schemas.microsoft.com/office/drawing/2014/main" id="{24445F12-4F89-1741-8AF1-9C14B2BF2FD9}"/>
              </a:ext>
            </a:extLst>
          </p:cNvPr>
          <p:cNvSpPr/>
          <p:nvPr/>
        </p:nvSpPr>
        <p:spPr>
          <a:xfrm>
            <a:off x="4204347" y="2356600"/>
            <a:ext cx="1297990" cy="0"/>
          </a:xfrm>
          <a:custGeom>
            <a:avLst/>
            <a:gdLst/>
            <a:ahLst/>
            <a:cxnLst/>
            <a:rect l="0" t="0" r="0" b="0"/>
            <a:pathLst>
              <a:path w="1297990">
                <a:moveTo>
                  <a:pt x="0" y="0"/>
                </a:moveTo>
                <a:lnTo>
                  <a:pt x="129799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0" name="pl288">
            <a:extLst>
              <a:ext uri="{FF2B5EF4-FFF2-40B4-BE49-F238E27FC236}">
                <a16:creationId xmlns:a16="http://schemas.microsoft.com/office/drawing/2014/main" id="{338238BD-0E49-984C-AFC9-37223EF6A4B6}"/>
              </a:ext>
            </a:extLst>
          </p:cNvPr>
          <p:cNvSpPr/>
          <p:nvPr/>
        </p:nvSpPr>
        <p:spPr>
          <a:xfrm>
            <a:off x="4310463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1" name="pl289">
            <a:extLst>
              <a:ext uri="{FF2B5EF4-FFF2-40B4-BE49-F238E27FC236}">
                <a16:creationId xmlns:a16="http://schemas.microsoft.com/office/drawing/2014/main" id="{0C0DC8DC-E8D3-E44A-8AE6-46F576060B56}"/>
              </a:ext>
            </a:extLst>
          </p:cNvPr>
          <p:cNvSpPr/>
          <p:nvPr/>
        </p:nvSpPr>
        <p:spPr>
          <a:xfrm>
            <a:off x="4673821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2" name="pl290">
            <a:extLst>
              <a:ext uri="{FF2B5EF4-FFF2-40B4-BE49-F238E27FC236}">
                <a16:creationId xmlns:a16="http://schemas.microsoft.com/office/drawing/2014/main" id="{229BAD18-E183-ED42-B8D1-4BAC40515BD5}"/>
              </a:ext>
            </a:extLst>
          </p:cNvPr>
          <p:cNvSpPr/>
          <p:nvPr/>
        </p:nvSpPr>
        <p:spPr>
          <a:xfrm>
            <a:off x="5037180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3" name="pl291">
            <a:extLst>
              <a:ext uri="{FF2B5EF4-FFF2-40B4-BE49-F238E27FC236}">
                <a16:creationId xmlns:a16="http://schemas.microsoft.com/office/drawing/2014/main" id="{B97427E5-32D8-5D4A-9C74-A17016A5A94E}"/>
              </a:ext>
            </a:extLst>
          </p:cNvPr>
          <p:cNvSpPr/>
          <p:nvPr/>
        </p:nvSpPr>
        <p:spPr>
          <a:xfrm>
            <a:off x="5400539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4" name="tx292">
            <a:extLst>
              <a:ext uri="{FF2B5EF4-FFF2-40B4-BE49-F238E27FC236}">
                <a16:creationId xmlns:a16="http://schemas.microsoft.com/office/drawing/2014/main" id="{CA0C820B-E103-024D-8D3F-6105B7C43E8E}"/>
              </a:ext>
            </a:extLst>
          </p:cNvPr>
          <p:cNvSpPr/>
          <p:nvPr/>
        </p:nvSpPr>
        <p:spPr>
          <a:xfrm>
            <a:off x="4204347" y="990315"/>
            <a:ext cx="613105" cy="100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(c) LDMC</a:t>
            </a:r>
          </a:p>
        </p:txBody>
      </p:sp>
      <p:sp>
        <p:nvSpPr>
          <p:cNvPr id="295" name="rc293">
            <a:extLst>
              <a:ext uri="{FF2B5EF4-FFF2-40B4-BE49-F238E27FC236}">
                <a16:creationId xmlns:a16="http://schemas.microsoft.com/office/drawing/2014/main" id="{9D3F41D0-5FA3-B347-AB3C-F80A2D044961}"/>
              </a:ext>
            </a:extLst>
          </p:cNvPr>
          <p:cNvSpPr/>
          <p:nvPr/>
        </p:nvSpPr>
        <p:spPr>
          <a:xfrm>
            <a:off x="5635189" y="1185068"/>
            <a:ext cx="1297990" cy="11715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6" name="pt294">
            <a:extLst>
              <a:ext uri="{FF2B5EF4-FFF2-40B4-BE49-F238E27FC236}">
                <a16:creationId xmlns:a16="http://schemas.microsoft.com/office/drawing/2014/main" id="{6DE00985-8E6D-594F-B179-0CA67772C3EF}"/>
              </a:ext>
            </a:extLst>
          </p:cNvPr>
          <p:cNvSpPr/>
          <p:nvPr/>
        </p:nvSpPr>
        <p:spPr>
          <a:xfrm>
            <a:off x="5731511" y="2033478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7" name="pt295">
            <a:extLst>
              <a:ext uri="{FF2B5EF4-FFF2-40B4-BE49-F238E27FC236}">
                <a16:creationId xmlns:a16="http://schemas.microsoft.com/office/drawing/2014/main" id="{C6750293-EBF1-7249-AB58-49DB3D011D81}"/>
              </a:ext>
            </a:extLst>
          </p:cNvPr>
          <p:cNvSpPr/>
          <p:nvPr/>
        </p:nvSpPr>
        <p:spPr>
          <a:xfrm>
            <a:off x="5702802" y="193660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8" name="pt296">
            <a:extLst>
              <a:ext uri="{FF2B5EF4-FFF2-40B4-BE49-F238E27FC236}">
                <a16:creationId xmlns:a16="http://schemas.microsoft.com/office/drawing/2014/main" id="{F4B792ED-F63B-E24C-BA38-BB569FF7EDF5}"/>
              </a:ext>
            </a:extLst>
          </p:cNvPr>
          <p:cNvSpPr/>
          <p:nvPr/>
        </p:nvSpPr>
        <p:spPr>
          <a:xfrm>
            <a:off x="5748357" y="1885675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9" name="pt297">
            <a:extLst>
              <a:ext uri="{FF2B5EF4-FFF2-40B4-BE49-F238E27FC236}">
                <a16:creationId xmlns:a16="http://schemas.microsoft.com/office/drawing/2014/main" id="{B71BD81A-0941-7B45-A80B-FB3B697CCAA6}"/>
              </a:ext>
            </a:extLst>
          </p:cNvPr>
          <p:cNvSpPr/>
          <p:nvPr/>
        </p:nvSpPr>
        <p:spPr>
          <a:xfrm>
            <a:off x="5704089" y="2111327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0" name="pt298">
            <a:extLst>
              <a:ext uri="{FF2B5EF4-FFF2-40B4-BE49-F238E27FC236}">
                <a16:creationId xmlns:a16="http://schemas.microsoft.com/office/drawing/2014/main" id="{2D89578C-5093-E147-922E-283DDAAEDE73}"/>
              </a:ext>
            </a:extLst>
          </p:cNvPr>
          <p:cNvSpPr/>
          <p:nvPr/>
        </p:nvSpPr>
        <p:spPr>
          <a:xfrm>
            <a:off x="5719005" y="2150096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1" name="pt299">
            <a:extLst>
              <a:ext uri="{FF2B5EF4-FFF2-40B4-BE49-F238E27FC236}">
                <a16:creationId xmlns:a16="http://schemas.microsoft.com/office/drawing/2014/main" id="{FD6C6E36-B2A3-5549-A65F-F863E3F260B0}"/>
              </a:ext>
            </a:extLst>
          </p:cNvPr>
          <p:cNvSpPr/>
          <p:nvPr/>
        </p:nvSpPr>
        <p:spPr>
          <a:xfrm>
            <a:off x="5656549" y="147056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2" name="pt300">
            <a:extLst>
              <a:ext uri="{FF2B5EF4-FFF2-40B4-BE49-F238E27FC236}">
                <a16:creationId xmlns:a16="http://schemas.microsoft.com/office/drawing/2014/main" id="{2338E337-7BDE-E94D-ABD8-582ACC472BFB}"/>
              </a:ext>
            </a:extLst>
          </p:cNvPr>
          <p:cNvSpPr/>
          <p:nvPr/>
        </p:nvSpPr>
        <p:spPr>
          <a:xfrm>
            <a:off x="5674648" y="2043172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3" name="pt301">
            <a:extLst>
              <a:ext uri="{FF2B5EF4-FFF2-40B4-BE49-F238E27FC236}">
                <a16:creationId xmlns:a16="http://schemas.microsoft.com/office/drawing/2014/main" id="{A3F1A26F-335F-9443-8458-86C0B871C65B}"/>
              </a:ext>
            </a:extLst>
          </p:cNvPr>
          <p:cNvSpPr/>
          <p:nvPr/>
        </p:nvSpPr>
        <p:spPr>
          <a:xfrm>
            <a:off x="5756142" y="1797293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4" name="pt302">
            <a:extLst>
              <a:ext uri="{FF2B5EF4-FFF2-40B4-BE49-F238E27FC236}">
                <a16:creationId xmlns:a16="http://schemas.microsoft.com/office/drawing/2014/main" id="{F72C7321-D396-A742-86EE-C0C8F5D565DF}"/>
              </a:ext>
            </a:extLst>
          </p:cNvPr>
          <p:cNvSpPr/>
          <p:nvPr/>
        </p:nvSpPr>
        <p:spPr>
          <a:xfrm>
            <a:off x="5656221" y="203878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5" name="pt303">
            <a:extLst>
              <a:ext uri="{FF2B5EF4-FFF2-40B4-BE49-F238E27FC236}">
                <a16:creationId xmlns:a16="http://schemas.microsoft.com/office/drawing/2014/main" id="{C94999AF-C691-8E46-9F6B-499DD8917861}"/>
              </a:ext>
            </a:extLst>
          </p:cNvPr>
          <p:cNvSpPr/>
          <p:nvPr/>
        </p:nvSpPr>
        <p:spPr>
          <a:xfrm>
            <a:off x="5661104" y="210844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6" name="pt304">
            <a:extLst>
              <a:ext uri="{FF2B5EF4-FFF2-40B4-BE49-F238E27FC236}">
                <a16:creationId xmlns:a16="http://schemas.microsoft.com/office/drawing/2014/main" id="{8772DBCE-ED38-B74E-9D4F-8D8787B6B7DE}"/>
              </a:ext>
            </a:extLst>
          </p:cNvPr>
          <p:cNvSpPr/>
          <p:nvPr/>
        </p:nvSpPr>
        <p:spPr>
          <a:xfrm>
            <a:off x="6110978" y="193131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7" name="pt305">
            <a:extLst>
              <a:ext uri="{FF2B5EF4-FFF2-40B4-BE49-F238E27FC236}">
                <a16:creationId xmlns:a16="http://schemas.microsoft.com/office/drawing/2014/main" id="{F3B065D0-3471-BD40-9293-5A3211600178}"/>
              </a:ext>
            </a:extLst>
          </p:cNvPr>
          <p:cNvSpPr/>
          <p:nvPr/>
        </p:nvSpPr>
        <p:spPr>
          <a:xfrm>
            <a:off x="6018612" y="2050606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8" name="pt306">
            <a:extLst>
              <a:ext uri="{FF2B5EF4-FFF2-40B4-BE49-F238E27FC236}">
                <a16:creationId xmlns:a16="http://schemas.microsoft.com/office/drawing/2014/main" id="{133361D8-EB37-FD48-88E3-A98C62C29C68}"/>
              </a:ext>
            </a:extLst>
          </p:cNvPr>
          <p:cNvSpPr/>
          <p:nvPr/>
        </p:nvSpPr>
        <p:spPr>
          <a:xfrm>
            <a:off x="6053952" y="1702554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9" name="pt307">
            <a:extLst>
              <a:ext uri="{FF2B5EF4-FFF2-40B4-BE49-F238E27FC236}">
                <a16:creationId xmlns:a16="http://schemas.microsoft.com/office/drawing/2014/main" id="{A2F1B69B-2BFB-C647-949F-BDF50BFBA8D7}"/>
              </a:ext>
            </a:extLst>
          </p:cNvPr>
          <p:cNvSpPr/>
          <p:nvPr/>
        </p:nvSpPr>
        <p:spPr>
          <a:xfrm>
            <a:off x="6054240" y="2091285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0" name="pt308">
            <a:extLst>
              <a:ext uri="{FF2B5EF4-FFF2-40B4-BE49-F238E27FC236}">
                <a16:creationId xmlns:a16="http://schemas.microsoft.com/office/drawing/2014/main" id="{D92B8591-1115-AA47-B992-66E4E2B5D220}"/>
              </a:ext>
            </a:extLst>
          </p:cNvPr>
          <p:cNvSpPr/>
          <p:nvPr/>
        </p:nvSpPr>
        <p:spPr>
          <a:xfrm>
            <a:off x="6076541" y="2028314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1" name="pt309">
            <a:extLst>
              <a:ext uri="{FF2B5EF4-FFF2-40B4-BE49-F238E27FC236}">
                <a16:creationId xmlns:a16="http://schemas.microsoft.com/office/drawing/2014/main" id="{8B6EEBA7-0C22-8C4A-A15E-214A5206075B}"/>
              </a:ext>
            </a:extLst>
          </p:cNvPr>
          <p:cNvSpPr/>
          <p:nvPr/>
        </p:nvSpPr>
        <p:spPr>
          <a:xfrm>
            <a:off x="6119027" y="1789805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2" name="pt310">
            <a:extLst>
              <a:ext uri="{FF2B5EF4-FFF2-40B4-BE49-F238E27FC236}">
                <a16:creationId xmlns:a16="http://schemas.microsoft.com/office/drawing/2014/main" id="{DF00C0B0-FA54-9349-A96C-853CFBCC77AE}"/>
              </a:ext>
            </a:extLst>
          </p:cNvPr>
          <p:cNvSpPr/>
          <p:nvPr/>
        </p:nvSpPr>
        <p:spPr>
          <a:xfrm>
            <a:off x="6108846" y="2153663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3" name="pt311">
            <a:extLst>
              <a:ext uri="{FF2B5EF4-FFF2-40B4-BE49-F238E27FC236}">
                <a16:creationId xmlns:a16="http://schemas.microsoft.com/office/drawing/2014/main" id="{CF473A37-E4FA-034A-90D0-F6F593295840}"/>
              </a:ext>
            </a:extLst>
          </p:cNvPr>
          <p:cNvSpPr/>
          <p:nvPr/>
        </p:nvSpPr>
        <p:spPr>
          <a:xfrm>
            <a:off x="6098676" y="204703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4" name="pt312">
            <a:extLst>
              <a:ext uri="{FF2B5EF4-FFF2-40B4-BE49-F238E27FC236}">
                <a16:creationId xmlns:a16="http://schemas.microsoft.com/office/drawing/2014/main" id="{9F98AB30-E3BB-1A47-8853-F939A8C46604}"/>
              </a:ext>
            </a:extLst>
          </p:cNvPr>
          <p:cNvSpPr/>
          <p:nvPr/>
        </p:nvSpPr>
        <p:spPr>
          <a:xfrm>
            <a:off x="6054189" y="195751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5" name="pt313">
            <a:extLst>
              <a:ext uri="{FF2B5EF4-FFF2-40B4-BE49-F238E27FC236}">
                <a16:creationId xmlns:a16="http://schemas.microsoft.com/office/drawing/2014/main" id="{C670F480-67D9-9246-985F-669AC536CA34}"/>
              </a:ext>
            </a:extLst>
          </p:cNvPr>
          <p:cNvSpPr/>
          <p:nvPr/>
        </p:nvSpPr>
        <p:spPr>
          <a:xfrm>
            <a:off x="6115942" y="122256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6" name="pt314">
            <a:extLst>
              <a:ext uri="{FF2B5EF4-FFF2-40B4-BE49-F238E27FC236}">
                <a16:creationId xmlns:a16="http://schemas.microsoft.com/office/drawing/2014/main" id="{BC0AF491-0A45-B447-8CA7-0CF784E7480F}"/>
              </a:ext>
            </a:extLst>
          </p:cNvPr>
          <p:cNvSpPr/>
          <p:nvPr/>
        </p:nvSpPr>
        <p:spPr>
          <a:xfrm>
            <a:off x="6066870" y="152727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7" name="pt315">
            <a:extLst>
              <a:ext uri="{FF2B5EF4-FFF2-40B4-BE49-F238E27FC236}">
                <a16:creationId xmlns:a16="http://schemas.microsoft.com/office/drawing/2014/main" id="{F5B71DC6-5370-244E-B220-0FCDA40930A8}"/>
              </a:ext>
            </a:extLst>
          </p:cNvPr>
          <p:cNvSpPr/>
          <p:nvPr/>
        </p:nvSpPr>
        <p:spPr>
          <a:xfrm>
            <a:off x="6073926" y="196928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8" name="pt316">
            <a:extLst>
              <a:ext uri="{FF2B5EF4-FFF2-40B4-BE49-F238E27FC236}">
                <a16:creationId xmlns:a16="http://schemas.microsoft.com/office/drawing/2014/main" id="{555D2E40-022F-1D46-800E-03BA3843882A}"/>
              </a:ext>
            </a:extLst>
          </p:cNvPr>
          <p:cNvSpPr/>
          <p:nvPr/>
        </p:nvSpPr>
        <p:spPr>
          <a:xfrm>
            <a:off x="6057959" y="1922054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9" name="pt317">
            <a:extLst>
              <a:ext uri="{FF2B5EF4-FFF2-40B4-BE49-F238E27FC236}">
                <a16:creationId xmlns:a16="http://schemas.microsoft.com/office/drawing/2014/main" id="{5363F3C6-89AE-0C4E-AACB-F590F266F1E8}"/>
              </a:ext>
            </a:extLst>
          </p:cNvPr>
          <p:cNvSpPr/>
          <p:nvPr/>
        </p:nvSpPr>
        <p:spPr>
          <a:xfrm>
            <a:off x="6064584" y="2142971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0" name="pt318">
            <a:extLst>
              <a:ext uri="{FF2B5EF4-FFF2-40B4-BE49-F238E27FC236}">
                <a16:creationId xmlns:a16="http://schemas.microsoft.com/office/drawing/2014/main" id="{BE7BD516-1438-F949-92AF-B5829C363DC9}"/>
              </a:ext>
            </a:extLst>
          </p:cNvPr>
          <p:cNvSpPr/>
          <p:nvPr/>
        </p:nvSpPr>
        <p:spPr>
          <a:xfrm>
            <a:off x="6036456" y="1983921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1" name="pt319">
            <a:extLst>
              <a:ext uri="{FF2B5EF4-FFF2-40B4-BE49-F238E27FC236}">
                <a16:creationId xmlns:a16="http://schemas.microsoft.com/office/drawing/2014/main" id="{BAE66706-315E-B24B-98B4-F20B7C343062}"/>
              </a:ext>
            </a:extLst>
          </p:cNvPr>
          <p:cNvSpPr/>
          <p:nvPr/>
        </p:nvSpPr>
        <p:spPr>
          <a:xfrm>
            <a:off x="6047451" y="1923677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2" name="pt320">
            <a:extLst>
              <a:ext uri="{FF2B5EF4-FFF2-40B4-BE49-F238E27FC236}">
                <a16:creationId xmlns:a16="http://schemas.microsoft.com/office/drawing/2014/main" id="{7DABA8A6-4699-E94D-8EA4-33BE245A5F15}"/>
              </a:ext>
            </a:extLst>
          </p:cNvPr>
          <p:cNvSpPr/>
          <p:nvPr/>
        </p:nvSpPr>
        <p:spPr>
          <a:xfrm>
            <a:off x="6030993" y="208058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3" name="pt321">
            <a:extLst>
              <a:ext uri="{FF2B5EF4-FFF2-40B4-BE49-F238E27FC236}">
                <a16:creationId xmlns:a16="http://schemas.microsoft.com/office/drawing/2014/main" id="{840E41DF-CBCE-3049-9916-AAFB16E2F17E}"/>
              </a:ext>
            </a:extLst>
          </p:cNvPr>
          <p:cNvSpPr/>
          <p:nvPr/>
        </p:nvSpPr>
        <p:spPr>
          <a:xfrm>
            <a:off x="6100720" y="2023915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4" name="pt322">
            <a:extLst>
              <a:ext uri="{FF2B5EF4-FFF2-40B4-BE49-F238E27FC236}">
                <a16:creationId xmlns:a16="http://schemas.microsoft.com/office/drawing/2014/main" id="{CDF1B0DE-94AE-A643-93D3-C8CB174DC152}"/>
              </a:ext>
            </a:extLst>
          </p:cNvPr>
          <p:cNvSpPr/>
          <p:nvPr/>
        </p:nvSpPr>
        <p:spPr>
          <a:xfrm>
            <a:off x="6424716" y="2265381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5" name="pt323">
            <a:extLst>
              <a:ext uri="{FF2B5EF4-FFF2-40B4-BE49-F238E27FC236}">
                <a16:creationId xmlns:a16="http://schemas.microsoft.com/office/drawing/2014/main" id="{99C7D3C7-8749-A249-8305-800686E37AAB}"/>
              </a:ext>
            </a:extLst>
          </p:cNvPr>
          <p:cNvSpPr/>
          <p:nvPr/>
        </p:nvSpPr>
        <p:spPr>
          <a:xfrm>
            <a:off x="6389478" y="204775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6" name="pt324">
            <a:extLst>
              <a:ext uri="{FF2B5EF4-FFF2-40B4-BE49-F238E27FC236}">
                <a16:creationId xmlns:a16="http://schemas.microsoft.com/office/drawing/2014/main" id="{BF9A9565-E611-A343-BAC6-A15A5420D2B2}"/>
              </a:ext>
            </a:extLst>
          </p:cNvPr>
          <p:cNvSpPr/>
          <p:nvPr/>
        </p:nvSpPr>
        <p:spPr>
          <a:xfrm>
            <a:off x="6477786" y="2027199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7" name="pt325">
            <a:extLst>
              <a:ext uri="{FF2B5EF4-FFF2-40B4-BE49-F238E27FC236}">
                <a16:creationId xmlns:a16="http://schemas.microsoft.com/office/drawing/2014/main" id="{81EF9E97-0763-FD40-B0AD-EB41C1920788}"/>
              </a:ext>
            </a:extLst>
          </p:cNvPr>
          <p:cNvSpPr/>
          <p:nvPr/>
        </p:nvSpPr>
        <p:spPr>
          <a:xfrm>
            <a:off x="6472649" y="1906773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8" name="pt326">
            <a:extLst>
              <a:ext uri="{FF2B5EF4-FFF2-40B4-BE49-F238E27FC236}">
                <a16:creationId xmlns:a16="http://schemas.microsoft.com/office/drawing/2014/main" id="{81891D71-0119-2E4A-A76B-4BCF671F9C01}"/>
              </a:ext>
            </a:extLst>
          </p:cNvPr>
          <p:cNvSpPr/>
          <p:nvPr/>
        </p:nvSpPr>
        <p:spPr>
          <a:xfrm>
            <a:off x="6376617" y="144639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9" name="pt327">
            <a:extLst>
              <a:ext uri="{FF2B5EF4-FFF2-40B4-BE49-F238E27FC236}">
                <a16:creationId xmlns:a16="http://schemas.microsoft.com/office/drawing/2014/main" id="{5ED684EC-472D-0749-8572-B6567086BB8A}"/>
              </a:ext>
            </a:extLst>
          </p:cNvPr>
          <p:cNvSpPr/>
          <p:nvPr/>
        </p:nvSpPr>
        <p:spPr>
          <a:xfrm>
            <a:off x="6455349" y="139531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0" name="pt328">
            <a:extLst>
              <a:ext uri="{FF2B5EF4-FFF2-40B4-BE49-F238E27FC236}">
                <a16:creationId xmlns:a16="http://schemas.microsoft.com/office/drawing/2014/main" id="{F4083468-3D9C-5E46-A168-66C0ADF0E030}"/>
              </a:ext>
            </a:extLst>
          </p:cNvPr>
          <p:cNvSpPr/>
          <p:nvPr/>
        </p:nvSpPr>
        <p:spPr>
          <a:xfrm>
            <a:off x="6414836" y="1683932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1" name="pt329">
            <a:extLst>
              <a:ext uri="{FF2B5EF4-FFF2-40B4-BE49-F238E27FC236}">
                <a16:creationId xmlns:a16="http://schemas.microsoft.com/office/drawing/2014/main" id="{20B84226-A6E9-8A44-BDA1-C372A02A24F9}"/>
              </a:ext>
            </a:extLst>
          </p:cNvPr>
          <p:cNvSpPr/>
          <p:nvPr/>
        </p:nvSpPr>
        <p:spPr>
          <a:xfrm>
            <a:off x="6376715" y="1799889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2" name="pt330">
            <a:extLst>
              <a:ext uri="{FF2B5EF4-FFF2-40B4-BE49-F238E27FC236}">
                <a16:creationId xmlns:a16="http://schemas.microsoft.com/office/drawing/2014/main" id="{4A3256C0-49E7-8F47-A558-E622BD502C05}"/>
              </a:ext>
            </a:extLst>
          </p:cNvPr>
          <p:cNvSpPr/>
          <p:nvPr/>
        </p:nvSpPr>
        <p:spPr>
          <a:xfrm>
            <a:off x="6406683" y="1808142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3" name="pt331">
            <a:extLst>
              <a:ext uri="{FF2B5EF4-FFF2-40B4-BE49-F238E27FC236}">
                <a16:creationId xmlns:a16="http://schemas.microsoft.com/office/drawing/2014/main" id="{09CC57AF-2508-D44E-AD1B-C9D80B139497}"/>
              </a:ext>
            </a:extLst>
          </p:cNvPr>
          <p:cNvSpPr/>
          <p:nvPr/>
        </p:nvSpPr>
        <p:spPr>
          <a:xfrm>
            <a:off x="6417822" y="1728367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4" name="pt332">
            <a:extLst>
              <a:ext uri="{FF2B5EF4-FFF2-40B4-BE49-F238E27FC236}">
                <a16:creationId xmlns:a16="http://schemas.microsoft.com/office/drawing/2014/main" id="{D6BFBC83-4747-B546-A162-7AF079794410}"/>
              </a:ext>
            </a:extLst>
          </p:cNvPr>
          <p:cNvSpPr/>
          <p:nvPr/>
        </p:nvSpPr>
        <p:spPr>
          <a:xfrm>
            <a:off x="6389373" y="178339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5" name="pt333">
            <a:extLst>
              <a:ext uri="{FF2B5EF4-FFF2-40B4-BE49-F238E27FC236}">
                <a16:creationId xmlns:a16="http://schemas.microsoft.com/office/drawing/2014/main" id="{E31ECDF8-06D9-624C-9ED2-B19F1E04E019}"/>
              </a:ext>
            </a:extLst>
          </p:cNvPr>
          <p:cNvSpPr/>
          <p:nvPr/>
        </p:nvSpPr>
        <p:spPr>
          <a:xfrm>
            <a:off x="6430439" y="1722433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6" name="pt334">
            <a:extLst>
              <a:ext uri="{FF2B5EF4-FFF2-40B4-BE49-F238E27FC236}">
                <a16:creationId xmlns:a16="http://schemas.microsoft.com/office/drawing/2014/main" id="{5C7B2E68-39FE-2941-AA11-30499AA86689}"/>
              </a:ext>
            </a:extLst>
          </p:cNvPr>
          <p:cNvSpPr/>
          <p:nvPr/>
        </p:nvSpPr>
        <p:spPr>
          <a:xfrm>
            <a:off x="6460207" y="205588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7" name="pt335">
            <a:extLst>
              <a:ext uri="{FF2B5EF4-FFF2-40B4-BE49-F238E27FC236}">
                <a16:creationId xmlns:a16="http://schemas.microsoft.com/office/drawing/2014/main" id="{577E4519-6483-E042-8405-78D2046ADD32}"/>
              </a:ext>
            </a:extLst>
          </p:cNvPr>
          <p:cNvSpPr/>
          <p:nvPr/>
        </p:nvSpPr>
        <p:spPr>
          <a:xfrm>
            <a:off x="6452986" y="194910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8" name="pt336">
            <a:extLst>
              <a:ext uri="{FF2B5EF4-FFF2-40B4-BE49-F238E27FC236}">
                <a16:creationId xmlns:a16="http://schemas.microsoft.com/office/drawing/2014/main" id="{C4D5C416-AC3C-324A-AB6B-B5C110A9633F}"/>
              </a:ext>
            </a:extLst>
          </p:cNvPr>
          <p:cNvSpPr/>
          <p:nvPr/>
        </p:nvSpPr>
        <p:spPr>
          <a:xfrm>
            <a:off x="6456868" y="202421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9" name="pt337">
            <a:extLst>
              <a:ext uri="{FF2B5EF4-FFF2-40B4-BE49-F238E27FC236}">
                <a16:creationId xmlns:a16="http://schemas.microsoft.com/office/drawing/2014/main" id="{A5610592-4E18-1547-B132-A3C55C937559}"/>
              </a:ext>
            </a:extLst>
          </p:cNvPr>
          <p:cNvSpPr/>
          <p:nvPr/>
        </p:nvSpPr>
        <p:spPr>
          <a:xfrm>
            <a:off x="6389461" y="1635974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0" name="pt338">
            <a:extLst>
              <a:ext uri="{FF2B5EF4-FFF2-40B4-BE49-F238E27FC236}">
                <a16:creationId xmlns:a16="http://schemas.microsoft.com/office/drawing/2014/main" id="{8E3BF55D-0A95-6842-A985-5D6DA8B53384}"/>
              </a:ext>
            </a:extLst>
          </p:cNvPr>
          <p:cNvSpPr/>
          <p:nvPr/>
        </p:nvSpPr>
        <p:spPr>
          <a:xfrm>
            <a:off x="6446937" y="172814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1" name="pt339">
            <a:extLst>
              <a:ext uri="{FF2B5EF4-FFF2-40B4-BE49-F238E27FC236}">
                <a16:creationId xmlns:a16="http://schemas.microsoft.com/office/drawing/2014/main" id="{015CB07A-4654-DF4E-86A3-B187B9ECA1BE}"/>
              </a:ext>
            </a:extLst>
          </p:cNvPr>
          <p:cNvSpPr/>
          <p:nvPr/>
        </p:nvSpPr>
        <p:spPr>
          <a:xfrm>
            <a:off x="6466634" y="1929673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2" name="pt340">
            <a:extLst>
              <a:ext uri="{FF2B5EF4-FFF2-40B4-BE49-F238E27FC236}">
                <a16:creationId xmlns:a16="http://schemas.microsoft.com/office/drawing/2014/main" id="{C76C9E1F-BD1A-1A48-BC8C-CEE9EE8F5BC3}"/>
              </a:ext>
            </a:extLst>
          </p:cNvPr>
          <p:cNvSpPr/>
          <p:nvPr/>
        </p:nvSpPr>
        <p:spPr>
          <a:xfrm>
            <a:off x="6384641" y="177652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3" name="pt341">
            <a:extLst>
              <a:ext uri="{FF2B5EF4-FFF2-40B4-BE49-F238E27FC236}">
                <a16:creationId xmlns:a16="http://schemas.microsoft.com/office/drawing/2014/main" id="{4BB7BEF2-5087-9648-BC7A-24C95DC8B206}"/>
              </a:ext>
            </a:extLst>
          </p:cNvPr>
          <p:cNvSpPr/>
          <p:nvPr/>
        </p:nvSpPr>
        <p:spPr>
          <a:xfrm>
            <a:off x="6458786" y="1200352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4" name="pt342">
            <a:extLst>
              <a:ext uri="{FF2B5EF4-FFF2-40B4-BE49-F238E27FC236}">
                <a16:creationId xmlns:a16="http://schemas.microsoft.com/office/drawing/2014/main" id="{A02016CB-CD71-534C-A8E2-861986BA9ACE}"/>
              </a:ext>
            </a:extLst>
          </p:cNvPr>
          <p:cNvSpPr/>
          <p:nvPr/>
        </p:nvSpPr>
        <p:spPr>
          <a:xfrm>
            <a:off x="6804128" y="1792792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5" name="pt343">
            <a:extLst>
              <a:ext uri="{FF2B5EF4-FFF2-40B4-BE49-F238E27FC236}">
                <a16:creationId xmlns:a16="http://schemas.microsoft.com/office/drawing/2014/main" id="{2DBFCC80-E653-3040-A1DA-53623C01D62E}"/>
              </a:ext>
            </a:extLst>
          </p:cNvPr>
          <p:cNvSpPr/>
          <p:nvPr/>
        </p:nvSpPr>
        <p:spPr>
          <a:xfrm>
            <a:off x="6816027" y="1907853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6" name="pt344">
            <a:extLst>
              <a:ext uri="{FF2B5EF4-FFF2-40B4-BE49-F238E27FC236}">
                <a16:creationId xmlns:a16="http://schemas.microsoft.com/office/drawing/2014/main" id="{8BF53E7D-F46A-ED4F-AC0D-7E9E92A2F569}"/>
              </a:ext>
            </a:extLst>
          </p:cNvPr>
          <p:cNvSpPr/>
          <p:nvPr/>
        </p:nvSpPr>
        <p:spPr>
          <a:xfrm>
            <a:off x="6807647" y="1796533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7" name="pt345">
            <a:extLst>
              <a:ext uri="{FF2B5EF4-FFF2-40B4-BE49-F238E27FC236}">
                <a16:creationId xmlns:a16="http://schemas.microsoft.com/office/drawing/2014/main" id="{926E2746-875A-A245-A443-33E476818081}"/>
              </a:ext>
            </a:extLst>
          </p:cNvPr>
          <p:cNvSpPr/>
          <p:nvPr/>
        </p:nvSpPr>
        <p:spPr>
          <a:xfrm>
            <a:off x="6757213" y="178755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8" name="pt346">
            <a:extLst>
              <a:ext uri="{FF2B5EF4-FFF2-40B4-BE49-F238E27FC236}">
                <a16:creationId xmlns:a16="http://schemas.microsoft.com/office/drawing/2014/main" id="{16378AB8-40A9-B54A-B12F-E5B7427F532A}"/>
              </a:ext>
            </a:extLst>
          </p:cNvPr>
          <p:cNvSpPr/>
          <p:nvPr/>
        </p:nvSpPr>
        <p:spPr>
          <a:xfrm>
            <a:off x="6744305" y="185478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9" name="pt347">
            <a:extLst>
              <a:ext uri="{FF2B5EF4-FFF2-40B4-BE49-F238E27FC236}">
                <a16:creationId xmlns:a16="http://schemas.microsoft.com/office/drawing/2014/main" id="{1CAD355A-E03A-2B49-8C54-041ADBF97B7C}"/>
              </a:ext>
            </a:extLst>
          </p:cNvPr>
          <p:cNvSpPr/>
          <p:nvPr/>
        </p:nvSpPr>
        <p:spPr>
          <a:xfrm>
            <a:off x="6773400" y="180476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0" name="pt348">
            <a:extLst>
              <a:ext uri="{FF2B5EF4-FFF2-40B4-BE49-F238E27FC236}">
                <a16:creationId xmlns:a16="http://schemas.microsoft.com/office/drawing/2014/main" id="{F2E3C2FB-1B19-B14E-BB6F-6C15011521B1}"/>
              </a:ext>
            </a:extLst>
          </p:cNvPr>
          <p:cNvSpPr/>
          <p:nvPr/>
        </p:nvSpPr>
        <p:spPr>
          <a:xfrm>
            <a:off x="6809433" y="1685290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1" name="pt349">
            <a:extLst>
              <a:ext uri="{FF2B5EF4-FFF2-40B4-BE49-F238E27FC236}">
                <a16:creationId xmlns:a16="http://schemas.microsoft.com/office/drawing/2014/main" id="{31CBC1CE-4A51-C34E-8CD1-8D6BA23AB22D}"/>
              </a:ext>
            </a:extLst>
          </p:cNvPr>
          <p:cNvSpPr/>
          <p:nvPr/>
        </p:nvSpPr>
        <p:spPr>
          <a:xfrm>
            <a:off x="6821559" y="1788768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2" name="pt350">
            <a:extLst>
              <a:ext uri="{FF2B5EF4-FFF2-40B4-BE49-F238E27FC236}">
                <a16:creationId xmlns:a16="http://schemas.microsoft.com/office/drawing/2014/main" id="{D5BBBB06-222B-404E-A8ED-DAA16EEFD878}"/>
              </a:ext>
            </a:extLst>
          </p:cNvPr>
          <p:cNvSpPr/>
          <p:nvPr/>
        </p:nvSpPr>
        <p:spPr>
          <a:xfrm>
            <a:off x="6793614" y="2015332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3" name="pt351">
            <a:extLst>
              <a:ext uri="{FF2B5EF4-FFF2-40B4-BE49-F238E27FC236}">
                <a16:creationId xmlns:a16="http://schemas.microsoft.com/office/drawing/2014/main" id="{BD1ABCA6-8309-C341-A8DC-2B4CA56C88C4}"/>
              </a:ext>
            </a:extLst>
          </p:cNvPr>
          <p:cNvSpPr/>
          <p:nvPr/>
        </p:nvSpPr>
        <p:spPr>
          <a:xfrm>
            <a:off x="6833177" y="152328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4" name="pt352">
            <a:extLst>
              <a:ext uri="{FF2B5EF4-FFF2-40B4-BE49-F238E27FC236}">
                <a16:creationId xmlns:a16="http://schemas.microsoft.com/office/drawing/2014/main" id="{EA6E0D94-A14A-B748-B7D7-C253D80EB67E}"/>
              </a:ext>
            </a:extLst>
          </p:cNvPr>
          <p:cNvSpPr/>
          <p:nvPr/>
        </p:nvSpPr>
        <p:spPr>
          <a:xfrm>
            <a:off x="6823341" y="2017451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5" name="pt353">
            <a:extLst>
              <a:ext uri="{FF2B5EF4-FFF2-40B4-BE49-F238E27FC236}">
                <a16:creationId xmlns:a16="http://schemas.microsoft.com/office/drawing/2014/main" id="{FAAC1ECD-6C50-A64E-B850-28254931D738}"/>
              </a:ext>
            </a:extLst>
          </p:cNvPr>
          <p:cNvSpPr/>
          <p:nvPr/>
        </p:nvSpPr>
        <p:spPr>
          <a:xfrm>
            <a:off x="6749776" y="1995655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6" name="pt354">
            <a:extLst>
              <a:ext uri="{FF2B5EF4-FFF2-40B4-BE49-F238E27FC236}">
                <a16:creationId xmlns:a16="http://schemas.microsoft.com/office/drawing/2014/main" id="{5B89007C-5ABB-CF49-8185-075F52BCC92D}"/>
              </a:ext>
            </a:extLst>
          </p:cNvPr>
          <p:cNvSpPr/>
          <p:nvPr/>
        </p:nvSpPr>
        <p:spPr>
          <a:xfrm>
            <a:off x="6742873" y="1903629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7" name="pt355">
            <a:extLst>
              <a:ext uri="{FF2B5EF4-FFF2-40B4-BE49-F238E27FC236}">
                <a16:creationId xmlns:a16="http://schemas.microsoft.com/office/drawing/2014/main" id="{4B710472-141B-2F44-8A05-EAC32A062916}"/>
              </a:ext>
            </a:extLst>
          </p:cNvPr>
          <p:cNvSpPr/>
          <p:nvPr/>
        </p:nvSpPr>
        <p:spPr>
          <a:xfrm>
            <a:off x="6792898" y="181589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8" name="pt356">
            <a:extLst>
              <a:ext uri="{FF2B5EF4-FFF2-40B4-BE49-F238E27FC236}">
                <a16:creationId xmlns:a16="http://schemas.microsoft.com/office/drawing/2014/main" id="{ACFB30EC-40E8-0B48-A6FB-1A8696504090}"/>
              </a:ext>
            </a:extLst>
          </p:cNvPr>
          <p:cNvSpPr/>
          <p:nvPr/>
        </p:nvSpPr>
        <p:spPr>
          <a:xfrm>
            <a:off x="6787757" y="1833130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9" name="pt357">
            <a:extLst>
              <a:ext uri="{FF2B5EF4-FFF2-40B4-BE49-F238E27FC236}">
                <a16:creationId xmlns:a16="http://schemas.microsoft.com/office/drawing/2014/main" id="{A5FFCFE9-D94A-F94F-948B-5D79CD8505DB}"/>
              </a:ext>
            </a:extLst>
          </p:cNvPr>
          <p:cNvSpPr/>
          <p:nvPr/>
        </p:nvSpPr>
        <p:spPr>
          <a:xfrm>
            <a:off x="6779142" y="2014129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0" name="pt358">
            <a:extLst>
              <a:ext uri="{FF2B5EF4-FFF2-40B4-BE49-F238E27FC236}">
                <a16:creationId xmlns:a16="http://schemas.microsoft.com/office/drawing/2014/main" id="{F3A3B33C-7FA9-5D49-9EC4-9BBE2E1A9C91}"/>
              </a:ext>
            </a:extLst>
          </p:cNvPr>
          <p:cNvSpPr/>
          <p:nvPr/>
        </p:nvSpPr>
        <p:spPr>
          <a:xfrm>
            <a:off x="6767926" y="1710402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1" name="pt359">
            <a:extLst>
              <a:ext uri="{FF2B5EF4-FFF2-40B4-BE49-F238E27FC236}">
                <a16:creationId xmlns:a16="http://schemas.microsoft.com/office/drawing/2014/main" id="{2D6F4138-1847-0A48-BC60-FBEFF4899CB7}"/>
              </a:ext>
            </a:extLst>
          </p:cNvPr>
          <p:cNvSpPr/>
          <p:nvPr/>
        </p:nvSpPr>
        <p:spPr>
          <a:xfrm>
            <a:off x="6762106" y="184791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2" name="pt360">
            <a:extLst>
              <a:ext uri="{FF2B5EF4-FFF2-40B4-BE49-F238E27FC236}">
                <a16:creationId xmlns:a16="http://schemas.microsoft.com/office/drawing/2014/main" id="{BBAA342B-3341-0040-A0F7-C61BD889EF3B}"/>
              </a:ext>
            </a:extLst>
          </p:cNvPr>
          <p:cNvSpPr/>
          <p:nvPr/>
        </p:nvSpPr>
        <p:spPr>
          <a:xfrm>
            <a:off x="6748901" y="1912074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3" name="pt361">
            <a:extLst>
              <a:ext uri="{FF2B5EF4-FFF2-40B4-BE49-F238E27FC236}">
                <a16:creationId xmlns:a16="http://schemas.microsoft.com/office/drawing/2014/main" id="{36B0D054-CEA4-4D43-A369-BB7012C94D05}"/>
              </a:ext>
            </a:extLst>
          </p:cNvPr>
          <p:cNvSpPr/>
          <p:nvPr/>
        </p:nvSpPr>
        <p:spPr>
          <a:xfrm>
            <a:off x="6744713" y="184098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4" name="pt362">
            <a:extLst>
              <a:ext uri="{FF2B5EF4-FFF2-40B4-BE49-F238E27FC236}">
                <a16:creationId xmlns:a16="http://schemas.microsoft.com/office/drawing/2014/main" id="{A262781A-E370-EB4C-8C91-0088A2BBD40A}"/>
              </a:ext>
            </a:extLst>
          </p:cNvPr>
          <p:cNvSpPr/>
          <p:nvPr/>
        </p:nvSpPr>
        <p:spPr>
          <a:xfrm>
            <a:off x="6836212" y="1911163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5" name="pt363">
            <a:extLst>
              <a:ext uri="{FF2B5EF4-FFF2-40B4-BE49-F238E27FC236}">
                <a16:creationId xmlns:a16="http://schemas.microsoft.com/office/drawing/2014/main" id="{F8A0389C-E194-6746-9DDE-B0BD19F819F1}"/>
              </a:ext>
            </a:extLst>
          </p:cNvPr>
          <p:cNvSpPr/>
          <p:nvPr/>
        </p:nvSpPr>
        <p:spPr>
          <a:xfrm>
            <a:off x="6801100" y="159270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6" name="pt364">
            <a:extLst>
              <a:ext uri="{FF2B5EF4-FFF2-40B4-BE49-F238E27FC236}">
                <a16:creationId xmlns:a16="http://schemas.microsoft.com/office/drawing/2014/main" id="{17C2BA28-EF7A-3B4B-B3BC-2657B33C3ACA}"/>
              </a:ext>
            </a:extLst>
          </p:cNvPr>
          <p:cNvSpPr/>
          <p:nvPr/>
        </p:nvSpPr>
        <p:spPr>
          <a:xfrm>
            <a:off x="6740962" y="186405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7" name="pt365">
            <a:extLst>
              <a:ext uri="{FF2B5EF4-FFF2-40B4-BE49-F238E27FC236}">
                <a16:creationId xmlns:a16="http://schemas.microsoft.com/office/drawing/2014/main" id="{BBD0C94A-AB23-3741-8694-A8F2F74C3B61}"/>
              </a:ext>
            </a:extLst>
          </p:cNvPr>
          <p:cNvSpPr/>
          <p:nvPr/>
        </p:nvSpPr>
        <p:spPr>
          <a:xfrm>
            <a:off x="6747134" y="180690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8" name="pg366">
            <a:extLst>
              <a:ext uri="{FF2B5EF4-FFF2-40B4-BE49-F238E27FC236}">
                <a16:creationId xmlns:a16="http://schemas.microsoft.com/office/drawing/2014/main" id="{F8004E3B-4203-2047-97EE-0152B60DB0FA}"/>
              </a:ext>
            </a:extLst>
          </p:cNvPr>
          <p:cNvSpPr/>
          <p:nvPr/>
        </p:nvSpPr>
        <p:spPr>
          <a:xfrm>
            <a:off x="5745100" y="1706898"/>
            <a:ext cx="1080531" cy="421066"/>
          </a:xfrm>
          <a:custGeom>
            <a:avLst/>
            <a:gdLst/>
            <a:ahLst/>
            <a:cxnLst/>
            <a:rect l="0" t="0" r="0" b="0"/>
            <a:pathLst>
              <a:path w="1080531" h="421066">
                <a:moveTo>
                  <a:pt x="0" y="119179"/>
                </a:moveTo>
                <a:lnTo>
                  <a:pt x="570867" y="105231"/>
                </a:lnTo>
                <a:lnTo>
                  <a:pt x="720354" y="83373"/>
                </a:lnTo>
                <a:lnTo>
                  <a:pt x="931044" y="38534"/>
                </a:lnTo>
                <a:lnTo>
                  <a:pt x="1080531" y="0"/>
                </a:lnTo>
                <a:lnTo>
                  <a:pt x="1080531" y="265532"/>
                </a:lnTo>
                <a:lnTo>
                  <a:pt x="931044" y="265003"/>
                </a:lnTo>
                <a:lnTo>
                  <a:pt x="720354" y="273730"/>
                </a:lnTo>
                <a:lnTo>
                  <a:pt x="570867" y="289877"/>
                </a:lnTo>
                <a:lnTo>
                  <a:pt x="0" y="421066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9" name="pl367">
            <a:extLst>
              <a:ext uri="{FF2B5EF4-FFF2-40B4-BE49-F238E27FC236}">
                <a16:creationId xmlns:a16="http://schemas.microsoft.com/office/drawing/2014/main" id="{6471D841-2B40-2149-B354-4BE3615D6DF6}"/>
              </a:ext>
            </a:extLst>
          </p:cNvPr>
          <p:cNvSpPr/>
          <p:nvPr/>
        </p:nvSpPr>
        <p:spPr>
          <a:xfrm>
            <a:off x="5745100" y="1706898"/>
            <a:ext cx="1080531" cy="119179"/>
          </a:xfrm>
          <a:custGeom>
            <a:avLst/>
            <a:gdLst/>
            <a:ahLst/>
            <a:cxnLst/>
            <a:rect l="0" t="0" r="0" b="0"/>
            <a:pathLst>
              <a:path w="1080531" h="119179">
                <a:moveTo>
                  <a:pt x="0" y="119179"/>
                </a:moveTo>
                <a:lnTo>
                  <a:pt x="570867" y="105231"/>
                </a:lnTo>
                <a:lnTo>
                  <a:pt x="720354" y="83373"/>
                </a:lnTo>
                <a:lnTo>
                  <a:pt x="931044" y="38534"/>
                </a:lnTo>
                <a:lnTo>
                  <a:pt x="1080531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70" name="pl368">
            <a:extLst>
              <a:ext uri="{FF2B5EF4-FFF2-40B4-BE49-F238E27FC236}">
                <a16:creationId xmlns:a16="http://schemas.microsoft.com/office/drawing/2014/main" id="{BD0A46D2-BBCA-9E49-BF73-BFC717AFC3B2}"/>
              </a:ext>
            </a:extLst>
          </p:cNvPr>
          <p:cNvSpPr/>
          <p:nvPr/>
        </p:nvSpPr>
        <p:spPr>
          <a:xfrm>
            <a:off x="5745100" y="1971902"/>
            <a:ext cx="1080531" cy="156062"/>
          </a:xfrm>
          <a:custGeom>
            <a:avLst/>
            <a:gdLst/>
            <a:ahLst/>
            <a:cxnLst/>
            <a:rect l="0" t="0" r="0" b="0"/>
            <a:pathLst>
              <a:path w="1080531" h="156062">
                <a:moveTo>
                  <a:pt x="1080531" y="528"/>
                </a:moveTo>
                <a:lnTo>
                  <a:pt x="931044" y="0"/>
                </a:lnTo>
                <a:lnTo>
                  <a:pt x="720354" y="8726"/>
                </a:lnTo>
                <a:lnTo>
                  <a:pt x="570867" y="24873"/>
                </a:lnTo>
                <a:lnTo>
                  <a:pt x="0" y="156062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71" name="pl369">
            <a:extLst>
              <a:ext uri="{FF2B5EF4-FFF2-40B4-BE49-F238E27FC236}">
                <a16:creationId xmlns:a16="http://schemas.microsoft.com/office/drawing/2014/main" id="{F8DA13F9-60AC-1C41-BF70-F1B156EA0951}"/>
              </a:ext>
            </a:extLst>
          </p:cNvPr>
          <p:cNvSpPr/>
          <p:nvPr/>
        </p:nvSpPr>
        <p:spPr>
          <a:xfrm>
            <a:off x="5745100" y="1839664"/>
            <a:ext cx="1080531" cy="137356"/>
          </a:xfrm>
          <a:custGeom>
            <a:avLst/>
            <a:gdLst/>
            <a:ahLst/>
            <a:cxnLst/>
            <a:rect l="0" t="0" r="0" b="0"/>
            <a:pathLst>
              <a:path w="1080531" h="137356">
                <a:moveTo>
                  <a:pt x="0" y="137356"/>
                </a:moveTo>
                <a:lnTo>
                  <a:pt x="570867" y="64788"/>
                </a:lnTo>
                <a:lnTo>
                  <a:pt x="720354" y="45785"/>
                </a:lnTo>
                <a:lnTo>
                  <a:pt x="931044" y="19002"/>
                </a:lnTo>
                <a:lnTo>
                  <a:pt x="1080531" y="0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2" name="tx370">
            <a:extLst>
              <a:ext uri="{FF2B5EF4-FFF2-40B4-BE49-F238E27FC236}">
                <a16:creationId xmlns:a16="http://schemas.microsoft.com/office/drawing/2014/main" id="{00FD56A7-8EDD-2F4E-8DA3-FD8BE59ACD87}"/>
              </a:ext>
            </a:extLst>
          </p:cNvPr>
          <p:cNvSpPr/>
          <p:nvPr/>
        </p:nvSpPr>
        <p:spPr>
          <a:xfrm>
            <a:off x="6282423" y="1227095"/>
            <a:ext cx="70591" cy="910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</a:p>
        </p:txBody>
      </p:sp>
      <p:sp>
        <p:nvSpPr>
          <p:cNvPr id="373" name="tx371">
            <a:extLst>
              <a:ext uri="{FF2B5EF4-FFF2-40B4-BE49-F238E27FC236}">
                <a16:creationId xmlns:a16="http://schemas.microsoft.com/office/drawing/2014/main" id="{E30786FB-0B50-704E-822B-5E83026EDA8B}"/>
              </a:ext>
            </a:extLst>
          </p:cNvPr>
          <p:cNvSpPr/>
          <p:nvPr/>
        </p:nvSpPr>
        <p:spPr>
          <a:xfrm>
            <a:off x="6363220" y="1227004"/>
            <a:ext cx="462412" cy="911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0.231</a:t>
            </a:r>
          </a:p>
        </p:txBody>
      </p:sp>
      <p:sp>
        <p:nvSpPr>
          <p:cNvPr id="374" name="rc372">
            <a:extLst>
              <a:ext uri="{FF2B5EF4-FFF2-40B4-BE49-F238E27FC236}">
                <a16:creationId xmlns:a16="http://schemas.microsoft.com/office/drawing/2014/main" id="{C8DC5B1A-7A55-984B-8085-1504F7E403D3}"/>
              </a:ext>
            </a:extLst>
          </p:cNvPr>
          <p:cNvSpPr/>
          <p:nvPr/>
        </p:nvSpPr>
        <p:spPr>
          <a:xfrm>
            <a:off x="5635189" y="1185068"/>
            <a:ext cx="1297990" cy="117153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5" name="pl373">
            <a:extLst>
              <a:ext uri="{FF2B5EF4-FFF2-40B4-BE49-F238E27FC236}">
                <a16:creationId xmlns:a16="http://schemas.microsoft.com/office/drawing/2014/main" id="{735331FC-2D20-7A44-BE16-22473A96DE9B}"/>
              </a:ext>
            </a:extLst>
          </p:cNvPr>
          <p:cNvSpPr/>
          <p:nvPr/>
        </p:nvSpPr>
        <p:spPr>
          <a:xfrm>
            <a:off x="5635189" y="1185068"/>
            <a:ext cx="0" cy="1171531"/>
          </a:xfrm>
          <a:custGeom>
            <a:avLst/>
            <a:gdLst/>
            <a:ahLst/>
            <a:cxnLst/>
            <a:rect l="0" t="0" r="0" b="0"/>
            <a:pathLst>
              <a:path h="1171531">
                <a:moveTo>
                  <a:pt x="0" y="11715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6" name="pl374">
            <a:extLst>
              <a:ext uri="{FF2B5EF4-FFF2-40B4-BE49-F238E27FC236}">
                <a16:creationId xmlns:a16="http://schemas.microsoft.com/office/drawing/2014/main" id="{2D3E9629-09DE-3E48-8279-08152BC2F5F5}"/>
              </a:ext>
            </a:extLst>
          </p:cNvPr>
          <p:cNvSpPr/>
          <p:nvPr/>
        </p:nvSpPr>
        <p:spPr>
          <a:xfrm>
            <a:off x="5603558" y="2302635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7" name="pl375">
            <a:extLst>
              <a:ext uri="{FF2B5EF4-FFF2-40B4-BE49-F238E27FC236}">
                <a16:creationId xmlns:a16="http://schemas.microsoft.com/office/drawing/2014/main" id="{5F4AFDEA-50C9-6D40-B62A-02BDE783B84C}"/>
              </a:ext>
            </a:extLst>
          </p:cNvPr>
          <p:cNvSpPr/>
          <p:nvPr/>
        </p:nvSpPr>
        <p:spPr>
          <a:xfrm>
            <a:off x="5603558" y="2016452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8" name="pl376">
            <a:extLst>
              <a:ext uri="{FF2B5EF4-FFF2-40B4-BE49-F238E27FC236}">
                <a16:creationId xmlns:a16="http://schemas.microsoft.com/office/drawing/2014/main" id="{72FA5DF9-DC5D-7441-9AF9-D7F82F5D517A}"/>
              </a:ext>
            </a:extLst>
          </p:cNvPr>
          <p:cNvSpPr/>
          <p:nvPr/>
        </p:nvSpPr>
        <p:spPr>
          <a:xfrm>
            <a:off x="5603558" y="1730270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9" name="pl377">
            <a:extLst>
              <a:ext uri="{FF2B5EF4-FFF2-40B4-BE49-F238E27FC236}">
                <a16:creationId xmlns:a16="http://schemas.microsoft.com/office/drawing/2014/main" id="{CFBC3EAF-2D3A-344C-9671-BF60AFBB786C}"/>
              </a:ext>
            </a:extLst>
          </p:cNvPr>
          <p:cNvSpPr/>
          <p:nvPr/>
        </p:nvSpPr>
        <p:spPr>
          <a:xfrm>
            <a:off x="5603558" y="1444087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0" name="pl378">
            <a:extLst>
              <a:ext uri="{FF2B5EF4-FFF2-40B4-BE49-F238E27FC236}">
                <a16:creationId xmlns:a16="http://schemas.microsoft.com/office/drawing/2014/main" id="{E689C84C-6E84-B94E-ACB9-F20D21483EB0}"/>
              </a:ext>
            </a:extLst>
          </p:cNvPr>
          <p:cNvSpPr/>
          <p:nvPr/>
        </p:nvSpPr>
        <p:spPr>
          <a:xfrm>
            <a:off x="5635189" y="2356600"/>
            <a:ext cx="1297990" cy="0"/>
          </a:xfrm>
          <a:custGeom>
            <a:avLst/>
            <a:gdLst/>
            <a:ahLst/>
            <a:cxnLst/>
            <a:rect l="0" t="0" r="0" b="0"/>
            <a:pathLst>
              <a:path w="1297990">
                <a:moveTo>
                  <a:pt x="0" y="0"/>
                </a:moveTo>
                <a:lnTo>
                  <a:pt x="129799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1" name="pl379">
            <a:extLst>
              <a:ext uri="{FF2B5EF4-FFF2-40B4-BE49-F238E27FC236}">
                <a16:creationId xmlns:a16="http://schemas.microsoft.com/office/drawing/2014/main" id="{FBABDF61-DED1-C34F-BD6D-4FE4DA43F609}"/>
              </a:ext>
            </a:extLst>
          </p:cNvPr>
          <p:cNvSpPr/>
          <p:nvPr/>
        </p:nvSpPr>
        <p:spPr>
          <a:xfrm>
            <a:off x="5745100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2" name="pl380">
            <a:extLst>
              <a:ext uri="{FF2B5EF4-FFF2-40B4-BE49-F238E27FC236}">
                <a16:creationId xmlns:a16="http://schemas.microsoft.com/office/drawing/2014/main" id="{A90E1694-B49D-B549-B9D3-2AEE4087B728}"/>
              </a:ext>
            </a:extLst>
          </p:cNvPr>
          <p:cNvSpPr/>
          <p:nvPr/>
        </p:nvSpPr>
        <p:spPr>
          <a:xfrm>
            <a:off x="6105277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3" name="pl381">
            <a:extLst>
              <a:ext uri="{FF2B5EF4-FFF2-40B4-BE49-F238E27FC236}">
                <a16:creationId xmlns:a16="http://schemas.microsoft.com/office/drawing/2014/main" id="{1C86516A-1976-6144-AF0D-1FB9E0F8BDA2}"/>
              </a:ext>
            </a:extLst>
          </p:cNvPr>
          <p:cNvSpPr/>
          <p:nvPr/>
        </p:nvSpPr>
        <p:spPr>
          <a:xfrm>
            <a:off x="6465455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4" name="pl382">
            <a:extLst>
              <a:ext uri="{FF2B5EF4-FFF2-40B4-BE49-F238E27FC236}">
                <a16:creationId xmlns:a16="http://schemas.microsoft.com/office/drawing/2014/main" id="{D3351917-D0BD-F247-BB02-5303A8E369D2}"/>
              </a:ext>
            </a:extLst>
          </p:cNvPr>
          <p:cNvSpPr/>
          <p:nvPr/>
        </p:nvSpPr>
        <p:spPr>
          <a:xfrm>
            <a:off x="6825632" y="2356600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5" name="tx383">
            <a:extLst>
              <a:ext uri="{FF2B5EF4-FFF2-40B4-BE49-F238E27FC236}">
                <a16:creationId xmlns:a16="http://schemas.microsoft.com/office/drawing/2014/main" id="{B02C6899-41BD-6147-9ECB-6C918D6ACCAB}"/>
              </a:ext>
            </a:extLst>
          </p:cNvPr>
          <p:cNvSpPr/>
          <p:nvPr/>
        </p:nvSpPr>
        <p:spPr>
          <a:xfrm>
            <a:off x="5635189" y="990315"/>
            <a:ext cx="496610" cy="100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(d) LTO</a:t>
            </a:r>
          </a:p>
        </p:txBody>
      </p:sp>
      <p:sp>
        <p:nvSpPr>
          <p:cNvPr id="386" name="rc384">
            <a:extLst>
              <a:ext uri="{FF2B5EF4-FFF2-40B4-BE49-F238E27FC236}">
                <a16:creationId xmlns:a16="http://schemas.microsoft.com/office/drawing/2014/main" id="{2A765227-D52A-3341-A0BF-0B44174E727E}"/>
              </a:ext>
            </a:extLst>
          </p:cNvPr>
          <p:cNvSpPr/>
          <p:nvPr/>
        </p:nvSpPr>
        <p:spPr>
          <a:xfrm>
            <a:off x="1342663" y="2658900"/>
            <a:ext cx="1297990" cy="11715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7" name="pt385">
            <a:extLst>
              <a:ext uri="{FF2B5EF4-FFF2-40B4-BE49-F238E27FC236}">
                <a16:creationId xmlns:a16="http://schemas.microsoft.com/office/drawing/2014/main" id="{3F5C4F52-6F2E-FC46-BEBD-9343D6B75593}"/>
              </a:ext>
            </a:extLst>
          </p:cNvPr>
          <p:cNvSpPr/>
          <p:nvPr/>
        </p:nvSpPr>
        <p:spPr>
          <a:xfrm>
            <a:off x="1453425" y="3486718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8" name="pt386">
            <a:extLst>
              <a:ext uri="{FF2B5EF4-FFF2-40B4-BE49-F238E27FC236}">
                <a16:creationId xmlns:a16="http://schemas.microsoft.com/office/drawing/2014/main" id="{96F4CE2A-7701-D24D-B71B-7E071B13A734}"/>
              </a:ext>
            </a:extLst>
          </p:cNvPr>
          <p:cNvSpPr/>
          <p:nvPr/>
        </p:nvSpPr>
        <p:spPr>
          <a:xfrm>
            <a:off x="1434739" y="359767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9" name="pt387">
            <a:extLst>
              <a:ext uri="{FF2B5EF4-FFF2-40B4-BE49-F238E27FC236}">
                <a16:creationId xmlns:a16="http://schemas.microsoft.com/office/drawing/2014/main" id="{AC2B23B8-A25F-4A46-9669-28D67064AA12}"/>
              </a:ext>
            </a:extLst>
          </p:cNvPr>
          <p:cNvSpPr/>
          <p:nvPr/>
        </p:nvSpPr>
        <p:spPr>
          <a:xfrm>
            <a:off x="1381895" y="3294842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0" name="pt388">
            <a:extLst>
              <a:ext uri="{FF2B5EF4-FFF2-40B4-BE49-F238E27FC236}">
                <a16:creationId xmlns:a16="http://schemas.microsoft.com/office/drawing/2014/main" id="{42212BEA-24B6-6849-B96C-A961DC782BEC}"/>
              </a:ext>
            </a:extLst>
          </p:cNvPr>
          <p:cNvSpPr/>
          <p:nvPr/>
        </p:nvSpPr>
        <p:spPr>
          <a:xfrm>
            <a:off x="1451034" y="3321155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1" name="pt389">
            <a:extLst>
              <a:ext uri="{FF2B5EF4-FFF2-40B4-BE49-F238E27FC236}">
                <a16:creationId xmlns:a16="http://schemas.microsoft.com/office/drawing/2014/main" id="{DD21CB03-FBBA-DA41-9E15-C75083F53A45}"/>
              </a:ext>
            </a:extLst>
          </p:cNvPr>
          <p:cNvSpPr/>
          <p:nvPr/>
        </p:nvSpPr>
        <p:spPr>
          <a:xfrm>
            <a:off x="1376674" y="3734091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2" name="pt390">
            <a:extLst>
              <a:ext uri="{FF2B5EF4-FFF2-40B4-BE49-F238E27FC236}">
                <a16:creationId xmlns:a16="http://schemas.microsoft.com/office/drawing/2014/main" id="{C3396B7A-6F3F-A44E-B4A0-60A163C3432C}"/>
              </a:ext>
            </a:extLst>
          </p:cNvPr>
          <p:cNvSpPr/>
          <p:nvPr/>
        </p:nvSpPr>
        <p:spPr>
          <a:xfrm>
            <a:off x="1371496" y="332176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3" name="pt391">
            <a:extLst>
              <a:ext uri="{FF2B5EF4-FFF2-40B4-BE49-F238E27FC236}">
                <a16:creationId xmlns:a16="http://schemas.microsoft.com/office/drawing/2014/main" id="{179E33FF-F264-AB44-9FCF-E6AA42EB080A}"/>
              </a:ext>
            </a:extLst>
          </p:cNvPr>
          <p:cNvSpPr/>
          <p:nvPr/>
        </p:nvSpPr>
        <p:spPr>
          <a:xfrm>
            <a:off x="1386648" y="3717795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4" name="pt392">
            <a:extLst>
              <a:ext uri="{FF2B5EF4-FFF2-40B4-BE49-F238E27FC236}">
                <a16:creationId xmlns:a16="http://schemas.microsoft.com/office/drawing/2014/main" id="{7F1ADE1F-07A0-734B-AFF1-AE103ABF78DD}"/>
              </a:ext>
            </a:extLst>
          </p:cNvPr>
          <p:cNvSpPr/>
          <p:nvPr/>
        </p:nvSpPr>
        <p:spPr>
          <a:xfrm>
            <a:off x="1363695" y="3739212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5" name="pt393">
            <a:extLst>
              <a:ext uri="{FF2B5EF4-FFF2-40B4-BE49-F238E27FC236}">
                <a16:creationId xmlns:a16="http://schemas.microsoft.com/office/drawing/2014/main" id="{F93DA97A-E68B-E24F-A239-1D581AA606DC}"/>
              </a:ext>
            </a:extLst>
          </p:cNvPr>
          <p:cNvSpPr/>
          <p:nvPr/>
        </p:nvSpPr>
        <p:spPr>
          <a:xfrm>
            <a:off x="1460649" y="361754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6" name="pt394">
            <a:extLst>
              <a:ext uri="{FF2B5EF4-FFF2-40B4-BE49-F238E27FC236}">
                <a16:creationId xmlns:a16="http://schemas.microsoft.com/office/drawing/2014/main" id="{872CBE8D-B67D-1649-BD25-24EF0165B630}"/>
              </a:ext>
            </a:extLst>
          </p:cNvPr>
          <p:cNvSpPr/>
          <p:nvPr/>
        </p:nvSpPr>
        <p:spPr>
          <a:xfrm>
            <a:off x="1398821" y="338547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7" name="pt395">
            <a:extLst>
              <a:ext uri="{FF2B5EF4-FFF2-40B4-BE49-F238E27FC236}">
                <a16:creationId xmlns:a16="http://schemas.microsoft.com/office/drawing/2014/main" id="{2635824E-AE79-4D44-9110-DF153DB4FA2E}"/>
              </a:ext>
            </a:extLst>
          </p:cNvPr>
          <p:cNvSpPr/>
          <p:nvPr/>
        </p:nvSpPr>
        <p:spPr>
          <a:xfrm>
            <a:off x="1807149" y="341751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8" name="pt396">
            <a:extLst>
              <a:ext uri="{FF2B5EF4-FFF2-40B4-BE49-F238E27FC236}">
                <a16:creationId xmlns:a16="http://schemas.microsoft.com/office/drawing/2014/main" id="{91284AB7-82D1-7543-8C08-F0C825494A7F}"/>
              </a:ext>
            </a:extLst>
          </p:cNvPr>
          <p:cNvSpPr/>
          <p:nvPr/>
        </p:nvSpPr>
        <p:spPr>
          <a:xfrm>
            <a:off x="1722009" y="2674184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9" name="pt397">
            <a:extLst>
              <a:ext uri="{FF2B5EF4-FFF2-40B4-BE49-F238E27FC236}">
                <a16:creationId xmlns:a16="http://schemas.microsoft.com/office/drawing/2014/main" id="{7FE7F4DF-F81D-7842-B3A5-0A6A96A63C0E}"/>
              </a:ext>
            </a:extLst>
          </p:cNvPr>
          <p:cNvSpPr/>
          <p:nvPr/>
        </p:nvSpPr>
        <p:spPr>
          <a:xfrm>
            <a:off x="1755062" y="325742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0" name="pt398">
            <a:extLst>
              <a:ext uri="{FF2B5EF4-FFF2-40B4-BE49-F238E27FC236}">
                <a16:creationId xmlns:a16="http://schemas.microsoft.com/office/drawing/2014/main" id="{23821BE6-1E16-4E46-BE4A-F7CFA12BE390}"/>
              </a:ext>
            </a:extLst>
          </p:cNvPr>
          <p:cNvSpPr/>
          <p:nvPr/>
        </p:nvSpPr>
        <p:spPr>
          <a:xfrm>
            <a:off x="1730958" y="352993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1" name="pt399">
            <a:extLst>
              <a:ext uri="{FF2B5EF4-FFF2-40B4-BE49-F238E27FC236}">
                <a16:creationId xmlns:a16="http://schemas.microsoft.com/office/drawing/2014/main" id="{593E1402-9EB9-0244-954F-A6FA16A8AD9B}"/>
              </a:ext>
            </a:extLst>
          </p:cNvPr>
          <p:cNvSpPr/>
          <p:nvPr/>
        </p:nvSpPr>
        <p:spPr>
          <a:xfrm>
            <a:off x="1797026" y="363958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2" name="pt400">
            <a:extLst>
              <a:ext uri="{FF2B5EF4-FFF2-40B4-BE49-F238E27FC236}">
                <a16:creationId xmlns:a16="http://schemas.microsoft.com/office/drawing/2014/main" id="{2BE9E15C-A5A7-F64D-8489-37F98C805828}"/>
              </a:ext>
            </a:extLst>
          </p:cNvPr>
          <p:cNvSpPr/>
          <p:nvPr/>
        </p:nvSpPr>
        <p:spPr>
          <a:xfrm>
            <a:off x="1737728" y="3537250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3" name="pt401">
            <a:extLst>
              <a:ext uri="{FF2B5EF4-FFF2-40B4-BE49-F238E27FC236}">
                <a16:creationId xmlns:a16="http://schemas.microsoft.com/office/drawing/2014/main" id="{B73DF5A6-E5BE-454F-B744-629833D2A69C}"/>
              </a:ext>
            </a:extLst>
          </p:cNvPr>
          <p:cNvSpPr/>
          <p:nvPr/>
        </p:nvSpPr>
        <p:spPr>
          <a:xfrm>
            <a:off x="1815775" y="3168426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4" name="pt402">
            <a:extLst>
              <a:ext uri="{FF2B5EF4-FFF2-40B4-BE49-F238E27FC236}">
                <a16:creationId xmlns:a16="http://schemas.microsoft.com/office/drawing/2014/main" id="{222249A4-080E-DD44-BC51-3480F5256D02}"/>
              </a:ext>
            </a:extLst>
          </p:cNvPr>
          <p:cNvSpPr/>
          <p:nvPr/>
        </p:nvSpPr>
        <p:spPr>
          <a:xfrm>
            <a:off x="1733079" y="331660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5" name="pt403">
            <a:extLst>
              <a:ext uri="{FF2B5EF4-FFF2-40B4-BE49-F238E27FC236}">
                <a16:creationId xmlns:a16="http://schemas.microsoft.com/office/drawing/2014/main" id="{A5B48775-818F-8C4F-9D84-5AD7BFCFBA27}"/>
              </a:ext>
            </a:extLst>
          </p:cNvPr>
          <p:cNvSpPr/>
          <p:nvPr/>
        </p:nvSpPr>
        <p:spPr>
          <a:xfrm>
            <a:off x="1819187" y="348102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6" name="pt404">
            <a:extLst>
              <a:ext uri="{FF2B5EF4-FFF2-40B4-BE49-F238E27FC236}">
                <a16:creationId xmlns:a16="http://schemas.microsoft.com/office/drawing/2014/main" id="{2DE62766-5858-3F43-9AB7-262C2EB71E6B}"/>
              </a:ext>
            </a:extLst>
          </p:cNvPr>
          <p:cNvSpPr/>
          <p:nvPr/>
        </p:nvSpPr>
        <p:spPr>
          <a:xfrm>
            <a:off x="1787741" y="284786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7" name="pt405">
            <a:extLst>
              <a:ext uri="{FF2B5EF4-FFF2-40B4-BE49-F238E27FC236}">
                <a16:creationId xmlns:a16="http://schemas.microsoft.com/office/drawing/2014/main" id="{198B1922-1C37-7A43-A513-4B0143A692BD}"/>
              </a:ext>
            </a:extLst>
          </p:cNvPr>
          <p:cNvSpPr/>
          <p:nvPr/>
        </p:nvSpPr>
        <p:spPr>
          <a:xfrm>
            <a:off x="1811531" y="317540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8" name="pt406">
            <a:extLst>
              <a:ext uri="{FF2B5EF4-FFF2-40B4-BE49-F238E27FC236}">
                <a16:creationId xmlns:a16="http://schemas.microsoft.com/office/drawing/2014/main" id="{1B7BBFE5-94D8-A146-8CCF-29FEB0996061}"/>
              </a:ext>
            </a:extLst>
          </p:cNvPr>
          <p:cNvSpPr/>
          <p:nvPr/>
        </p:nvSpPr>
        <p:spPr>
          <a:xfrm>
            <a:off x="1728619" y="341920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9" name="pt407">
            <a:extLst>
              <a:ext uri="{FF2B5EF4-FFF2-40B4-BE49-F238E27FC236}">
                <a16:creationId xmlns:a16="http://schemas.microsoft.com/office/drawing/2014/main" id="{6115019C-FDB5-8F4D-9D36-8771737E2365}"/>
              </a:ext>
            </a:extLst>
          </p:cNvPr>
          <p:cNvSpPr/>
          <p:nvPr/>
        </p:nvSpPr>
        <p:spPr>
          <a:xfrm>
            <a:off x="1787488" y="306863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0" name="pt408">
            <a:extLst>
              <a:ext uri="{FF2B5EF4-FFF2-40B4-BE49-F238E27FC236}">
                <a16:creationId xmlns:a16="http://schemas.microsoft.com/office/drawing/2014/main" id="{38100807-2C16-5241-9EAD-8120A11DE5B3}"/>
              </a:ext>
            </a:extLst>
          </p:cNvPr>
          <p:cNvSpPr/>
          <p:nvPr/>
        </p:nvSpPr>
        <p:spPr>
          <a:xfrm>
            <a:off x="1771587" y="3065061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1" name="pt409">
            <a:extLst>
              <a:ext uri="{FF2B5EF4-FFF2-40B4-BE49-F238E27FC236}">
                <a16:creationId xmlns:a16="http://schemas.microsoft.com/office/drawing/2014/main" id="{11577D2D-E30C-1142-85BA-8E15C4B35134}"/>
              </a:ext>
            </a:extLst>
          </p:cNvPr>
          <p:cNvSpPr/>
          <p:nvPr/>
        </p:nvSpPr>
        <p:spPr>
          <a:xfrm>
            <a:off x="1776611" y="3654903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2" name="pt410">
            <a:extLst>
              <a:ext uri="{FF2B5EF4-FFF2-40B4-BE49-F238E27FC236}">
                <a16:creationId xmlns:a16="http://schemas.microsoft.com/office/drawing/2014/main" id="{002F82A4-4B68-A941-8911-5E1E25FEA861}"/>
              </a:ext>
            </a:extLst>
          </p:cNvPr>
          <p:cNvSpPr/>
          <p:nvPr/>
        </p:nvSpPr>
        <p:spPr>
          <a:xfrm>
            <a:off x="1764839" y="2853181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3" name="pt411">
            <a:extLst>
              <a:ext uri="{FF2B5EF4-FFF2-40B4-BE49-F238E27FC236}">
                <a16:creationId xmlns:a16="http://schemas.microsoft.com/office/drawing/2014/main" id="{9486C8F5-E9D9-0943-80C8-923A1D8B3079}"/>
              </a:ext>
            </a:extLst>
          </p:cNvPr>
          <p:cNvSpPr/>
          <p:nvPr/>
        </p:nvSpPr>
        <p:spPr>
          <a:xfrm>
            <a:off x="1775438" y="323057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4" name="pt412">
            <a:extLst>
              <a:ext uri="{FF2B5EF4-FFF2-40B4-BE49-F238E27FC236}">
                <a16:creationId xmlns:a16="http://schemas.microsoft.com/office/drawing/2014/main" id="{1D50D23C-E7F5-7247-916F-C07CEA9D0EEA}"/>
              </a:ext>
            </a:extLst>
          </p:cNvPr>
          <p:cNvSpPr/>
          <p:nvPr/>
        </p:nvSpPr>
        <p:spPr>
          <a:xfrm>
            <a:off x="1745508" y="3320007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5" name="pt413">
            <a:extLst>
              <a:ext uri="{FF2B5EF4-FFF2-40B4-BE49-F238E27FC236}">
                <a16:creationId xmlns:a16="http://schemas.microsoft.com/office/drawing/2014/main" id="{B90F23EB-02C4-E040-B516-34C1D07F55CF}"/>
              </a:ext>
            </a:extLst>
          </p:cNvPr>
          <p:cNvSpPr/>
          <p:nvPr/>
        </p:nvSpPr>
        <p:spPr>
          <a:xfrm>
            <a:off x="2154718" y="3366499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6" name="pt414">
            <a:extLst>
              <a:ext uri="{FF2B5EF4-FFF2-40B4-BE49-F238E27FC236}">
                <a16:creationId xmlns:a16="http://schemas.microsoft.com/office/drawing/2014/main" id="{B522F80C-DBB7-BC4C-AB8A-4371D0D50819}"/>
              </a:ext>
            </a:extLst>
          </p:cNvPr>
          <p:cNvSpPr/>
          <p:nvPr/>
        </p:nvSpPr>
        <p:spPr>
          <a:xfrm>
            <a:off x="2105749" y="330123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7" name="pt415">
            <a:extLst>
              <a:ext uri="{FF2B5EF4-FFF2-40B4-BE49-F238E27FC236}">
                <a16:creationId xmlns:a16="http://schemas.microsoft.com/office/drawing/2014/main" id="{B8CDB0D6-46DE-C841-9904-D5EEAE476317}"/>
              </a:ext>
            </a:extLst>
          </p:cNvPr>
          <p:cNvSpPr/>
          <p:nvPr/>
        </p:nvSpPr>
        <p:spPr>
          <a:xfrm>
            <a:off x="2090309" y="3396978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8" name="pt416">
            <a:extLst>
              <a:ext uri="{FF2B5EF4-FFF2-40B4-BE49-F238E27FC236}">
                <a16:creationId xmlns:a16="http://schemas.microsoft.com/office/drawing/2014/main" id="{570C1FDC-E7FA-6843-B4A8-30B73EC95299}"/>
              </a:ext>
            </a:extLst>
          </p:cNvPr>
          <p:cNvSpPr/>
          <p:nvPr/>
        </p:nvSpPr>
        <p:spPr>
          <a:xfrm>
            <a:off x="2108945" y="3402287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9" name="pt417">
            <a:extLst>
              <a:ext uri="{FF2B5EF4-FFF2-40B4-BE49-F238E27FC236}">
                <a16:creationId xmlns:a16="http://schemas.microsoft.com/office/drawing/2014/main" id="{371FD674-86D2-7548-80A7-B73F14B96443}"/>
              </a:ext>
            </a:extLst>
          </p:cNvPr>
          <p:cNvSpPr/>
          <p:nvPr/>
        </p:nvSpPr>
        <p:spPr>
          <a:xfrm>
            <a:off x="2138781" y="3127803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0" name="pt418">
            <a:extLst>
              <a:ext uri="{FF2B5EF4-FFF2-40B4-BE49-F238E27FC236}">
                <a16:creationId xmlns:a16="http://schemas.microsoft.com/office/drawing/2014/main" id="{5543D043-DC18-8740-A7FE-7F9B0050F7BD}"/>
              </a:ext>
            </a:extLst>
          </p:cNvPr>
          <p:cNvSpPr/>
          <p:nvPr/>
        </p:nvSpPr>
        <p:spPr>
          <a:xfrm>
            <a:off x="2120233" y="346672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1" name="pt419">
            <a:extLst>
              <a:ext uri="{FF2B5EF4-FFF2-40B4-BE49-F238E27FC236}">
                <a16:creationId xmlns:a16="http://schemas.microsoft.com/office/drawing/2014/main" id="{C2510544-5008-9C43-BFF7-EA0C14852AC4}"/>
              </a:ext>
            </a:extLst>
          </p:cNvPr>
          <p:cNvSpPr/>
          <p:nvPr/>
        </p:nvSpPr>
        <p:spPr>
          <a:xfrm>
            <a:off x="2090062" y="331910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2" name="pt420">
            <a:extLst>
              <a:ext uri="{FF2B5EF4-FFF2-40B4-BE49-F238E27FC236}">
                <a16:creationId xmlns:a16="http://schemas.microsoft.com/office/drawing/2014/main" id="{8ABB38E0-F7D3-4343-9035-2AAF560F4DE1}"/>
              </a:ext>
            </a:extLst>
          </p:cNvPr>
          <p:cNvSpPr/>
          <p:nvPr/>
        </p:nvSpPr>
        <p:spPr>
          <a:xfrm>
            <a:off x="2084198" y="354442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3" name="pt421">
            <a:extLst>
              <a:ext uri="{FF2B5EF4-FFF2-40B4-BE49-F238E27FC236}">
                <a16:creationId xmlns:a16="http://schemas.microsoft.com/office/drawing/2014/main" id="{E959AD3A-3DA2-A241-B630-8EB69B5EF115}"/>
              </a:ext>
            </a:extLst>
          </p:cNvPr>
          <p:cNvSpPr/>
          <p:nvPr/>
        </p:nvSpPr>
        <p:spPr>
          <a:xfrm>
            <a:off x="2123045" y="3545161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4" name="pt422">
            <a:extLst>
              <a:ext uri="{FF2B5EF4-FFF2-40B4-BE49-F238E27FC236}">
                <a16:creationId xmlns:a16="http://schemas.microsoft.com/office/drawing/2014/main" id="{C1457585-204A-7A48-94C4-1B84EEB3EDBD}"/>
              </a:ext>
            </a:extLst>
          </p:cNvPr>
          <p:cNvSpPr/>
          <p:nvPr/>
        </p:nvSpPr>
        <p:spPr>
          <a:xfrm>
            <a:off x="2117318" y="309410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5" name="pt423">
            <a:extLst>
              <a:ext uri="{FF2B5EF4-FFF2-40B4-BE49-F238E27FC236}">
                <a16:creationId xmlns:a16="http://schemas.microsoft.com/office/drawing/2014/main" id="{158913C4-9B54-564D-8413-C1E43A596D7E}"/>
              </a:ext>
            </a:extLst>
          </p:cNvPr>
          <p:cNvSpPr/>
          <p:nvPr/>
        </p:nvSpPr>
        <p:spPr>
          <a:xfrm>
            <a:off x="2090767" y="321507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6" name="pt424">
            <a:extLst>
              <a:ext uri="{FF2B5EF4-FFF2-40B4-BE49-F238E27FC236}">
                <a16:creationId xmlns:a16="http://schemas.microsoft.com/office/drawing/2014/main" id="{C0EEA114-8E75-FD46-9B30-CC0D977D2B4E}"/>
              </a:ext>
            </a:extLst>
          </p:cNvPr>
          <p:cNvSpPr/>
          <p:nvPr/>
        </p:nvSpPr>
        <p:spPr>
          <a:xfrm>
            <a:off x="2117109" y="308992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7" name="pt425">
            <a:extLst>
              <a:ext uri="{FF2B5EF4-FFF2-40B4-BE49-F238E27FC236}">
                <a16:creationId xmlns:a16="http://schemas.microsoft.com/office/drawing/2014/main" id="{ECCE53C3-E73F-234C-ACAD-2D0C5BFC6C5C}"/>
              </a:ext>
            </a:extLst>
          </p:cNvPr>
          <p:cNvSpPr/>
          <p:nvPr/>
        </p:nvSpPr>
        <p:spPr>
          <a:xfrm>
            <a:off x="2141904" y="3045950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8" name="pt426">
            <a:extLst>
              <a:ext uri="{FF2B5EF4-FFF2-40B4-BE49-F238E27FC236}">
                <a16:creationId xmlns:a16="http://schemas.microsoft.com/office/drawing/2014/main" id="{AE9CC70E-D457-1540-BDBD-04D59CAF79AC}"/>
              </a:ext>
            </a:extLst>
          </p:cNvPr>
          <p:cNvSpPr/>
          <p:nvPr/>
        </p:nvSpPr>
        <p:spPr>
          <a:xfrm>
            <a:off x="2165844" y="365344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9" name="pt427">
            <a:extLst>
              <a:ext uri="{FF2B5EF4-FFF2-40B4-BE49-F238E27FC236}">
                <a16:creationId xmlns:a16="http://schemas.microsoft.com/office/drawing/2014/main" id="{69928EB3-B220-0C49-98B7-EE6B9F9A760D}"/>
              </a:ext>
            </a:extLst>
          </p:cNvPr>
          <p:cNvSpPr/>
          <p:nvPr/>
        </p:nvSpPr>
        <p:spPr>
          <a:xfrm>
            <a:off x="2099276" y="345234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0" name="pt428">
            <a:extLst>
              <a:ext uri="{FF2B5EF4-FFF2-40B4-BE49-F238E27FC236}">
                <a16:creationId xmlns:a16="http://schemas.microsoft.com/office/drawing/2014/main" id="{23BE7DCA-4EAD-A149-8E53-AA9FC5B9EE17}"/>
              </a:ext>
            </a:extLst>
          </p:cNvPr>
          <p:cNvSpPr/>
          <p:nvPr/>
        </p:nvSpPr>
        <p:spPr>
          <a:xfrm>
            <a:off x="2089199" y="312541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1" name="pt429">
            <a:extLst>
              <a:ext uri="{FF2B5EF4-FFF2-40B4-BE49-F238E27FC236}">
                <a16:creationId xmlns:a16="http://schemas.microsoft.com/office/drawing/2014/main" id="{681BBB1B-7899-204A-A30E-3EEE9F122277}"/>
              </a:ext>
            </a:extLst>
          </p:cNvPr>
          <p:cNvSpPr/>
          <p:nvPr/>
        </p:nvSpPr>
        <p:spPr>
          <a:xfrm>
            <a:off x="2115502" y="2933236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2" name="pt430">
            <a:extLst>
              <a:ext uri="{FF2B5EF4-FFF2-40B4-BE49-F238E27FC236}">
                <a16:creationId xmlns:a16="http://schemas.microsoft.com/office/drawing/2014/main" id="{8AD395BC-0948-DC4D-A4FA-AADFEA9D7202}"/>
              </a:ext>
            </a:extLst>
          </p:cNvPr>
          <p:cNvSpPr/>
          <p:nvPr/>
        </p:nvSpPr>
        <p:spPr>
          <a:xfrm>
            <a:off x="2120634" y="3547463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3" name="pt431">
            <a:extLst>
              <a:ext uri="{FF2B5EF4-FFF2-40B4-BE49-F238E27FC236}">
                <a16:creationId xmlns:a16="http://schemas.microsoft.com/office/drawing/2014/main" id="{21933C70-7E45-B34E-96D3-C9D01DB8CC57}"/>
              </a:ext>
            </a:extLst>
          </p:cNvPr>
          <p:cNvSpPr/>
          <p:nvPr/>
        </p:nvSpPr>
        <p:spPr>
          <a:xfrm>
            <a:off x="2160359" y="3143307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4" name="pt432">
            <a:extLst>
              <a:ext uri="{FF2B5EF4-FFF2-40B4-BE49-F238E27FC236}">
                <a16:creationId xmlns:a16="http://schemas.microsoft.com/office/drawing/2014/main" id="{D0C55C41-4C18-4945-BD44-A0A179E9055F}"/>
              </a:ext>
            </a:extLst>
          </p:cNvPr>
          <p:cNvSpPr/>
          <p:nvPr/>
        </p:nvSpPr>
        <p:spPr>
          <a:xfrm>
            <a:off x="2084259" y="3301164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5" name="pt433">
            <a:extLst>
              <a:ext uri="{FF2B5EF4-FFF2-40B4-BE49-F238E27FC236}">
                <a16:creationId xmlns:a16="http://schemas.microsoft.com/office/drawing/2014/main" id="{CF381BCD-C6F0-8248-8295-FEBEA4DCB110}"/>
              </a:ext>
            </a:extLst>
          </p:cNvPr>
          <p:cNvSpPr/>
          <p:nvPr/>
        </p:nvSpPr>
        <p:spPr>
          <a:xfrm>
            <a:off x="2451176" y="340483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6" name="pt434">
            <a:extLst>
              <a:ext uri="{FF2B5EF4-FFF2-40B4-BE49-F238E27FC236}">
                <a16:creationId xmlns:a16="http://schemas.microsoft.com/office/drawing/2014/main" id="{12765848-94D2-294B-9EFF-1B34351B2DA1}"/>
              </a:ext>
            </a:extLst>
          </p:cNvPr>
          <p:cNvSpPr/>
          <p:nvPr/>
        </p:nvSpPr>
        <p:spPr>
          <a:xfrm>
            <a:off x="2512781" y="3495194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7" name="pt435">
            <a:extLst>
              <a:ext uri="{FF2B5EF4-FFF2-40B4-BE49-F238E27FC236}">
                <a16:creationId xmlns:a16="http://schemas.microsoft.com/office/drawing/2014/main" id="{863DB9AA-F153-3840-AEAD-5428D7DB973F}"/>
              </a:ext>
            </a:extLst>
          </p:cNvPr>
          <p:cNvSpPr/>
          <p:nvPr/>
        </p:nvSpPr>
        <p:spPr>
          <a:xfrm>
            <a:off x="2490860" y="345121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8" name="pt436">
            <a:extLst>
              <a:ext uri="{FF2B5EF4-FFF2-40B4-BE49-F238E27FC236}">
                <a16:creationId xmlns:a16="http://schemas.microsoft.com/office/drawing/2014/main" id="{FC0ECCEC-4961-BA4F-BB80-2F1173B8682C}"/>
              </a:ext>
            </a:extLst>
          </p:cNvPr>
          <p:cNvSpPr/>
          <p:nvPr/>
        </p:nvSpPr>
        <p:spPr>
          <a:xfrm>
            <a:off x="2519052" y="373434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9" name="pt437">
            <a:extLst>
              <a:ext uri="{FF2B5EF4-FFF2-40B4-BE49-F238E27FC236}">
                <a16:creationId xmlns:a16="http://schemas.microsoft.com/office/drawing/2014/main" id="{E81BEE1A-1B24-B244-9301-C0B7D204A1E4}"/>
              </a:ext>
            </a:extLst>
          </p:cNvPr>
          <p:cNvSpPr/>
          <p:nvPr/>
        </p:nvSpPr>
        <p:spPr>
          <a:xfrm>
            <a:off x="2501483" y="3525292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0" name="pt438">
            <a:extLst>
              <a:ext uri="{FF2B5EF4-FFF2-40B4-BE49-F238E27FC236}">
                <a16:creationId xmlns:a16="http://schemas.microsoft.com/office/drawing/2014/main" id="{1A1C9A55-3011-9B43-8D8C-DDFBCA5648EC}"/>
              </a:ext>
            </a:extLst>
          </p:cNvPr>
          <p:cNvSpPr/>
          <p:nvPr/>
        </p:nvSpPr>
        <p:spPr>
          <a:xfrm>
            <a:off x="2488918" y="359405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1" name="pt439">
            <a:extLst>
              <a:ext uri="{FF2B5EF4-FFF2-40B4-BE49-F238E27FC236}">
                <a16:creationId xmlns:a16="http://schemas.microsoft.com/office/drawing/2014/main" id="{28531538-E62D-4143-AF86-3531BEC65F7B}"/>
              </a:ext>
            </a:extLst>
          </p:cNvPr>
          <p:cNvSpPr/>
          <p:nvPr/>
        </p:nvSpPr>
        <p:spPr>
          <a:xfrm>
            <a:off x="2483649" y="2751282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2" name="pt440">
            <a:extLst>
              <a:ext uri="{FF2B5EF4-FFF2-40B4-BE49-F238E27FC236}">
                <a16:creationId xmlns:a16="http://schemas.microsoft.com/office/drawing/2014/main" id="{631C841B-C811-7542-B1A3-370794BA750C}"/>
              </a:ext>
            </a:extLst>
          </p:cNvPr>
          <p:cNvSpPr/>
          <p:nvPr/>
        </p:nvSpPr>
        <p:spPr>
          <a:xfrm>
            <a:off x="2457824" y="3609953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3" name="pt441">
            <a:extLst>
              <a:ext uri="{FF2B5EF4-FFF2-40B4-BE49-F238E27FC236}">
                <a16:creationId xmlns:a16="http://schemas.microsoft.com/office/drawing/2014/main" id="{865BE6BF-316C-1540-AD94-9A21D6E0C1B2}"/>
              </a:ext>
            </a:extLst>
          </p:cNvPr>
          <p:cNvSpPr/>
          <p:nvPr/>
        </p:nvSpPr>
        <p:spPr>
          <a:xfrm>
            <a:off x="2465305" y="343497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4" name="pt442">
            <a:extLst>
              <a:ext uri="{FF2B5EF4-FFF2-40B4-BE49-F238E27FC236}">
                <a16:creationId xmlns:a16="http://schemas.microsoft.com/office/drawing/2014/main" id="{DEAFF5BF-8A72-3242-ACB7-4FAA792AD31F}"/>
              </a:ext>
            </a:extLst>
          </p:cNvPr>
          <p:cNvSpPr/>
          <p:nvPr/>
        </p:nvSpPr>
        <p:spPr>
          <a:xfrm>
            <a:off x="2444784" y="3326826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5" name="pt443">
            <a:extLst>
              <a:ext uri="{FF2B5EF4-FFF2-40B4-BE49-F238E27FC236}">
                <a16:creationId xmlns:a16="http://schemas.microsoft.com/office/drawing/2014/main" id="{58A937DB-A7C3-4D47-BAF5-60EFAA2F83AB}"/>
              </a:ext>
            </a:extLst>
          </p:cNvPr>
          <p:cNvSpPr/>
          <p:nvPr/>
        </p:nvSpPr>
        <p:spPr>
          <a:xfrm>
            <a:off x="2448758" y="352839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6" name="pt444">
            <a:extLst>
              <a:ext uri="{FF2B5EF4-FFF2-40B4-BE49-F238E27FC236}">
                <a16:creationId xmlns:a16="http://schemas.microsoft.com/office/drawing/2014/main" id="{4342256C-438C-DE4D-B46D-AA997960638F}"/>
              </a:ext>
            </a:extLst>
          </p:cNvPr>
          <p:cNvSpPr/>
          <p:nvPr/>
        </p:nvSpPr>
        <p:spPr>
          <a:xfrm>
            <a:off x="2541624" y="3346836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7" name="pt445">
            <a:extLst>
              <a:ext uri="{FF2B5EF4-FFF2-40B4-BE49-F238E27FC236}">
                <a16:creationId xmlns:a16="http://schemas.microsoft.com/office/drawing/2014/main" id="{832B1EB9-9F29-3642-8C0E-EF5962E541C9}"/>
              </a:ext>
            </a:extLst>
          </p:cNvPr>
          <p:cNvSpPr/>
          <p:nvPr/>
        </p:nvSpPr>
        <p:spPr>
          <a:xfrm>
            <a:off x="2464220" y="3557778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8" name="pt446">
            <a:extLst>
              <a:ext uri="{FF2B5EF4-FFF2-40B4-BE49-F238E27FC236}">
                <a16:creationId xmlns:a16="http://schemas.microsoft.com/office/drawing/2014/main" id="{76CA07E1-3A8C-0A45-8F78-BED2540BDFA0}"/>
              </a:ext>
            </a:extLst>
          </p:cNvPr>
          <p:cNvSpPr/>
          <p:nvPr/>
        </p:nvSpPr>
        <p:spPr>
          <a:xfrm>
            <a:off x="2543686" y="3565275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9" name="pt447">
            <a:extLst>
              <a:ext uri="{FF2B5EF4-FFF2-40B4-BE49-F238E27FC236}">
                <a16:creationId xmlns:a16="http://schemas.microsoft.com/office/drawing/2014/main" id="{A4138137-F1C8-734C-B6D2-3B1EA2757C3A}"/>
              </a:ext>
            </a:extLst>
          </p:cNvPr>
          <p:cNvSpPr/>
          <p:nvPr/>
        </p:nvSpPr>
        <p:spPr>
          <a:xfrm>
            <a:off x="2491817" y="3575998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0" name="pt448">
            <a:extLst>
              <a:ext uri="{FF2B5EF4-FFF2-40B4-BE49-F238E27FC236}">
                <a16:creationId xmlns:a16="http://schemas.microsoft.com/office/drawing/2014/main" id="{788EC05C-F070-174A-A3A4-E4F1EDA80F03}"/>
              </a:ext>
            </a:extLst>
          </p:cNvPr>
          <p:cNvSpPr/>
          <p:nvPr/>
        </p:nvSpPr>
        <p:spPr>
          <a:xfrm>
            <a:off x="2486471" y="3660171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1" name="pt449">
            <a:extLst>
              <a:ext uri="{FF2B5EF4-FFF2-40B4-BE49-F238E27FC236}">
                <a16:creationId xmlns:a16="http://schemas.microsoft.com/office/drawing/2014/main" id="{373B2A90-F4E1-9B4B-A147-A3535FD36FBA}"/>
              </a:ext>
            </a:extLst>
          </p:cNvPr>
          <p:cNvSpPr/>
          <p:nvPr/>
        </p:nvSpPr>
        <p:spPr>
          <a:xfrm>
            <a:off x="2509038" y="3258957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2" name="pt450">
            <a:extLst>
              <a:ext uri="{FF2B5EF4-FFF2-40B4-BE49-F238E27FC236}">
                <a16:creationId xmlns:a16="http://schemas.microsoft.com/office/drawing/2014/main" id="{7D033E9E-FB4A-8646-B9D5-1406786D167C}"/>
              </a:ext>
            </a:extLst>
          </p:cNvPr>
          <p:cNvSpPr/>
          <p:nvPr/>
        </p:nvSpPr>
        <p:spPr>
          <a:xfrm>
            <a:off x="2484167" y="359506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3" name="pt451">
            <a:extLst>
              <a:ext uri="{FF2B5EF4-FFF2-40B4-BE49-F238E27FC236}">
                <a16:creationId xmlns:a16="http://schemas.microsoft.com/office/drawing/2014/main" id="{4A268771-8221-E041-8635-95514AA728E6}"/>
              </a:ext>
            </a:extLst>
          </p:cNvPr>
          <p:cNvSpPr/>
          <p:nvPr/>
        </p:nvSpPr>
        <p:spPr>
          <a:xfrm>
            <a:off x="2447183" y="3489246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4" name="pt452">
            <a:extLst>
              <a:ext uri="{FF2B5EF4-FFF2-40B4-BE49-F238E27FC236}">
                <a16:creationId xmlns:a16="http://schemas.microsoft.com/office/drawing/2014/main" id="{7148CB5F-9414-0B4D-949C-7F19F0D59756}"/>
              </a:ext>
            </a:extLst>
          </p:cNvPr>
          <p:cNvSpPr/>
          <p:nvPr/>
        </p:nvSpPr>
        <p:spPr>
          <a:xfrm>
            <a:off x="2483088" y="340667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5" name="pt453">
            <a:extLst>
              <a:ext uri="{FF2B5EF4-FFF2-40B4-BE49-F238E27FC236}">
                <a16:creationId xmlns:a16="http://schemas.microsoft.com/office/drawing/2014/main" id="{0500B0C6-EBD1-9041-9AC6-0AC3AF6FCDC6}"/>
              </a:ext>
            </a:extLst>
          </p:cNvPr>
          <p:cNvSpPr/>
          <p:nvPr/>
        </p:nvSpPr>
        <p:spPr>
          <a:xfrm>
            <a:off x="2500865" y="348271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6" name="pt454">
            <a:extLst>
              <a:ext uri="{FF2B5EF4-FFF2-40B4-BE49-F238E27FC236}">
                <a16:creationId xmlns:a16="http://schemas.microsoft.com/office/drawing/2014/main" id="{AE0CD2F1-F7B0-F148-B9C3-44CF449B3292}"/>
              </a:ext>
            </a:extLst>
          </p:cNvPr>
          <p:cNvSpPr/>
          <p:nvPr/>
        </p:nvSpPr>
        <p:spPr>
          <a:xfrm>
            <a:off x="2526340" y="281812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7" name="pt455">
            <a:extLst>
              <a:ext uri="{FF2B5EF4-FFF2-40B4-BE49-F238E27FC236}">
                <a16:creationId xmlns:a16="http://schemas.microsoft.com/office/drawing/2014/main" id="{C64E8590-1E34-C94A-9EF6-076D524EB4DB}"/>
              </a:ext>
            </a:extLst>
          </p:cNvPr>
          <p:cNvSpPr/>
          <p:nvPr/>
        </p:nvSpPr>
        <p:spPr>
          <a:xfrm>
            <a:off x="2490098" y="3472702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8" name="pt456">
            <a:extLst>
              <a:ext uri="{FF2B5EF4-FFF2-40B4-BE49-F238E27FC236}">
                <a16:creationId xmlns:a16="http://schemas.microsoft.com/office/drawing/2014/main" id="{1815714F-8833-E64A-9D7F-C0DCDAC44BE3}"/>
              </a:ext>
            </a:extLst>
          </p:cNvPr>
          <p:cNvSpPr/>
          <p:nvPr/>
        </p:nvSpPr>
        <p:spPr>
          <a:xfrm>
            <a:off x="2534877" y="352132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9" name="pg457">
            <a:extLst>
              <a:ext uri="{FF2B5EF4-FFF2-40B4-BE49-F238E27FC236}">
                <a16:creationId xmlns:a16="http://schemas.microsoft.com/office/drawing/2014/main" id="{E2F5CFBB-3466-A949-967E-AD7D29797EE6}"/>
              </a:ext>
            </a:extLst>
          </p:cNvPr>
          <p:cNvSpPr/>
          <p:nvPr/>
        </p:nvSpPr>
        <p:spPr>
          <a:xfrm>
            <a:off x="1452230" y="3117253"/>
            <a:ext cx="1078081" cy="451613"/>
          </a:xfrm>
          <a:custGeom>
            <a:avLst/>
            <a:gdLst/>
            <a:ahLst/>
            <a:cxnLst/>
            <a:rect l="0" t="0" r="0" b="0"/>
            <a:pathLst>
              <a:path w="1078081" h="451613">
                <a:moveTo>
                  <a:pt x="0" y="0"/>
                </a:moveTo>
                <a:lnTo>
                  <a:pt x="569572" y="128025"/>
                </a:lnTo>
                <a:lnTo>
                  <a:pt x="718720" y="142646"/>
                </a:lnTo>
                <a:lnTo>
                  <a:pt x="928933" y="148629"/>
                </a:lnTo>
                <a:lnTo>
                  <a:pt x="1078081" y="145479"/>
                </a:lnTo>
                <a:lnTo>
                  <a:pt x="1078081" y="451613"/>
                </a:lnTo>
                <a:lnTo>
                  <a:pt x="928933" y="413916"/>
                </a:lnTo>
                <a:lnTo>
                  <a:pt x="718720" y="371207"/>
                </a:lnTo>
                <a:lnTo>
                  <a:pt x="569572" y="351281"/>
                </a:lnTo>
                <a:lnTo>
                  <a:pt x="0" y="347376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0" name="pl458">
            <a:extLst>
              <a:ext uri="{FF2B5EF4-FFF2-40B4-BE49-F238E27FC236}">
                <a16:creationId xmlns:a16="http://schemas.microsoft.com/office/drawing/2014/main" id="{2543DDBD-A5A5-E847-A85D-FC98ED5B9154}"/>
              </a:ext>
            </a:extLst>
          </p:cNvPr>
          <p:cNvSpPr/>
          <p:nvPr/>
        </p:nvSpPr>
        <p:spPr>
          <a:xfrm>
            <a:off x="1452230" y="3117253"/>
            <a:ext cx="1078081" cy="148629"/>
          </a:xfrm>
          <a:custGeom>
            <a:avLst/>
            <a:gdLst/>
            <a:ahLst/>
            <a:cxnLst/>
            <a:rect l="0" t="0" r="0" b="0"/>
            <a:pathLst>
              <a:path w="1078081" h="148629">
                <a:moveTo>
                  <a:pt x="0" y="0"/>
                </a:moveTo>
                <a:lnTo>
                  <a:pt x="569572" y="128025"/>
                </a:lnTo>
                <a:lnTo>
                  <a:pt x="718720" y="142646"/>
                </a:lnTo>
                <a:lnTo>
                  <a:pt x="928933" y="148629"/>
                </a:lnTo>
                <a:lnTo>
                  <a:pt x="1078081" y="145479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61" name="pl459">
            <a:extLst>
              <a:ext uri="{FF2B5EF4-FFF2-40B4-BE49-F238E27FC236}">
                <a16:creationId xmlns:a16="http://schemas.microsoft.com/office/drawing/2014/main" id="{9CB33C75-1B2C-1849-90B0-931D250C50E0}"/>
              </a:ext>
            </a:extLst>
          </p:cNvPr>
          <p:cNvSpPr/>
          <p:nvPr/>
        </p:nvSpPr>
        <p:spPr>
          <a:xfrm>
            <a:off x="1452230" y="3464629"/>
            <a:ext cx="1078081" cy="104237"/>
          </a:xfrm>
          <a:custGeom>
            <a:avLst/>
            <a:gdLst/>
            <a:ahLst/>
            <a:cxnLst/>
            <a:rect l="0" t="0" r="0" b="0"/>
            <a:pathLst>
              <a:path w="1078081" h="104237">
                <a:moveTo>
                  <a:pt x="1078081" y="104237"/>
                </a:moveTo>
                <a:lnTo>
                  <a:pt x="928933" y="66540"/>
                </a:lnTo>
                <a:lnTo>
                  <a:pt x="718720" y="23831"/>
                </a:lnTo>
                <a:lnTo>
                  <a:pt x="569572" y="3905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62" name="pl460">
            <a:extLst>
              <a:ext uri="{FF2B5EF4-FFF2-40B4-BE49-F238E27FC236}">
                <a16:creationId xmlns:a16="http://schemas.microsoft.com/office/drawing/2014/main" id="{86BECF46-BC7C-5B47-B82B-D9A6A06E98B3}"/>
              </a:ext>
            </a:extLst>
          </p:cNvPr>
          <p:cNvSpPr/>
          <p:nvPr/>
        </p:nvSpPr>
        <p:spPr>
          <a:xfrm>
            <a:off x="1452230" y="3290941"/>
            <a:ext cx="1078081" cy="124858"/>
          </a:xfrm>
          <a:custGeom>
            <a:avLst/>
            <a:gdLst/>
            <a:ahLst/>
            <a:cxnLst/>
            <a:rect l="0" t="0" r="0" b="0"/>
            <a:pathLst>
              <a:path w="1078081" h="124858">
                <a:moveTo>
                  <a:pt x="0" y="0"/>
                </a:moveTo>
                <a:lnTo>
                  <a:pt x="569572" y="65965"/>
                </a:lnTo>
                <a:lnTo>
                  <a:pt x="718720" y="83239"/>
                </a:lnTo>
                <a:lnTo>
                  <a:pt x="928933" y="107585"/>
                </a:lnTo>
                <a:lnTo>
                  <a:pt x="1078081" y="124858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3" name="tx461">
            <a:extLst>
              <a:ext uri="{FF2B5EF4-FFF2-40B4-BE49-F238E27FC236}">
                <a16:creationId xmlns:a16="http://schemas.microsoft.com/office/drawing/2014/main" id="{78198582-0414-7848-8343-18F22B691897}"/>
              </a:ext>
            </a:extLst>
          </p:cNvPr>
          <p:cNvSpPr/>
          <p:nvPr/>
        </p:nvSpPr>
        <p:spPr>
          <a:xfrm>
            <a:off x="1987103" y="2701062"/>
            <a:ext cx="70591" cy="910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</a:p>
        </p:txBody>
      </p:sp>
      <p:sp>
        <p:nvSpPr>
          <p:cNvPr id="464" name="tx462">
            <a:extLst>
              <a:ext uri="{FF2B5EF4-FFF2-40B4-BE49-F238E27FC236}">
                <a16:creationId xmlns:a16="http://schemas.microsoft.com/office/drawing/2014/main" id="{0D44B147-8BCC-A543-8A87-B9DEC454B465}"/>
              </a:ext>
            </a:extLst>
          </p:cNvPr>
          <p:cNvSpPr/>
          <p:nvPr/>
        </p:nvSpPr>
        <p:spPr>
          <a:xfrm>
            <a:off x="2067900" y="2700971"/>
            <a:ext cx="462412" cy="911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0.318</a:t>
            </a:r>
          </a:p>
        </p:txBody>
      </p:sp>
      <p:sp>
        <p:nvSpPr>
          <p:cNvPr id="465" name="rc463">
            <a:extLst>
              <a:ext uri="{FF2B5EF4-FFF2-40B4-BE49-F238E27FC236}">
                <a16:creationId xmlns:a16="http://schemas.microsoft.com/office/drawing/2014/main" id="{45A78BD6-12F0-FE4A-92BD-A3AEFBDB72EC}"/>
              </a:ext>
            </a:extLst>
          </p:cNvPr>
          <p:cNvSpPr/>
          <p:nvPr/>
        </p:nvSpPr>
        <p:spPr>
          <a:xfrm>
            <a:off x="1342663" y="2658900"/>
            <a:ext cx="1297990" cy="117153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pl464">
            <a:extLst>
              <a:ext uri="{FF2B5EF4-FFF2-40B4-BE49-F238E27FC236}">
                <a16:creationId xmlns:a16="http://schemas.microsoft.com/office/drawing/2014/main" id="{6786A1EE-6302-1444-B15F-2D1DC2D9F613}"/>
              </a:ext>
            </a:extLst>
          </p:cNvPr>
          <p:cNvSpPr/>
          <p:nvPr/>
        </p:nvSpPr>
        <p:spPr>
          <a:xfrm>
            <a:off x="1342663" y="2658900"/>
            <a:ext cx="0" cy="1171531"/>
          </a:xfrm>
          <a:custGeom>
            <a:avLst/>
            <a:gdLst/>
            <a:ahLst/>
            <a:cxnLst/>
            <a:rect l="0" t="0" r="0" b="0"/>
            <a:pathLst>
              <a:path h="1171531">
                <a:moveTo>
                  <a:pt x="0" y="11715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7" name="tx465">
            <a:extLst>
              <a:ext uri="{FF2B5EF4-FFF2-40B4-BE49-F238E27FC236}">
                <a16:creationId xmlns:a16="http://schemas.microsoft.com/office/drawing/2014/main" id="{10334D1B-8F09-4E48-8639-23AE9DE8A049}"/>
              </a:ext>
            </a:extLst>
          </p:cNvPr>
          <p:cNvSpPr/>
          <p:nvPr/>
        </p:nvSpPr>
        <p:spPr>
          <a:xfrm rot="16200000">
            <a:off x="1152636" y="3685482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0.2</a:t>
            </a:r>
          </a:p>
        </p:txBody>
      </p:sp>
      <p:sp>
        <p:nvSpPr>
          <p:cNvPr id="468" name="tx466">
            <a:extLst>
              <a:ext uri="{FF2B5EF4-FFF2-40B4-BE49-F238E27FC236}">
                <a16:creationId xmlns:a16="http://schemas.microsoft.com/office/drawing/2014/main" id="{9C88B423-5632-3D4E-9381-D2265DB6CA98}"/>
              </a:ext>
            </a:extLst>
          </p:cNvPr>
          <p:cNvSpPr/>
          <p:nvPr/>
        </p:nvSpPr>
        <p:spPr>
          <a:xfrm rot="16200000">
            <a:off x="1152636" y="3411474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0.3</a:t>
            </a:r>
          </a:p>
        </p:txBody>
      </p:sp>
      <p:sp>
        <p:nvSpPr>
          <p:cNvPr id="469" name="tx467">
            <a:extLst>
              <a:ext uri="{FF2B5EF4-FFF2-40B4-BE49-F238E27FC236}">
                <a16:creationId xmlns:a16="http://schemas.microsoft.com/office/drawing/2014/main" id="{68AD0276-9338-D44A-9E4C-D2B2A1D54686}"/>
              </a:ext>
            </a:extLst>
          </p:cNvPr>
          <p:cNvSpPr/>
          <p:nvPr/>
        </p:nvSpPr>
        <p:spPr>
          <a:xfrm rot="16200000">
            <a:off x="1152636" y="3137467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0.4</a:t>
            </a:r>
          </a:p>
        </p:txBody>
      </p:sp>
      <p:sp>
        <p:nvSpPr>
          <p:cNvPr id="470" name="tx468">
            <a:extLst>
              <a:ext uri="{FF2B5EF4-FFF2-40B4-BE49-F238E27FC236}">
                <a16:creationId xmlns:a16="http://schemas.microsoft.com/office/drawing/2014/main" id="{E22D6AA6-35C1-D24F-B461-A39023E2F871}"/>
              </a:ext>
            </a:extLst>
          </p:cNvPr>
          <p:cNvSpPr/>
          <p:nvPr/>
        </p:nvSpPr>
        <p:spPr>
          <a:xfrm rot="16200000">
            <a:off x="1152636" y="2863459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0.5</a:t>
            </a:r>
          </a:p>
        </p:txBody>
      </p:sp>
      <p:sp>
        <p:nvSpPr>
          <p:cNvPr id="471" name="pl469">
            <a:extLst>
              <a:ext uri="{FF2B5EF4-FFF2-40B4-BE49-F238E27FC236}">
                <a16:creationId xmlns:a16="http://schemas.microsoft.com/office/drawing/2014/main" id="{A62ED407-3686-EC4B-9925-1C5ECFF9ADEF}"/>
              </a:ext>
            </a:extLst>
          </p:cNvPr>
          <p:cNvSpPr/>
          <p:nvPr/>
        </p:nvSpPr>
        <p:spPr>
          <a:xfrm>
            <a:off x="1311032" y="3726493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2" name="pl470">
            <a:extLst>
              <a:ext uri="{FF2B5EF4-FFF2-40B4-BE49-F238E27FC236}">
                <a16:creationId xmlns:a16="http://schemas.microsoft.com/office/drawing/2014/main" id="{7DCA6658-0FC9-1D43-9969-351AA7311682}"/>
              </a:ext>
            </a:extLst>
          </p:cNvPr>
          <p:cNvSpPr/>
          <p:nvPr/>
        </p:nvSpPr>
        <p:spPr>
          <a:xfrm>
            <a:off x="1311032" y="3452485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3" name="pl471">
            <a:extLst>
              <a:ext uri="{FF2B5EF4-FFF2-40B4-BE49-F238E27FC236}">
                <a16:creationId xmlns:a16="http://schemas.microsoft.com/office/drawing/2014/main" id="{FD268E8D-96E4-B249-9D89-53A66C0049D9}"/>
              </a:ext>
            </a:extLst>
          </p:cNvPr>
          <p:cNvSpPr/>
          <p:nvPr/>
        </p:nvSpPr>
        <p:spPr>
          <a:xfrm>
            <a:off x="1311032" y="3178478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4" name="pl472">
            <a:extLst>
              <a:ext uri="{FF2B5EF4-FFF2-40B4-BE49-F238E27FC236}">
                <a16:creationId xmlns:a16="http://schemas.microsoft.com/office/drawing/2014/main" id="{EEF04428-CC86-7545-BF3E-04AF6D17A75C}"/>
              </a:ext>
            </a:extLst>
          </p:cNvPr>
          <p:cNvSpPr/>
          <p:nvPr/>
        </p:nvSpPr>
        <p:spPr>
          <a:xfrm>
            <a:off x="1311032" y="2904470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5" name="pl473">
            <a:extLst>
              <a:ext uri="{FF2B5EF4-FFF2-40B4-BE49-F238E27FC236}">
                <a16:creationId xmlns:a16="http://schemas.microsoft.com/office/drawing/2014/main" id="{9259E330-D44C-D94F-AF8F-1DBF8EB54E7B}"/>
              </a:ext>
            </a:extLst>
          </p:cNvPr>
          <p:cNvSpPr/>
          <p:nvPr/>
        </p:nvSpPr>
        <p:spPr>
          <a:xfrm>
            <a:off x="1342663" y="3830431"/>
            <a:ext cx="1297990" cy="0"/>
          </a:xfrm>
          <a:custGeom>
            <a:avLst/>
            <a:gdLst/>
            <a:ahLst/>
            <a:cxnLst/>
            <a:rect l="0" t="0" r="0" b="0"/>
            <a:pathLst>
              <a:path w="1297990">
                <a:moveTo>
                  <a:pt x="0" y="0"/>
                </a:moveTo>
                <a:lnTo>
                  <a:pt x="129799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6" name="pl474">
            <a:extLst>
              <a:ext uri="{FF2B5EF4-FFF2-40B4-BE49-F238E27FC236}">
                <a16:creationId xmlns:a16="http://schemas.microsoft.com/office/drawing/2014/main" id="{2ECA5938-00A3-6C4B-804E-FE03B7DE9916}"/>
              </a:ext>
            </a:extLst>
          </p:cNvPr>
          <p:cNvSpPr/>
          <p:nvPr/>
        </p:nvSpPr>
        <p:spPr>
          <a:xfrm>
            <a:off x="1452230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7" name="pl475">
            <a:extLst>
              <a:ext uri="{FF2B5EF4-FFF2-40B4-BE49-F238E27FC236}">
                <a16:creationId xmlns:a16="http://schemas.microsoft.com/office/drawing/2014/main" id="{CC78E9CF-1943-FB44-ABF2-C1BBBBCBE90E}"/>
              </a:ext>
            </a:extLst>
          </p:cNvPr>
          <p:cNvSpPr/>
          <p:nvPr/>
        </p:nvSpPr>
        <p:spPr>
          <a:xfrm>
            <a:off x="1811591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8" name="pl476">
            <a:extLst>
              <a:ext uri="{FF2B5EF4-FFF2-40B4-BE49-F238E27FC236}">
                <a16:creationId xmlns:a16="http://schemas.microsoft.com/office/drawing/2014/main" id="{E917CC62-8759-B146-AFA0-594CACDD0091}"/>
              </a:ext>
            </a:extLst>
          </p:cNvPr>
          <p:cNvSpPr/>
          <p:nvPr/>
        </p:nvSpPr>
        <p:spPr>
          <a:xfrm>
            <a:off x="2170951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9" name="pl477">
            <a:extLst>
              <a:ext uri="{FF2B5EF4-FFF2-40B4-BE49-F238E27FC236}">
                <a16:creationId xmlns:a16="http://schemas.microsoft.com/office/drawing/2014/main" id="{347D42FB-3EAC-6F4B-8B91-619BAA98FBC5}"/>
              </a:ext>
            </a:extLst>
          </p:cNvPr>
          <p:cNvSpPr/>
          <p:nvPr/>
        </p:nvSpPr>
        <p:spPr>
          <a:xfrm>
            <a:off x="2530312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0" name="tx478">
            <a:extLst>
              <a:ext uri="{FF2B5EF4-FFF2-40B4-BE49-F238E27FC236}">
                <a16:creationId xmlns:a16="http://schemas.microsoft.com/office/drawing/2014/main" id="{9E9542F6-0C4B-594C-9DC5-09D24EDA10FF}"/>
              </a:ext>
            </a:extLst>
          </p:cNvPr>
          <p:cNvSpPr/>
          <p:nvPr/>
        </p:nvSpPr>
        <p:spPr>
          <a:xfrm rot="16200000">
            <a:off x="41327" y="3194556"/>
            <a:ext cx="1986991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Intraspecific trait variability (ITV)</a:t>
            </a:r>
          </a:p>
        </p:txBody>
      </p:sp>
      <p:sp>
        <p:nvSpPr>
          <p:cNvPr id="481" name="tx479">
            <a:extLst>
              <a:ext uri="{FF2B5EF4-FFF2-40B4-BE49-F238E27FC236}">
                <a16:creationId xmlns:a16="http://schemas.microsoft.com/office/drawing/2014/main" id="{CA095CCC-21F1-B94A-9242-AD6002E0DA3B}"/>
              </a:ext>
            </a:extLst>
          </p:cNvPr>
          <p:cNvSpPr/>
          <p:nvPr/>
        </p:nvSpPr>
        <p:spPr>
          <a:xfrm>
            <a:off x="1342663" y="2464146"/>
            <a:ext cx="434705" cy="100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(e) Chl</a:t>
            </a:r>
          </a:p>
        </p:txBody>
      </p:sp>
      <p:sp>
        <p:nvSpPr>
          <p:cNvPr id="482" name="rc480">
            <a:extLst>
              <a:ext uri="{FF2B5EF4-FFF2-40B4-BE49-F238E27FC236}">
                <a16:creationId xmlns:a16="http://schemas.microsoft.com/office/drawing/2014/main" id="{2C193EFC-BB1E-A64F-ACC8-63B5E9F348B7}"/>
              </a:ext>
            </a:extLst>
          </p:cNvPr>
          <p:cNvSpPr/>
          <p:nvPr/>
        </p:nvSpPr>
        <p:spPr>
          <a:xfrm>
            <a:off x="2773505" y="2658900"/>
            <a:ext cx="1297990" cy="11715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3" name="pt481">
            <a:extLst>
              <a:ext uri="{FF2B5EF4-FFF2-40B4-BE49-F238E27FC236}">
                <a16:creationId xmlns:a16="http://schemas.microsoft.com/office/drawing/2014/main" id="{FB5134B6-9969-8A43-987E-768B014B4F4D}"/>
              </a:ext>
            </a:extLst>
          </p:cNvPr>
          <p:cNvSpPr/>
          <p:nvPr/>
        </p:nvSpPr>
        <p:spPr>
          <a:xfrm>
            <a:off x="2804512" y="340822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4" name="pt482">
            <a:extLst>
              <a:ext uri="{FF2B5EF4-FFF2-40B4-BE49-F238E27FC236}">
                <a16:creationId xmlns:a16="http://schemas.microsoft.com/office/drawing/2014/main" id="{202FEBC1-2AD2-2141-818A-057AAE4D93CF}"/>
              </a:ext>
            </a:extLst>
          </p:cNvPr>
          <p:cNvSpPr/>
          <p:nvPr/>
        </p:nvSpPr>
        <p:spPr>
          <a:xfrm>
            <a:off x="2816351" y="3198248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5" name="pt483">
            <a:extLst>
              <a:ext uri="{FF2B5EF4-FFF2-40B4-BE49-F238E27FC236}">
                <a16:creationId xmlns:a16="http://schemas.microsoft.com/office/drawing/2014/main" id="{50E5DB72-CD3C-DB43-918F-B373D8A8FA96}"/>
              </a:ext>
            </a:extLst>
          </p:cNvPr>
          <p:cNvSpPr/>
          <p:nvPr/>
        </p:nvSpPr>
        <p:spPr>
          <a:xfrm>
            <a:off x="2824791" y="3366553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6" name="pt484">
            <a:extLst>
              <a:ext uri="{FF2B5EF4-FFF2-40B4-BE49-F238E27FC236}">
                <a16:creationId xmlns:a16="http://schemas.microsoft.com/office/drawing/2014/main" id="{29A256BE-9054-674C-9D24-2C03BD8BABF8}"/>
              </a:ext>
            </a:extLst>
          </p:cNvPr>
          <p:cNvSpPr/>
          <p:nvPr/>
        </p:nvSpPr>
        <p:spPr>
          <a:xfrm>
            <a:off x="2890021" y="3366389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7" name="pt485">
            <a:extLst>
              <a:ext uri="{FF2B5EF4-FFF2-40B4-BE49-F238E27FC236}">
                <a16:creationId xmlns:a16="http://schemas.microsoft.com/office/drawing/2014/main" id="{BF5EB0A0-AF81-4548-8912-5E887EE016FC}"/>
              </a:ext>
            </a:extLst>
          </p:cNvPr>
          <p:cNvSpPr/>
          <p:nvPr/>
        </p:nvSpPr>
        <p:spPr>
          <a:xfrm>
            <a:off x="2826497" y="3528924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8" name="pt486">
            <a:extLst>
              <a:ext uri="{FF2B5EF4-FFF2-40B4-BE49-F238E27FC236}">
                <a16:creationId xmlns:a16="http://schemas.microsoft.com/office/drawing/2014/main" id="{35A992C6-7D52-F041-B2E4-D689F3B3A6CD}"/>
              </a:ext>
            </a:extLst>
          </p:cNvPr>
          <p:cNvSpPr/>
          <p:nvPr/>
        </p:nvSpPr>
        <p:spPr>
          <a:xfrm>
            <a:off x="2849368" y="3336444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9" name="pt487">
            <a:extLst>
              <a:ext uri="{FF2B5EF4-FFF2-40B4-BE49-F238E27FC236}">
                <a16:creationId xmlns:a16="http://schemas.microsoft.com/office/drawing/2014/main" id="{C18C338D-8BEB-3F45-AFDB-B8DB5A0D3C5E}"/>
              </a:ext>
            </a:extLst>
          </p:cNvPr>
          <p:cNvSpPr/>
          <p:nvPr/>
        </p:nvSpPr>
        <p:spPr>
          <a:xfrm>
            <a:off x="2863331" y="3463475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0" name="pt488">
            <a:extLst>
              <a:ext uri="{FF2B5EF4-FFF2-40B4-BE49-F238E27FC236}">
                <a16:creationId xmlns:a16="http://schemas.microsoft.com/office/drawing/2014/main" id="{7524BACA-F46A-BF47-8616-93FA92CC476C}"/>
              </a:ext>
            </a:extLst>
          </p:cNvPr>
          <p:cNvSpPr/>
          <p:nvPr/>
        </p:nvSpPr>
        <p:spPr>
          <a:xfrm>
            <a:off x="2794537" y="3409666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1" name="pt489">
            <a:extLst>
              <a:ext uri="{FF2B5EF4-FFF2-40B4-BE49-F238E27FC236}">
                <a16:creationId xmlns:a16="http://schemas.microsoft.com/office/drawing/2014/main" id="{2E70D341-09A2-8F4A-9A7C-EDB744BA69B8}"/>
              </a:ext>
            </a:extLst>
          </p:cNvPr>
          <p:cNvSpPr/>
          <p:nvPr/>
        </p:nvSpPr>
        <p:spPr>
          <a:xfrm>
            <a:off x="2885058" y="355657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2" name="pt490">
            <a:extLst>
              <a:ext uri="{FF2B5EF4-FFF2-40B4-BE49-F238E27FC236}">
                <a16:creationId xmlns:a16="http://schemas.microsoft.com/office/drawing/2014/main" id="{40BEAB18-9C4E-4F47-AD8F-8F794B378F7C}"/>
              </a:ext>
            </a:extLst>
          </p:cNvPr>
          <p:cNvSpPr/>
          <p:nvPr/>
        </p:nvSpPr>
        <p:spPr>
          <a:xfrm>
            <a:off x="2889952" y="358159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3" name="pt491">
            <a:extLst>
              <a:ext uri="{FF2B5EF4-FFF2-40B4-BE49-F238E27FC236}">
                <a16:creationId xmlns:a16="http://schemas.microsoft.com/office/drawing/2014/main" id="{40FF017E-63D7-A045-8C24-A3D987EDDB67}"/>
              </a:ext>
            </a:extLst>
          </p:cNvPr>
          <p:cNvSpPr/>
          <p:nvPr/>
        </p:nvSpPr>
        <p:spPr>
          <a:xfrm>
            <a:off x="3249182" y="365758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4" name="pt492">
            <a:extLst>
              <a:ext uri="{FF2B5EF4-FFF2-40B4-BE49-F238E27FC236}">
                <a16:creationId xmlns:a16="http://schemas.microsoft.com/office/drawing/2014/main" id="{8F2D7729-D6A2-7242-AD87-F274D1289547}"/>
              </a:ext>
            </a:extLst>
          </p:cNvPr>
          <p:cNvSpPr/>
          <p:nvPr/>
        </p:nvSpPr>
        <p:spPr>
          <a:xfrm>
            <a:off x="3212212" y="3626801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5" name="pt493">
            <a:extLst>
              <a:ext uri="{FF2B5EF4-FFF2-40B4-BE49-F238E27FC236}">
                <a16:creationId xmlns:a16="http://schemas.microsoft.com/office/drawing/2014/main" id="{2AA954DB-3817-4A4B-9AC7-5F70D1C2333A}"/>
              </a:ext>
            </a:extLst>
          </p:cNvPr>
          <p:cNvSpPr/>
          <p:nvPr/>
        </p:nvSpPr>
        <p:spPr>
          <a:xfrm>
            <a:off x="3202346" y="3489325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6" name="pt494">
            <a:extLst>
              <a:ext uri="{FF2B5EF4-FFF2-40B4-BE49-F238E27FC236}">
                <a16:creationId xmlns:a16="http://schemas.microsoft.com/office/drawing/2014/main" id="{BD10E8BA-A14B-6441-8877-661428775885}"/>
              </a:ext>
            </a:extLst>
          </p:cNvPr>
          <p:cNvSpPr/>
          <p:nvPr/>
        </p:nvSpPr>
        <p:spPr>
          <a:xfrm>
            <a:off x="3167287" y="360843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7" name="pt495">
            <a:extLst>
              <a:ext uri="{FF2B5EF4-FFF2-40B4-BE49-F238E27FC236}">
                <a16:creationId xmlns:a16="http://schemas.microsoft.com/office/drawing/2014/main" id="{CFB5CC06-62FC-684E-A177-319371EBEFE8}"/>
              </a:ext>
            </a:extLst>
          </p:cNvPr>
          <p:cNvSpPr/>
          <p:nvPr/>
        </p:nvSpPr>
        <p:spPr>
          <a:xfrm>
            <a:off x="3249504" y="349306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8" name="pt496">
            <a:extLst>
              <a:ext uri="{FF2B5EF4-FFF2-40B4-BE49-F238E27FC236}">
                <a16:creationId xmlns:a16="http://schemas.microsoft.com/office/drawing/2014/main" id="{BB6B60B1-37DD-C649-98D0-D6E1D82ED703}"/>
              </a:ext>
            </a:extLst>
          </p:cNvPr>
          <p:cNvSpPr/>
          <p:nvPr/>
        </p:nvSpPr>
        <p:spPr>
          <a:xfrm>
            <a:off x="3254454" y="3291588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9" name="pt497">
            <a:extLst>
              <a:ext uri="{FF2B5EF4-FFF2-40B4-BE49-F238E27FC236}">
                <a16:creationId xmlns:a16="http://schemas.microsoft.com/office/drawing/2014/main" id="{C7DA24E2-5F6A-8D42-A108-66A2D2F96DCB}"/>
              </a:ext>
            </a:extLst>
          </p:cNvPr>
          <p:cNvSpPr/>
          <p:nvPr/>
        </p:nvSpPr>
        <p:spPr>
          <a:xfrm>
            <a:off x="3252118" y="363225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0" name="pt498">
            <a:extLst>
              <a:ext uri="{FF2B5EF4-FFF2-40B4-BE49-F238E27FC236}">
                <a16:creationId xmlns:a16="http://schemas.microsoft.com/office/drawing/2014/main" id="{509991EF-3DE8-E840-9CA7-49B936970EBA}"/>
              </a:ext>
            </a:extLst>
          </p:cNvPr>
          <p:cNvSpPr/>
          <p:nvPr/>
        </p:nvSpPr>
        <p:spPr>
          <a:xfrm>
            <a:off x="3218601" y="362273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1" name="pt499">
            <a:extLst>
              <a:ext uri="{FF2B5EF4-FFF2-40B4-BE49-F238E27FC236}">
                <a16:creationId xmlns:a16="http://schemas.microsoft.com/office/drawing/2014/main" id="{2BC37074-ECDF-874B-8D0C-E393F5C26FAC}"/>
              </a:ext>
            </a:extLst>
          </p:cNvPr>
          <p:cNvSpPr/>
          <p:nvPr/>
        </p:nvSpPr>
        <p:spPr>
          <a:xfrm>
            <a:off x="3233199" y="347408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2" name="pt500">
            <a:extLst>
              <a:ext uri="{FF2B5EF4-FFF2-40B4-BE49-F238E27FC236}">
                <a16:creationId xmlns:a16="http://schemas.microsoft.com/office/drawing/2014/main" id="{60A25BA3-0447-024A-A48A-CAC9A0F6921D}"/>
              </a:ext>
            </a:extLst>
          </p:cNvPr>
          <p:cNvSpPr/>
          <p:nvPr/>
        </p:nvSpPr>
        <p:spPr>
          <a:xfrm>
            <a:off x="3234788" y="332933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3" name="pt501">
            <a:extLst>
              <a:ext uri="{FF2B5EF4-FFF2-40B4-BE49-F238E27FC236}">
                <a16:creationId xmlns:a16="http://schemas.microsoft.com/office/drawing/2014/main" id="{B73DCA1A-27E6-9840-95FA-C602E5885E74}"/>
              </a:ext>
            </a:extLst>
          </p:cNvPr>
          <p:cNvSpPr/>
          <p:nvPr/>
        </p:nvSpPr>
        <p:spPr>
          <a:xfrm>
            <a:off x="3169503" y="341712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4" name="pt502">
            <a:extLst>
              <a:ext uri="{FF2B5EF4-FFF2-40B4-BE49-F238E27FC236}">
                <a16:creationId xmlns:a16="http://schemas.microsoft.com/office/drawing/2014/main" id="{20BE6E13-3756-BB4B-917D-2E309A9BA23E}"/>
              </a:ext>
            </a:extLst>
          </p:cNvPr>
          <p:cNvSpPr/>
          <p:nvPr/>
        </p:nvSpPr>
        <p:spPr>
          <a:xfrm>
            <a:off x="3192622" y="362408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5" name="pt503">
            <a:extLst>
              <a:ext uri="{FF2B5EF4-FFF2-40B4-BE49-F238E27FC236}">
                <a16:creationId xmlns:a16="http://schemas.microsoft.com/office/drawing/2014/main" id="{3F977A28-E360-6442-9727-2878D106464B}"/>
              </a:ext>
            </a:extLst>
          </p:cNvPr>
          <p:cNvSpPr/>
          <p:nvPr/>
        </p:nvSpPr>
        <p:spPr>
          <a:xfrm>
            <a:off x="3243728" y="3249049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6" name="pt504">
            <a:extLst>
              <a:ext uri="{FF2B5EF4-FFF2-40B4-BE49-F238E27FC236}">
                <a16:creationId xmlns:a16="http://schemas.microsoft.com/office/drawing/2014/main" id="{7D8870AA-5532-DB43-8AE3-DD1B8B47EEF6}"/>
              </a:ext>
            </a:extLst>
          </p:cNvPr>
          <p:cNvSpPr/>
          <p:nvPr/>
        </p:nvSpPr>
        <p:spPr>
          <a:xfrm>
            <a:off x="3247695" y="3499844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7" name="pt505">
            <a:extLst>
              <a:ext uri="{FF2B5EF4-FFF2-40B4-BE49-F238E27FC236}">
                <a16:creationId xmlns:a16="http://schemas.microsoft.com/office/drawing/2014/main" id="{7353A065-14F4-AD47-A1C9-3422AB680ED4}"/>
              </a:ext>
            </a:extLst>
          </p:cNvPr>
          <p:cNvSpPr/>
          <p:nvPr/>
        </p:nvSpPr>
        <p:spPr>
          <a:xfrm>
            <a:off x="3181241" y="3373604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8" name="pt506">
            <a:extLst>
              <a:ext uri="{FF2B5EF4-FFF2-40B4-BE49-F238E27FC236}">
                <a16:creationId xmlns:a16="http://schemas.microsoft.com/office/drawing/2014/main" id="{44C40F6E-B43F-DF42-9550-C4EEB1703A4F}"/>
              </a:ext>
            </a:extLst>
          </p:cNvPr>
          <p:cNvSpPr/>
          <p:nvPr/>
        </p:nvSpPr>
        <p:spPr>
          <a:xfrm>
            <a:off x="3233841" y="3362804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9" name="pt507">
            <a:extLst>
              <a:ext uri="{FF2B5EF4-FFF2-40B4-BE49-F238E27FC236}">
                <a16:creationId xmlns:a16="http://schemas.microsoft.com/office/drawing/2014/main" id="{C49F0413-9774-6E48-BF34-1FF196604E2A}"/>
              </a:ext>
            </a:extLst>
          </p:cNvPr>
          <p:cNvSpPr/>
          <p:nvPr/>
        </p:nvSpPr>
        <p:spPr>
          <a:xfrm>
            <a:off x="3156195" y="3143521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0" name="pt508">
            <a:extLst>
              <a:ext uri="{FF2B5EF4-FFF2-40B4-BE49-F238E27FC236}">
                <a16:creationId xmlns:a16="http://schemas.microsoft.com/office/drawing/2014/main" id="{DE54B778-F809-5B4B-8177-995A44F3EBA7}"/>
              </a:ext>
            </a:extLst>
          </p:cNvPr>
          <p:cNvSpPr/>
          <p:nvPr/>
        </p:nvSpPr>
        <p:spPr>
          <a:xfrm>
            <a:off x="3206309" y="3272095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1" name="pt509">
            <a:extLst>
              <a:ext uri="{FF2B5EF4-FFF2-40B4-BE49-F238E27FC236}">
                <a16:creationId xmlns:a16="http://schemas.microsoft.com/office/drawing/2014/main" id="{4C5A44AB-A4CB-4745-ABB6-7A34C8AF4A00}"/>
              </a:ext>
            </a:extLst>
          </p:cNvPr>
          <p:cNvSpPr/>
          <p:nvPr/>
        </p:nvSpPr>
        <p:spPr>
          <a:xfrm>
            <a:off x="3549459" y="3295527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2" name="pt510">
            <a:extLst>
              <a:ext uri="{FF2B5EF4-FFF2-40B4-BE49-F238E27FC236}">
                <a16:creationId xmlns:a16="http://schemas.microsoft.com/office/drawing/2014/main" id="{8302E677-8609-8940-8321-39931CE5BF10}"/>
              </a:ext>
            </a:extLst>
          </p:cNvPr>
          <p:cNvSpPr/>
          <p:nvPr/>
        </p:nvSpPr>
        <p:spPr>
          <a:xfrm>
            <a:off x="3544228" y="370460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3" name="pt511">
            <a:extLst>
              <a:ext uri="{FF2B5EF4-FFF2-40B4-BE49-F238E27FC236}">
                <a16:creationId xmlns:a16="http://schemas.microsoft.com/office/drawing/2014/main" id="{F14DC301-9375-E84E-AF05-C88C67D3FEF9}"/>
              </a:ext>
            </a:extLst>
          </p:cNvPr>
          <p:cNvSpPr/>
          <p:nvPr/>
        </p:nvSpPr>
        <p:spPr>
          <a:xfrm>
            <a:off x="3569775" y="3343552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4" name="pt512">
            <a:extLst>
              <a:ext uri="{FF2B5EF4-FFF2-40B4-BE49-F238E27FC236}">
                <a16:creationId xmlns:a16="http://schemas.microsoft.com/office/drawing/2014/main" id="{AF9DC09E-E6C1-2E45-AC61-55AE41F0A7FF}"/>
              </a:ext>
            </a:extLst>
          </p:cNvPr>
          <p:cNvSpPr/>
          <p:nvPr/>
        </p:nvSpPr>
        <p:spPr>
          <a:xfrm>
            <a:off x="3614199" y="3566859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5" name="pt513">
            <a:extLst>
              <a:ext uri="{FF2B5EF4-FFF2-40B4-BE49-F238E27FC236}">
                <a16:creationId xmlns:a16="http://schemas.microsoft.com/office/drawing/2014/main" id="{1CE8AFE9-842B-4447-8BE5-E0769DABFE0E}"/>
              </a:ext>
            </a:extLst>
          </p:cNvPr>
          <p:cNvSpPr/>
          <p:nvPr/>
        </p:nvSpPr>
        <p:spPr>
          <a:xfrm>
            <a:off x="3565627" y="359522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6" name="pt514">
            <a:extLst>
              <a:ext uri="{FF2B5EF4-FFF2-40B4-BE49-F238E27FC236}">
                <a16:creationId xmlns:a16="http://schemas.microsoft.com/office/drawing/2014/main" id="{D06D38B2-22A9-CA4B-8EB8-034D4C902A8F}"/>
              </a:ext>
            </a:extLst>
          </p:cNvPr>
          <p:cNvSpPr/>
          <p:nvPr/>
        </p:nvSpPr>
        <p:spPr>
          <a:xfrm>
            <a:off x="3523060" y="373921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7" name="pt515">
            <a:extLst>
              <a:ext uri="{FF2B5EF4-FFF2-40B4-BE49-F238E27FC236}">
                <a16:creationId xmlns:a16="http://schemas.microsoft.com/office/drawing/2014/main" id="{CA37DA63-03C8-6E4E-9E01-F97451CB8A85}"/>
              </a:ext>
            </a:extLst>
          </p:cNvPr>
          <p:cNvSpPr/>
          <p:nvPr/>
        </p:nvSpPr>
        <p:spPr>
          <a:xfrm>
            <a:off x="3613137" y="3081107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8" name="pt516">
            <a:extLst>
              <a:ext uri="{FF2B5EF4-FFF2-40B4-BE49-F238E27FC236}">
                <a16:creationId xmlns:a16="http://schemas.microsoft.com/office/drawing/2014/main" id="{EE737FD3-AF9A-E445-9705-5475F87FD9A3}"/>
              </a:ext>
            </a:extLst>
          </p:cNvPr>
          <p:cNvSpPr/>
          <p:nvPr/>
        </p:nvSpPr>
        <p:spPr>
          <a:xfrm>
            <a:off x="3607334" y="3280025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9" name="pt517">
            <a:extLst>
              <a:ext uri="{FF2B5EF4-FFF2-40B4-BE49-F238E27FC236}">
                <a16:creationId xmlns:a16="http://schemas.microsoft.com/office/drawing/2014/main" id="{1A8A6752-E1D4-7F46-8F1F-E17D248F84A7}"/>
              </a:ext>
            </a:extLst>
          </p:cNvPr>
          <p:cNvSpPr/>
          <p:nvPr/>
        </p:nvSpPr>
        <p:spPr>
          <a:xfrm>
            <a:off x="3593835" y="3463669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0" name="pt518">
            <a:extLst>
              <a:ext uri="{FF2B5EF4-FFF2-40B4-BE49-F238E27FC236}">
                <a16:creationId xmlns:a16="http://schemas.microsoft.com/office/drawing/2014/main" id="{3B8B5B49-45ED-784A-AF8B-C18EED911EB4}"/>
              </a:ext>
            </a:extLst>
          </p:cNvPr>
          <p:cNvSpPr/>
          <p:nvPr/>
        </p:nvSpPr>
        <p:spPr>
          <a:xfrm>
            <a:off x="3521650" y="3387862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1" name="pt519">
            <a:extLst>
              <a:ext uri="{FF2B5EF4-FFF2-40B4-BE49-F238E27FC236}">
                <a16:creationId xmlns:a16="http://schemas.microsoft.com/office/drawing/2014/main" id="{853D4CD7-3889-6847-BE3F-9A317A0716AB}"/>
              </a:ext>
            </a:extLst>
          </p:cNvPr>
          <p:cNvSpPr/>
          <p:nvPr/>
        </p:nvSpPr>
        <p:spPr>
          <a:xfrm>
            <a:off x="3597438" y="367613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2" name="pt520">
            <a:extLst>
              <a:ext uri="{FF2B5EF4-FFF2-40B4-BE49-F238E27FC236}">
                <a16:creationId xmlns:a16="http://schemas.microsoft.com/office/drawing/2014/main" id="{7BABD985-BCC8-C148-B8AD-A45A2D914747}"/>
              </a:ext>
            </a:extLst>
          </p:cNvPr>
          <p:cNvSpPr/>
          <p:nvPr/>
        </p:nvSpPr>
        <p:spPr>
          <a:xfrm>
            <a:off x="3612219" y="3556374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3" name="pt521">
            <a:extLst>
              <a:ext uri="{FF2B5EF4-FFF2-40B4-BE49-F238E27FC236}">
                <a16:creationId xmlns:a16="http://schemas.microsoft.com/office/drawing/2014/main" id="{8EFD9811-9D4A-C74E-9736-C7E818CDF412}"/>
              </a:ext>
            </a:extLst>
          </p:cNvPr>
          <p:cNvSpPr/>
          <p:nvPr/>
        </p:nvSpPr>
        <p:spPr>
          <a:xfrm>
            <a:off x="3520030" y="3546274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4" name="pt522">
            <a:extLst>
              <a:ext uri="{FF2B5EF4-FFF2-40B4-BE49-F238E27FC236}">
                <a16:creationId xmlns:a16="http://schemas.microsoft.com/office/drawing/2014/main" id="{5BB1CBEF-D734-6246-9FF7-4FD403AC4F8E}"/>
              </a:ext>
            </a:extLst>
          </p:cNvPr>
          <p:cNvSpPr/>
          <p:nvPr/>
        </p:nvSpPr>
        <p:spPr>
          <a:xfrm>
            <a:off x="3612525" y="356932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5" name="pt523">
            <a:extLst>
              <a:ext uri="{FF2B5EF4-FFF2-40B4-BE49-F238E27FC236}">
                <a16:creationId xmlns:a16="http://schemas.microsoft.com/office/drawing/2014/main" id="{E8EDD9F7-7910-8148-9BA8-E04D85E62AA0}"/>
              </a:ext>
            </a:extLst>
          </p:cNvPr>
          <p:cNvSpPr/>
          <p:nvPr/>
        </p:nvSpPr>
        <p:spPr>
          <a:xfrm>
            <a:off x="3611908" y="3404651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6" name="pt524">
            <a:extLst>
              <a:ext uri="{FF2B5EF4-FFF2-40B4-BE49-F238E27FC236}">
                <a16:creationId xmlns:a16="http://schemas.microsoft.com/office/drawing/2014/main" id="{2EBD4A2A-BE51-3E44-BAD3-34D119A3A94B}"/>
              </a:ext>
            </a:extLst>
          </p:cNvPr>
          <p:cNvSpPr/>
          <p:nvPr/>
        </p:nvSpPr>
        <p:spPr>
          <a:xfrm>
            <a:off x="3577760" y="3611614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7" name="pt525">
            <a:extLst>
              <a:ext uri="{FF2B5EF4-FFF2-40B4-BE49-F238E27FC236}">
                <a16:creationId xmlns:a16="http://schemas.microsoft.com/office/drawing/2014/main" id="{949849E8-D85D-194D-9E34-B46E13F31A26}"/>
              </a:ext>
            </a:extLst>
          </p:cNvPr>
          <p:cNvSpPr/>
          <p:nvPr/>
        </p:nvSpPr>
        <p:spPr>
          <a:xfrm>
            <a:off x="3565476" y="3532427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8" name="pt526">
            <a:extLst>
              <a:ext uri="{FF2B5EF4-FFF2-40B4-BE49-F238E27FC236}">
                <a16:creationId xmlns:a16="http://schemas.microsoft.com/office/drawing/2014/main" id="{E7B604E8-E497-6F4F-B7DB-A19FD1F7351E}"/>
              </a:ext>
            </a:extLst>
          </p:cNvPr>
          <p:cNvSpPr/>
          <p:nvPr/>
        </p:nvSpPr>
        <p:spPr>
          <a:xfrm>
            <a:off x="3610342" y="3237529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9" name="pt527">
            <a:extLst>
              <a:ext uri="{FF2B5EF4-FFF2-40B4-BE49-F238E27FC236}">
                <a16:creationId xmlns:a16="http://schemas.microsoft.com/office/drawing/2014/main" id="{C6A42E07-2D5E-E945-9C76-F8654E0C60E9}"/>
              </a:ext>
            </a:extLst>
          </p:cNvPr>
          <p:cNvSpPr/>
          <p:nvPr/>
        </p:nvSpPr>
        <p:spPr>
          <a:xfrm>
            <a:off x="3586355" y="346982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0" name="pt528">
            <a:extLst>
              <a:ext uri="{FF2B5EF4-FFF2-40B4-BE49-F238E27FC236}">
                <a16:creationId xmlns:a16="http://schemas.microsoft.com/office/drawing/2014/main" id="{621B9CA9-62B9-1F4C-A7C2-7D00CFC5E221}"/>
              </a:ext>
            </a:extLst>
          </p:cNvPr>
          <p:cNvSpPr/>
          <p:nvPr/>
        </p:nvSpPr>
        <p:spPr>
          <a:xfrm>
            <a:off x="3572778" y="2674184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1" name="pt529">
            <a:extLst>
              <a:ext uri="{FF2B5EF4-FFF2-40B4-BE49-F238E27FC236}">
                <a16:creationId xmlns:a16="http://schemas.microsoft.com/office/drawing/2014/main" id="{A2F49859-BBFE-EB48-9D14-FE7475CC1467}"/>
              </a:ext>
            </a:extLst>
          </p:cNvPr>
          <p:cNvSpPr/>
          <p:nvPr/>
        </p:nvSpPr>
        <p:spPr>
          <a:xfrm>
            <a:off x="3903908" y="3447309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2" name="pt530">
            <a:extLst>
              <a:ext uri="{FF2B5EF4-FFF2-40B4-BE49-F238E27FC236}">
                <a16:creationId xmlns:a16="http://schemas.microsoft.com/office/drawing/2014/main" id="{85B66E7D-4661-F74F-AA37-345AAC850787}"/>
              </a:ext>
            </a:extLst>
          </p:cNvPr>
          <p:cNvSpPr/>
          <p:nvPr/>
        </p:nvSpPr>
        <p:spPr>
          <a:xfrm>
            <a:off x="3915595" y="3503444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3" name="pt531">
            <a:extLst>
              <a:ext uri="{FF2B5EF4-FFF2-40B4-BE49-F238E27FC236}">
                <a16:creationId xmlns:a16="http://schemas.microsoft.com/office/drawing/2014/main" id="{A58220EB-DF44-4442-A896-6CEECDE0AA3D}"/>
              </a:ext>
            </a:extLst>
          </p:cNvPr>
          <p:cNvSpPr/>
          <p:nvPr/>
        </p:nvSpPr>
        <p:spPr>
          <a:xfrm>
            <a:off x="3945514" y="311155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4" name="pt532">
            <a:extLst>
              <a:ext uri="{FF2B5EF4-FFF2-40B4-BE49-F238E27FC236}">
                <a16:creationId xmlns:a16="http://schemas.microsoft.com/office/drawing/2014/main" id="{CFA4D358-2594-064D-90BB-7E4CDAAA9B88}"/>
              </a:ext>
            </a:extLst>
          </p:cNvPr>
          <p:cNvSpPr/>
          <p:nvPr/>
        </p:nvSpPr>
        <p:spPr>
          <a:xfrm>
            <a:off x="3946288" y="361899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5" name="pt533">
            <a:extLst>
              <a:ext uri="{FF2B5EF4-FFF2-40B4-BE49-F238E27FC236}">
                <a16:creationId xmlns:a16="http://schemas.microsoft.com/office/drawing/2014/main" id="{E3D7FC36-F570-7F42-8E25-F0A891582971}"/>
              </a:ext>
            </a:extLst>
          </p:cNvPr>
          <p:cNvSpPr/>
          <p:nvPr/>
        </p:nvSpPr>
        <p:spPr>
          <a:xfrm>
            <a:off x="3925452" y="321380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6" name="pt534">
            <a:extLst>
              <a:ext uri="{FF2B5EF4-FFF2-40B4-BE49-F238E27FC236}">
                <a16:creationId xmlns:a16="http://schemas.microsoft.com/office/drawing/2014/main" id="{353CF420-D59F-4943-A99B-CE6D2AFF8647}"/>
              </a:ext>
            </a:extLst>
          </p:cNvPr>
          <p:cNvSpPr/>
          <p:nvPr/>
        </p:nvSpPr>
        <p:spPr>
          <a:xfrm>
            <a:off x="3956237" y="354887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7" name="pt535">
            <a:extLst>
              <a:ext uri="{FF2B5EF4-FFF2-40B4-BE49-F238E27FC236}">
                <a16:creationId xmlns:a16="http://schemas.microsoft.com/office/drawing/2014/main" id="{361F0BAD-06A7-E64F-A4BE-DECB5C5E2B14}"/>
              </a:ext>
            </a:extLst>
          </p:cNvPr>
          <p:cNvSpPr/>
          <p:nvPr/>
        </p:nvSpPr>
        <p:spPr>
          <a:xfrm>
            <a:off x="3891007" y="3513646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8" name="pt536">
            <a:extLst>
              <a:ext uri="{FF2B5EF4-FFF2-40B4-BE49-F238E27FC236}">
                <a16:creationId xmlns:a16="http://schemas.microsoft.com/office/drawing/2014/main" id="{9F50E4F3-6920-BC4C-8F66-316BFB595DB3}"/>
              </a:ext>
            </a:extLst>
          </p:cNvPr>
          <p:cNvSpPr/>
          <p:nvPr/>
        </p:nvSpPr>
        <p:spPr>
          <a:xfrm>
            <a:off x="3927700" y="3298200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9" name="pt537">
            <a:extLst>
              <a:ext uri="{FF2B5EF4-FFF2-40B4-BE49-F238E27FC236}">
                <a16:creationId xmlns:a16="http://schemas.microsoft.com/office/drawing/2014/main" id="{1FAC7835-2B28-DD4A-9377-AA454C4AEDC2}"/>
              </a:ext>
            </a:extLst>
          </p:cNvPr>
          <p:cNvSpPr/>
          <p:nvPr/>
        </p:nvSpPr>
        <p:spPr>
          <a:xfrm>
            <a:off x="3946048" y="3149594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0" name="pt538">
            <a:extLst>
              <a:ext uri="{FF2B5EF4-FFF2-40B4-BE49-F238E27FC236}">
                <a16:creationId xmlns:a16="http://schemas.microsoft.com/office/drawing/2014/main" id="{7DBC9B90-8CC2-7F43-A5B9-314031597C0A}"/>
              </a:ext>
            </a:extLst>
          </p:cNvPr>
          <p:cNvSpPr/>
          <p:nvPr/>
        </p:nvSpPr>
        <p:spPr>
          <a:xfrm>
            <a:off x="3886391" y="3569250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1" name="pt539">
            <a:extLst>
              <a:ext uri="{FF2B5EF4-FFF2-40B4-BE49-F238E27FC236}">
                <a16:creationId xmlns:a16="http://schemas.microsoft.com/office/drawing/2014/main" id="{3E1F1D8B-94C0-4B4A-A519-388CADBF24CF}"/>
              </a:ext>
            </a:extLst>
          </p:cNvPr>
          <p:cNvSpPr/>
          <p:nvPr/>
        </p:nvSpPr>
        <p:spPr>
          <a:xfrm>
            <a:off x="3876035" y="3373764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2" name="pt540">
            <a:extLst>
              <a:ext uri="{FF2B5EF4-FFF2-40B4-BE49-F238E27FC236}">
                <a16:creationId xmlns:a16="http://schemas.microsoft.com/office/drawing/2014/main" id="{E704DA16-0877-1348-8860-F3AC034D48B4}"/>
              </a:ext>
            </a:extLst>
          </p:cNvPr>
          <p:cNvSpPr/>
          <p:nvPr/>
        </p:nvSpPr>
        <p:spPr>
          <a:xfrm>
            <a:off x="3895600" y="3480667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3" name="pt541">
            <a:extLst>
              <a:ext uri="{FF2B5EF4-FFF2-40B4-BE49-F238E27FC236}">
                <a16:creationId xmlns:a16="http://schemas.microsoft.com/office/drawing/2014/main" id="{78A0CD13-8B9E-F64A-A645-08FC719B5845}"/>
              </a:ext>
            </a:extLst>
          </p:cNvPr>
          <p:cNvSpPr/>
          <p:nvPr/>
        </p:nvSpPr>
        <p:spPr>
          <a:xfrm>
            <a:off x="3921355" y="3314143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4" name="pt542">
            <a:extLst>
              <a:ext uri="{FF2B5EF4-FFF2-40B4-BE49-F238E27FC236}">
                <a16:creationId xmlns:a16="http://schemas.microsoft.com/office/drawing/2014/main" id="{417A20A2-FB34-1545-B432-A2391DC1E5DD}"/>
              </a:ext>
            </a:extLst>
          </p:cNvPr>
          <p:cNvSpPr/>
          <p:nvPr/>
        </p:nvSpPr>
        <p:spPr>
          <a:xfrm>
            <a:off x="3903592" y="360570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5" name="pt543">
            <a:extLst>
              <a:ext uri="{FF2B5EF4-FFF2-40B4-BE49-F238E27FC236}">
                <a16:creationId xmlns:a16="http://schemas.microsoft.com/office/drawing/2014/main" id="{4A496DFC-FAD2-7043-9777-9CFB6A0208DA}"/>
              </a:ext>
            </a:extLst>
          </p:cNvPr>
          <p:cNvSpPr/>
          <p:nvPr/>
        </p:nvSpPr>
        <p:spPr>
          <a:xfrm>
            <a:off x="3969682" y="325085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6" name="pt544">
            <a:extLst>
              <a:ext uri="{FF2B5EF4-FFF2-40B4-BE49-F238E27FC236}">
                <a16:creationId xmlns:a16="http://schemas.microsoft.com/office/drawing/2014/main" id="{712CCBBB-623D-9847-A571-AA3FD00FB592}"/>
              </a:ext>
            </a:extLst>
          </p:cNvPr>
          <p:cNvSpPr/>
          <p:nvPr/>
        </p:nvSpPr>
        <p:spPr>
          <a:xfrm>
            <a:off x="3886394" y="3224660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7" name="pt545">
            <a:extLst>
              <a:ext uri="{FF2B5EF4-FFF2-40B4-BE49-F238E27FC236}">
                <a16:creationId xmlns:a16="http://schemas.microsoft.com/office/drawing/2014/main" id="{935D0113-5A19-0843-9C6E-B123C954BB4A}"/>
              </a:ext>
            </a:extLst>
          </p:cNvPr>
          <p:cNvSpPr/>
          <p:nvPr/>
        </p:nvSpPr>
        <p:spPr>
          <a:xfrm>
            <a:off x="3943155" y="3486791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8" name="pt546">
            <a:extLst>
              <a:ext uri="{FF2B5EF4-FFF2-40B4-BE49-F238E27FC236}">
                <a16:creationId xmlns:a16="http://schemas.microsoft.com/office/drawing/2014/main" id="{D428250B-E060-5E49-9D65-0CC07EDE7BBE}"/>
              </a:ext>
            </a:extLst>
          </p:cNvPr>
          <p:cNvSpPr/>
          <p:nvPr/>
        </p:nvSpPr>
        <p:spPr>
          <a:xfrm>
            <a:off x="3875335" y="3283248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9" name="pt547">
            <a:extLst>
              <a:ext uri="{FF2B5EF4-FFF2-40B4-BE49-F238E27FC236}">
                <a16:creationId xmlns:a16="http://schemas.microsoft.com/office/drawing/2014/main" id="{3D93138B-2679-EB41-A875-CB3D15626CBF}"/>
              </a:ext>
            </a:extLst>
          </p:cNvPr>
          <p:cNvSpPr/>
          <p:nvPr/>
        </p:nvSpPr>
        <p:spPr>
          <a:xfrm>
            <a:off x="3898583" y="322831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0" name="pt548">
            <a:extLst>
              <a:ext uri="{FF2B5EF4-FFF2-40B4-BE49-F238E27FC236}">
                <a16:creationId xmlns:a16="http://schemas.microsoft.com/office/drawing/2014/main" id="{EC33AA57-5E30-8D4F-B303-82AFABCCD24B}"/>
              </a:ext>
            </a:extLst>
          </p:cNvPr>
          <p:cNvSpPr/>
          <p:nvPr/>
        </p:nvSpPr>
        <p:spPr>
          <a:xfrm>
            <a:off x="3958257" y="346776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1" name="pt549">
            <a:extLst>
              <a:ext uri="{FF2B5EF4-FFF2-40B4-BE49-F238E27FC236}">
                <a16:creationId xmlns:a16="http://schemas.microsoft.com/office/drawing/2014/main" id="{D0DFEBC1-68A9-D44F-BD30-C1EFA89963F6}"/>
              </a:ext>
            </a:extLst>
          </p:cNvPr>
          <p:cNvSpPr/>
          <p:nvPr/>
        </p:nvSpPr>
        <p:spPr>
          <a:xfrm>
            <a:off x="3952211" y="3235177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2" name="pt550">
            <a:extLst>
              <a:ext uri="{FF2B5EF4-FFF2-40B4-BE49-F238E27FC236}">
                <a16:creationId xmlns:a16="http://schemas.microsoft.com/office/drawing/2014/main" id="{76AAA995-E614-3841-A24D-58BBE9B964CD}"/>
              </a:ext>
            </a:extLst>
          </p:cNvPr>
          <p:cNvSpPr/>
          <p:nvPr/>
        </p:nvSpPr>
        <p:spPr>
          <a:xfrm>
            <a:off x="3956893" y="3638832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3" name="pt551">
            <a:extLst>
              <a:ext uri="{FF2B5EF4-FFF2-40B4-BE49-F238E27FC236}">
                <a16:creationId xmlns:a16="http://schemas.microsoft.com/office/drawing/2014/main" id="{AA3452DD-149E-4440-BEA9-9F4125B3735D}"/>
              </a:ext>
            </a:extLst>
          </p:cNvPr>
          <p:cNvSpPr/>
          <p:nvPr/>
        </p:nvSpPr>
        <p:spPr>
          <a:xfrm>
            <a:off x="3928544" y="355180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4" name="pt552">
            <a:extLst>
              <a:ext uri="{FF2B5EF4-FFF2-40B4-BE49-F238E27FC236}">
                <a16:creationId xmlns:a16="http://schemas.microsoft.com/office/drawing/2014/main" id="{EACBF050-B661-AA4D-8D3E-A2A5B4B86855}"/>
              </a:ext>
            </a:extLst>
          </p:cNvPr>
          <p:cNvSpPr/>
          <p:nvPr/>
        </p:nvSpPr>
        <p:spPr>
          <a:xfrm>
            <a:off x="3974528" y="369866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5" name="pg553">
            <a:extLst>
              <a:ext uri="{FF2B5EF4-FFF2-40B4-BE49-F238E27FC236}">
                <a16:creationId xmlns:a16="http://schemas.microsoft.com/office/drawing/2014/main" id="{4F955BA3-9D2E-5C4F-ABEA-2E83F8C264CE}"/>
              </a:ext>
            </a:extLst>
          </p:cNvPr>
          <p:cNvSpPr/>
          <p:nvPr/>
        </p:nvSpPr>
        <p:spPr>
          <a:xfrm>
            <a:off x="2884011" y="3341580"/>
            <a:ext cx="1079636" cy="217983"/>
          </a:xfrm>
          <a:custGeom>
            <a:avLst/>
            <a:gdLst/>
            <a:ahLst/>
            <a:cxnLst/>
            <a:rect l="0" t="0" r="0" b="0"/>
            <a:pathLst>
              <a:path w="1079636" h="217983">
                <a:moveTo>
                  <a:pt x="0" y="22044"/>
                </a:moveTo>
                <a:lnTo>
                  <a:pt x="570394" y="24330"/>
                </a:lnTo>
                <a:lnTo>
                  <a:pt x="719757" y="19876"/>
                </a:lnTo>
                <a:lnTo>
                  <a:pt x="930273" y="9695"/>
                </a:lnTo>
                <a:lnTo>
                  <a:pt x="1079636" y="0"/>
                </a:lnTo>
                <a:lnTo>
                  <a:pt x="1079636" y="175538"/>
                </a:lnTo>
                <a:lnTo>
                  <a:pt x="930273" y="174764"/>
                </a:lnTo>
                <a:lnTo>
                  <a:pt x="719757" y="177158"/>
                </a:lnTo>
                <a:lnTo>
                  <a:pt x="570394" y="181626"/>
                </a:lnTo>
                <a:lnTo>
                  <a:pt x="0" y="217983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6" name="pl554">
            <a:extLst>
              <a:ext uri="{FF2B5EF4-FFF2-40B4-BE49-F238E27FC236}">
                <a16:creationId xmlns:a16="http://schemas.microsoft.com/office/drawing/2014/main" id="{008954BA-E6CA-974D-A11F-FA8A48703BCB}"/>
              </a:ext>
            </a:extLst>
          </p:cNvPr>
          <p:cNvSpPr/>
          <p:nvPr/>
        </p:nvSpPr>
        <p:spPr>
          <a:xfrm>
            <a:off x="2884011" y="3341580"/>
            <a:ext cx="1079636" cy="24330"/>
          </a:xfrm>
          <a:custGeom>
            <a:avLst/>
            <a:gdLst/>
            <a:ahLst/>
            <a:cxnLst/>
            <a:rect l="0" t="0" r="0" b="0"/>
            <a:pathLst>
              <a:path w="1079636" h="24330">
                <a:moveTo>
                  <a:pt x="0" y="22044"/>
                </a:moveTo>
                <a:lnTo>
                  <a:pt x="570394" y="24330"/>
                </a:lnTo>
                <a:lnTo>
                  <a:pt x="719757" y="19876"/>
                </a:lnTo>
                <a:lnTo>
                  <a:pt x="930273" y="9695"/>
                </a:lnTo>
                <a:lnTo>
                  <a:pt x="1079636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57" name="pl555">
            <a:extLst>
              <a:ext uri="{FF2B5EF4-FFF2-40B4-BE49-F238E27FC236}">
                <a16:creationId xmlns:a16="http://schemas.microsoft.com/office/drawing/2014/main" id="{9689BC24-BF64-B14D-8E4A-3FDB2250D0F3}"/>
              </a:ext>
            </a:extLst>
          </p:cNvPr>
          <p:cNvSpPr/>
          <p:nvPr/>
        </p:nvSpPr>
        <p:spPr>
          <a:xfrm>
            <a:off x="2884011" y="3516345"/>
            <a:ext cx="1079636" cy="43218"/>
          </a:xfrm>
          <a:custGeom>
            <a:avLst/>
            <a:gdLst/>
            <a:ahLst/>
            <a:cxnLst/>
            <a:rect l="0" t="0" r="0" b="0"/>
            <a:pathLst>
              <a:path w="1079636" h="43218">
                <a:moveTo>
                  <a:pt x="1079636" y="773"/>
                </a:moveTo>
                <a:lnTo>
                  <a:pt x="930273" y="0"/>
                </a:lnTo>
                <a:lnTo>
                  <a:pt x="719757" y="2393"/>
                </a:lnTo>
                <a:lnTo>
                  <a:pt x="570394" y="6861"/>
                </a:lnTo>
                <a:lnTo>
                  <a:pt x="0" y="43218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58" name="pl556">
            <a:extLst>
              <a:ext uri="{FF2B5EF4-FFF2-40B4-BE49-F238E27FC236}">
                <a16:creationId xmlns:a16="http://schemas.microsoft.com/office/drawing/2014/main" id="{ED3D3AD4-3407-F348-9559-3E41982536EE}"/>
              </a:ext>
            </a:extLst>
          </p:cNvPr>
          <p:cNvSpPr/>
          <p:nvPr/>
        </p:nvSpPr>
        <p:spPr>
          <a:xfrm>
            <a:off x="2884011" y="3429350"/>
            <a:ext cx="1079636" cy="32244"/>
          </a:xfrm>
          <a:custGeom>
            <a:avLst/>
            <a:gdLst/>
            <a:ahLst/>
            <a:cxnLst/>
            <a:rect l="0" t="0" r="0" b="0"/>
            <a:pathLst>
              <a:path w="1079636" h="32244">
                <a:moveTo>
                  <a:pt x="0" y="32244"/>
                </a:moveTo>
                <a:lnTo>
                  <a:pt x="570394" y="15209"/>
                </a:lnTo>
                <a:lnTo>
                  <a:pt x="719757" y="10748"/>
                </a:lnTo>
                <a:lnTo>
                  <a:pt x="930273" y="4460"/>
                </a:lnTo>
                <a:lnTo>
                  <a:pt x="1079636" y="0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9" name="tx557">
            <a:extLst>
              <a:ext uri="{FF2B5EF4-FFF2-40B4-BE49-F238E27FC236}">
                <a16:creationId xmlns:a16="http://schemas.microsoft.com/office/drawing/2014/main" id="{3F2DA0BC-168E-7641-B22C-990412A88F59}"/>
              </a:ext>
            </a:extLst>
          </p:cNvPr>
          <p:cNvSpPr/>
          <p:nvPr/>
        </p:nvSpPr>
        <p:spPr>
          <a:xfrm>
            <a:off x="3420439" y="2701061"/>
            <a:ext cx="70591" cy="910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</a:p>
        </p:txBody>
      </p:sp>
      <p:sp>
        <p:nvSpPr>
          <p:cNvPr id="560" name="tx558">
            <a:extLst>
              <a:ext uri="{FF2B5EF4-FFF2-40B4-BE49-F238E27FC236}">
                <a16:creationId xmlns:a16="http://schemas.microsoft.com/office/drawing/2014/main" id="{292D9C8D-E4A0-0747-BF14-91A103C47AFD}"/>
              </a:ext>
            </a:extLst>
          </p:cNvPr>
          <p:cNvSpPr/>
          <p:nvPr/>
        </p:nvSpPr>
        <p:spPr>
          <a:xfrm>
            <a:off x="3501235" y="2700970"/>
            <a:ext cx="462412" cy="911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0.516</a:t>
            </a:r>
          </a:p>
        </p:txBody>
      </p:sp>
      <p:sp>
        <p:nvSpPr>
          <p:cNvPr id="561" name="rc559">
            <a:extLst>
              <a:ext uri="{FF2B5EF4-FFF2-40B4-BE49-F238E27FC236}">
                <a16:creationId xmlns:a16="http://schemas.microsoft.com/office/drawing/2014/main" id="{7F422B5C-F455-D345-82E9-4144726DF0AA}"/>
              </a:ext>
            </a:extLst>
          </p:cNvPr>
          <p:cNvSpPr/>
          <p:nvPr/>
        </p:nvSpPr>
        <p:spPr>
          <a:xfrm>
            <a:off x="2773505" y="2658900"/>
            <a:ext cx="1297990" cy="117153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62" name="pl560">
            <a:extLst>
              <a:ext uri="{FF2B5EF4-FFF2-40B4-BE49-F238E27FC236}">
                <a16:creationId xmlns:a16="http://schemas.microsoft.com/office/drawing/2014/main" id="{80C9DABF-B2A7-7741-B149-CAB874076500}"/>
              </a:ext>
            </a:extLst>
          </p:cNvPr>
          <p:cNvSpPr/>
          <p:nvPr/>
        </p:nvSpPr>
        <p:spPr>
          <a:xfrm>
            <a:off x="2773505" y="2658900"/>
            <a:ext cx="0" cy="1171531"/>
          </a:xfrm>
          <a:custGeom>
            <a:avLst/>
            <a:gdLst/>
            <a:ahLst/>
            <a:cxnLst/>
            <a:rect l="0" t="0" r="0" b="0"/>
            <a:pathLst>
              <a:path h="1171531">
                <a:moveTo>
                  <a:pt x="0" y="11715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3" name="pl561">
            <a:extLst>
              <a:ext uri="{FF2B5EF4-FFF2-40B4-BE49-F238E27FC236}">
                <a16:creationId xmlns:a16="http://schemas.microsoft.com/office/drawing/2014/main" id="{3AE572FD-BF59-B042-A979-8EFEC6E24CFC}"/>
              </a:ext>
            </a:extLst>
          </p:cNvPr>
          <p:cNvSpPr/>
          <p:nvPr/>
        </p:nvSpPr>
        <p:spPr>
          <a:xfrm>
            <a:off x="2741874" y="3788080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4" name="pl562">
            <a:extLst>
              <a:ext uri="{FF2B5EF4-FFF2-40B4-BE49-F238E27FC236}">
                <a16:creationId xmlns:a16="http://schemas.microsoft.com/office/drawing/2014/main" id="{A0BFEA06-6791-C040-9D37-B3013C86B81B}"/>
              </a:ext>
            </a:extLst>
          </p:cNvPr>
          <p:cNvSpPr/>
          <p:nvPr/>
        </p:nvSpPr>
        <p:spPr>
          <a:xfrm>
            <a:off x="2741874" y="3457091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5" name="pl563">
            <a:extLst>
              <a:ext uri="{FF2B5EF4-FFF2-40B4-BE49-F238E27FC236}">
                <a16:creationId xmlns:a16="http://schemas.microsoft.com/office/drawing/2014/main" id="{A29DA2BB-8F6D-2245-B917-DE4C6F1951E3}"/>
              </a:ext>
            </a:extLst>
          </p:cNvPr>
          <p:cNvSpPr/>
          <p:nvPr/>
        </p:nvSpPr>
        <p:spPr>
          <a:xfrm>
            <a:off x="2741874" y="3126101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6" name="pl564">
            <a:extLst>
              <a:ext uri="{FF2B5EF4-FFF2-40B4-BE49-F238E27FC236}">
                <a16:creationId xmlns:a16="http://schemas.microsoft.com/office/drawing/2014/main" id="{35BD0CD9-E8E1-B841-9CFC-2A4D52E2F522}"/>
              </a:ext>
            </a:extLst>
          </p:cNvPr>
          <p:cNvSpPr/>
          <p:nvPr/>
        </p:nvSpPr>
        <p:spPr>
          <a:xfrm>
            <a:off x="2741874" y="2795112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7" name="pl565">
            <a:extLst>
              <a:ext uri="{FF2B5EF4-FFF2-40B4-BE49-F238E27FC236}">
                <a16:creationId xmlns:a16="http://schemas.microsoft.com/office/drawing/2014/main" id="{6A860DF9-2CEA-3644-8BDE-821E67359D68}"/>
              </a:ext>
            </a:extLst>
          </p:cNvPr>
          <p:cNvSpPr/>
          <p:nvPr/>
        </p:nvSpPr>
        <p:spPr>
          <a:xfrm>
            <a:off x="2773505" y="3830431"/>
            <a:ext cx="1297990" cy="0"/>
          </a:xfrm>
          <a:custGeom>
            <a:avLst/>
            <a:gdLst/>
            <a:ahLst/>
            <a:cxnLst/>
            <a:rect l="0" t="0" r="0" b="0"/>
            <a:pathLst>
              <a:path w="1297990">
                <a:moveTo>
                  <a:pt x="0" y="0"/>
                </a:moveTo>
                <a:lnTo>
                  <a:pt x="129799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8" name="pl566">
            <a:extLst>
              <a:ext uri="{FF2B5EF4-FFF2-40B4-BE49-F238E27FC236}">
                <a16:creationId xmlns:a16="http://schemas.microsoft.com/office/drawing/2014/main" id="{F09AAAC4-CBA8-2C4C-BB57-F12F64E5E479}"/>
              </a:ext>
            </a:extLst>
          </p:cNvPr>
          <p:cNvSpPr/>
          <p:nvPr/>
        </p:nvSpPr>
        <p:spPr>
          <a:xfrm>
            <a:off x="2884011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9" name="pl567">
            <a:extLst>
              <a:ext uri="{FF2B5EF4-FFF2-40B4-BE49-F238E27FC236}">
                <a16:creationId xmlns:a16="http://schemas.microsoft.com/office/drawing/2014/main" id="{1DC5B5DA-86FF-3547-978B-4959F11649D9}"/>
              </a:ext>
            </a:extLst>
          </p:cNvPr>
          <p:cNvSpPr/>
          <p:nvPr/>
        </p:nvSpPr>
        <p:spPr>
          <a:xfrm>
            <a:off x="3243890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0" name="pl568">
            <a:extLst>
              <a:ext uri="{FF2B5EF4-FFF2-40B4-BE49-F238E27FC236}">
                <a16:creationId xmlns:a16="http://schemas.microsoft.com/office/drawing/2014/main" id="{099C9FF9-E198-CD4F-B5FC-BD983F310954}"/>
              </a:ext>
            </a:extLst>
          </p:cNvPr>
          <p:cNvSpPr/>
          <p:nvPr/>
        </p:nvSpPr>
        <p:spPr>
          <a:xfrm>
            <a:off x="3603768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1" name="pl569">
            <a:extLst>
              <a:ext uri="{FF2B5EF4-FFF2-40B4-BE49-F238E27FC236}">
                <a16:creationId xmlns:a16="http://schemas.microsoft.com/office/drawing/2014/main" id="{3EAA7786-EB6C-1E4C-BF04-2D91623D0DD4}"/>
              </a:ext>
            </a:extLst>
          </p:cNvPr>
          <p:cNvSpPr/>
          <p:nvPr/>
        </p:nvSpPr>
        <p:spPr>
          <a:xfrm>
            <a:off x="3963647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2" name="tx570">
            <a:extLst>
              <a:ext uri="{FF2B5EF4-FFF2-40B4-BE49-F238E27FC236}">
                <a16:creationId xmlns:a16="http://schemas.microsoft.com/office/drawing/2014/main" id="{E077F80F-CB37-0248-B535-AE3D409ADCBC}"/>
              </a:ext>
            </a:extLst>
          </p:cNvPr>
          <p:cNvSpPr/>
          <p:nvPr/>
        </p:nvSpPr>
        <p:spPr>
          <a:xfrm>
            <a:off x="2773505" y="2464146"/>
            <a:ext cx="613105" cy="100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(f) Height</a:t>
            </a:r>
          </a:p>
        </p:txBody>
      </p:sp>
      <p:sp>
        <p:nvSpPr>
          <p:cNvPr id="573" name="rc571">
            <a:extLst>
              <a:ext uri="{FF2B5EF4-FFF2-40B4-BE49-F238E27FC236}">
                <a16:creationId xmlns:a16="http://schemas.microsoft.com/office/drawing/2014/main" id="{F0A42372-89CC-D04A-88AD-5517906732BC}"/>
              </a:ext>
            </a:extLst>
          </p:cNvPr>
          <p:cNvSpPr/>
          <p:nvPr/>
        </p:nvSpPr>
        <p:spPr>
          <a:xfrm>
            <a:off x="4204347" y="2658900"/>
            <a:ext cx="1297990" cy="11715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4" name="pt572">
            <a:extLst>
              <a:ext uri="{FF2B5EF4-FFF2-40B4-BE49-F238E27FC236}">
                <a16:creationId xmlns:a16="http://schemas.microsoft.com/office/drawing/2014/main" id="{3485D677-6419-1B49-B359-B5DD1480D24D}"/>
              </a:ext>
            </a:extLst>
          </p:cNvPr>
          <p:cNvSpPr/>
          <p:nvPr/>
        </p:nvSpPr>
        <p:spPr>
          <a:xfrm>
            <a:off x="4247638" y="349328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5" name="pt573">
            <a:extLst>
              <a:ext uri="{FF2B5EF4-FFF2-40B4-BE49-F238E27FC236}">
                <a16:creationId xmlns:a16="http://schemas.microsoft.com/office/drawing/2014/main" id="{754EDAA7-9F4B-3A47-82E9-1C566829C5D6}"/>
              </a:ext>
            </a:extLst>
          </p:cNvPr>
          <p:cNvSpPr/>
          <p:nvPr/>
        </p:nvSpPr>
        <p:spPr>
          <a:xfrm>
            <a:off x="4230069" y="2907384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6" name="pt574">
            <a:extLst>
              <a:ext uri="{FF2B5EF4-FFF2-40B4-BE49-F238E27FC236}">
                <a16:creationId xmlns:a16="http://schemas.microsoft.com/office/drawing/2014/main" id="{FB523323-DEBD-F046-B525-3CCCF91F3AF8}"/>
              </a:ext>
            </a:extLst>
          </p:cNvPr>
          <p:cNvSpPr/>
          <p:nvPr/>
        </p:nvSpPr>
        <p:spPr>
          <a:xfrm>
            <a:off x="4308395" y="3256810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7" name="pt575">
            <a:extLst>
              <a:ext uri="{FF2B5EF4-FFF2-40B4-BE49-F238E27FC236}">
                <a16:creationId xmlns:a16="http://schemas.microsoft.com/office/drawing/2014/main" id="{743C47F7-6CFE-EE42-8A5E-0D0AF5CB20F5}"/>
              </a:ext>
            </a:extLst>
          </p:cNvPr>
          <p:cNvSpPr/>
          <p:nvPr/>
        </p:nvSpPr>
        <p:spPr>
          <a:xfrm>
            <a:off x="4230386" y="3523220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8" name="pt576">
            <a:extLst>
              <a:ext uri="{FF2B5EF4-FFF2-40B4-BE49-F238E27FC236}">
                <a16:creationId xmlns:a16="http://schemas.microsoft.com/office/drawing/2014/main" id="{AE53631C-07F5-364C-B8DA-95BACC5C0264}"/>
              </a:ext>
            </a:extLst>
          </p:cNvPr>
          <p:cNvSpPr/>
          <p:nvPr/>
        </p:nvSpPr>
        <p:spPr>
          <a:xfrm>
            <a:off x="4235079" y="3381044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9" name="pt577">
            <a:extLst>
              <a:ext uri="{FF2B5EF4-FFF2-40B4-BE49-F238E27FC236}">
                <a16:creationId xmlns:a16="http://schemas.microsoft.com/office/drawing/2014/main" id="{93CE9E86-F692-AC46-8B3B-6BD089AD295D}"/>
              </a:ext>
            </a:extLst>
          </p:cNvPr>
          <p:cNvSpPr/>
          <p:nvPr/>
        </p:nvSpPr>
        <p:spPr>
          <a:xfrm>
            <a:off x="4225379" y="3379821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0" name="pt578">
            <a:extLst>
              <a:ext uri="{FF2B5EF4-FFF2-40B4-BE49-F238E27FC236}">
                <a16:creationId xmlns:a16="http://schemas.microsoft.com/office/drawing/2014/main" id="{9507299E-EB68-3741-899F-2EFADBF198A1}"/>
              </a:ext>
            </a:extLst>
          </p:cNvPr>
          <p:cNvSpPr/>
          <p:nvPr/>
        </p:nvSpPr>
        <p:spPr>
          <a:xfrm>
            <a:off x="4240526" y="3065950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1" name="pt579">
            <a:extLst>
              <a:ext uri="{FF2B5EF4-FFF2-40B4-BE49-F238E27FC236}">
                <a16:creationId xmlns:a16="http://schemas.microsoft.com/office/drawing/2014/main" id="{74197844-ACF2-1043-BBBB-2A7C6152D3FD}"/>
              </a:ext>
            </a:extLst>
          </p:cNvPr>
          <p:cNvSpPr/>
          <p:nvPr/>
        </p:nvSpPr>
        <p:spPr>
          <a:xfrm>
            <a:off x="4242302" y="3513026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2" name="pt580">
            <a:extLst>
              <a:ext uri="{FF2B5EF4-FFF2-40B4-BE49-F238E27FC236}">
                <a16:creationId xmlns:a16="http://schemas.microsoft.com/office/drawing/2014/main" id="{786599E8-A5F4-9148-A9F5-6C2090ECF71F}"/>
              </a:ext>
            </a:extLst>
          </p:cNvPr>
          <p:cNvSpPr/>
          <p:nvPr/>
        </p:nvSpPr>
        <p:spPr>
          <a:xfrm>
            <a:off x="4264295" y="373921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3" name="pt581">
            <a:extLst>
              <a:ext uri="{FF2B5EF4-FFF2-40B4-BE49-F238E27FC236}">
                <a16:creationId xmlns:a16="http://schemas.microsoft.com/office/drawing/2014/main" id="{22960782-C50A-FA4B-B2D2-5337E94619AC}"/>
              </a:ext>
            </a:extLst>
          </p:cNvPr>
          <p:cNvSpPr/>
          <p:nvPr/>
        </p:nvSpPr>
        <p:spPr>
          <a:xfrm>
            <a:off x="4226895" y="347904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4" name="pt582">
            <a:extLst>
              <a:ext uri="{FF2B5EF4-FFF2-40B4-BE49-F238E27FC236}">
                <a16:creationId xmlns:a16="http://schemas.microsoft.com/office/drawing/2014/main" id="{4E758C91-2E5F-3D4E-BD54-5A12F2024285}"/>
              </a:ext>
            </a:extLst>
          </p:cNvPr>
          <p:cNvSpPr/>
          <p:nvPr/>
        </p:nvSpPr>
        <p:spPr>
          <a:xfrm>
            <a:off x="4668692" y="3638545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5" name="pt583">
            <a:extLst>
              <a:ext uri="{FF2B5EF4-FFF2-40B4-BE49-F238E27FC236}">
                <a16:creationId xmlns:a16="http://schemas.microsoft.com/office/drawing/2014/main" id="{814414D1-43D8-A04B-99C9-12E8ED808650}"/>
              </a:ext>
            </a:extLst>
          </p:cNvPr>
          <p:cNvSpPr/>
          <p:nvPr/>
        </p:nvSpPr>
        <p:spPr>
          <a:xfrm>
            <a:off x="4641624" y="2674184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6" name="pt584">
            <a:extLst>
              <a:ext uri="{FF2B5EF4-FFF2-40B4-BE49-F238E27FC236}">
                <a16:creationId xmlns:a16="http://schemas.microsoft.com/office/drawing/2014/main" id="{4408587A-9AA1-8F4A-90E3-2FE472C7059B}"/>
              </a:ext>
            </a:extLst>
          </p:cNvPr>
          <p:cNvSpPr/>
          <p:nvPr/>
        </p:nvSpPr>
        <p:spPr>
          <a:xfrm>
            <a:off x="4578389" y="3350749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7" name="pt585">
            <a:extLst>
              <a:ext uri="{FF2B5EF4-FFF2-40B4-BE49-F238E27FC236}">
                <a16:creationId xmlns:a16="http://schemas.microsoft.com/office/drawing/2014/main" id="{38E091A2-6732-6944-B40C-825B832970F8}"/>
              </a:ext>
            </a:extLst>
          </p:cNvPr>
          <p:cNvSpPr/>
          <p:nvPr/>
        </p:nvSpPr>
        <p:spPr>
          <a:xfrm>
            <a:off x="4628497" y="359133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8" name="pt586">
            <a:extLst>
              <a:ext uri="{FF2B5EF4-FFF2-40B4-BE49-F238E27FC236}">
                <a16:creationId xmlns:a16="http://schemas.microsoft.com/office/drawing/2014/main" id="{EC44C745-7230-094E-A277-EFF27D4A8EBA}"/>
              </a:ext>
            </a:extLst>
          </p:cNvPr>
          <p:cNvSpPr/>
          <p:nvPr/>
        </p:nvSpPr>
        <p:spPr>
          <a:xfrm>
            <a:off x="4649089" y="3500356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9" name="pt587">
            <a:extLst>
              <a:ext uri="{FF2B5EF4-FFF2-40B4-BE49-F238E27FC236}">
                <a16:creationId xmlns:a16="http://schemas.microsoft.com/office/drawing/2014/main" id="{46757D8A-7A9F-994D-B240-EB23F1C0A82D}"/>
              </a:ext>
            </a:extLst>
          </p:cNvPr>
          <p:cNvSpPr/>
          <p:nvPr/>
        </p:nvSpPr>
        <p:spPr>
          <a:xfrm>
            <a:off x="4589280" y="343901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0" name="pt588">
            <a:extLst>
              <a:ext uri="{FF2B5EF4-FFF2-40B4-BE49-F238E27FC236}">
                <a16:creationId xmlns:a16="http://schemas.microsoft.com/office/drawing/2014/main" id="{BAFE949A-D5E9-F146-815F-C70CE5C67DC8}"/>
              </a:ext>
            </a:extLst>
          </p:cNvPr>
          <p:cNvSpPr/>
          <p:nvPr/>
        </p:nvSpPr>
        <p:spPr>
          <a:xfrm>
            <a:off x="4661903" y="3524575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1" name="pt589">
            <a:extLst>
              <a:ext uri="{FF2B5EF4-FFF2-40B4-BE49-F238E27FC236}">
                <a16:creationId xmlns:a16="http://schemas.microsoft.com/office/drawing/2014/main" id="{F38A2FDA-39EB-4942-B8DC-AF6F1247C72C}"/>
              </a:ext>
            </a:extLst>
          </p:cNvPr>
          <p:cNvSpPr/>
          <p:nvPr/>
        </p:nvSpPr>
        <p:spPr>
          <a:xfrm>
            <a:off x="4634780" y="367396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2" name="pt590">
            <a:extLst>
              <a:ext uri="{FF2B5EF4-FFF2-40B4-BE49-F238E27FC236}">
                <a16:creationId xmlns:a16="http://schemas.microsoft.com/office/drawing/2014/main" id="{3A4E9FA9-9ECE-4D4A-B2C8-968DD18B2AA7}"/>
              </a:ext>
            </a:extLst>
          </p:cNvPr>
          <p:cNvSpPr/>
          <p:nvPr/>
        </p:nvSpPr>
        <p:spPr>
          <a:xfrm>
            <a:off x="4647724" y="325922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3" name="pt591">
            <a:extLst>
              <a:ext uri="{FF2B5EF4-FFF2-40B4-BE49-F238E27FC236}">
                <a16:creationId xmlns:a16="http://schemas.microsoft.com/office/drawing/2014/main" id="{EFACD0AF-04F4-D34F-AE70-31A86F17425D}"/>
              </a:ext>
            </a:extLst>
          </p:cNvPr>
          <p:cNvSpPr/>
          <p:nvPr/>
        </p:nvSpPr>
        <p:spPr>
          <a:xfrm>
            <a:off x="4580198" y="3403872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4" name="pt592">
            <a:extLst>
              <a:ext uri="{FF2B5EF4-FFF2-40B4-BE49-F238E27FC236}">
                <a16:creationId xmlns:a16="http://schemas.microsoft.com/office/drawing/2014/main" id="{C4998B9C-7C90-3542-9AEC-093438389F78}"/>
              </a:ext>
            </a:extLst>
          </p:cNvPr>
          <p:cNvSpPr/>
          <p:nvPr/>
        </p:nvSpPr>
        <p:spPr>
          <a:xfrm>
            <a:off x="4579778" y="312431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5" name="pt593">
            <a:extLst>
              <a:ext uri="{FF2B5EF4-FFF2-40B4-BE49-F238E27FC236}">
                <a16:creationId xmlns:a16="http://schemas.microsoft.com/office/drawing/2014/main" id="{BF9AED33-26AF-DB40-8EBE-C5B90A9DA03E}"/>
              </a:ext>
            </a:extLst>
          </p:cNvPr>
          <p:cNvSpPr/>
          <p:nvPr/>
        </p:nvSpPr>
        <p:spPr>
          <a:xfrm>
            <a:off x="4676359" y="348637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6" name="pt594">
            <a:extLst>
              <a:ext uri="{FF2B5EF4-FFF2-40B4-BE49-F238E27FC236}">
                <a16:creationId xmlns:a16="http://schemas.microsoft.com/office/drawing/2014/main" id="{A03256AD-C111-DC4E-A74D-95D5DDA24811}"/>
              </a:ext>
            </a:extLst>
          </p:cNvPr>
          <p:cNvSpPr/>
          <p:nvPr/>
        </p:nvSpPr>
        <p:spPr>
          <a:xfrm>
            <a:off x="4649759" y="3180856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7" name="pt595">
            <a:extLst>
              <a:ext uri="{FF2B5EF4-FFF2-40B4-BE49-F238E27FC236}">
                <a16:creationId xmlns:a16="http://schemas.microsoft.com/office/drawing/2014/main" id="{EE996398-3D29-E34F-998B-B8FEC37F7CD4}"/>
              </a:ext>
            </a:extLst>
          </p:cNvPr>
          <p:cNvSpPr/>
          <p:nvPr/>
        </p:nvSpPr>
        <p:spPr>
          <a:xfrm>
            <a:off x="4642395" y="3340219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8" name="pt596">
            <a:extLst>
              <a:ext uri="{FF2B5EF4-FFF2-40B4-BE49-F238E27FC236}">
                <a16:creationId xmlns:a16="http://schemas.microsoft.com/office/drawing/2014/main" id="{C5019411-95A3-9C48-9CAA-9835D2C2EDC2}"/>
              </a:ext>
            </a:extLst>
          </p:cNvPr>
          <p:cNvSpPr/>
          <p:nvPr/>
        </p:nvSpPr>
        <p:spPr>
          <a:xfrm>
            <a:off x="4600436" y="352463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9" name="pt597">
            <a:extLst>
              <a:ext uri="{FF2B5EF4-FFF2-40B4-BE49-F238E27FC236}">
                <a16:creationId xmlns:a16="http://schemas.microsoft.com/office/drawing/2014/main" id="{51043192-DBA8-7245-BD58-A629A0CA606F}"/>
              </a:ext>
            </a:extLst>
          </p:cNvPr>
          <p:cNvSpPr/>
          <p:nvPr/>
        </p:nvSpPr>
        <p:spPr>
          <a:xfrm>
            <a:off x="4661909" y="326033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0" name="pt598">
            <a:extLst>
              <a:ext uri="{FF2B5EF4-FFF2-40B4-BE49-F238E27FC236}">
                <a16:creationId xmlns:a16="http://schemas.microsoft.com/office/drawing/2014/main" id="{28491C0A-C90C-E343-8AAF-6A1E58BF048D}"/>
              </a:ext>
            </a:extLst>
          </p:cNvPr>
          <p:cNvSpPr/>
          <p:nvPr/>
        </p:nvSpPr>
        <p:spPr>
          <a:xfrm>
            <a:off x="4576738" y="3060845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1" name="pt599">
            <a:extLst>
              <a:ext uri="{FF2B5EF4-FFF2-40B4-BE49-F238E27FC236}">
                <a16:creationId xmlns:a16="http://schemas.microsoft.com/office/drawing/2014/main" id="{0DDFC1BF-5A6D-2940-A435-55C99C5C9F79}"/>
              </a:ext>
            </a:extLst>
          </p:cNvPr>
          <p:cNvSpPr/>
          <p:nvPr/>
        </p:nvSpPr>
        <p:spPr>
          <a:xfrm>
            <a:off x="4634942" y="2798056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2" name="pt600">
            <a:extLst>
              <a:ext uri="{FF2B5EF4-FFF2-40B4-BE49-F238E27FC236}">
                <a16:creationId xmlns:a16="http://schemas.microsoft.com/office/drawing/2014/main" id="{0D3F9322-40BA-4549-AE54-F931587B8A2A}"/>
              </a:ext>
            </a:extLst>
          </p:cNvPr>
          <p:cNvSpPr/>
          <p:nvPr/>
        </p:nvSpPr>
        <p:spPr>
          <a:xfrm>
            <a:off x="4940625" y="3558729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3" name="pt601">
            <a:extLst>
              <a:ext uri="{FF2B5EF4-FFF2-40B4-BE49-F238E27FC236}">
                <a16:creationId xmlns:a16="http://schemas.microsoft.com/office/drawing/2014/main" id="{46548265-275E-1546-9A9B-354B5AEE7362}"/>
              </a:ext>
            </a:extLst>
          </p:cNvPr>
          <p:cNvSpPr/>
          <p:nvPr/>
        </p:nvSpPr>
        <p:spPr>
          <a:xfrm>
            <a:off x="5023918" y="346300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4" name="pt602">
            <a:extLst>
              <a:ext uri="{FF2B5EF4-FFF2-40B4-BE49-F238E27FC236}">
                <a16:creationId xmlns:a16="http://schemas.microsoft.com/office/drawing/2014/main" id="{EA64B721-77B9-A641-A938-ABAF656448D6}"/>
              </a:ext>
            </a:extLst>
          </p:cNvPr>
          <p:cNvSpPr/>
          <p:nvPr/>
        </p:nvSpPr>
        <p:spPr>
          <a:xfrm>
            <a:off x="4981385" y="3232402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5" name="pt603">
            <a:extLst>
              <a:ext uri="{FF2B5EF4-FFF2-40B4-BE49-F238E27FC236}">
                <a16:creationId xmlns:a16="http://schemas.microsoft.com/office/drawing/2014/main" id="{AFEB369D-083C-CE40-8555-513137B2C309}"/>
              </a:ext>
            </a:extLst>
          </p:cNvPr>
          <p:cNvSpPr/>
          <p:nvPr/>
        </p:nvSpPr>
        <p:spPr>
          <a:xfrm>
            <a:off x="4995706" y="3433845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6" name="pt604">
            <a:extLst>
              <a:ext uri="{FF2B5EF4-FFF2-40B4-BE49-F238E27FC236}">
                <a16:creationId xmlns:a16="http://schemas.microsoft.com/office/drawing/2014/main" id="{5697C748-C101-2A41-BE83-BF67C1CAAA64}"/>
              </a:ext>
            </a:extLst>
          </p:cNvPr>
          <p:cNvSpPr/>
          <p:nvPr/>
        </p:nvSpPr>
        <p:spPr>
          <a:xfrm>
            <a:off x="4970549" y="336244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7" name="pt605">
            <a:extLst>
              <a:ext uri="{FF2B5EF4-FFF2-40B4-BE49-F238E27FC236}">
                <a16:creationId xmlns:a16="http://schemas.microsoft.com/office/drawing/2014/main" id="{17370C61-1651-8C48-80DB-BE7C8526900A}"/>
              </a:ext>
            </a:extLst>
          </p:cNvPr>
          <p:cNvSpPr/>
          <p:nvPr/>
        </p:nvSpPr>
        <p:spPr>
          <a:xfrm>
            <a:off x="5038342" y="363963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8" name="pt606">
            <a:extLst>
              <a:ext uri="{FF2B5EF4-FFF2-40B4-BE49-F238E27FC236}">
                <a16:creationId xmlns:a16="http://schemas.microsoft.com/office/drawing/2014/main" id="{B64907B7-3A8E-524F-9A87-EC9B8AF57BCD}"/>
              </a:ext>
            </a:extLst>
          </p:cNvPr>
          <p:cNvSpPr/>
          <p:nvPr/>
        </p:nvSpPr>
        <p:spPr>
          <a:xfrm>
            <a:off x="4998688" y="3587897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9" name="pt607">
            <a:extLst>
              <a:ext uri="{FF2B5EF4-FFF2-40B4-BE49-F238E27FC236}">
                <a16:creationId xmlns:a16="http://schemas.microsoft.com/office/drawing/2014/main" id="{69E55EE3-E7CC-284C-A565-9A4208695218}"/>
              </a:ext>
            </a:extLst>
          </p:cNvPr>
          <p:cNvSpPr/>
          <p:nvPr/>
        </p:nvSpPr>
        <p:spPr>
          <a:xfrm>
            <a:off x="5022897" y="3385165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0" name="pt608">
            <a:extLst>
              <a:ext uri="{FF2B5EF4-FFF2-40B4-BE49-F238E27FC236}">
                <a16:creationId xmlns:a16="http://schemas.microsoft.com/office/drawing/2014/main" id="{13E36399-39DF-844B-A36F-3E4CD778A228}"/>
              </a:ext>
            </a:extLst>
          </p:cNvPr>
          <p:cNvSpPr/>
          <p:nvPr/>
        </p:nvSpPr>
        <p:spPr>
          <a:xfrm>
            <a:off x="4997826" y="336252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1" name="pt609">
            <a:extLst>
              <a:ext uri="{FF2B5EF4-FFF2-40B4-BE49-F238E27FC236}">
                <a16:creationId xmlns:a16="http://schemas.microsoft.com/office/drawing/2014/main" id="{815A07F6-E1D8-F643-A4D6-A90340C96A34}"/>
              </a:ext>
            </a:extLst>
          </p:cNvPr>
          <p:cNvSpPr/>
          <p:nvPr/>
        </p:nvSpPr>
        <p:spPr>
          <a:xfrm>
            <a:off x="4977804" y="3032780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2" name="pt610">
            <a:extLst>
              <a:ext uri="{FF2B5EF4-FFF2-40B4-BE49-F238E27FC236}">
                <a16:creationId xmlns:a16="http://schemas.microsoft.com/office/drawing/2014/main" id="{84568087-05B6-7E48-892C-8911CAAB2EF4}"/>
              </a:ext>
            </a:extLst>
          </p:cNvPr>
          <p:cNvSpPr/>
          <p:nvPr/>
        </p:nvSpPr>
        <p:spPr>
          <a:xfrm>
            <a:off x="5011814" y="347541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3" name="pt611">
            <a:extLst>
              <a:ext uri="{FF2B5EF4-FFF2-40B4-BE49-F238E27FC236}">
                <a16:creationId xmlns:a16="http://schemas.microsoft.com/office/drawing/2014/main" id="{9938B624-7C61-BD49-8C97-FFA7836D70F8}"/>
              </a:ext>
            </a:extLst>
          </p:cNvPr>
          <p:cNvSpPr/>
          <p:nvPr/>
        </p:nvSpPr>
        <p:spPr>
          <a:xfrm>
            <a:off x="4940562" y="3044743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4" name="pt612">
            <a:extLst>
              <a:ext uri="{FF2B5EF4-FFF2-40B4-BE49-F238E27FC236}">
                <a16:creationId xmlns:a16="http://schemas.microsoft.com/office/drawing/2014/main" id="{4E38A3A6-4397-804D-A153-0AF92827FE4B}"/>
              </a:ext>
            </a:extLst>
          </p:cNvPr>
          <p:cNvSpPr/>
          <p:nvPr/>
        </p:nvSpPr>
        <p:spPr>
          <a:xfrm>
            <a:off x="5027923" y="3526947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5" name="pt613">
            <a:extLst>
              <a:ext uri="{FF2B5EF4-FFF2-40B4-BE49-F238E27FC236}">
                <a16:creationId xmlns:a16="http://schemas.microsoft.com/office/drawing/2014/main" id="{BA017200-AFB1-A14A-AFDA-3A6BC2CB2334}"/>
              </a:ext>
            </a:extLst>
          </p:cNvPr>
          <p:cNvSpPr/>
          <p:nvPr/>
        </p:nvSpPr>
        <p:spPr>
          <a:xfrm>
            <a:off x="5028255" y="366249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6" name="pt614">
            <a:extLst>
              <a:ext uri="{FF2B5EF4-FFF2-40B4-BE49-F238E27FC236}">
                <a16:creationId xmlns:a16="http://schemas.microsoft.com/office/drawing/2014/main" id="{44374431-D906-1C41-B524-FBF6C43BB5F5}"/>
              </a:ext>
            </a:extLst>
          </p:cNvPr>
          <p:cNvSpPr/>
          <p:nvPr/>
        </p:nvSpPr>
        <p:spPr>
          <a:xfrm>
            <a:off x="5041284" y="331302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7" name="pt615">
            <a:extLst>
              <a:ext uri="{FF2B5EF4-FFF2-40B4-BE49-F238E27FC236}">
                <a16:creationId xmlns:a16="http://schemas.microsoft.com/office/drawing/2014/main" id="{E840AB0C-0913-A04C-9A11-6CAB854BC89F}"/>
              </a:ext>
            </a:extLst>
          </p:cNvPr>
          <p:cNvSpPr/>
          <p:nvPr/>
        </p:nvSpPr>
        <p:spPr>
          <a:xfrm>
            <a:off x="4998195" y="319863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8" name="pt616">
            <a:extLst>
              <a:ext uri="{FF2B5EF4-FFF2-40B4-BE49-F238E27FC236}">
                <a16:creationId xmlns:a16="http://schemas.microsoft.com/office/drawing/2014/main" id="{8F6725FE-4DA8-8640-B11A-DFB1A71C3DDA}"/>
              </a:ext>
            </a:extLst>
          </p:cNvPr>
          <p:cNvSpPr/>
          <p:nvPr/>
        </p:nvSpPr>
        <p:spPr>
          <a:xfrm>
            <a:off x="5030768" y="358111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9" name="pt617">
            <a:extLst>
              <a:ext uri="{FF2B5EF4-FFF2-40B4-BE49-F238E27FC236}">
                <a16:creationId xmlns:a16="http://schemas.microsoft.com/office/drawing/2014/main" id="{6BB7BE20-CECD-644C-AD28-9B23D9894262}"/>
              </a:ext>
            </a:extLst>
          </p:cNvPr>
          <p:cNvSpPr/>
          <p:nvPr/>
        </p:nvSpPr>
        <p:spPr>
          <a:xfrm>
            <a:off x="4988957" y="331774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0" name="pt618">
            <a:extLst>
              <a:ext uri="{FF2B5EF4-FFF2-40B4-BE49-F238E27FC236}">
                <a16:creationId xmlns:a16="http://schemas.microsoft.com/office/drawing/2014/main" id="{F9C15FB8-5926-3749-B605-01809218F1BF}"/>
              </a:ext>
            </a:extLst>
          </p:cNvPr>
          <p:cNvSpPr/>
          <p:nvPr/>
        </p:nvSpPr>
        <p:spPr>
          <a:xfrm>
            <a:off x="4978932" y="3020744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1" name="pt619">
            <a:extLst>
              <a:ext uri="{FF2B5EF4-FFF2-40B4-BE49-F238E27FC236}">
                <a16:creationId xmlns:a16="http://schemas.microsoft.com/office/drawing/2014/main" id="{DEF58685-AE98-874E-90DA-68D28DBFD782}"/>
              </a:ext>
            </a:extLst>
          </p:cNvPr>
          <p:cNvSpPr/>
          <p:nvPr/>
        </p:nvSpPr>
        <p:spPr>
          <a:xfrm>
            <a:off x="4972019" y="3300817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2" name="pt620">
            <a:extLst>
              <a:ext uri="{FF2B5EF4-FFF2-40B4-BE49-F238E27FC236}">
                <a16:creationId xmlns:a16="http://schemas.microsoft.com/office/drawing/2014/main" id="{AC0CB14D-E033-FB48-A368-6931F4F9ABA2}"/>
              </a:ext>
            </a:extLst>
          </p:cNvPr>
          <p:cNvSpPr/>
          <p:nvPr/>
        </p:nvSpPr>
        <p:spPr>
          <a:xfrm>
            <a:off x="5335859" y="324777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3" name="pt621">
            <a:extLst>
              <a:ext uri="{FF2B5EF4-FFF2-40B4-BE49-F238E27FC236}">
                <a16:creationId xmlns:a16="http://schemas.microsoft.com/office/drawing/2014/main" id="{3F5A6097-8830-AC44-8CEB-582FB09DBA55}"/>
              </a:ext>
            </a:extLst>
          </p:cNvPr>
          <p:cNvSpPr/>
          <p:nvPr/>
        </p:nvSpPr>
        <p:spPr>
          <a:xfrm>
            <a:off x="5352987" y="3326216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4" name="pt622">
            <a:extLst>
              <a:ext uri="{FF2B5EF4-FFF2-40B4-BE49-F238E27FC236}">
                <a16:creationId xmlns:a16="http://schemas.microsoft.com/office/drawing/2014/main" id="{D5EF6035-0D49-614B-B90A-20CA5C533D0B}"/>
              </a:ext>
            </a:extLst>
          </p:cNvPr>
          <p:cNvSpPr/>
          <p:nvPr/>
        </p:nvSpPr>
        <p:spPr>
          <a:xfrm>
            <a:off x="5365985" y="3457801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5" name="pt623">
            <a:extLst>
              <a:ext uri="{FF2B5EF4-FFF2-40B4-BE49-F238E27FC236}">
                <a16:creationId xmlns:a16="http://schemas.microsoft.com/office/drawing/2014/main" id="{A71863A5-2FB6-C640-BF50-46D31E93F92A}"/>
              </a:ext>
            </a:extLst>
          </p:cNvPr>
          <p:cNvSpPr/>
          <p:nvPr/>
        </p:nvSpPr>
        <p:spPr>
          <a:xfrm>
            <a:off x="5304824" y="352146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6" name="pt624">
            <a:extLst>
              <a:ext uri="{FF2B5EF4-FFF2-40B4-BE49-F238E27FC236}">
                <a16:creationId xmlns:a16="http://schemas.microsoft.com/office/drawing/2014/main" id="{A1D7E94E-0C96-754C-AC27-61A4CFB61341}"/>
              </a:ext>
            </a:extLst>
          </p:cNvPr>
          <p:cNvSpPr/>
          <p:nvPr/>
        </p:nvSpPr>
        <p:spPr>
          <a:xfrm>
            <a:off x="5396322" y="3504994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7" name="pt625">
            <a:extLst>
              <a:ext uri="{FF2B5EF4-FFF2-40B4-BE49-F238E27FC236}">
                <a16:creationId xmlns:a16="http://schemas.microsoft.com/office/drawing/2014/main" id="{C6A52389-3765-0A49-A586-15F6CE623BD8}"/>
              </a:ext>
            </a:extLst>
          </p:cNvPr>
          <p:cNvSpPr/>
          <p:nvPr/>
        </p:nvSpPr>
        <p:spPr>
          <a:xfrm>
            <a:off x="5345670" y="3471181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8" name="pt626">
            <a:extLst>
              <a:ext uri="{FF2B5EF4-FFF2-40B4-BE49-F238E27FC236}">
                <a16:creationId xmlns:a16="http://schemas.microsoft.com/office/drawing/2014/main" id="{DEED17A2-5D7E-FD42-B00D-977FDF1FA87D}"/>
              </a:ext>
            </a:extLst>
          </p:cNvPr>
          <p:cNvSpPr/>
          <p:nvPr/>
        </p:nvSpPr>
        <p:spPr>
          <a:xfrm>
            <a:off x="5386949" y="3200256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9" name="pt627">
            <a:extLst>
              <a:ext uri="{FF2B5EF4-FFF2-40B4-BE49-F238E27FC236}">
                <a16:creationId xmlns:a16="http://schemas.microsoft.com/office/drawing/2014/main" id="{A6562AA8-B70B-EB41-B4A1-B069B799B18F}"/>
              </a:ext>
            </a:extLst>
          </p:cNvPr>
          <p:cNvSpPr/>
          <p:nvPr/>
        </p:nvSpPr>
        <p:spPr>
          <a:xfrm>
            <a:off x="5362038" y="3284053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0" name="pt628">
            <a:extLst>
              <a:ext uri="{FF2B5EF4-FFF2-40B4-BE49-F238E27FC236}">
                <a16:creationId xmlns:a16="http://schemas.microsoft.com/office/drawing/2014/main" id="{F1A1ACA2-60CB-B641-92D6-602079E092A8}"/>
              </a:ext>
            </a:extLst>
          </p:cNvPr>
          <p:cNvSpPr/>
          <p:nvPr/>
        </p:nvSpPr>
        <p:spPr>
          <a:xfrm>
            <a:off x="5382074" y="3207328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1" name="pt629">
            <a:extLst>
              <a:ext uri="{FF2B5EF4-FFF2-40B4-BE49-F238E27FC236}">
                <a16:creationId xmlns:a16="http://schemas.microsoft.com/office/drawing/2014/main" id="{D69CC26C-AA05-7F4C-85DB-A55E28A4EC12}"/>
              </a:ext>
            </a:extLst>
          </p:cNvPr>
          <p:cNvSpPr/>
          <p:nvPr/>
        </p:nvSpPr>
        <p:spPr>
          <a:xfrm>
            <a:off x="5352438" y="2937030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2" name="pt630">
            <a:extLst>
              <a:ext uri="{FF2B5EF4-FFF2-40B4-BE49-F238E27FC236}">
                <a16:creationId xmlns:a16="http://schemas.microsoft.com/office/drawing/2014/main" id="{08E6BDED-5964-924E-9BA0-F07F22D758D6}"/>
              </a:ext>
            </a:extLst>
          </p:cNvPr>
          <p:cNvSpPr/>
          <p:nvPr/>
        </p:nvSpPr>
        <p:spPr>
          <a:xfrm>
            <a:off x="5343145" y="3523793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3" name="pt631">
            <a:extLst>
              <a:ext uri="{FF2B5EF4-FFF2-40B4-BE49-F238E27FC236}">
                <a16:creationId xmlns:a16="http://schemas.microsoft.com/office/drawing/2014/main" id="{86F9EB69-99E5-0844-BDDD-85B969A91049}"/>
              </a:ext>
            </a:extLst>
          </p:cNvPr>
          <p:cNvSpPr/>
          <p:nvPr/>
        </p:nvSpPr>
        <p:spPr>
          <a:xfrm>
            <a:off x="5389851" y="308676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4" name="pt632">
            <a:extLst>
              <a:ext uri="{FF2B5EF4-FFF2-40B4-BE49-F238E27FC236}">
                <a16:creationId xmlns:a16="http://schemas.microsoft.com/office/drawing/2014/main" id="{27C0E7C8-8B87-BB40-908C-47CA93D134C5}"/>
              </a:ext>
            </a:extLst>
          </p:cNvPr>
          <p:cNvSpPr/>
          <p:nvPr/>
        </p:nvSpPr>
        <p:spPr>
          <a:xfrm>
            <a:off x="5313668" y="2862891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5" name="pt633">
            <a:extLst>
              <a:ext uri="{FF2B5EF4-FFF2-40B4-BE49-F238E27FC236}">
                <a16:creationId xmlns:a16="http://schemas.microsoft.com/office/drawing/2014/main" id="{0C15584E-3E06-CF4D-81F7-6E87A3937155}"/>
              </a:ext>
            </a:extLst>
          </p:cNvPr>
          <p:cNvSpPr/>
          <p:nvPr/>
        </p:nvSpPr>
        <p:spPr>
          <a:xfrm>
            <a:off x="5349633" y="361640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6" name="pt634">
            <a:extLst>
              <a:ext uri="{FF2B5EF4-FFF2-40B4-BE49-F238E27FC236}">
                <a16:creationId xmlns:a16="http://schemas.microsoft.com/office/drawing/2014/main" id="{08FF816E-7EF6-F748-87CF-8A351D1BBB2A}"/>
              </a:ext>
            </a:extLst>
          </p:cNvPr>
          <p:cNvSpPr/>
          <p:nvPr/>
        </p:nvSpPr>
        <p:spPr>
          <a:xfrm>
            <a:off x="5358273" y="3229075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7" name="pt635">
            <a:extLst>
              <a:ext uri="{FF2B5EF4-FFF2-40B4-BE49-F238E27FC236}">
                <a16:creationId xmlns:a16="http://schemas.microsoft.com/office/drawing/2014/main" id="{E86C0805-EAAC-AF42-8D2A-F8F53CB09185}"/>
              </a:ext>
            </a:extLst>
          </p:cNvPr>
          <p:cNvSpPr/>
          <p:nvPr/>
        </p:nvSpPr>
        <p:spPr>
          <a:xfrm>
            <a:off x="5344863" y="3534363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8" name="pt636">
            <a:extLst>
              <a:ext uri="{FF2B5EF4-FFF2-40B4-BE49-F238E27FC236}">
                <a16:creationId xmlns:a16="http://schemas.microsoft.com/office/drawing/2014/main" id="{76AB7ED6-3552-BA46-A81A-6F14CAECAE0F}"/>
              </a:ext>
            </a:extLst>
          </p:cNvPr>
          <p:cNvSpPr/>
          <p:nvPr/>
        </p:nvSpPr>
        <p:spPr>
          <a:xfrm>
            <a:off x="5366972" y="2790654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9" name="pt637">
            <a:extLst>
              <a:ext uri="{FF2B5EF4-FFF2-40B4-BE49-F238E27FC236}">
                <a16:creationId xmlns:a16="http://schemas.microsoft.com/office/drawing/2014/main" id="{4EEF19E9-5F02-DC41-91AD-494669A31DE4}"/>
              </a:ext>
            </a:extLst>
          </p:cNvPr>
          <p:cNvSpPr/>
          <p:nvPr/>
        </p:nvSpPr>
        <p:spPr>
          <a:xfrm>
            <a:off x="5405370" y="3267983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0" name="pt638">
            <a:extLst>
              <a:ext uri="{FF2B5EF4-FFF2-40B4-BE49-F238E27FC236}">
                <a16:creationId xmlns:a16="http://schemas.microsoft.com/office/drawing/2014/main" id="{994A6A43-F6C7-6E47-BE20-CDE9311FB197}"/>
              </a:ext>
            </a:extLst>
          </p:cNvPr>
          <p:cNvSpPr/>
          <p:nvPr/>
        </p:nvSpPr>
        <p:spPr>
          <a:xfrm>
            <a:off x="5396909" y="3149027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1" name="pt639">
            <a:extLst>
              <a:ext uri="{FF2B5EF4-FFF2-40B4-BE49-F238E27FC236}">
                <a16:creationId xmlns:a16="http://schemas.microsoft.com/office/drawing/2014/main" id="{2F001207-DCF9-0640-AB50-58E8F0637428}"/>
              </a:ext>
            </a:extLst>
          </p:cNvPr>
          <p:cNvSpPr/>
          <p:nvPr/>
        </p:nvSpPr>
        <p:spPr>
          <a:xfrm>
            <a:off x="5318687" y="3373453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2" name="pt640">
            <a:extLst>
              <a:ext uri="{FF2B5EF4-FFF2-40B4-BE49-F238E27FC236}">
                <a16:creationId xmlns:a16="http://schemas.microsoft.com/office/drawing/2014/main" id="{0D32323B-6402-5347-9BC9-B56B862B3A51}"/>
              </a:ext>
            </a:extLst>
          </p:cNvPr>
          <p:cNvSpPr/>
          <p:nvPr/>
        </p:nvSpPr>
        <p:spPr>
          <a:xfrm>
            <a:off x="5400740" y="326809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3" name="pt641">
            <a:extLst>
              <a:ext uri="{FF2B5EF4-FFF2-40B4-BE49-F238E27FC236}">
                <a16:creationId xmlns:a16="http://schemas.microsoft.com/office/drawing/2014/main" id="{FCBEC116-AEA0-A649-AB4C-303B94D3E033}"/>
              </a:ext>
            </a:extLst>
          </p:cNvPr>
          <p:cNvSpPr/>
          <p:nvPr/>
        </p:nvSpPr>
        <p:spPr>
          <a:xfrm>
            <a:off x="5318215" y="3499844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4" name="pt642">
            <a:extLst>
              <a:ext uri="{FF2B5EF4-FFF2-40B4-BE49-F238E27FC236}">
                <a16:creationId xmlns:a16="http://schemas.microsoft.com/office/drawing/2014/main" id="{7231A087-DCFE-DE45-BC35-C62F84C8F93B}"/>
              </a:ext>
            </a:extLst>
          </p:cNvPr>
          <p:cNvSpPr/>
          <p:nvPr/>
        </p:nvSpPr>
        <p:spPr>
          <a:xfrm>
            <a:off x="5312559" y="320174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5" name="pt643">
            <a:extLst>
              <a:ext uri="{FF2B5EF4-FFF2-40B4-BE49-F238E27FC236}">
                <a16:creationId xmlns:a16="http://schemas.microsoft.com/office/drawing/2014/main" id="{E2E8DE49-E1B3-5046-83BF-FB7B00C9F418}"/>
              </a:ext>
            </a:extLst>
          </p:cNvPr>
          <p:cNvSpPr/>
          <p:nvPr/>
        </p:nvSpPr>
        <p:spPr>
          <a:xfrm>
            <a:off x="5341891" y="353248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6" name="pg644">
            <a:extLst>
              <a:ext uri="{FF2B5EF4-FFF2-40B4-BE49-F238E27FC236}">
                <a16:creationId xmlns:a16="http://schemas.microsoft.com/office/drawing/2014/main" id="{FAD205FA-3AC5-794E-81C3-D4639B2C5C12}"/>
              </a:ext>
            </a:extLst>
          </p:cNvPr>
          <p:cNvSpPr/>
          <p:nvPr/>
        </p:nvSpPr>
        <p:spPr>
          <a:xfrm>
            <a:off x="4298467" y="3197915"/>
            <a:ext cx="1093046" cy="305678"/>
          </a:xfrm>
          <a:custGeom>
            <a:avLst/>
            <a:gdLst/>
            <a:ahLst/>
            <a:cxnLst/>
            <a:rect l="0" t="0" r="0" b="0"/>
            <a:pathLst>
              <a:path w="1093046" h="305678">
                <a:moveTo>
                  <a:pt x="0" y="53812"/>
                </a:moveTo>
                <a:lnTo>
                  <a:pt x="577479" y="42520"/>
                </a:lnTo>
                <a:lnTo>
                  <a:pt x="728697" y="33342"/>
                </a:lnTo>
                <a:lnTo>
                  <a:pt x="941828" y="15621"/>
                </a:lnTo>
                <a:lnTo>
                  <a:pt x="1093046" y="0"/>
                </a:lnTo>
                <a:lnTo>
                  <a:pt x="1093046" y="226717"/>
                </a:lnTo>
                <a:lnTo>
                  <a:pt x="941828" y="229464"/>
                </a:lnTo>
                <a:lnTo>
                  <a:pt x="728697" y="237632"/>
                </a:lnTo>
                <a:lnTo>
                  <a:pt x="577479" y="246823"/>
                </a:lnTo>
                <a:lnTo>
                  <a:pt x="0" y="305678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7" name="pl645">
            <a:extLst>
              <a:ext uri="{FF2B5EF4-FFF2-40B4-BE49-F238E27FC236}">
                <a16:creationId xmlns:a16="http://schemas.microsoft.com/office/drawing/2014/main" id="{5D2A18B6-B4D7-8F44-A6BE-F8F9A57D0EB3}"/>
              </a:ext>
            </a:extLst>
          </p:cNvPr>
          <p:cNvSpPr/>
          <p:nvPr/>
        </p:nvSpPr>
        <p:spPr>
          <a:xfrm>
            <a:off x="4298467" y="3197915"/>
            <a:ext cx="1093046" cy="53812"/>
          </a:xfrm>
          <a:custGeom>
            <a:avLst/>
            <a:gdLst/>
            <a:ahLst/>
            <a:cxnLst/>
            <a:rect l="0" t="0" r="0" b="0"/>
            <a:pathLst>
              <a:path w="1093046" h="53812">
                <a:moveTo>
                  <a:pt x="0" y="53812"/>
                </a:moveTo>
                <a:lnTo>
                  <a:pt x="577479" y="42520"/>
                </a:lnTo>
                <a:lnTo>
                  <a:pt x="728697" y="33342"/>
                </a:lnTo>
                <a:lnTo>
                  <a:pt x="941828" y="15621"/>
                </a:lnTo>
                <a:lnTo>
                  <a:pt x="1093046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648" name="pl646">
            <a:extLst>
              <a:ext uri="{FF2B5EF4-FFF2-40B4-BE49-F238E27FC236}">
                <a16:creationId xmlns:a16="http://schemas.microsoft.com/office/drawing/2014/main" id="{FED580C9-A19A-5743-99BA-DD46F94F12AB}"/>
              </a:ext>
            </a:extLst>
          </p:cNvPr>
          <p:cNvSpPr/>
          <p:nvPr/>
        </p:nvSpPr>
        <p:spPr>
          <a:xfrm>
            <a:off x="4298467" y="3424632"/>
            <a:ext cx="1093046" cy="78961"/>
          </a:xfrm>
          <a:custGeom>
            <a:avLst/>
            <a:gdLst/>
            <a:ahLst/>
            <a:cxnLst/>
            <a:rect l="0" t="0" r="0" b="0"/>
            <a:pathLst>
              <a:path w="1093046" h="78961">
                <a:moveTo>
                  <a:pt x="1093046" y="0"/>
                </a:moveTo>
                <a:lnTo>
                  <a:pt x="941828" y="2746"/>
                </a:lnTo>
                <a:lnTo>
                  <a:pt x="728697" y="10915"/>
                </a:lnTo>
                <a:lnTo>
                  <a:pt x="577479" y="20105"/>
                </a:lnTo>
                <a:lnTo>
                  <a:pt x="0" y="78961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649" name="pl647">
            <a:extLst>
              <a:ext uri="{FF2B5EF4-FFF2-40B4-BE49-F238E27FC236}">
                <a16:creationId xmlns:a16="http://schemas.microsoft.com/office/drawing/2014/main" id="{589B66FD-27B8-6E4C-B9EC-878114DC5E7A}"/>
              </a:ext>
            </a:extLst>
          </p:cNvPr>
          <p:cNvSpPr/>
          <p:nvPr/>
        </p:nvSpPr>
        <p:spPr>
          <a:xfrm>
            <a:off x="4298467" y="3311274"/>
            <a:ext cx="1093046" cy="66386"/>
          </a:xfrm>
          <a:custGeom>
            <a:avLst/>
            <a:gdLst/>
            <a:ahLst/>
            <a:cxnLst/>
            <a:rect l="0" t="0" r="0" b="0"/>
            <a:pathLst>
              <a:path w="1093046" h="66386">
                <a:moveTo>
                  <a:pt x="0" y="66386"/>
                </a:moveTo>
                <a:lnTo>
                  <a:pt x="577479" y="31313"/>
                </a:lnTo>
                <a:lnTo>
                  <a:pt x="728697" y="22128"/>
                </a:lnTo>
                <a:lnTo>
                  <a:pt x="941828" y="9184"/>
                </a:lnTo>
                <a:lnTo>
                  <a:pt x="1093046" y="0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0" name="tx648">
            <a:extLst>
              <a:ext uri="{FF2B5EF4-FFF2-40B4-BE49-F238E27FC236}">
                <a16:creationId xmlns:a16="http://schemas.microsoft.com/office/drawing/2014/main" id="{6F0434AB-6375-AE41-9034-F0B8D426BB55}"/>
              </a:ext>
            </a:extLst>
          </p:cNvPr>
          <p:cNvSpPr/>
          <p:nvPr/>
        </p:nvSpPr>
        <p:spPr>
          <a:xfrm>
            <a:off x="4848305" y="2701049"/>
            <a:ext cx="70591" cy="910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</a:p>
        </p:txBody>
      </p:sp>
      <p:sp>
        <p:nvSpPr>
          <p:cNvPr id="651" name="tx649">
            <a:extLst>
              <a:ext uri="{FF2B5EF4-FFF2-40B4-BE49-F238E27FC236}">
                <a16:creationId xmlns:a16="http://schemas.microsoft.com/office/drawing/2014/main" id="{DCE5F171-0BD2-E042-9100-A01335D45890}"/>
              </a:ext>
            </a:extLst>
          </p:cNvPr>
          <p:cNvSpPr/>
          <p:nvPr/>
        </p:nvSpPr>
        <p:spPr>
          <a:xfrm>
            <a:off x="4929102" y="2700957"/>
            <a:ext cx="462412" cy="911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0.290</a:t>
            </a:r>
          </a:p>
        </p:txBody>
      </p:sp>
      <p:sp>
        <p:nvSpPr>
          <p:cNvPr id="652" name="rc650">
            <a:extLst>
              <a:ext uri="{FF2B5EF4-FFF2-40B4-BE49-F238E27FC236}">
                <a16:creationId xmlns:a16="http://schemas.microsoft.com/office/drawing/2014/main" id="{F5D50FFF-DA6B-B148-BF63-92360C021D9F}"/>
              </a:ext>
            </a:extLst>
          </p:cNvPr>
          <p:cNvSpPr/>
          <p:nvPr/>
        </p:nvSpPr>
        <p:spPr>
          <a:xfrm>
            <a:off x="4204347" y="2658900"/>
            <a:ext cx="1297990" cy="117153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3" name="pl651">
            <a:extLst>
              <a:ext uri="{FF2B5EF4-FFF2-40B4-BE49-F238E27FC236}">
                <a16:creationId xmlns:a16="http://schemas.microsoft.com/office/drawing/2014/main" id="{2F2CDECA-B52D-A54A-812D-FC0BC2682A8E}"/>
              </a:ext>
            </a:extLst>
          </p:cNvPr>
          <p:cNvSpPr/>
          <p:nvPr/>
        </p:nvSpPr>
        <p:spPr>
          <a:xfrm>
            <a:off x="4204347" y="2658900"/>
            <a:ext cx="0" cy="1171531"/>
          </a:xfrm>
          <a:custGeom>
            <a:avLst/>
            <a:gdLst/>
            <a:ahLst/>
            <a:cxnLst/>
            <a:rect l="0" t="0" r="0" b="0"/>
            <a:pathLst>
              <a:path h="1171531">
                <a:moveTo>
                  <a:pt x="0" y="11715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4" name="pl652">
            <a:extLst>
              <a:ext uri="{FF2B5EF4-FFF2-40B4-BE49-F238E27FC236}">
                <a16:creationId xmlns:a16="http://schemas.microsoft.com/office/drawing/2014/main" id="{F5BBC2A1-827F-6D4D-99C1-C854EA4FEF59}"/>
              </a:ext>
            </a:extLst>
          </p:cNvPr>
          <p:cNvSpPr/>
          <p:nvPr/>
        </p:nvSpPr>
        <p:spPr>
          <a:xfrm>
            <a:off x="4172716" y="3539816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5" name="pl653">
            <a:extLst>
              <a:ext uri="{FF2B5EF4-FFF2-40B4-BE49-F238E27FC236}">
                <a16:creationId xmlns:a16="http://schemas.microsoft.com/office/drawing/2014/main" id="{37152C84-1D9F-634D-AD07-EC8EBA3C4B70}"/>
              </a:ext>
            </a:extLst>
          </p:cNvPr>
          <p:cNvSpPr/>
          <p:nvPr/>
        </p:nvSpPr>
        <p:spPr>
          <a:xfrm>
            <a:off x="4172716" y="3210781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6" name="pl654">
            <a:extLst>
              <a:ext uri="{FF2B5EF4-FFF2-40B4-BE49-F238E27FC236}">
                <a16:creationId xmlns:a16="http://schemas.microsoft.com/office/drawing/2014/main" id="{FA4ED768-F818-B74D-B443-262F79531277}"/>
              </a:ext>
            </a:extLst>
          </p:cNvPr>
          <p:cNvSpPr/>
          <p:nvPr/>
        </p:nvSpPr>
        <p:spPr>
          <a:xfrm>
            <a:off x="4172716" y="2881746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7" name="pl655">
            <a:extLst>
              <a:ext uri="{FF2B5EF4-FFF2-40B4-BE49-F238E27FC236}">
                <a16:creationId xmlns:a16="http://schemas.microsoft.com/office/drawing/2014/main" id="{259732A2-E903-8849-A837-7A2AFB9F4E6B}"/>
              </a:ext>
            </a:extLst>
          </p:cNvPr>
          <p:cNvSpPr/>
          <p:nvPr/>
        </p:nvSpPr>
        <p:spPr>
          <a:xfrm>
            <a:off x="4204347" y="3830431"/>
            <a:ext cx="1297990" cy="0"/>
          </a:xfrm>
          <a:custGeom>
            <a:avLst/>
            <a:gdLst/>
            <a:ahLst/>
            <a:cxnLst/>
            <a:rect l="0" t="0" r="0" b="0"/>
            <a:pathLst>
              <a:path w="1297990">
                <a:moveTo>
                  <a:pt x="0" y="0"/>
                </a:moveTo>
                <a:lnTo>
                  <a:pt x="129799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8" name="pl656">
            <a:extLst>
              <a:ext uri="{FF2B5EF4-FFF2-40B4-BE49-F238E27FC236}">
                <a16:creationId xmlns:a16="http://schemas.microsoft.com/office/drawing/2014/main" id="{A900A829-DAC8-1E44-A629-8FFA1BA523E1}"/>
              </a:ext>
            </a:extLst>
          </p:cNvPr>
          <p:cNvSpPr/>
          <p:nvPr/>
        </p:nvSpPr>
        <p:spPr>
          <a:xfrm>
            <a:off x="4298467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9" name="pl657">
            <a:extLst>
              <a:ext uri="{FF2B5EF4-FFF2-40B4-BE49-F238E27FC236}">
                <a16:creationId xmlns:a16="http://schemas.microsoft.com/office/drawing/2014/main" id="{C4ED4774-9F43-D24C-B723-B70C66FE5577}"/>
              </a:ext>
            </a:extLst>
          </p:cNvPr>
          <p:cNvSpPr/>
          <p:nvPr/>
        </p:nvSpPr>
        <p:spPr>
          <a:xfrm>
            <a:off x="4662816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0" name="pl658">
            <a:extLst>
              <a:ext uri="{FF2B5EF4-FFF2-40B4-BE49-F238E27FC236}">
                <a16:creationId xmlns:a16="http://schemas.microsoft.com/office/drawing/2014/main" id="{BA493C89-1599-264D-A097-C5711936F02D}"/>
              </a:ext>
            </a:extLst>
          </p:cNvPr>
          <p:cNvSpPr/>
          <p:nvPr/>
        </p:nvSpPr>
        <p:spPr>
          <a:xfrm>
            <a:off x="5027165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1" name="pl659">
            <a:extLst>
              <a:ext uri="{FF2B5EF4-FFF2-40B4-BE49-F238E27FC236}">
                <a16:creationId xmlns:a16="http://schemas.microsoft.com/office/drawing/2014/main" id="{989FFB41-C63A-CD41-A0AE-55A646B607CE}"/>
              </a:ext>
            </a:extLst>
          </p:cNvPr>
          <p:cNvSpPr/>
          <p:nvPr/>
        </p:nvSpPr>
        <p:spPr>
          <a:xfrm>
            <a:off x="5391514" y="3830431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2" name="tx660">
            <a:extLst>
              <a:ext uri="{FF2B5EF4-FFF2-40B4-BE49-F238E27FC236}">
                <a16:creationId xmlns:a16="http://schemas.microsoft.com/office/drawing/2014/main" id="{16FC06E9-480C-584F-B6E3-6DB0669C64EB}"/>
              </a:ext>
            </a:extLst>
          </p:cNvPr>
          <p:cNvSpPr/>
          <p:nvPr/>
        </p:nvSpPr>
        <p:spPr>
          <a:xfrm>
            <a:off x="4204347" y="2464146"/>
            <a:ext cx="504474" cy="100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(g) SSD</a:t>
            </a:r>
          </a:p>
        </p:txBody>
      </p:sp>
      <p:sp>
        <p:nvSpPr>
          <p:cNvPr id="663" name="rc661">
            <a:extLst>
              <a:ext uri="{FF2B5EF4-FFF2-40B4-BE49-F238E27FC236}">
                <a16:creationId xmlns:a16="http://schemas.microsoft.com/office/drawing/2014/main" id="{17DFCDD7-47B9-134A-83B3-E6378682EBFC}"/>
              </a:ext>
            </a:extLst>
          </p:cNvPr>
          <p:cNvSpPr/>
          <p:nvPr/>
        </p:nvSpPr>
        <p:spPr>
          <a:xfrm>
            <a:off x="1342663" y="4132731"/>
            <a:ext cx="1297990" cy="11715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4" name="pt662">
            <a:extLst>
              <a:ext uri="{FF2B5EF4-FFF2-40B4-BE49-F238E27FC236}">
                <a16:creationId xmlns:a16="http://schemas.microsoft.com/office/drawing/2014/main" id="{B06C4F4C-F994-4543-839B-8723C1941FB3}"/>
              </a:ext>
            </a:extLst>
          </p:cNvPr>
          <p:cNvSpPr/>
          <p:nvPr/>
        </p:nvSpPr>
        <p:spPr>
          <a:xfrm>
            <a:off x="1432917" y="4753309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5" name="pt663">
            <a:extLst>
              <a:ext uri="{FF2B5EF4-FFF2-40B4-BE49-F238E27FC236}">
                <a16:creationId xmlns:a16="http://schemas.microsoft.com/office/drawing/2014/main" id="{23DD4433-14A1-5A48-A880-10DD4E36B549}"/>
              </a:ext>
            </a:extLst>
          </p:cNvPr>
          <p:cNvSpPr/>
          <p:nvPr/>
        </p:nvSpPr>
        <p:spPr>
          <a:xfrm>
            <a:off x="1363695" y="4954499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6" name="pt664">
            <a:extLst>
              <a:ext uri="{FF2B5EF4-FFF2-40B4-BE49-F238E27FC236}">
                <a16:creationId xmlns:a16="http://schemas.microsoft.com/office/drawing/2014/main" id="{2BE98D8A-909C-D242-9FEB-A617CA035181}"/>
              </a:ext>
            </a:extLst>
          </p:cNvPr>
          <p:cNvSpPr/>
          <p:nvPr/>
        </p:nvSpPr>
        <p:spPr>
          <a:xfrm>
            <a:off x="1441950" y="4932173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7" name="pt665">
            <a:extLst>
              <a:ext uri="{FF2B5EF4-FFF2-40B4-BE49-F238E27FC236}">
                <a16:creationId xmlns:a16="http://schemas.microsoft.com/office/drawing/2014/main" id="{01168985-5CE0-9F41-9905-050CFE5ACA4F}"/>
              </a:ext>
            </a:extLst>
          </p:cNvPr>
          <p:cNvSpPr/>
          <p:nvPr/>
        </p:nvSpPr>
        <p:spPr>
          <a:xfrm>
            <a:off x="1366156" y="4520950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8" name="pt666">
            <a:extLst>
              <a:ext uri="{FF2B5EF4-FFF2-40B4-BE49-F238E27FC236}">
                <a16:creationId xmlns:a16="http://schemas.microsoft.com/office/drawing/2014/main" id="{758AEDCA-8931-9444-A389-5ABFFBAC601A}"/>
              </a:ext>
            </a:extLst>
          </p:cNvPr>
          <p:cNvSpPr/>
          <p:nvPr/>
        </p:nvSpPr>
        <p:spPr>
          <a:xfrm>
            <a:off x="1411859" y="5001731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9" name="pt667">
            <a:extLst>
              <a:ext uri="{FF2B5EF4-FFF2-40B4-BE49-F238E27FC236}">
                <a16:creationId xmlns:a16="http://schemas.microsoft.com/office/drawing/2014/main" id="{97B1B0B8-DADD-0D40-9C5C-187032785F9E}"/>
              </a:ext>
            </a:extLst>
          </p:cNvPr>
          <p:cNvSpPr/>
          <p:nvPr/>
        </p:nvSpPr>
        <p:spPr>
          <a:xfrm>
            <a:off x="1463136" y="487470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0" name="pt668">
            <a:extLst>
              <a:ext uri="{FF2B5EF4-FFF2-40B4-BE49-F238E27FC236}">
                <a16:creationId xmlns:a16="http://schemas.microsoft.com/office/drawing/2014/main" id="{6163D2D3-631E-E94C-AC69-031E98561F28}"/>
              </a:ext>
            </a:extLst>
          </p:cNvPr>
          <p:cNvSpPr/>
          <p:nvPr/>
        </p:nvSpPr>
        <p:spPr>
          <a:xfrm>
            <a:off x="1396532" y="5111718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1" name="pt669">
            <a:extLst>
              <a:ext uri="{FF2B5EF4-FFF2-40B4-BE49-F238E27FC236}">
                <a16:creationId xmlns:a16="http://schemas.microsoft.com/office/drawing/2014/main" id="{BD52A7FD-4C10-FF4A-BFF2-622F0857290C}"/>
              </a:ext>
            </a:extLst>
          </p:cNvPr>
          <p:cNvSpPr/>
          <p:nvPr/>
        </p:nvSpPr>
        <p:spPr>
          <a:xfrm>
            <a:off x="1365190" y="5063801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2" name="pt670">
            <a:extLst>
              <a:ext uri="{FF2B5EF4-FFF2-40B4-BE49-F238E27FC236}">
                <a16:creationId xmlns:a16="http://schemas.microsoft.com/office/drawing/2014/main" id="{A645543A-883E-9D43-A70C-307E39343F66}"/>
              </a:ext>
            </a:extLst>
          </p:cNvPr>
          <p:cNvSpPr/>
          <p:nvPr/>
        </p:nvSpPr>
        <p:spPr>
          <a:xfrm>
            <a:off x="1383213" y="468547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3" name="pt671">
            <a:extLst>
              <a:ext uri="{FF2B5EF4-FFF2-40B4-BE49-F238E27FC236}">
                <a16:creationId xmlns:a16="http://schemas.microsoft.com/office/drawing/2014/main" id="{22362F04-FEDA-A741-A471-E6FE6896F0B6}"/>
              </a:ext>
            </a:extLst>
          </p:cNvPr>
          <p:cNvSpPr/>
          <p:nvPr/>
        </p:nvSpPr>
        <p:spPr>
          <a:xfrm>
            <a:off x="1460427" y="484268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4" name="pt672">
            <a:extLst>
              <a:ext uri="{FF2B5EF4-FFF2-40B4-BE49-F238E27FC236}">
                <a16:creationId xmlns:a16="http://schemas.microsoft.com/office/drawing/2014/main" id="{FBDF56DB-E507-D44F-A5BC-E1128C86A1C5}"/>
              </a:ext>
            </a:extLst>
          </p:cNvPr>
          <p:cNvSpPr/>
          <p:nvPr/>
        </p:nvSpPr>
        <p:spPr>
          <a:xfrm>
            <a:off x="1799358" y="495012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5" name="pt673">
            <a:extLst>
              <a:ext uri="{FF2B5EF4-FFF2-40B4-BE49-F238E27FC236}">
                <a16:creationId xmlns:a16="http://schemas.microsoft.com/office/drawing/2014/main" id="{3C6C6898-8FDB-C34D-83A5-AE36B05E0AB6}"/>
              </a:ext>
            </a:extLst>
          </p:cNvPr>
          <p:cNvSpPr/>
          <p:nvPr/>
        </p:nvSpPr>
        <p:spPr>
          <a:xfrm>
            <a:off x="1807380" y="4714755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6" name="pt674">
            <a:extLst>
              <a:ext uri="{FF2B5EF4-FFF2-40B4-BE49-F238E27FC236}">
                <a16:creationId xmlns:a16="http://schemas.microsoft.com/office/drawing/2014/main" id="{4B171896-817F-234F-A9F1-1A4727402B03}"/>
              </a:ext>
            </a:extLst>
          </p:cNvPr>
          <p:cNvSpPr/>
          <p:nvPr/>
        </p:nvSpPr>
        <p:spPr>
          <a:xfrm>
            <a:off x="1783594" y="477847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7" name="pt675">
            <a:extLst>
              <a:ext uri="{FF2B5EF4-FFF2-40B4-BE49-F238E27FC236}">
                <a16:creationId xmlns:a16="http://schemas.microsoft.com/office/drawing/2014/main" id="{CA227CAC-CC54-CF4A-B378-3CB238797BAE}"/>
              </a:ext>
            </a:extLst>
          </p:cNvPr>
          <p:cNvSpPr/>
          <p:nvPr/>
        </p:nvSpPr>
        <p:spPr>
          <a:xfrm>
            <a:off x="1766883" y="516918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8" name="pt676">
            <a:extLst>
              <a:ext uri="{FF2B5EF4-FFF2-40B4-BE49-F238E27FC236}">
                <a16:creationId xmlns:a16="http://schemas.microsoft.com/office/drawing/2014/main" id="{E4D7B055-840E-E549-9D3A-62FB6E7A3ACF}"/>
              </a:ext>
            </a:extLst>
          </p:cNvPr>
          <p:cNvSpPr/>
          <p:nvPr/>
        </p:nvSpPr>
        <p:spPr>
          <a:xfrm>
            <a:off x="1803380" y="4148015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9" name="pt677">
            <a:extLst>
              <a:ext uri="{FF2B5EF4-FFF2-40B4-BE49-F238E27FC236}">
                <a16:creationId xmlns:a16="http://schemas.microsoft.com/office/drawing/2014/main" id="{AC9B09DA-9D7A-A547-8007-65E1499F4644}"/>
              </a:ext>
            </a:extLst>
          </p:cNvPr>
          <p:cNvSpPr/>
          <p:nvPr/>
        </p:nvSpPr>
        <p:spPr>
          <a:xfrm>
            <a:off x="1760234" y="4320173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0" name="pt678">
            <a:extLst>
              <a:ext uri="{FF2B5EF4-FFF2-40B4-BE49-F238E27FC236}">
                <a16:creationId xmlns:a16="http://schemas.microsoft.com/office/drawing/2014/main" id="{C1E1C532-E85F-3749-979E-DD3B0E588892}"/>
              </a:ext>
            </a:extLst>
          </p:cNvPr>
          <p:cNvSpPr/>
          <p:nvPr/>
        </p:nvSpPr>
        <p:spPr>
          <a:xfrm>
            <a:off x="1803048" y="4974424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1" name="pt679">
            <a:extLst>
              <a:ext uri="{FF2B5EF4-FFF2-40B4-BE49-F238E27FC236}">
                <a16:creationId xmlns:a16="http://schemas.microsoft.com/office/drawing/2014/main" id="{E99D264C-7196-E142-8BF0-1DC2463DA66B}"/>
              </a:ext>
            </a:extLst>
          </p:cNvPr>
          <p:cNvSpPr/>
          <p:nvPr/>
        </p:nvSpPr>
        <p:spPr>
          <a:xfrm>
            <a:off x="1740187" y="5176395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2" name="pt680">
            <a:extLst>
              <a:ext uri="{FF2B5EF4-FFF2-40B4-BE49-F238E27FC236}">
                <a16:creationId xmlns:a16="http://schemas.microsoft.com/office/drawing/2014/main" id="{AEF33FD2-30B1-4F45-BB18-6289CCC32A40}"/>
              </a:ext>
            </a:extLst>
          </p:cNvPr>
          <p:cNvSpPr/>
          <p:nvPr/>
        </p:nvSpPr>
        <p:spPr>
          <a:xfrm>
            <a:off x="1774623" y="512991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3" name="pt681">
            <a:extLst>
              <a:ext uri="{FF2B5EF4-FFF2-40B4-BE49-F238E27FC236}">
                <a16:creationId xmlns:a16="http://schemas.microsoft.com/office/drawing/2014/main" id="{DB1E2E53-6EA6-CF40-8439-7DDEAD40247F}"/>
              </a:ext>
            </a:extLst>
          </p:cNvPr>
          <p:cNvSpPr/>
          <p:nvPr/>
        </p:nvSpPr>
        <p:spPr>
          <a:xfrm>
            <a:off x="1781005" y="4966130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4" name="pt682">
            <a:extLst>
              <a:ext uri="{FF2B5EF4-FFF2-40B4-BE49-F238E27FC236}">
                <a16:creationId xmlns:a16="http://schemas.microsoft.com/office/drawing/2014/main" id="{587459F2-0C79-B641-9C03-1D0DEAFADF3F}"/>
              </a:ext>
            </a:extLst>
          </p:cNvPr>
          <p:cNvSpPr/>
          <p:nvPr/>
        </p:nvSpPr>
        <p:spPr>
          <a:xfrm>
            <a:off x="1815973" y="491647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5" name="pt683">
            <a:extLst>
              <a:ext uri="{FF2B5EF4-FFF2-40B4-BE49-F238E27FC236}">
                <a16:creationId xmlns:a16="http://schemas.microsoft.com/office/drawing/2014/main" id="{949F76C4-9DF2-814D-A705-0915D2DC9E44}"/>
              </a:ext>
            </a:extLst>
          </p:cNvPr>
          <p:cNvSpPr/>
          <p:nvPr/>
        </p:nvSpPr>
        <p:spPr>
          <a:xfrm>
            <a:off x="1767046" y="508109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6" name="pt684">
            <a:extLst>
              <a:ext uri="{FF2B5EF4-FFF2-40B4-BE49-F238E27FC236}">
                <a16:creationId xmlns:a16="http://schemas.microsoft.com/office/drawing/2014/main" id="{80ACAFE2-57AA-E647-BA05-EC7886B90A66}"/>
              </a:ext>
            </a:extLst>
          </p:cNvPr>
          <p:cNvSpPr/>
          <p:nvPr/>
        </p:nvSpPr>
        <p:spPr>
          <a:xfrm>
            <a:off x="1752612" y="5030517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7" name="pt685">
            <a:extLst>
              <a:ext uri="{FF2B5EF4-FFF2-40B4-BE49-F238E27FC236}">
                <a16:creationId xmlns:a16="http://schemas.microsoft.com/office/drawing/2014/main" id="{5A263A4A-E5C1-1547-8D2B-80813D70F8E2}"/>
              </a:ext>
            </a:extLst>
          </p:cNvPr>
          <p:cNvSpPr/>
          <p:nvPr/>
        </p:nvSpPr>
        <p:spPr>
          <a:xfrm>
            <a:off x="1736349" y="498015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8" name="pt686">
            <a:extLst>
              <a:ext uri="{FF2B5EF4-FFF2-40B4-BE49-F238E27FC236}">
                <a16:creationId xmlns:a16="http://schemas.microsoft.com/office/drawing/2014/main" id="{D1D23311-F1F6-6A4E-8BB9-3D7B10B979FA}"/>
              </a:ext>
            </a:extLst>
          </p:cNvPr>
          <p:cNvSpPr/>
          <p:nvPr/>
        </p:nvSpPr>
        <p:spPr>
          <a:xfrm>
            <a:off x="1728737" y="5094422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9" name="pt687">
            <a:extLst>
              <a:ext uri="{FF2B5EF4-FFF2-40B4-BE49-F238E27FC236}">
                <a16:creationId xmlns:a16="http://schemas.microsoft.com/office/drawing/2014/main" id="{E1A078FA-FFE7-1440-90B6-2CAD2EC7B1D2}"/>
              </a:ext>
            </a:extLst>
          </p:cNvPr>
          <p:cNvSpPr/>
          <p:nvPr/>
        </p:nvSpPr>
        <p:spPr>
          <a:xfrm>
            <a:off x="1747387" y="4884800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0" name="pt688">
            <a:extLst>
              <a:ext uri="{FF2B5EF4-FFF2-40B4-BE49-F238E27FC236}">
                <a16:creationId xmlns:a16="http://schemas.microsoft.com/office/drawing/2014/main" id="{000FA63A-E11A-784C-A78D-FBECF6C6463B}"/>
              </a:ext>
            </a:extLst>
          </p:cNvPr>
          <p:cNvSpPr/>
          <p:nvPr/>
        </p:nvSpPr>
        <p:spPr>
          <a:xfrm>
            <a:off x="1821439" y="5067981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1" name="pt689">
            <a:extLst>
              <a:ext uri="{FF2B5EF4-FFF2-40B4-BE49-F238E27FC236}">
                <a16:creationId xmlns:a16="http://schemas.microsoft.com/office/drawing/2014/main" id="{E8A8FC7A-7FF1-8F47-8F8E-4865684797F4}"/>
              </a:ext>
            </a:extLst>
          </p:cNvPr>
          <p:cNvSpPr/>
          <p:nvPr/>
        </p:nvSpPr>
        <p:spPr>
          <a:xfrm>
            <a:off x="1737890" y="4938349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2" name="pt690">
            <a:extLst>
              <a:ext uri="{FF2B5EF4-FFF2-40B4-BE49-F238E27FC236}">
                <a16:creationId xmlns:a16="http://schemas.microsoft.com/office/drawing/2014/main" id="{6C0DED38-AECD-2B4C-86FE-33E01DBC5DFD}"/>
              </a:ext>
            </a:extLst>
          </p:cNvPr>
          <p:cNvSpPr/>
          <p:nvPr/>
        </p:nvSpPr>
        <p:spPr>
          <a:xfrm>
            <a:off x="2124166" y="4769319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3" name="pt691">
            <a:extLst>
              <a:ext uri="{FF2B5EF4-FFF2-40B4-BE49-F238E27FC236}">
                <a16:creationId xmlns:a16="http://schemas.microsoft.com/office/drawing/2014/main" id="{4E22D872-F623-364E-A5AF-A0246B0E4D7A}"/>
              </a:ext>
            </a:extLst>
          </p:cNvPr>
          <p:cNvSpPr/>
          <p:nvPr/>
        </p:nvSpPr>
        <p:spPr>
          <a:xfrm>
            <a:off x="2122637" y="521304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4" name="pt692">
            <a:extLst>
              <a:ext uri="{FF2B5EF4-FFF2-40B4-BE49-F238E27FC236}">
                <a16:creationId xmlns:a16="http://schemas.microsoft.com/office/drawing/2014/main" id="{065A77DF-7946-4B4B-A8B5-6678C0563F72}"/>
              </a:ext>
            </a:extLst>
          </p:cNvPr>
          <p:cNvSpPr/>
          <p:nvPr/>
        </p:nvSpPr>
        <p:spPr>
          <a:xfrm>
            <a:off x="2132601" y="4909925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5" name="pt693">
            <a:extLst>
              <a:ext uri="{FF2B5EF4-FFF2-40B4-BE49-F238E27FC236}">
                <a16:creationId xmlns:a16="http://schemas.microsoft.com/office/drawing/2014/main" id="{27D6E1A8-8B9B-6D4D-8420-78E467F94610}"/>
              </a:ext>
            </a:extLst>
          </p:cNvPr>
          <p:cNvSpPr/>
          <p:nvPr/>
        </p:nvSpPr>
        <p:spPr>
          <a:xfrm>
            <a:off x="2121760" y="5063450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6" name="pt694">
            <a:extLst>
              <a:ext uri="{FF2B5EF4-FFF2-40B4-BE49-F238E27FC236}">
                <a16:creationId xmlns:a16="http://schemas.microsoft.com/office/drawing/2014/main" id="{48CDA487-0C63-3348-86D6-A598D0DAAB16}"/>
              </a:ext>
            </a:extLst>
          </p:cNvPr>
          <p:cNvSpPr/>
          <p:nvPr/>
        </p:nvSpPr>
        <p:spPr>
          <a:xfrm>
            <a:off x="2137113" y="462267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7" name="pt695">
            <a:extLst>
              <a:ext uri="{FF2B5EF4-FFF2-40B4-BE49-F238E27FC236}">
                <a16:creationId xmlns:a16="http://schemas.microsoft.com/office/drawing/2014/main" id="{45EA09A1-E51A-6048-9664-A23005246191}"/>
              </a:ext>
            </a:extLst>
          </p:cNvPr>
          <p:cNvSpPr/>
          <p:nvPr/>
        </p:nvSpPr>
        <p:spPr>
          <a:xfrm>
            <a:off x="2098867" y="493892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8" name="pt696">
            <a:extLst>
              <a:ext uri="{FF2B5EF4-FFF2-40B4-BE49-F238E27FC236}">
                <a16:creationId xmlns:a16="http://schemas.microsoft.com/office/drawing/2014/main" id="{73206C7B-72B1-7549-A2DF-2B28C7E3A0C6}"/>
              </a:ext>
            </a:extLst>
          </p:cNvPr>
          <p:cNvSpPr/>
          <p:nvPr/>
        </p:nvSpPr>
        <p:spPr>
          <a:xfrm>
            <a:off x="2186784" y="4709852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9" name="pt697">
            <a:extLst>
              <a:ext uri="{FF2B5EF4-FFF2-40B4-BE49-F238E27FC236}">
                <a16:creationId xmlns:a16="http://schemas.microsoft.com/office/drawing/2014/main" id="{D486BCC0-66F0-4D41-9A74-438D2AC1FAD2}"/>
              </a:ext>
            </a:extLst>
          </p:cNvPr>
          <p:cNvSpPr/>
          <p:nvPr/>
        </p:nvSpPr>
        <p:spPr>
          <a:xfrm>
            <a:off x="2150405" y="5011233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0" name="pt698">
            <a:extLst>
              <a:ext uri="{FF2B5EF4-FFF2-40B4-BE49-F238E27FC236}">
                <a16:creationId xmlns:a16="http://schemas.microsoft.com/office/drawing/2014/main" id="{FB1A689F-5C95-854C-A9D7-F8C33AC8D3E6}"/>
              </a:ext>
            </a:extLst>
          </p:cNvPr>
          <p:cNvSpPr/>
          <p:nvPr/>
        </p:nvSpPr>
        <p:spPr>
          <a:xfrm>
            <a:off x="2173317" y="485325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1" name="pt699">
            <a:extLst>
              <a:ext uri="{FF2B5EF4-FFF2-40B4-BE49-F238E27FC236}">
                <a16:creationId xmlns:a16="http://schemas.microsoft.com/office/drawing/2014/main" id="{6521A647-DF04-E54F-B6AD-119D5E038092}"/>
              </a:ext>
            </a:extLst>
          </p:cNvPr>
          <p:cNvSpPr/>
          <p:nvPr/>
        </p:nvSpPr>
        <p:spPr>
          <a:xfrm>
            <a:off x="2182731" y="4966018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2" name="pt700">
            <a:extLst>
              <a:ext uri="{FF2B5EF4-FFF2-40B4-BE49-F238E27FC236}">
                <a16:creationId xmlns:a16="http://schemas.microsoft.com/office/drawing/2014/main" id="{42BEF741-FCA3-CD40-A886-1E3EE17D67EC}"/>
              </a:ext>
            </a:extLst>
          </p:cNvPr>
          <p:cNvSpPr/>
          <p:nvPr/>
        </p:nvSpPr>
        <p:spPr>
          <a:xfrm>
            <a:off x="2084830" y="503545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3" name="pt701">
            <a:extLst>
              <a:ext uri="{FF2B5EF4-FFF2-40B4-BE49-F238E27FC236}">
                <a16:creationId xmlns:a16="http://schemas.microsoft.com/office/drawing/2014/main" id="{FE76FCF8-C5EC-8D44-A4DC-370C94E971B9}"/>
              </a:ext>
            </a:extLst>
          </p:cNvPr>
          <p:cNvSpPr/>
          <p:nvPr/>
        </p:nvSpPr>
        <p:spPr>
          <a:xfrm>
            <a:off x="2141941" y="4442153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4" name="pt702">
            <a:extLst>
              <a:ext uri="{FF2B5EF4-FFF2-40B4-BE49-F238E27FC236}">
                <a16:creationId xmlns:a16="http://schemas.microsoft.com/office/drawing/2014/main" id="{5453DF7D-8A09-A04C-BCD7-BD9FF4C1EEA6}"/>
              </a:ext>
            </a:extLst>
          </p:cNvPr>
          <p:cNvSpPr/>
          <p:nvPr/>
        </p:nvSpPr>
        <p:spPr>
          <a:xfrm>
            <a:off x="2133051" y="496272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5" name="pt703">
            <a:extLst>
              <a:ext uri="{FF2B5EF4-FFF2-40B4-BE49-F238E27FC236}">
                <a16:creationId xmlns:a16="http://schemas.microsoft.com/office/drawing/2014/main" id="{69E6FFBD-90D2-AA4D-BCD7-3FE21DB3FDA8}"/>
              </a:ext>
            </a:extLst>
          </p:cNvPr>
          <p:cNvSpPr/>
          <p:nvPr/>
        </p:nvSpPr>
        <p:spPr>
          <a:xfrm>
            <a:off x="2102252" y="508823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6" name="pt704">
            <a:extLst>
              <a:ext uri="{FF2B5EF4-FFF2-40B4-BE49-F238E27FC236}">
                <a16:creationId xmlns:a16="http://schemas.microsoft.com/office/drawing/2014/main" id="{BD7423F3-E8F2-F543-923E-ABE2E4EDDE80}"/>
              </a:ext>
            </a:extLst>
          </p:cNvPr>
          <p:cNvSpPr/>
          <p:nvPr/>
        </p:nvSpPr>
        <p:spPr>
          <a:xfrm>
            <a:off x="2095899" y="4514436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7" name="pt705">
            <a:extLst>
              <a:ext uri="{FF2B5EF4-FFF2-40B4-BE49-F238E27FC236}">
                <a16:creationId xmlns:a16="http://schemas.microsoft.com/office/drawing/2014/main" id="{63A51EE4-6250-614B-8171-D77645E6A251}"/>
              </a:ext>
            </a:extLst>
          </p:cNvPr>
          <p:cNvSpPr/>
          <p:nvPr/>
        </p:nvSpPr>
        <p:spPr>
          <a:xfrm>
            <a:off x="2159875" y="4652566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8" name="pt706">
            <a:extLst>
              <a:ext uri="{FF2B5EF4-FFF2-40B4-BE49-F238E27FC236}">
                <a16:creationId xmlns:a16="http://schemas.microsoft.com/office/drawing/2014/main" id="{6418638C-6DAC-0140-A402-D48AD18D7977}"/>
              </a:ext>
            </a:extLst>
          </p:cNvPr>
          <p:cNvSpPr/>
          <p:nvPr/>
        </p:nvSpPr>
        <p:spPr>
          <a:xfrm>
            <a:off x="2147829" y="486399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9" name="pt707">
            <a:extLst>
              <a:ext uri="{FF2B5EF4-FFF2-40B4-BE49-F238E27FC236}">
                <a16:creationId xmlns:a16="http://schemas.microsoft.com/office/drawing/2014/main" id="{414A5904-BFE2-9D4C-9A71-F59B0FAEDFC7}"/>
              </a:ext>
            </a:extLst>
          </p:cNvPr>
          <p:cNvSpPr/>
          <p:nvPr/>
        </p:nvSpPr>
        <p:spPr>
          <a:xfrm>
            <a:off x="2116607" y="5140269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0" name="pt708">
            <a:extLst>
              <a:ext uri="{FF2B5EF4-FFF2-40B4-BE49-F238E27FC236}">
                <a16:creationId xmlns:a16="http://schemas.microsoft.com/office/drawing/2014/main" id="{9BCE06AA-5E6F-BC46-B40F-1F784DE9BE35}"/>
              </a:ext>
            </a:extLst>
          </p:cNvPr>
          <p:cNvSpPr/>
          <p:nvPr/>
        </p:nvSpPr>
        <p:spPr>
          <a:xfrm>
            <a:off x="2171422" y="4957920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1" name="pt709">
            <a:extLst>
              <a:ext uri="{FF2B5EF4-FFF2-40B4-BE49-F238E27FC236}">
                <a16:creationId xmlns:a16="http://schemas.microsoft.com/office/drawing/2014/main" id="{A9F02322-C1A8-7144-94C4-BEF477F91C66}"/>
              </a:ext>
            </a:extLst>
          </p:cNvPr>
          <p:cNvSpPr/>
          <p:nvPr/>
        </p:nvSpPr>
        <p:spPr>
          <a:xfrm>
            <a:off x="2099170" y="4844683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2" name="pt710">
            <a:extLst>
              <a:ext uri="{FF2B5EF4-FFF2-40B4-BE49-F238E27FC236}">
                <a16:creationId xmlns:a16="http://schemas.microsoft.com/office/drawing/2014/main" id="{C381BF3A-69BB-FF4A-BC5B-B14C04B0E969}"/>
              </a:ext>
            </a:extLst>
          </p:cNvPr>
          <p:cNvSpPr/>
          <p:nvPr/>
        </p:nvSpPr>
        <p:spPr>
          <a:xfrm>
            <a:off x="2480338" y="4924887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3" name="pt711">
            <a:extLst>
              <a:ext uri="{FF2B5EF4-FFF2-40B4-BE49-F238E27FC236}">
                <a16:creationId xmlns:a16="http://schemas.microsoft.com/office/drawing/2014/main" id="{A3FAE6B9-51E3-B949-AFA5-5930C9605C88}"/>
              </a:ext>
            </a:extLst>
          </p:cNvPr>
          <p:cNvSpPr/>
          <p:nvPr/>
        </p:nvSpPr>
        <p:spPr>
          <a:xfrm>
            <a:off x="2467365" y="4917858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4" name="pt712">
            <a:extLst>
              <a:ext uri="{FF2B5EF4-FFF2-40B4-BE49-F238E27FC236}">
                <a16:creationId xmlns:a16="http://schemas.microsoft.com/office/drawing/2014/main" id="{5871009C-1844-654A-B13A-812554B104E5}"/>
              </a:ext>
            </a:extLst>
          </p:cNvPr>
          <p:cNvSpPr/>
          <p:nvPr/>
        </p:nvSpPr>
        <p:spPr>
          <a:xfrm>
            <a:off x="2462125" y="4942357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5" name="pt713">
            <a:extLst>
              <a:ext uri="{FF2B5EF4-FFF2-40B4-BE49-F238E27FC236}">
                <a16:creationId xmlns:a16="http://schemas.microsoft.com/office/drawing/2014/main" id="{9E5AA29B-352F-884F-9407-0FDFD7E20DA6}"/>
              </a:ext>
            </a:extLst>
          </p:cNvPr>
          <p:cNvSpPr/>
          <p:nvPr/>
        </p:nvSpPr>
        <p:spPr>
          <a:xfrm>
            <a:off x="2540632" y="503813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6" name="pt714">
            <a:extLst>
              <a:ext uri="{FF2B5EF4-FFF2-40B4-BE49-F238E27FC236}">
                <a16:creationId xmlns:a16="http://schemas.microsoft.com/office/drawing/2014/main" id="{277EB228-58DD-5B48-A1E5-A72BEA4D8A47}"/>
              </a:ext>
            </a:extLst>
          </p:cNvPr>
          <p:cNvSpPr/>
          <p:nvPr/>
        </p:nvSpPr>
        <p:spPr>
          <a:xfrm>
            <a:off x="2493655" y="4894527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7" name="pt715">
            <a:extLst>
              <a:ext uri="{FF2B5EF4-FFF2-40B4-BE49-F238E27FC236}">
                <a16:creationId xmlns:a16="http://schemas.microsoft.com/office/drawing/2014/main" id="{AF119C34-DD14-6540-BEC9-C92F364A8CD5}"/>
              </a:ext>
            </a:extLst>
          </p:cNvPr>
          <p:cNvSpPr/>
          <p:nvPr/>
        </p:nvSpPr>
        <p:spPr>
          <a:xfrm>
            <a:off x="2541318" y="4853723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8" name="pt716">
            <a:extLst>
              <a:ext uri="{FF2B5EF4-FFF2-40B4-BE49-F238E27FC236}">
                <a16:creationId xmlns:a16="http://schemas.microsoft.com/office/drawing/2014/main" id="{5F1EF5D6-C7E8-7145-914C-303F3D26EFAA}"/>
              </a:ext>
            </a:extLst>
          </p:cNvPr>
          <p:cNvSpPr/>
          <p:nvPr/>
        </p:nvSpPr>
        <p:spPr>
          <a:xfrm>
            <a:off x="2518072" y="4827574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9" name="pt717">
            <a:extLst>
              <a:ext uri="{FF2B5EF4-FFF2-40B4-BE49-F238E27FC236}">
                <a16:creationId xmlns:a16="http://schemas.microsoft.com/office/drawing/2014/main" id="{7ABC52A2-581B-754D-8373-DD08CADE4A3F}"/>
              </a:ext>
            </a:extLst>
          </p:cNvPr>
          <p:cNvSpPr/>
          <p:nvPr/>
        </p:nvSpPr>
        <p:spPr>
          <a:xfrm>
            <a:off x="2538857" y="4916886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0" name="pt718">
            <a:extLst>
              <a:ext uri="{FF2B5EF4-FFF2-40B4-BE49-F238E27FC236}">
                <a16:creationId xmlns:a16="http://schemas.microsoft.com/office/drawing/2014/main" id="{CA34D2DC-2617-EE41-877A-7233B5CDA96D}"/>
              </a:ext>
            </a:extLst>
          </p:cNvPr>
          <p:cNvSpPr/>
          <p:nvPr/>
        </p:nvSpPr>
        <p:spPr>
          <a:xfrm>
            <a:off x="2471548" y="5041597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1" name="pt719">
            <a:extLst>
              <a:ext uri="{FF2B5EF4-FFF2-40B4-BE49-F238E27FC236}">
                <a16:creationId xmlns:a16="http://schemas.microsoft.com/office/drawing/2014/main" id="{03E67533-DC0F-A647-A5DD-F979FD25E007}"/>
              </a:ext>
            </a:extLst>
          </p:cNvPr>
          <p:cNvSpPr/>
          <p:nvPr/>
        </p:nvSpPr>
        <p:spPr>
          <a:xfrm>
            <a:off x="2485962" y="4723897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2" name="pt720">
            <a:extLst>
              <a:ext uri="{FF2B5EF4-FFF2-40B4-BE49-F238E27FC236}">
                <a16:creationId xmlns:a16="http://schemas.microsoft.com/office/drawing/2014/main" id="{664B2737-4439-A243-80BD-23D419A64AB5}"/>
              </a:ext>
            </a:extLst>
          </p:cNvPr>
          <p:cNvSpPr/>
          <p:nvPr/>
        </p:nvSpPr>
        <p:spPr>
          <a:xfrm>
            <a:off x="2494462" y="5058221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3" name="pt721">
            <a:extLst>
              <a:ext uri="{FF2B5EF4-FFF2-40B4-BE49-F238E27FC236}">
                <a16:creationId xmlns:a16="http://schemas.microsoft.com/office/drawing/2014/main" id="{AB274992-93E4-F34A-AE80-98D43FB97EE2}"/>
              </a:ext>
            </a:extLst>
          </p:cNvPr>
          <p:cNvSpPr/>
          <p:nvPr/>
        </p:nvSpPr>
        <p:spPr>
          <a:xfrm>
            <a:off x="2539020" y="4935332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4" name="pt722">
            <a:extLst>
              <a:ext uri="{FF2B5EF4-FFF2-40B4-BE49-F238E27FC236}">
                <a16:creationId xmlns:a16="http://schemas.microsoft.com/office/drawing/2014/main" id="{A0621942-FCBD-6F4C-9A99-A526955DBE23}"/>
              </a:ext>
            </a:extLst>
          </p:cNvPr>
          <p:cNvSpPr/>
          <p:nvPr/>
        </p:nvSpPr>
        <p:spPr>
          <a:xfrm>
            <a:off x="2505910" y="5004377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5" name="pt723">
            <a:extLst>
              <a:ext uri="{FF2B5EF4-FFF2-40B4-BE49-F238E27FC236}">
                <a16:creationId xmlns:a16="http://schemas.microsoft.com/office/drawing/2014/main" id="{BC9379DE-1C9E-2B43-A542-4C2CCA0E18C6}"/>
              </a:ext>
            </a:extLst>
          </p:cNvPr>
          <p:cNvSpPr/>
          <p:nvPr/>
        </p:nvSpPr>
        <p:spPr>
          <a:xfrm>
            <a:off x="2481924" y="515865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6" name="pt724">
            <a:extLst>
              <a:ext uri="{FF2B5EF4-FFF2-40B4-BE49-F238E27FC236}">
                <a16:creationId xmlns:a16="http://schemas.microsoft.com/office/drawing/2014/main" id="{57969146-0B99-234B-93EA-EA4D0B4C1000}"/>
              </a:ext>
            </a:extLst>
          </p:cNvPr>
          <p:cNvSpPr/>
          <p:nvPr/>
        </p:nvSpPr>
        <p:spPr>
          <a:xfrm>
            <a:off x="2483970" y="5031471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7" name="pt725">
            <a:extLst>
              <a:ext uri="{FF2B5EF4-FFF2-40B4-BE49-F238E27FC236}">
                <a16:creationId xmlns:a16="http://schemas.microsoft.com/office/drawing/2014/main" id="{F2036DE5-1CB1-E243-8A7F-1FEF13D2E778}"/>
              </a:ext>
            </a:extLst>
          </p:cNvPr>
          <p:cNvSpPr/>
          <p:nvPr/>
        </p:nvSpPr>
        <p:spPr>
          <a:xfrm>
            <a:off x="2472845" y="5085720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8" name="pt726">
            <a:extLst>
              <a:ext uri="{FF2B5EF4-FFF2-40B4-BE49-F238E27FC236}">
                <a16:creationId xmlns:a16="http://schemas.microsoft.com/office/drawing/2014/main" id="{8DA169BF-F8A1-D546-A4D4-053F7923862A}"/>
              </a:ext>
            </a:extLst>
          </p:cNvPr>
          <p:cNvSpPr/>
          <p:nvPr/>
        </p:nvSpPr>
        <p:spPr>
          <a:xfrm>
            <a:off x="2516097" y="5017029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9" name="pt727">
            <a:extLst>
              <a:ext uri="{FF2B5EF4-FFF2-40B4-BE49-F238E27FC236}">
                <a16:creationId xmlns:a16="http://schemas.microsoft.com/office/drawing/2014/main" id="{CED95CB2-59A6-C744-99FB-9C17D137F7D3}"/>
              </a:ext>
            </a:extLst>
          </p:cNvPr>
          <p:cNvSpPr/>
          <p:nvPr/>
        </p:nvSpPr>
        <p:spPr>
          <a:xfrm>
            <a:off x="2543686" y="487820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0" name="pt728">
            <a:extLst>
              <a:ext uri="{FF2B5EF4-FFF2-40B4-BE49-F238E27FC236}">
                <a16:creationId xmlns:a16="http://schemas.microsoft.com/office/drawing/2014/main" id="{11CF9B57-103F-B949-A473-1D5944D457F8}"/>
              </a:ext>
            </a:extLst>
          </p:cNvPr>
          <p:cNvSpPr/>
          <p:nvPr/>
        </p:nvSpPr>
        <p:spPr>
          <a:xfrm>
            <a:off x="2480508" y="505561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1" name="pt729">
            <a:extLst>
              <a:ext uri="{FF2B5EF4-FFF2-40B4-BE49-F238E27FC236}">
                <a16:creationId xmlns:a16="http://schemas.microsoft.com/office/drawing/2014/main" id="{480B7506-E8C8-ED43-AE72-00AB7B4200C1}"/>
              </a:ext>
            </a:extLst>
          </p:cNvPr>
          <p:cNvSpPr/>
          <p:nvPr/>
        </p:nvSpPr>
        <p:spPr>
          <a:xfrm>
            <a:off x="2519788" y="4821833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2" name="pt730">
            <a:extLst>
              <a:ext uri="{FF2B5EF4-FFF2-40B4-BE49-F238E27FC236}">
                <a16:creationId xmlns:a16="http://schemas.microsoft.com/office/drawing/2014/main" id="{86379521-7E31-584E-80F7-1AB75991286D}"/>
              </a:ext>
            </a:extLst>
          </p:cNvPr>
          <p:cNvSpPr/>
          <p:nvPr/>
        </p:nvSpPr>
        <p:spPr>
          <a:xfrm>
            <a:off x="2538552" y="4977172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3" name="pt731">
            <a:extLst>
              <a:ext uri="{FF2B5EF4-FFF2-40B4-BE49-F238E27FC236}">
                <a16:creationId xmlns:a16="http://schemas.microsoft.com/office/drawing/2014/main" id="{415FB3EE-E2FC-0445-8FBF-EE03DABED5E6}"/>
              </a:ext>
            </a:extLst>
          </p:cNvPr>
          <p:cNvSpPr/>
          <p:nvPr/>
        </p:nvSpPr>
        <p:spPr>
          <a:xfrm>
            <a:off x="2499060" y="4848780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4" name="pt732">
            <a:extLst>
              <a:ext uri="{FF2B5EF4-FFF2-40B4-BE49-F238E27FC236}">
                <a16:creationId xmlns:a16="http://schemas.microsoft.com/office/drawing/2014/main" id="{0CF609CA-C114-1642-AB4E-CB97BDCFCF6A}"/>
              </a:ext>
            </a:extLst>
          </p:cNvPr>
          <p:cNvSpPr/>
          <p:nvPr/>
        </p:nvSpPr>
        <p:spPr>
          <a:xfrm>
            <a:off x="2471377" y="493125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5" name="pt733">
            <a:extLst>
              <a:ext uri="{FF2B5EF4-FFF2-40B4-BE49-F238E27FC236}">
                <a16:creationId xmlns:a16="http://schemas.microsoft.com/office/drawing/2014/main" id="{B06801B2-943C-F740-8664-B7B786FDFE2A}"/>
              </a:ext>
            </a:extLst>
          </p:cNvPr>
          <p:cNvSpPr/>
          <p:nvPr/>
        </p:nvSpPr>
        <p:spPr>
          <a:xfrm>
            <a:off x="2527831" y="509399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6" name="pg734">
            <a:extLst>
              <a:ext uri="{FF2B5EF4-FFF2-40B4-BE49-F238E27FC236}">
                <a16:creationId xmlns:a16="http://schemas.microsoft.com/office/drawing/2014/main" id="{B4549E49-FB9D-A449-BB0B-D3FADC1F3637}"/>
              </a:ext>
            </a:extLst>
          </p:cNvPr>
          <p:cNvSpPr/>
          <p:nvPr/>
        </p:nvSpPr>
        <p:spPr>
          <a:xfrm>
            <a:off x="1449435" y="4787397"/>
            <a:ext cx="1084837" cy="277192"/>
          </a:xfrm>
          <a:custGeom>
            <a:avLst/>
            <a:gdLst/>
            <a:ahLst/>
            <a:cxnLst/>
            <a:rect l="0" t="0" r="0" b="0"/>
            <a:pathLst>
              <a:path w="1084837" h="277192">
                <a:moveTo>
                  <a:pt x="0" y="0"/>
                </a:moveTo>
                <a:lnTo>
                  <a:pt x="573142" y="77996"/>
                </a:lnTo>
                <a:lnTo>
                  <a:pt x="723224" y="90962"/>
                </a:lnTo>
                <a:lnTo>
                  <a:pt x="934754" y="103160"/>
                </a:lnTo>
                <a:lnTo>
                  <a:pt x="1084837" y="108242"/>
                </a:lnTo>
                <a:lnTo>
                  <a:pt x="1084837" y="277192"/>
                </a:lnTo>
                <a:lnTo>
                  <a:pt x="934754" y="256437"/>
                </a:lnTo>
                <a:lnTo>
                  <a:pt x="723224" y="232220"/>
                </a:lnTo>
                <a:lnTo>
                  <a:pt x="573142" y="219349"/>
                </a:lnTo>
                <a:lnTo>
                  <a:pt x="0" y="198679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7" name="pl735">
            <a:extLst>
              <a:ext uri="{FF2B5EF4-FFF2-40B4-BE49-F238E27FC236}">
                <a16:creationId xmlns:a16="http://schemas.microsoft.com/office/drawing/2014/main" id="{3A39D056-BF06-C643-B770-8776EF057B7C}"/>
              </a:ext>
            </a:extLst>
          </p:cNvPr>
          <p:cNvSpPr/>
          <p:nvPr/>
        </p:nvSpPr>
        <p:spPr>
          <a:xfrm>
            <a:off x="1449435" y="4787397"/>
            <a:ext cx="1084837" cy="108242"/>
          </a:xfrm>
          <a:custGeom>
            <a:avLst/>
            <a:gdLst/>
            <a:ahLst/>
            <a:cxnLst/>
            <a:rect l="0" t="0" r="0" b="0"/>
            <a:pathLst>
              <a:path w="1084837" h="108242">
                <a:moveTo>
                  <a:pt x="0" y="0"/>
                </a:moveTo>
                <a:lnTo>
                  <a:pt x="573142" y="77996"/>
                </a:lnTo>
                <a:lnTo>
                  <a:pt x="723224" y="90962"/>
                </a:lnTo>
                <a:lnTo>
                  <a:pt x="934754" y="103160"/>
                </a:lnTo>
                <a:lnTo>
                  <a:pt x="1084837" y="108242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738" name="pl736">
            <a:extLst>
              <a:ext uri="{FF2B5EF4-FFF2-40B4-BE49-F238E27FC236}">
                <a16:creationId xmlns:a16="http://schemas.microsoft.com/office/drawing/2014/main" id="{2BEDC133-F4A6-FC44-90C2-9DC4A0A7140A}"/>
              </a:ext>
            </a:extLst>
          </p:cNvPr>
          <p:cNvSpPr/>
          <p:nvPr/>
        </p:nvSpPr>
        <p:spPr>
          <a:xfrm>
            <a:off x="1449435" y="4986076"/>
            <a:ext cx="1084837" cy="78513"/>
          </a:xfrm>
          <a:custGeom>
            <a:avLst/>
            <a:gdLst/>
            <a:ahLst/>
            <a:cxnLst/>
            <a:rect l="0" t="0" r="0" b="0"/>
            <a:pathLst>
              <a:path w="1084837" h="78513">
                <a:moveTo>
                  <a:pt x="1084837" y="78513"/>
                </a:moveTo>
                <a:lnTo>
                  <a:pt x="934754" y="57758"/>
                </a:lnTo>
                <a:lnTo>
                  <a:pt x="723224" y="33540"/>
                </a:lnTo>
                <a:lnTo>
                  <a:pt x="573142" y="20670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739" name="pl737">
            <a:extLst>
              <a:ext uri="{FF2B5EF4-FFF2-40B4-BE49-F238E27FC236}">
                <a16:creationId xmlns:a16="http://schemas.microsoft.com/office/drawing/2014/main" id="{D87BA10E-D301-E64C-9A59-3A48F63E8589}"/>
              </a:ext>
            </a:extLst>
          </p:cNvPr>
          <p:cNvSpPr/>
          <p:nvPr/>
        </p:nvSpPr>
        <p:spPr>
          <a:xfrm>
            <a:off x="1449435" y="4886737"/>
            <a:ext cx="1084837" cy="93377"/>
          </a:xfrm>
          <a:custGeom>
            <a:avLst/>
            <a:gdLst/>
            <a:ahLst/>
            <a:cxnLst/>
            <a:rect l="0" t="0" r="0" b="0"/>
            <a:pathLst>
              <a:path w="1084837" h="93377">
                <a:moveTo>
                  <a:pt x="0" y="0"/>
                </a:moveTo>
                <a:lnTo>
                  <a:pt x="573142" y="49333"/>
                </a:lnTo>
                <a:lnTo>
                  <a:pt x="723224" y="62251"/>
                </a:lnTo>
                <a:lnTo>
                  <a:pt x="934754" y="80459"/>
                </a:lnTo>
                <a:lnTo>
                  <a:pt x="1084837" y="93377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740" name="tx738">
            <a:extLst>
              <a:ext uri="{FF2B5EF4-FFF2-40B4-BE49-F238E27FC236}">
                <a16:creationId xmlns:a16="http://schemas.microsoft.com/office/drawing/2014/main" id="{8476884A-BEA4-B747-A055-3B137D48DBCA}"/>
              </a:ext>
            </a:extLst>
          </p:cNvPr>
          <p:cNvSpPr/>
          <p:nvPr/>
        </p:nvSpPr>
        <p:spPr>
          <a:xfrm>
            <a:off x="1991064" y="4174920"/>
            <a:ext cx="70591" cy="910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</a:p>
        </p:txBody>
      </p:sp>
      <p:sp>
        <p:nvSpPr>
          <p:cNvPr id="741" name="tx739">
            <a:extLst>
              <a:ext uri="{FF2B5EF4-FFF2-40B4-BE49-F238E27FC236}">
                <a16:creationId xmlns:a16="http://schemas.microsoft.com/office/drawing/2014/main" id="{9EAE0A25-4DB7-0640-BBCD-530165D5B48D}"/>
              </a:ext>
            </a:extLst>
          </p:cNvPr>
          <p:cNvSpPr/>
          <p:nvPr/>
        </p:nvSpPr>
        <p:spPr>
          <a:xfrm>
            <a:off x="2071860" y="4174828"/>
            <a:ext cx="462412" cy="911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0.117</a:t>
            </a:r>
          </a:p>
        </p:txBody>
      </p:sp>
      <p:sp>
        <p:nvSpPr>
          <p:cNvPr id="742" name="rc740">
            <a:extLst>
              <a:ext uri="{FF2B5EF4-FFF2-40B4-BE49-F238E27FC236}">
                <a16:creationId xmlns:a16="http://schemas.microsoft.com/office/drawing/2014/main" id="{6BFDAA91-AA63-A946-AF49-61FED1E9BDB2}"/>
              </a:ext>
            </a:extLst>
          </p:cNvPr>
          <p:cNvSpPr/>
          <p:nvPr/>
        </p:nvSpPr>
        <p:spPr>
          <a:xfrm>
            <a:off x="1342663" y="4132731"/>
            <a:ext cx="1297990" cy="117153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3" name="pl741">
            <a:extLst>
              <a:ext uri="{FF2B5EF4-FFF2-40B4-BE49-F238E27FC236}">
                <a16:creationId xmlns:a16="http://schemas.microsoft.com/office/drawing/2014/main" id="{D5041AEF-3734-4742-A896-575F7F9E38AF}"/>
              </a:ext>
            </a:extLst>
          </p:cNvPr>
          <p:cNvSpPr/>
          <p:nvPr/>
        </p:nvSpPr>
        <p:spPr>
          <a:xfrm>
            <a:off x="1342663" y="4132731"/>
            <a:ext cx="0" cy="1171531"/>
          </a:xfrm>
          <a:custGeom>
            <a:avLst/>
            <a:gdLst/>
            <a:ahLst/>
            <a:cxnLst/>
            <a:rect l="0" t="0" r="0" b="0"/>
            <a:pathLst>
              <a:path h="1171531">
                <a:moveTo>
                  <a:pt x="0" y="11715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44" name="tx742">
            <a:extLst>
              <a:ext uri="{FF2B5EF4-FFF2-40B4-BE49-F238E27FC236}">
                <a16:creationId xmlns:a16="http://schemas.microsoft.com/office/drawing/2014/main" id="{3A9D50E8-096D-A64D-B249-1B652C93777B}"/>
              </a:ext>
            </a:extLst>
          </p:cNvPr>
          <p:cNvSpPr/>
          <p:nvPr/>
        </p:nvSpPr>
        <p:spPr>
          <a:xfrm rot="16200000">
            <a:off x="1152636" y="5160841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0.1</a:t>
            </a:r>
          </a:p>
        </p:txBody>
      </p:sp>
      <p:sp>
        <p:nvSpPr>
          <p:cNvPr id="745" name="tx743">
            <a:extLst>
              <a:ext uri="{FF2B5EF4-FFF2-40B4-BE49-F238E27FC236}">
                <a16:creationId xmlns:a16="http://schemas.microsoft.com/office/drawing/2014/main" id="{FA5D6279-C0D3-F647-B455-89B852555A66}"/>
              </a:ext>
            </a:extLst>
          </p:cNvPr>
          <p:cNvSpPr/>
          <p:nvPr/>
        </p:nvSpPr>
        <p:spPr>
          <a:xfrm rot="16200000">
            <a:off x="1152636" y="4787660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0.2</a:t>
            </a:r>
          </a:p>
        </p:txBody>
      </p:sp>
      <p:sp>
        <p:nvSpPr>
          <p:cNvPr id="746" name="tx744">
            <a:extLst>
              <a:ext uri="{FF2B5EF4-FFF2-40B4-BE49-F238E27FC236}">
                <a16:creationId xmlns:a16="http://schemas.microsoft.com/office/drawing/2014/main" id="{6E11883F-D884-054B-B882-F9AA66B8812F}"/>
              </a:ext>
            </a:extLst>
          </p:cNvPr>
          <p:cNvSpPr/>
          <p:nvPr/>
        </p:nvSpPr>
        <p:spPr>
          <a:xfrm rot="16200000">
            <a:off x="1152636" y="4414479"/>
            <a:ext cx="158831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0.3</a:t>
            </a:r>
          </a:p>
        </p:txBody>
      </p:sp>
      <p:sp>
        <p:nvSpPr>
          <p:cNvPr id="747" name="pl745">
            <a:extLst>
              <a:ext uri="{FF2B5EF4-FFF2-40B4-BE49-F238E27FC236}">
                <a16:creationId xmlns:a16="http://schemas.microsoft.com/office/drawing/2014/main" id="{881BDD5A-B82C-2342-9CB4-AA197D51A8B2}"/>
              </a:ext>
            </a:extLst>
          </p:cNvPr>
          <p:cNvSpPr/>
          <p:nvPr/>
        </p:nvSpPr>
        <p:spPr>
          <a:xfrm>
            <a:off x="1311032" y="5201852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48" name="pl746">
            <a:extLst>
              <a:ext uri="{FF2B5EF4-FFF2-40B4-BE49-F238E27FC236}">
                <a16:creationId xmlns:a16="http://schemas.microsoft.com/office/drawing/2014/main" id="{ECAA35AC-245B-3947-9E43-86D627164C7F}"/>
              </a:ext>
            </a:extLst>
          </p:cNvPr>
          <p:cNvSpPr/>
          <p:nvPr/>
        </p:nvSpPr>
        <p:spPr>
          <a:xfrm>
            <a:off x="1311032" y="4828671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49" name="pl747">
            <a:extLst>
              <a:ext uri="{FF2B5EF4-FFF2-40B4-BE49-F238E27FC236}">
                <a16:creationId xmlns:a16="http://schemas.microsoft.com/office/drawing/2014/main" id="{A7569622-75BE-A745-873E-09FDCF13D72D}"/>
              </a:ext>
            </a:extLst>
          </p:cNvPr>
          <p:cNvSpPr/>
          <p:nvPr/>
        </p:nvSpPr>
        <p:spPr>
          <a:xfrm>
            <a:off x="1311032" y="4455490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50" name="pl748">
            <a:extLst>
              <a:ext uri="{FF2B5EF4-FFF2-40B4-BE49-F238E27FC236}">
                <a16:creationId xmlns:a16="http://schemas.microsoft.com/office/drawing/2014/main" id="{C8C3152D-7DB3-484B-9485-A418BC4E7624}"/>
              </a:ext>
            </a:extLst>
          </p:cNvPr>
          <p:cNvSpPr/>
          <p:nvPr/>
        </p:nvSpPr>
        <p:spPr>
          <a:xfrm>
            <a:off x="1342663" y="5304263"/>
            <a:ext cx="1297990" cy="0"/>
          </a:xfrm>
          <a:custGeom>
            <a:avLst/>
            <a:gdLst/>
            <a:ahLst/>
            <a:cxnLst/>
            <a:rect l="0" t="0" r="0" b="0"/>
            <a:pathLst>
              <a:path w="1297990">
                <a:moveTo>
                  <a:pt x="0" y="0"/>
                </a:moveTo>
                <a:lnTo>
                  <a:pt x="129799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51" name="pl749">
            <a:extLst>
              <a:ext uri="{FF2B5EF4-FFF2-40B4-BE49-F238E27FC236}">
                <a16:creationId xmlns:a16="http://schemas.microsoft.com/office/drawing/2014/main" id="{F272A068-3E1A-1D4F-925D-789D45E0EB08}"/>
              </a:ext>
            </a:extLst>
          </p:cNvPr>
          <p:cNvSpPr/>
          <p:nvPr/>
        </p:nvSpPr>
        <p:spPr>
          <a:xfrm>
            <a:off x="1449435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52" name="pl750">
            <a:extLst>
              <a:ext uri="{FF2B5EF4-FFF2-40B4-BE49-F238E27FC236}">
                <a16:creationId xmlns:a16="http://schemas.microsoft.com/office/drawing/2014/main" id="{9BCCA258-4E86-8245-A753-074BD7CD11BC}"/>
              </a:ext>
            </a:extLst>
          </p:cNvPr>
          <p:cNvSpPr/>
          <p:nvPr/>
        </p:nvSpPr>
        <p:spPr>
          <a:xfrm>
            <a:off x="1811047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53" name="pl751">
            <a:extLst>
              <a:ext uri="{FF2B5EF4-FFF2-40B4-BE49-F238E27FC236}">
                <a16:creationId xmlns:a16="http://schemas.microsoft.com/office/drawing/2014/main" id="{D6ADBEFE-FDB5-C446-9571-984D2E7A522F}"/>
              </a:ext>
            </a:extLst>
          </p:cNvPr>
          <p:cNvSpPr/>
          <p:nvPr/>
        </p:nvSpPr>
        <p:spPr>
          <a:xfrm>
            <a:off x="2172660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54" name="pl752">
            <a:extLst>
              <a:ext uri="{FF2B5EF4-FFF2-40B4-BE49-F238E27FC236}">
                <a16:creationId xmlns:a16="http://schemas.microsoft.com/office/drawing/2014/main" id="{81EC56B8-2685-4D4A-A9A4-A6AEEDAD0586}"/>
              </a:ext>
            </a:extLst>
          </p:cNvPr>
          <p:cNvSpPr/>
          <p:nvPr/>
        </p:nvSpPr>
        <p:spPr>
          <a:xfrm>
            <a:off x="2534272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55" name="tx753">
            <a:extLst>
              <a:ext uri="{FF2B5EF4-FFF2-40B4-BE49-F238E27FC236}">
                <a16:creationId xmlns:a16="http://schemas.microsoft.com/office/drawing/2014/main" id="{29D978E3-87CE-AB46-89B2-479FEC94B425}"/>
              </a:ext>
            </a:extLst>
          </p:cNvPr>
          <p:cNvSpPr/>
          <p:nvPr/>
        </p:nvSpPr>
        <p:spPr>
          <a:xfrm>
            <a:off x="1417660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756" name="tx754">
            <a:extLst>
              <a:ext uri="{FF2B5EF4-FFF2-40B4-BE49-F238E27FC236}">
                <a16:creationId xmlns:a16="http://schemas.microsoft.com/office/drawing/2014/main" id="{F4252392-3458-324E-82B1-26CBE5AD27C6}"/>
              </a:ext>
            </a:extLst>
          </p:cNvPr>
          <p:cNvSpPr/>
          <p:nvPr/>
        </p:nvSpPr>
        <p:spPr>
          <a:xfrm>
            <a:off x="1779272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757" name="tx755">
            <a:extLst>
              <a:ext uri="{FF2B5EF4-FFF2-40B4-BE49-F238E27FC236}">
                <a16:creationId xmlns:a16="http://schemas.microsoft.com/office/drawing/2014/main" id="{876E916B-DBB8-DE42-B22C-56755ABFC5B8}"/>
              </a:ext>
            </a:extLst>
          </p:cNvPr>
          <p:cNvSpPr/>
          <p:nvPr/>
        </p:nvSpPr>
        <p:spPr>
          <a:xfrm>
            <a:off x="2140884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758" name="tx756">
            <a:extLst>
              <a:ext uri="{FF2B5EF4-FFF2-40B4-BE49-F238E27FC236}">
                <a16:creationId xmlns:a16="http://schemas.microsoft.com/office/drawing/2014/main" id="{78923330-BD28-ED41-8328-1871BC3E88B2}"/>
              </a:ext>
            </a:extLst>
          </p:cNvPr>
          <p:cNvSpPr/>
          <p:nvPr/>
        </p:nvSpPr>
        <p:spPr>
          <a:xfrm>
            <a:off x="2502497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759" name="tx757">
            <a:extLst>
              <a:ext uri="{FF2B5EF4-FFF2-40B4-BE49-F238E27FC236}">
                <a16:creationId xmlns:a16="http://schemas.microsoft.com/office/drawing/2014/main" id="{7A2A16DE-9CD0-B54F-9C32-6849AD0277A4}"/>
              </a:ext>
            </a:extLst>
          </p:cNvPr>
          <p:cNvSpPr/>
          <p:nvPr/>
        </p:nvSpPr>
        <p:spPr>
          <a:xfrm>
            <a:off x="1704354" y="5537269"/>
            <a:ext cx="5746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Richness</a:t>
            </a:r>
          </a:p>
        </p:txBody>
      </p:sp>
      <p:sp>
        <p:nvSpPr>
          <p:cNvPr id="760" name="tx758">
            <a:extLst>
              <a:ext uri="{FF2B5EF4-FFF2-40B4-BE49-F238E27FC236}">
                <a16:creationId xmlns:a16="http://schemas.microsoft.com/office/drawing/2014/main" id="{9C3A65C4-1A7B-5548-AAE9-626A389C2AC4}"/>
              </a:ext>
            </a:extLst>
          </p:cNvPr>
          <p:cNvSpPr/>
          <p:nvPr/>
        </p:nvSpPr>
        <p:spPr>
          <a:xfrm>
            <a:off x="1342663" y="3937978"/>
            <a:ext cx="496610" cy="100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(h) SRL</a:t>
            </a:r>
          </a:p>
        </p:txBody>
      </p:sp>
      <p:sp>
        <p:nvSpPr>
          <p:cNvPr id="761" name="rc759">
            <a:extLst>
              <a:ext uri="{FF2B5EF4-FFF2-40B4-BE49-F238E27FC236}">
                <a16:creationId xmlns:a16="http://schemas.microsoft.com/office/drawing/2014/main" id="{D85A0C4A-9A93-CB43-B3F9-45D6952EE163}"/>
              </a:ext>
            </a:extLst>
          </p:cNvPr>
          <p:cNvSpPr/>
          <p:nvPr/>
        </p:nvSpPr>
        <p:spPr>
          <a:xfrm>
            <a:off x="2773505" y="4132731"/>
            <a:ext cx="1297990" cy="11715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2" name="pt760">
            <a:extLst>
              <a:ext uri="{FF2B5EF4-FFF2-40B4-BE49-F238E27FC236}">
                <a16:creationId xmlns:a16="http://schemas.microsoft.com/office/drawing/2014/main" id="{8BB17C4D-1E21-C841-AC14-7ADDB38A9BC4}"/>
              </a:ext>
            </a:extLst>
          </p:cNvPr>
          <p:cNvSpPr/>
          <p:nvPr/>
        </p:nvSpPr>
        <p:spPr>
          <a:xfrm>
            <a:off x="2876020" y="4654600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3" name="pt761">
            <a:extLst>
              <a:ext uri="{FF2B5EF4-FFF2-40B4-BE49-F238E27FC236}">
                <a16:creationId xmlns:a16="http://schemas.microsoft.com/office/drawing/2014/main" id="{68FDD8D4-AAE5-024B-8D9D-F7A22AC2C127}"/>
              </a:ext>
            </a:extLst>
          </p:cNvPr>
          <p:cNvSpPr/>
          <p:nvPr/>
        </p:nvSpPr>
        <p:spPr>
          <a:xfrm>
            <a:off x="2869460" y="439362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4" name="pt762">
            <a:extLst>
              <a:ext uri="{FF2B5EF4-FFF2-40B4-BE49-F238E27FC236}">
                <a16:creationId xmlns:a16="http://schemas.microsoft.com/office/drawing/2014/main" id="{617E7B37-9AA8-414C-8A9B-55FF0BA57170}"/>
              </a:ext>
            </a:extLst>
          </p:cNvPr>
          <p:cNvSpPr/>
          <p:nvPr/>
        </p:nvSpPr>
        <p:spPr>
          <a:xfrm>
            <a:off x="2838951" y="4708224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5" name="pt763">
            <a:extLst>
              <a:ext uri="{FF2B5EF4-FFF2-40B4-BE49-F238E27FC236}">
                <a16:creationId xmlns:a16="http://schemas.microsoft.com/office/drawing/2014/main" id="{D45196C8-F169-0443-9009-EC49C81440D9}"/>
              </a:ext>
            </a:extLst>
          </p:cNvPr>
          <p:cNvSpPr/>
          <p:nvPr/>
        </p:nvSpPr>
        <p:spPr>
          <a:xfrm>
            <a:off x="2837418" y="4667400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6" name="pt764">
            <a:extLst>
              <a:ext uri="{FF2B5EF4-FFF2-40B4-BE49-F238E27FC236}">
                <a16:creationId xmlns:a16="http://schemas.microsoft.com/office/drawing/2014/main" id="{5554E2A7-46F7-F640-A0C6-8801C003A5F4}"/>
              </a:ext>
            </a:extLst>
          </p:cNvPr>
          <p:cNvSpPr/>
          <p:nvPr/>
        </p:nvSpPr>
        <p:spPr>
          <a:xfrm>
            <a:off x="2837396" y="4254863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7" name="pt765">
            <a:extLst>
              <a:ext uri="{FF2B5EF4-FFF2-40B4-BE49-F238E27FC236}">
                <a16:creationId xmlns:a16="http://schemas.microsoft.com/office/drawing/2014/main" id="{5AA2F9D4-0C49-C342-B372-19E45C260814}"/>
              </a:ext>
            </a:extLst>
          </p:cNvPr>
          <p:cNvSpPr/>
          <p:nvPr/>
        </p:nvSpPr>
        <p:spPr>
          <a:xfrm>
            <a:off x="2794537" y="4626484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8" name="pt766">
            <a:extLst>
              <a:ext uri="{FF2B5EF4-FFF2-40B4-BE49-F238E27FC236}">
                <a16:creationId xmlns:a16="http://schemas.microsoft.com/office/drawing/2014/main" id="{27A17FDA-67EC-434E-9E6F-7BA83AE66A38}"/>
              </a:ext>
            </a:extLst>
          </p:cNvPr>
          <p:cNvSpPr/>
          <p:nvPr/>
        </p:nvSpPr>
        <p:spPr>
          <a:xfrm>
            <a:off x="2847808" y="4996324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9" name="pt767">
            <a:extLst>
              <a:ext uri="{FF2B5EF4-FFF2-40B4-BE49-F238E27FC236}">
                <a16:creationId xmlns:a16="http://schemas.microsoft.com/office/drawing/2014/main" id="{2708EF01-0332-7C4C-90F1-49B988613EAD}"/>
              </a:ext>
            </a:extLst>
          </p:cNvPr>
          <p:cNvSpPr/>
          <p:nvPr/>
        </p:nvSpPr>
        <p:spPr>
          <a:xfrm>
            <a:off x="2847915" y="4885989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0" name="pt768">
            <a:extLst>
              <a:ext uri="{FF2B5EF4-FFF2-40B4-BE49-F238E27FC236}">
                <a16:creationId xmlns:a16="http://schemas.microsoft.com/office/drawing/2014/main" id="{28E33550-78F0-F843-901A-E4A965001475}"/>
              </a:ext>
            </a:extLst>
          </p:cNvPr>
          <p:cNvSpPr/>
          <p:nvPr/>
        </p:nvSpPr>
        <p:spPr>
          <a:xfrm>
            <a:off x="2849964" y="467803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1" name="pt769">
            <a:extLst>
              <a:ext uri="{FF2B5EF4-FFF2-40B4-BE49-F238E27FC236}">
                <a16:creationId xmlns:a16="http://schemas.microsoft.com/office/drawing/2014/main" id="{F4308AA4-E792-1D4E-9C52-F8DF3C2E70EC}"/>
              </a:ext>
            </a:extLst>
          </p:cNvPr>
          <p:cNvSpPr/>
          <p:nvPr/>
        </p:nvSpPr>
        <p:spPr>
          <a:xfrm>
            <a:off x="2844568" y="418714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2" name="pt770">
            <a:extLst>
              <a:ext uri="{FF2B5EF4-FFF2-40B4-BE49-F238E27FC236}">
                <a16:creationId xmlns:a16="http://schemas.microsoft.com/office/drawing/2014/main" id="{574A8A77-4D6F-0248-983E-14B6E25C587A}"/>
              </a:ext>
            </a:extLst>
          </p:cNvPr>
          <p:cNvSpPr/>
          <p:nvPr/>
        </p:nvSpPr>
        <p:spPr>
          <a:xfrm>
            <a:off x="3244977" y="521304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3" name="pt771">
            <a:extLst>
              <a:ext uri="{FF2B5EF4-FFF2-40B4-BE49-F238E27FC236}">
                <a16:creationId xmlns:a16="http://schemas.microsoft.com/office/drawing/2014/main" id="{E38B931D-42BB-A243-8B70-D603AA6D5EED}"/>
              </a:ext>
            </a:extLst>
          </p:cNvPr>
          <p:cNvSpPr/>
          <p:nvPr/>
        </p:nvSpPr>
        <p:spPr>
          <a:xfrm>
            <a:off x="3234744" y="4609662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4" name="pt772">
            <a:extLst>
              <a:ext uri="{FF2B5EF4-FFF2-40B4-BE49-F238E27FC236}">
                <a16:creationId xmlns:a16="http://schemas.microsoft.com/office/drawing/2014/main" id="{297B44CD-457B-D840-9BDE-221C11BC4229}"/>
              </a:ext>
            </a:extLst>
          </p:cNvPr>
          <p:cNvSpPr/>
          <p:nvPr/>
        </p:nvSpPr>
        <p:spPr>
          <a:xfrm>
            <a:off x="3230663" y="471398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5" name="pt773">
            <a:extLst>
              <a:ext uri="{FF2B5EF4-FFF2-40B4-BE49-F238E27FC236}">
                <a16:creationId xmlns:a16="http://schemas.microsoft.com/office/drawing/2014/main" id="{DF216535-7EE0-614A-A6E5-A37A00A393D0}"/>
              </a:ext>
            </a:extLst>
          </p:cNvPr>
          <p:cNvSpPr/>
          <p:nvPr/>
        </p:nvSpPr>
        <p:spPr>
          <a:xfrm>
            <a:off x="3206048" y="509953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6" name="pt774">
            <a:extLst>
              <a:ext uri="{FF2B5EF4-FFF2-40B4-BE49-F238E27FC236}">
                <a16:creationId xmlns:a16="http://schemas.microsoft.com/office/drawing/2014/main" id="{8AB970F2-4F7D-684E-A6AB-E44E407F9006}"/>
              </a:ext>
            </a:extLst>
          </p:cNvPr>
          <p:cNvSpPr/>
          <p:nvPr/>
        </p:nvSpPr>
        <p:spPr>
          <a:xfrm>
            <a:off x="3221339" y="4715257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7" name="pt775">
            <a:extLst>
              <a:ext uri="{FF2B5EF4-FFF2-40B4-BE49-F238E27FC236}">
                <a16:creationId xmlns:a16="http://schemas.microsoft.com/office/drawing/2014/main" id="{62B31FC4-BFBA-6640-AFD8-321852E3AF95}"/>
              </a:ext>
            </a:extLst>
          </p:cNvPr>
          <p:cNvSpPr/>
          <p:nvPr/>
        </p:nvSpPr>
        <p:spPr>
          <a:xfrm>
            <a:off x="3215176" y="4864999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8" name="pt776">
            <a:extLst>
              <a:ext uri="{FF2B5EF4-FFF2-40B4-BE49-F238E27FC236}">
                <a16:creationId xmlns:a16="http://schemas.microsoft.com/office/drawing/2014/main" id="{82BC4750-0CAA-394C-9D0E-D44834450F5A}"/>
              </a:ext>
            </a:extLst>
          </p:cNvPr>
          <p:cNvSpPr/>
          <p:nvPr/>
        </p:nvSpPr>
        <p:spPr>
          <a:xfrm>
            <a:off x="3171173" y="494708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9" name="pt777">
            <a:extLst>
              <a:ext uri="{FF2B5EF4-FFF2-40B4-BE49-F238E27FC236}">
                <a16:creationId xmlns:a16="http://schemas.microsoft.com/office/drawing/2014/main" id="{8658BD14-F4D0-F144-BB86-A08A1527D9C8}"/>
              </a:ext>
            </a:extLst>
          </p:cNvPr>
          <p:cNvSpPr/>
          <p:nvPr/>
        </p:nvSpPr>
        <p:spPr>
          <a:xfrm>
            <a:off x="3256079" y="501875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0" name="pt778">
            <a:extLst>
              <a:ext uri="{FF2B5EF4-FFF2-40B4-BE49-F238E27FC236}">
                <a16:creationId xmlns:a16="http://schemas.microsoft.com/office/drawing/2014/main" id="{8F8034B3-6469-0F40-9531-427955C7329B}"/>
              </a:ext>
            </a:extLst>
          </p:cNvPr>
          <p:cNvSpPr/>
          <p:nvPr/>
        </p:nvSpPr>
        <p:spPr>
          <a:xfrm>
            <a:off x="3229745" y="480765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1" name="pt779">
            <a:extLst>
              <a:ext uri="{FF2B5EF4-FFF2-40B4-BE49-F238E27FC236}">
                <a16:creationId xmlns:a16="http://schemas.microsoft.com/office/drawing/2014/main" id="{38D66F43-E4D6-F846-8F0C-2066FD9230F9}"/>
              </a:ext>
            </a:extLst>
          </p:cNvPr>
          <p:cNvSpPr/>
          <p:nvPr/>
        </p:nvSpPr>
        <p:spPr>
          <a:xfrm>
            <a:off x="3226189" y="4502722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2" name="pt780">
            <a:extLst>
              <a:ext uri="{FF2B5EF4-FFF2-40B4-BE49-F238E27FC236}">
                <a16:creationId xmlns:a16="http://schemas.microsoft.com/office/drawing/2014/main" id="{6A3C1BDB-2235-9544-BF7A-5BB6B68246EB}"/>
              </a:ext>
            </a:extLst>
          </p:cNvPr>
          <p:cNvSpPr/>
          <p:nvPr/>
        </p:nvSpPr>
        <p:spPr>
          <a:xfrm>
            <a:off x="3183537" y="4456067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3" name="pt781">
            <a:extLst>
              <a:ext uri="{FF2B5EF4-FFF2-40B4-BE49-F238E27FC236}">
                <a16:creationId xmlns:a16="http://schemas.microsoft.com/office/drawing/2014/main" id="{3396EB29-931B-0A47-A363-7948627D0B04}"/>
              </a:ext>
            </a:extLst>
          </p:cNvPr>
          <p:cNvSpPr/>
          <p:nvPr/>
        </p:nvSpPr>
        <p:spPr>
          <a:xfrm>
            <a:off x="3242374" y="493632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4" name="pt782">
            <a:extLst>
              <a:ext uri="{FF2B5EF4-FFF2-40B4-BE49-F238E27FC236}">
                <a16:creationId xmlns:a16="http://schemas.microsoft.com/office/drawing/2014/main" id="{A9B5AEB1-CD8F-7140-8E1A-03E9DE10306B}"/>
              </a:ext>
            </a:extLst>
          </p:cNvPr>
          <p:cNvSpPr/>
          <p:nvPr/>
        </p:nvSpPr>
        <p:spPr>
          <a:xfrm>
            <a:off x="3163507" y="4789011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5" name="pt783">
            <a:extLst>
              <a:ext uri="{FF2B5EF4-FFF2-40B4-BE49-F238E27FC236}">
                <a16:creationId xmlns:a16="http://schemas.microsoft.com/office/drawing/2014/main" id="{C3A858A0-DACC-F04A-8EE6-713AEA14939A}"/>
              </a:ext>
            </a:extLst>
          </p:cNvPr>
          <p:cNvSpPr/>
          <p:nvPr/>
        </p:nvSpPr>
        <p:spPr>
          <a:xfrm>
            <a:off x="3230678" y="4830120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6" name="pt784">
            <a:extLst>
              <a:ext uri="{FF2B5EF4-FFF2-40B4-BE49-F238E27FC236}">
                <a16:creationId xmlns:a16="http://schemas.microsoft.com/office/drawing/2014/main" id="{B4A624F6-C556-1A46-B844-E8A90C98B690}"/>
              </a:ext>
            </a:extLst>
          </p:cNvPr>
          <p:cNvSpPr/>
          <p:nvPr/>
        </p:nvSpPr>
        <p:spPr>
          <a:xfrm>
            <a:off x="3241369" y="4710963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7" name="pt785">
            <a:extLst>
              <a:ext uri="{FF2B5EF4-FFF2-40B4-BE49-F238E27FC236}">
                <a16:creationId xmlns:a16="http://schemas.microsoft.com/office/drawing/2014/main" id="{40DF2BC5-1C48-664A-A226-111849B4BFE4}"/>
              </a:ext>
            </a:extLst>
          </p:cNvPr>
          <p:cNvSpPr/>
          <p:nvPr/>
        </p:nvSpPr>
        <p:spPr>
          <a:xfrm>
            <a:off x="3204237" y="440147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8" name="pt786">
            <a:extLst>
              <a:ext uri="{FF2B5EF4-FFF2-40B4-BE49-F238E27FC236}">
                <a16:creationId xmlns:a16="http://schemas.microsoft.com/office/drawing/2014/main" id="{81196D08-849A-394D-BA9D-DA2A976C5485}"/>
              </a:ext>
            </a:extLst>
          </p:cNvPr>
          <p:cNvSpPr/>
          <p:nvPr/>
        </p:nvSpPr>
        <p:spPr>
          <a:xfrm>
            <a:off x="3217842" y="4888945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9" name="pt787">
            <a:extLst>
              <a:ext uri="{FF2B5EF4-FFF2-40B4-BE49-F238E27FC236}">
                <a16:creationId xmlns:a16="http://schemas.microsoft.com/office/drawing/2014/main" id="{5F1EFB38-BC6E-9140-BE7F-BF41B9684503}"/>
              </a:ext>
            </a:extLst>
          </p:cNvPr>
          <p:cNvSpPr/>
          <p:nvPr/>
        </p:nvSpPr>
        <p:spPr>
          <a:xfrm>
            <a:off x="3174643" y="4256026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0" name="pt788">
            <a:extLst>
              <a:ext uri="{FF2B5EF4-FFF2-40B4-BE49-F238E27FC236}">
                <a16:creationId xmlns:a16="http://schemas.microsoft.com/office/drawing/2014/main" id="{57CB3375-3CE0-3442-A3A7-888DB5EE0C9D}"/>
              </a:ext>
            </a:extLst>
          </p:cNvPr>
          <p:cNvSpPr/>
          <p:nvPr/>
        </p:nvSpPr>
        <p:spPr>
          <a:xfrm>
            <a:off x="3600915" y="4362542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1" name="pt789">
            <a:extLst>
              <a:ext uri="{FF2B5EF4-FFF2-40B4-BE49-F238E27FC236}">
                <a16:creationId xmlns:a16="http://schemas.microsoft.com/office/drawing/2014/main" id="{BA2CA66D-7BEB-8547-9A2E-3DDC1FF1D513}"/>
              </a:ext>
            </a:extLst>
          </p:cNvPr>
          <p:cNvSpPr/>
          <p:nvPr/>
        </p:nvSpPr>
        <p:spPr>
          <a:xfrm>
            <a:off x="3579427" y="476394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2" name="pt790">
            <a:extLst>
              <a:ext uri="{FF2B5EF4-FFF2-40B4-BE49-F238E27FC236}">
                <a16:creationId xmlns:a16="http://schemas.microsoft.com/office/drawing/2014/main" id="{66CD6486-6163-4448-BD0F-0D6B170B7158}"/>
              </a:ext>
            </a:extLst>
          </p:cNvPr>
          <p:cNvSpPr/>
          <p:nvPr/>
        </p:nvSpPr>
        <p:spPr>
          <a:xfrm>
            <a:off x="3591967" y="4685757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3" name="pt791">
            <a:extLst>
              <a:ext uri="{FF2B5EF4-FFF2-40B4-BE49-F238E27FC236}">
                <a16:creationId xmlns:a16="http://schemas.microsoft.com/office/drawing/2014/main" id="{2FD6994C-C3AB-6347-93B0-1AB03A170ACA}"/>
              </a:ext>
            </a:extLst>
          </p:cNvPr>
          <p:cNvSpPr/>
          <p:nvPr/>
        </p:nvSpPr>
        <p:spPr>
          <a:xfrm>
            <a:off x="3606636" y="487016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4" name="pt792">
            <a:extLst>
              <a:ext uri="{FF2B5EF4-FFF2-40B4-BE49-F238E27FC236}">
                <a16:creationId xmlns:a16="http://schemas.microsoft.com/office/drawing/2014/main" id="{15B8C9B5-3A46-C94E-9E05-E4A41696341C}"/>
              </a:ext>
            </a:extLst>
          </p:cNvPr>
          <p:cNvSpPr/>
          <p:nvPr/>
        </p:nvSpPr>
        <p:spPr>
          <a:xfrm>
            <a:off x="3588790" y="4850234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5" name="pt793">
            <a:extLst>
              <a:ext uri="{FF2B5EF4-FFF2-40B4-BE49-F238E27FC236}">
                <a16:creationId xmlns:a16="http://schemas.microsoft.com/office/drawing/2014/main" id="{E0DCE173-A7BC-0E4A-AB92-E5E540A888BA}"/>
              </a:ext>
            </a:extLst>
          </p:cNvPr>
          <p:cNvSpPr/>
          <p:nvPr/>
        </p:nvSpPr>
        <p:spPr>
          <a:xfrm>
            <a:off x="3527033" y="495726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6" name="pt794">
            <a:extLst>
              <a:ext uri="{FF2B5EF4-FFF2-40B4-BE49-F238E27FC236}">
                <a16:creationId xmlns:a16="http://schemas.microsoft.com/office/drawing/2014/main" id="{BC41A28C-0165-9A4C-9910-CA8EE14C6722}"/>
              </a:ext>
            </a:extLst>
          </p:cNvPr>
          <p:cNvSpPr/>
          <p:nvPr/>
        </p:nvSpPr>
        <p:spPr>
          <a:xfrm>
            <a:off x="3554103" y="461648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7" name="pt795">
            <a:extLst>
              <a:ext uri="{FF2B5EF4-FFF2-40B4-BE49-F238E27FC236}">
                <a16:creationId xmlns:a16="http://schemas.microsoft.com/office/drawing/2014/main" id="{22DB38F6-7099-B34A-BC27-32E5B5B224CB}"/>
              </a:ext>
            </a:extLst>
          </p:cNvPr>
          <p:cNvSpPr/>
          <p:nvPr/>
        </p:nvSpPr>
        <p:spPr>
          <a:xfrm>
            <a:off x="3602575" y="4504343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8" name="pt796">
            <a:extLst>
              <a:ext uri="{FF2B5EF4-FFF2-40B4-BE49-F238E27FC236}">
                <a16:creationId xmlns:a16="http://schemas.microsoft.com/office/drawing/2014/main" id="{CF5F1FC2-5309-1741-842F-9FF53EE0D15D}"/>
              </a:ext>
            </a:extLst>
          </p:cNvPr>
          <p:cNvSpPr/>
          <p:nvPr/>
        </p:nvSpPr>
        <p:spPr>
          <a:xfrm>
            <a:off x="3592781" y="451556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9" name="pt797">
            <a:extLst>
              <a:ext uri="{FF2B5EF4-FFF2-40B4-BE49-F238E27FC236}">
                <a16:creationId xmlns:a16="http://schemas.microsoft.com/office/drawing/2014/main" id="{A9DD3980-BB31-F145-94DA-002099EA1DA9}"/>
              </a:ext>
            </a:extLst>
          </p:cNvPr>
          <p:cNvSpPr/>
          <p:nvPr/>
        </p:nvSpPr>
        <p:spPr>
          <a:xfrm>
            <a:off x="3609913" y="456602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0" name="pt798">
            <a:extLst>
              <a:ext uri="{FF2B5EF4-FFF2-40B4-BE49-F238E27FC236}">
                <a16:creationId xmlns:a16="http://schemas.microsoft.com/office/drawing/2014/main" id="{886748AC-186E-A347-8895-A2BC5A325B30}"/>
              </a:ext>
            </a:extLst>
          </p:cNvPr>
          <p:cNvSpPr/>
          <p:nvPr/>
        </p:nvSpPr>
        <p:spPr>
          <a:xfrm>
            <a:off x="3567113" y="472545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1" name="pt799">
            <a:extLst>
              <a:ext uri="{FF2B5EF4-FFF2-40B4-BE49-F238E27FC236}">
                <a16:creationId xmlns:a16="http://schemas.microsoft.com/office/drawing/2014/main" id="{AC059575-536E-5A43-9004-FBDA975DB391}"/>
              </a:ext>
            </a:extLst>
          </p:cNvPr>
          <p:cNvSpPr/>
          <p:nvPr/>
        </p:nvSpPr>
        <p:spPr>
          <a:xfrm>
            <a:off x="3613147" y="4294329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2" name="pt800">
            <a:extLst>
              <a:ext uri="{FF2B5EF4-FFF2-40B4-BE49-F238E27FC236}">
                <a16:creationId xmlns:a16="http://schemas.microsoft.com/office/drawing/2014/main" id="{DAF748F9-928B-7240-B618-9EA791D392D4}"/>
              </a:ext>
            </a:extLst>
          </p:cNvPr>
          <p:cNvSpPr/>
          <p:nvPr/>
        </p:nvSpPr>
        <p:spPr>
          <a:xfrm>
            <a:off x="3526924" y="4975434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3" name="pt801">
            <a:extLst>
              <a:ext uri="{FF2B5EF4-FFF2-40B4-BE49-F238E27FC236}">
                <a16:creationId xmlns:a16="http://schemas.microsoft.com/office/drawing/2014/main" id="{9E74B519-64D3-2246-B997-D1E08BD43EFA}"/>
              </a:ext>
            </a:extLst>
          </p:cNvPr>
          <p:cNvSpPr/>
          <p:nvPr/>
        </p:nvSpPr>
        <p:spPr>
          <a:xfrm>
            <a:off x="3569280" y="507826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4" name="pt802">
            <a:extLst>
              <a:ext uri="{FF2B5EF4-FFF2-40B4-BE49-F238E27FC236}">
                <a16:creationId xmlns:a16="http://schemas.microsoft.com/office/drawing/2014/main" id="{77D4BF84-0D53-BE43-8EA0-ABA194436F6D}"/>
              </a:ext>
            </a:extLst>
          </p:cNvPr>
          <p:cNvSpPr/>
          <p:nvPr/>
        </p:nvSpPr>
        <p:spPr>
          <a:xfrm>
            <a:off x="3527088" y="4655928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5" name="pt803">
            <a:extLst>
              <a:ext uri="{FF2B5EF4-FFF2-40B4-BE49-F238E27FC236}">
                <a16:creationId xmlns:a16="http://schemas.microsoft.com/office/drawing/2014/main" id="{A3D82CB1-E7F2-6D43-8667-E5E618040A06}"/>
              </a:ext>
            </a:extLst>
          </p:cNvPr>
          <p:cNvSpPr/>
          <p:nvPr/>
        </p:nvSpPr>
        <p:spPr>
          <a:xfrm>
            <a:off x="3587704" y="4449328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6" name="pt804">
            <a:extLst>
              <a:ext uri="{FF2B5EF4-FFF2-40B4-BE49-F238E27FC236}">
                <a16:creationId xmlns:a16="http://schemas.microsoft.com/office/drawing/2014/main" id="{4C500C77-30EF-DE4E-AB07-5BF2E2CF73F6}"/>
              </a:ext>
            </a:extLst>
          </p:cNvPr>
          <p:cNvSpPr/>
          <p:nvPr/>
        </p:nvSpPr>
        <p:spPr>
          <a:xfrm>
            <a:off x="3581152" y="4724260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7" name="pt805">
            <a:extLst>
              <a:ext uri="{FF2B5EF4-FFF2-40B4-BE49-F238E27FC236}">
                <a16:creationId xmlns:a16="http://schemas.microsoft.com/office/drawing/2014/main" id="{8D0276B8-C242-624D-9DB9-DE0E4A4F4904}"/>
              </a:ext>
            </a:extLst>
          </p:cNvPr>
          <p:cNvSpPr/>
          <p:nvPr/>
        </p:nvSpPr>
        <p:spPr>
          <a:xfrm>
            <a:off x="3552737" y="5084419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8" name="pt806">
            <a:extLst>
              <a:ext uri="{FF2B5EF4-FFF2-40B4-BE49-F238E27FC236}">
                <a16:creationId xmlns:a16="http://schemas.microsoft.com/office/drawing/2014/main" id="{58021498-A83D-0741-B4F6-B7E924F7066F}"/>
              </a:ext>
            </a:extLst>
          </p:cNvPr>
          <p:cNvSpPr/>
          <p:nvPr/>
        </p:nvSpPr>
        <p:spPr>
          <a:xfrm>
            <a:off x="3557043" y="4148015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9" name="pt807">
            <a:extLst>
              <a:ext uri="{FF2B5EF4-FFF2-40B4-BE49-F238E27FC236}">
                <a16:creationId xmlns:a16="http://schemas.microsoft.com/office/drawing/2014/main" id="{DEF54A0C-C505-144E-A9B0-97DEFC82A8AD}"/>
              </a:ext>
            </a:extLst>
          </p:cNvPr>
          <p:cNvSpPr/>
          <p:nvPr/>
        </p:nvSpPr>
        <p:spPr>
          <a:xfrm>
            <a:off x="3587328" y="4590639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0" name="pt808">
            <a:extLst>
              <a:ext uri="{FF2B5EF4-FFF2-40B4-BE49-F238E27FC236}">
                <a16:creationId xmlns:a16="http://schemas.microsoft.com/office/drawing/2014/main" id="{5A2078EC-A3F1-EA41-A057-91F6D6E929FE}"/>
              </a:ext>
            </a:extLst>
          </p:cNvPr>
          <p:cNvSpPr/>
          <p:nvPr/>
        </p:nvSpPr>
        <p:spPr>
          <a:xfrm>
            <a:off x="3959688" y="4886236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1" name="pt809">
            <a:extLst>
              <a:ext uri="{FF2B5EF4-FFF2-40B4-BE49-F238E27FC236}">
                <a16:creationId xmlns:a16="http://schemas.microsoft.com/office/drawing/2014/main" id="{1B42137B-F882-2048-B1BB-84903CD12435}"/>
              </a:ext>
            </a:extLst>
          </p:cNvPr>
          <p:cNvSpPr/>
          <p:nvPr/>
        </p:nvSpPr>
        <p:spPr>
          <a:xfrm>
            <a:off x="3951525" y="4722674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2" name="pt810">
            <a:extLst>
              <a:ext uri="{FF2B5EF4-FFF2-40B4-BE49-F238E27FC236}">
                <a16:creationId xmlns:a16="http://schemas.microsoft.com/office/drawing/2014/main" id="{3C07F402-0F6D-0E4B-A7AB-F0B04904A84E}"/>
              </a:ext>
            </a:extLst>
          </p:cNvPr>
          <p:cNvSpPr/>
          <p:nvPr/>
        </p:nvSpPr>
        <p:spPr>
          <a:xfrm>
            <a:off x="3936428" y="4879709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3" name="pt811">
            <a:extLst>
              <a:ext uri="{FF2B5EF4-FFF2-40B4-BE49-F238E27FC236}">
                <a16:creationId xmlns:a16="http://schemas.microsoft.com/office/drawing/2014/main" id="{45BB4E02-522D-EA4D-901D-2213FF5CAB70}"/>
              </a:ext>
            </a:extLst>
          </p:cNvPr>
          <p:cNvSpPr/>
          <p:nvPr/>
        </p:nvSpPr>
        <p:spPr>
          <a:xfrm>
            <a:off x="3899875" y="4853003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4" name="pt812">
            <a:extLst>
              <a:ext uri="{FF2B5EF4-FFF2-40B4-BE49-F238E27FC236}">
                <a16:creationId xmlns:a16="http://schemas.microsoft.com/office/drawing/2014/main" id="{45E7699B-6DCB-8A43-AFCE-36FEB42E51A3}"/>
              </a:ext>
            </a:extLst>
          </p:cNvPr>
          <p:cNvSpPr/>
          <p:nvPr/>
        </p:nvSpPr>
        <p:spPr>
          <a:xfrm>
            <a:off x="3957658" y="494648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5" name="pt813">
            <a:extLst>
              <a:ext uri="{FF2B5EF4-FFF2-40B4-BE49-F238E27FC236}">
                <a16:creationId xmlns:a16="http://schemas.microsoft.com/office/drawing/2014/main" id="{297F240E-F02A-E541-B7B5-3F4026DC9D0B}"/>
              </a:ext>
            </a:extLst>
          </p:cNvPr>
          <p:cNvSpPr/>
          <p:nvPr/>
        </p:nvSpPr>
        <p:spPr>
          <a:xfrm>
            <a:off x="3974528" y="4661003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6" name="pt814">
            <a:extLst>
              <a:ext uri="{FF2B5EF4-FFF2-40B4-BE49-F238E27FC236}">
                <a16:creationId xmlns:a16="http://schemas.microsoft.com/office/drawing/2014/main" id="{3679017F-8B98-A948-955B-BAFFAA6BD7D0}"/>
              </a:ext>
            </a:extLst>
          </p:cNvPr>
          <p:cNvSpPr/>
          <p:nvPr/>
        </p:nvSpPr>
        <p:spPr>
          <a:xfrm>
            <a:off x="3938929" y="4819639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7" name="pt815">
            <a:extLst>
              <a:ext uri="{FF2B5EF4-FFF2-40B4-BE49-F238E27FC236}">
                <a16:creationId xmlns:a16="http://schemas.microsoft.com/office/drawing/2014/main" id="{47B5B2C5-6960-6247-B0E2-766F6038E1AB}"/>
              </a:ext>
            </a:extLst>
          </p:cNvPr>
          <p:cNvSpPr/>
          <p:nvPr/>
        </p:nvSpPr>
        <p:spPr>
          <a:xfrm>
            <a:off x="3882536" y="5172439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8" name="pt816">
            <a:extLst>
              <a:ext uri="{FF2B5EF4-FFF2-40B4-BE49-F238E27FC236}">
                <a16:creationId xmlns:a16="http://schemas.microsoft.com/office/drawing/2014/main" id="{92AAE163-A022-6B44-9B80-8DAF1E226F86}"/>
              </a:ext>
            </a:extLst>
          </p:cNvPr>
          <p:cNvSpPr/>
          <p:nvPr/>
        </p:nvSpPr>
        <p:spPr>
          <a:xfrm>
            <a:off x="3914230" y="4728198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9" name="pt817">
            <a:extLst>
              <a:ext uri="{FF2B5EF4-FFF2-40B4-BE49-F238E27FC236}">
                <a16:creationId xmlns:a16="http://schemas.microsoft.com/office/drawing/2014/main" id="{FD131ACF-4CE1-4943-AEFD-8981E3C150DD}"/>
              </a:ext>
            </a:extLst>
          </p:cNvPr>
          <p:cNvSpPr/>
          <p:nvPr/>
        </p:nvSpPr>
        <p:spPr>
          <a:xfrm>
            <a:off x="3957658" y="4927261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0" name="pt818">
            <a:extLst>
              <a:ext uri="{FF2B5EF4-FFF2-40B4-BE49-F238E27FC236}">
                <a16:creationId xmlns:a16="http://schemas.microsoft.com/office/drawing/2014/main" id="{C1C3442F-F5E3-FB49-9728-EE429B5B894F}"/>
              </a:ext>
            </a:extLst>
          </p:cNvPr>
          <p:cNvSpPr/>
          <p:nvPr/>
        </p:nvSpPr>
        <p:spPr>
          <a:xfrm>
            <a:off x="3969910" y="495133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1" name="pt819">
            <a:extLst>
              <a:ext uri="{FF2B5EF4-FFF2-40B4-BE49-F238E27FC236}">
                <a16:creationId xmlns:a16="http://schemas.microsoft.com/office/drawing/2014/main" id="{1F8E089F-E542-6A40-A70D-08C441A86775}"/>
              </a:ext>
            </a:extLst>
          </p:cNvPr>
          <p:cNvSpPr/>
          <p:nvPr/>
        </p:nvSpPr>
        <p:spPr>
          <a:xfrm>
            <a:off x="3967012" y="4796260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2" name="pt820">
            <a:extLst>
              <a:ext uri="{FF2B5EF4-FFF2-40B4-BE49-F238E27FC236}">
                <a16:creationId xmlns:a16="http://schemas.microsoft.com/office/drawing/2014/main" id="{EC93F55F-D960-1B48-88AD-10B891C91A3F}"/>
              </a:ext>
            </a:extLst>
          </p:cNvPr>
          <p:cNvSpPr/>
          <p:nvPr/>
        </p:nvSpPr>
        <p:spPr>
          <a:xfrm>
            <a:off x="3971203" y="4690613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3" name="pt821">
            <a:extLst>
              <a:ext uri="{FF2B5EF4-FFF2-40B4-BE49-F238E27FC236}">
                <a16:creationId xmlns:a16="http://schemas.microsoft.com/office/drawing/2014/main" id="{81BD7508-CA0A-2E4B-A409-CF556D486690}"/>
              </a:ext>
            </a:extLst>
          </p:cNvPr>
          <p:cNvSpPr/>
          <p:nvPr/>
        </p:nvSpPr>
        <p:spPr>
          <a:xfrm>
            <a:off x="3943715" y="503093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4" name="pt822">
            <a:extLst>
              <a:ext uri="{FF2B5EF4-FFF2-40B4-BE49-F238E27FC236}">
                <a16:creationId xmlns:a16="http://schemas.microsoft.com/office/drawing/2014/main" id="{FC953A6D-4BC2-F74D-AE25-73F4AED3A9E8}"/>
              </a:ext>
            </a:extLst>
          </p:cNvPr>
          <p:cNvSpPr/>
          <p:nvPr/>
        </p:nvSpPr>
        <p:spPr>
          <a:xfrm>
            <a:off x="3889575" y="4953366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5" name="pt823">
            <a:extLst>
              <a:ext uri="{FF2B5EF4-FFF2-40B4-BE49-F238E27FC236}">
                <a16:creationId xmlns:a16="http://schemas.microsoft.com/office/drawing/2014/main" id="{015D078E-8737-B842-B6AD-772B5A6CDC77}"/>
              </a:ext>
            </a:extLst>
          </p:cNvPr>
          <p:cNvSpPr/>
          <p:nvPr/>
        </p:nvSpPr>
        <p:spPr>
          <a:xfrm>
            <a:off x="3923530" y="4981175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6" name="pt824">
            <a:extLst>
              <a:ext uri="{FF2B5EF4-FFF2-40B4-BE49-F238E27FC236}">
                <a16:creationId xmlns:a16="http://schemas.microsoft.com/office/drawing/2014/main" id="{6D88EA84-5B9F-2F48-917A-3B171BF5A167}"/>
              </a:ext>
            </a:extLst>
          </p:cNvPr>
          <p:cNvSpPr/>
          <p:nvPr/>
        </p:nvSpPr>
        <p:spPr>
          <a:xfrm>
            <a:off x="3876037" y="4463243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7" name="pt825">
            <a:extLst>
              <a:ext uri="{FF2B5EF4-FFF2-40B4-BE49-F238E27FC236}">
                <a16:creationId xmlns:a16="http://schemas.microsoft.com/office/drawing/2014/main" id="{A114E4C0-35E2-CE43-9B44-C6909BD53A60}"/>
              </a:ext>
            </a:extLst>
          </p:cNvPr>
          <p:cNvSpPr/>
          <p:nvPr/>
        </p:nvSpPr>
        <p:spPr>
          <a:xfrm>
            <a:off x="3928171" y="4615952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8" name="pt826">
            <a:extLst>
              <a:ext uri="{FF2B5EF4-FFF2-40B4-BE49-F238E27FC236}">
                <a16:creationId xmlns:a16="http://schemas.microsoft.com/office/drawing/2014/main" id="{64329DB8-CF15-E14F-86C3-C6FEB468A5D6}"/>
              </a:ext>
            </a:extLst>
          </p:cNvPr>
          <p:cNvSpPr/>
          <p:nvPr/>
        </p:nvSpPr>
        <p:spPr>
          <a:xfrm>
            <a:off x="3931250" y="4986630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9" name="pt827">
            <a:extLst>
              <a:ext uri="{FF2B5EF4-FFF2-40B4-BE49-F238E27FC236}">
                <a16:creationId xmlns:a16="http://schemas.microsoft.com/office/drawing/2014/main" id="{6D46981F-29DC-724D-82DC-AEBAB1B37415}"/>
              </a:ext>
            </a:extLst>
          </p:cNvPr>
          <p:cNvSpPr/>
          <p:nvPr/>
        </p:nvSpPr>
        <p:spPr>
          <a:xfrm>
            <a:off x="3942711" y="4780980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0" name="pt828">
            <a:extLst>
              <a:ext uri="{FF2B5EF4-FFF2-40B4-BE49-F238E27FC236}">
                <a16:creationId xmlns:a16="http://schemas.microsoft.com/office/drawing/2014/main" id="{4530A066-6737-1A4C-8BAD-5AA8A687AE2C}"/>
              </a:ext>
            </a:extLst>
          </p:cNvPr>
          <p:cNvSpPr/>
          <p:nvPr/>
        </p:nvSpPr>
        <p:spPr>
          <a:xfrm>
            <a:off x="3901017" y="4636308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1" name="pt829">
            <a:extLst>
              <a:ext uri="{FF2B5EF4-FFF2-40B4-BE49-F238E27FC236}">
                <a16:creationId xmlns:a16="http://schemas.microsoft.com/office/drawing/2014/main" id="{AB9B9817-69E9-BE4C-8FF0-AABEA5047D2B}"/>
              </a:ext>
            </a:extLst>
          </p:cNvPr>
          <p:cNvSpPr/>
          <p:nvPr/>
        </p:nvSpPr>
        <p:spPr>
          <a:xfrm>
            <a:off x="3899501" y="467269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2" name="pt830">
            <a:extLst>
              <a:ext uri="{FF2B5EF4-FFF2-40B4-BE49-F238E27FC236}">
                <a16:creationId xmlns:a16="http://schemas.microsoft.com/office/drawing/2014/main" id="{7AE6DE49-A213-874E-A7AF-8277C8AC2E75}"/>
              </a:ext>
            </a:extLst>
          </p:cNvPr>
          <p:cNvSpPr/>
          <p:nvPr/>
        </p:nvSpPr>
        <p:spPr>
          <a:xfrm>
            <a:off x="3878444" y="4610332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3" name="pt831">
            <a:extLst>
              <a:ext uri="{FF2B5EF4-FFF2-40B4-BE49-F238E27FC236}">
                <a16:creationId xmlns:a16="http://schemas.microsoft.com/office/drawing/2014/main" id="{D6FD3443-C837-B34F-A40A-733391EE03BF}"/>
              </a:ext>
            </a:extLst>
          </p:cNvPr>
          <p:cNvSpPr/>
          <p:nvPr/>
        </p:nvSpPr>
        <p:spPr>
          <a:xfrm>
            <a:off x="3946729" y="486409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4" name="pg832">
            <a:extLst>
              <a:ext uri="{FF2B5EF4-FFF2-40B4-BE49-F238E27FC236}">
                <a16:creationId xmlns:a16="http://schemas.microsoft.com/office/drawing/2014/main" id="{7C876D25-0F8F-EE4A-96F1-2B9D82AA5289}"/>
              </a:ext>
            </a:extLst>
          </p:cNvPr>
          <p:cNvSpPr/>
          <p:nvPr/>
        </p:nvSpPr>
        <p:spPr>
          <a:xfrm>
            <a:off x="2880872" y="4537811"/>
            <a:ext cx="1084878" cy="380660"/>
          </a:xfrm>
          <a:custGeom>
            <a:avLst/>
            <a:gdLst/>
            <a:ahLst/>
            <a:cxnLst/>
            <a:rect l="0" t="0" r="0" b="0"/>
            <a:pathLst>
              <a:path w="1084878" h="380660">
                <a:moveTo>
                  <a:pt x="0" y="0"/>
                </a:moveTo>
                <a:lnTo>
                  <a:pt x="573163" y="114753"/>
                </a:lnTo>
                <a:lnTo>
                  <a:pt x="723252" y="136467"/>
                </a:lnTo>
                <a:lnTo>
                  <a:pt x="934790" y="160376"/>
                </a:lnTo>
                <a:lnTo>
                  <a:pt x="1084878" y="173322"/>
                </a:lnTo>
                <a:lnTo>
                  <a:pt x="1084878" y="380660"/>
                </a:lnTo>
                <a:lnTo>
                  <a:pt x="934790" y="350261"/>
                </a:lnTo>
                <a:lnTo>
                  <a:pt x="723252" y="313077"/>
                </a:lnTo>
                <a:lnTo>
                  <a:pt x="573163" y="291446"/>
                </a:lnTo>
                <a:lnTo>
                  <a:pt x="0" y="24067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5" name="pl833">
            <a:extLst>
              <a:ext uri="{FF2B5EF4-FFF2-40B4-BE49-F238E27FC236}">
                <a16:creationId xmlns:a16="http://schemas.microsoft.com/office/drawing/2014/main" id="{C22F5345-2C28-554A-9169-79FBB286189A}"/>
              </a:ext>
            </a:extLst>
          </p:cNvPr>
          <p:cNvSpPr/>
          <p:nvPr/>
        </p:nvSpPr>
        <p:spPr>
          <a:xfrm>
            <a:off x="2880872" y="4537811"/>
            <a:ext cx="1084878" cy="173322"/>
          </a:xfrm>
          <a:custGeom>
            <a:avLst/>
            <a:gdLst/>
            <a:ahLst/>
            <a:cxnLst/>
            <a:rect l="0" t="0" r="0" b="0"/>
            <a:pathLst>
              <a:path w="1084878" h="173322">
                <a:moveTo>
                  <a:pt x="0" y="0"/>
                </a:moveTo>
                <a:lnTo>
                  <a:pt x="573163" y="114753"/>
                </a:lnTo>
                <a:lnTo>
                  <a:pt x="723252" y="136467"/>
                </a:lnTo>
                <a:lnTo>
                  <a:pt x="934790" y="160376"/>
                </a:lnTo>
                <a:lnTo>
                  <a:pt x="1084878" y="173322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836" name="pl834">
            <a:extLst>
              <a:ext uri="{FF2B5EF4-FFF2-40B4-BE49-F238E27FC236}">
                <a16:creationId xmlns:a16="http://schemas.microsoft.com/office/drawing/2014/main" id="{8E5A1413-6283-644C-B9F4-82C62CB54956}"/>
              </a:ext>
            </a:extLst>
          </p:cNvPr>
          <p:cNvSpPr/>
          <p:nvPr/>
        </p:nvSpPr>
        <p:spPr>
          <a:xfrm>
            <a:off x="2880872" y="4778481"/>
            <a:ext cx="1084878" cy="139990"/>
          </a:xfrm>
          <a:custGeom>
            <a:avLst/>
            <a:gdLst/>
            <a:ahLst/>
            <a:cxnLst/>
            <a:rect l="0" t="0" r="0" b="0"/>
            <a:pathLst>
              <a:path w="1084878" h="139990">
                <a:moveTo>
                  <a:pt x="1084878" y="139990"/>
                </a:moveTo>
                <a:lnTo>
                  <a:pt x="934790" y="109591"/>
                </a:lnTo>
                <a:lnTo>
                  <a:pt x="723252" y="72407"/>
                </a:lnTo>
                <a:lnTo>
                  <a:pt x="573163" y="50776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837" name="pl835">
            <a:extLst>
              <a:ext uri="{FF2B5EF4-FFF2-40B4-BE49-F238E27FC236}">
                <a16:creationId xmlns:a16="http://schemas.microsoft.com/office/drawing/2014/main" id="{B61EE074-412B-2D4F-BA07-24F53939A6D7}"/>
              </a:ext>
            </a:extLst>
          </p:cNvPr>
          <p:cNvSpPr/>
          <p:nvPr/>
        </p:nvSpPr>
        <p:spPr>
          <a:xfrm>
            <a:off x="2880872" y="4658146"/>
            <a:ext cx="1084878" cy="156656"/>
          </a:xfrm>
          <a:custGeom>
            <a:avLst/>
            <a:gdLst/>
            <a:ahLst/>
            <a:cxnLst/>
            <a:rect l="0" t="0" r="0" b="0"/>
            <a:pathLst>
              <a:path w="1084878" h="156656">
                <a:moveTo>
                  <a:pt x="0" y="0"/>
                </a:moveTo>
                <a:lnTo>
                  <a:pt x="573163" y="82764"/>
                </a:lnTo>
                <a:lnTo>
                  <a:pt x="723252" y="104437"/>
                </a:lnTo>
                <a:lnTo>
                  <a:pt x="934790" y="134983"/>
                </a:lnTo>
                <a:lnTo>
                  <a:pt x="1084878" y="156656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38" name="tx836">
            <a:extLst>
              <a:ext uri="{FF2B5EF4-FFF2-40B4-BE49-F238E27FC236}">
                <a16:creationId xmlns:a16="http://schemas.microsoft.com/office/drawing/2014/main" id="{D13C5BDE-DB23-2546-9C30-F51790759295}"/>
              </a:ext>
            </a:extLst>
          </p:cNvPr>
          <p:cNvSpPr/>
          <p:nvPr/>
        </p:nvSpPr>
        <p:spPr>
          <a:xfrm>
            <a:off x="3422542" y="4174959"/>
            <a:ext cx="70591" cy="910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</a:p>
        </p:txBody>
      </p:sp>
      <p:sp>
        <p:nvSpPr>
          <p:cNvPr id="839" name="tx837">
            <a:extLst>
              <a:ext uri="{FF2B5EF4-FFF2-40B4-BE49-F238E27FC236}">
                <a16:creationId xmlns:a16="http://schemas.microsoft.com/office/drawing/2014/main" id="{71271B4D-0DB5-D44D-BFEC-EB9085BCFFD9}"/>
              </a:ext>
            </a:extLst>
          </p:cNvPr>
          <p:cNvSpPr/>
          <p:nvPr/>
        </p:nvSpPr>
        <p:spPr>
          <a:xfrm>
            <a:off x="3503339" y="4174868"/>
            <a:ext cx="462412" cy="911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0.026</a:t>
            </a:r>
          </a:p>
        </p:txBody>
      </p:sp>
      <p:sp>
        <p:nvSpPr>
          <p:cNvPr id="840" name="rc838">
            <a:extLst>
              <a:ext uri="{FF2B5EF4-FFF2-40B4-BE49-F238E27FC236}">
                <a16:creationId xmlns:a16="http://schemas.microsoft.com/office/drawing/2014/main" id="{C9247E09-1879-534F-9749-868D80D4C1EC}"/>
              </a:ext>
            </a:extLst>
          </p:cNvPr>
          <p:cNvSpPr/>
          <p:nvPr/>
        </p:nvSpPr>
        <p:spPr>
          <a:xfrm>
            <a:off x="2773505" y="4132731"/>
            <a:ext cx="1297990" cy="117153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1" name="pl839">
            <a:extLst>
              <a:ext uri="{FF2B5EF4-FFF2-40B4-BE49-F238E27FC236}">
                <a16:creationId xmlns:a16="http://schemas.microsoft.com/office/drawing/2014/main" id="{7B3327F7-4A59-6445-82E0-8A21D4BEEC9B}"/>
              </a:ext>
            </a:extLst>
          </p:cNvPr>
          <p:cNvSpPr/>
          <p:nvPr/>
        </p:nvSpPr>
        <p:spPr>
          <a:xfrm>
            <a:off x="2773505" y="4132731"/>
            <a:ext cx="0" cy="1171531"/>
          </a:xfrm>
          <a:custGeom>
            <a:avLst/>
            <a:gdLst/>
            <a:ahLst/>
            <a:cxnLst/>
            <a:rect l="0" t="0" r="0" b="0"/>
            <a:pathLst>
              <a:path h="1171531">
                <a:moveTo>
                  <a:pt x="0" y="11715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2" name="pl840">
            <a:extLst>
              <a:ext uri="{FF2B5EF4-FFF2-40B4-BE49-F238E27FC236}">
                <a16:creationId xmlns:a16="http://schemas.microsoft.com/office/drawing/2014/main" id="{0345701D-DE3C-6846-9B61-24CD18216D85}"/>
              </a:ext>
            </a:extLst>
          </p:cNvPr>
          <p:cNvSpPr/>
          <p:nvPr/>
        </p:nvSpPr>
        <p:spPr>
          <a:xfrm>
            <a:off x="2741874" y="5208023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3" name="pl841">
            <a:extLst>
              <a:ext uri="{FF2B5EF4-FFF2-40B4-BE49-F238E27FC236}">
                <a16:creationId xmlns:a16="http://schemas.microsoft.com/office/drawing/2014/main" id="{24C1BE7D-51B4-BA4A-9089-34F40C782851}"/>
              </a:ext>
            </a:extLst>
          </p:cNvPr>
          <p:cNvSpPr/>
          <p:nvPr/>
        </p:nvSpPr>
        <p:spPr>
          <a:xfrm>
            <a:off x="2741874" y="4840805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4" name="pl842">
            <a:extLst>
              <a:ext uri="{FF2B5EF4-FFF2-40B4-BE49-F238E27FC236}">
                <a16:creationId xmlns:a16="http://schemas.microsoft.com/office/drawing/2014/main" id="{524FDF4F-287C-B14A-B9D5-E2281000BE07}"/>
              </a:ext>
            </a:extLst>
          </p:cNvPr>
          <p:cNvSpPr/>
          <p:nvPr/>
        </p:nvSpPr>
        <p:spPr>
          <a:xfrm>
            <a:off x="2741874" y="4473587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5" name="pl843">
            <a:extLst>
              <a:ext uri="{FF2B5EF4-FFF2-40B4-BE49-F238E27FC236}">
                <a16:creationId xmlns:a16="http://schemas.microsoft.com/office/drawing/2014/main" id="{84ADA8B5-FA08-E741-91BF-3DCF9C09D408}"/>
              </a:ext>
            </a:extLst>
          </p:cNvPr>
          <p:cNvSpPr/>
          <p:nvPr/>
        </p:nvSpPr>
        <p:spPr>
          <a:xfrm>
            <a:off x="2773505" y="5304263"/>
            <a:ext cx="1297990" cy="0"/>
          </a:xfrm>
          <a:custGeom>
            <a:avLst/>
            <a:gdLst/>
            <a:ahLst/>
            <a:cxnLst/>
            <a:rect l="0" t="0" r="0" b="0"/>
            <a:pathLst>
              <a:path w="1297990">
                <a:moveTo>
                  <a:pt x="0" y="0"/>
                </a:moveTo>
                <a:lnTo>
                  <a:pt x="129799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6" name="pl844">
            <a:extLst>
              <a:ext uri="{FF2B5EF4-FFF2-40B4-BE49-F238E27FC236}">
                <a16:creationId xmlns:a16="http://schemas.microsoft.com/office/drawing/2014/main" id="{D9AF7D5C-75D2-F443-AFC3-88609B5FA38C}"/>
              </a:ext>
            </a:extLst>
          </p:cNvPr>
          <p:cNvSpPr/>
          <p:nvPr/>
        </p:nvSpPr>
        <p:spPr>
          <a:xfrm>
            <a:off x="2880872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7" name="pl845">
            <a:extLst>
              <a:ext uri="{FF2B5EF4-FFF2-40B4-BE49-F238E27FC236}">
                <a16:creationId xmlns:a16="http://schemas.microsoft.com/office/drawing/2014/main" id="{D2CCF5A4-D66C-DA48-A8CE-93FB42E93B94}"/>
              </a:ext>
            </a:extLst>
          </p:cNvPr>
          <p:cNvSpPr/>
          <p:nvPr/>
        </p:nvSpPr>
        <p:spPr>
          <a:xfrm>
            <a:off x="3242498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8" name="pl846">
            <a:extLst>
              <a:ext uri="{FF2B5EF4-FFF2-40B4-BE49-F238E27FC236}">
                <a16:creationId xmlns:a16="http://schemas.microsoft.com/office/drawing/2014/main" id="{5F5A7B80-EDB6-AC4A-B9B7-744ECDD16B18}"/>
              </a:ext>
            </a:extLst>
          </p:cNvPr>
          <p:cNvSpPr/>
          <p:nvPr/>
        </p:nvSpPr>
        <p:spPr>
          <a:xfrm>
            <a:off x="3604125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9" name="pl847">
            <a:extLst>
              <a:ext uri="{FF2B5EF4-FFF2-40B4-BE49-F238E27FC236}">
                <a16:creationId xmlns:a16="http://schemas.microsoft.com/office/drawing/2014/main" id="{78ECD28D-764C-8A47-BD93-34FEC01E590E}"/>
              </a:ext>
            </a:extLst>
          </p:cNvPr>
          <p:cNvSpPr/>
          <p:nvPr/>
        </p:nvSpPr>
        <p:spPr>
          <a:xfrm>
            <a:off x="3965751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50" name="tx848">
            <a:extLst>
              <a:ext uri="{FF2B5EF4-FFF2-40B4-BE49-F238E27FC236}">
                <a16:creationId xmlns:a16="http://schemas.microsoft.com/office/drawing/2014/main" id="{15682F26-86F8-B047-830B-972FFF31557B}"/>
              </a:ext>
            </a:extLst>
          </p:cNvPr>
          <p:cNvSpPr/>
          <p:nvPr/>
        </p:nvSpPr>
        <p:spPr>
          <a:xfrm>
            <a:off x="2849097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851" name="tx849">
            <a:extLst>
              <a:ext uri="{FF2B5EF4-FFF2-40B4-BE49-F238E27FC236}">
                <a16:creationId xmlns:a16="http://schemas.microsoft.com/office/drawing/2014/main" id="{13F94799-8225-A54C-87A1-096449DD6658}"/>
              </a:ext>
            </a:extLst>
          </p:cNvPr>
          <p:cNvSpPr/>
          <p:nvPr/>
        </p:nvSpPr>
        <p:spPr>
          <a:xfrm>
            <a:off x="3210723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852" name="tx850">
            <a:extLst>
              <a:ext uri="{FF2B5EF4-FFF2-40B4-BE49-F238E27FC236}">
                <a16:creationId xmlns:a16="http://schemas.microsoft.com/office/drawing/2014/main" id="{0BD44D10-94FF-A540-A07F-AAF7C3187AE3}"/>
              </a:ext>
            </a:extLst>
          </p:cNvPr>
          <p:cNvSpPr/>
          <p:nvPr/>
        </p:nvSpPr>
        <p:spPr>
          <a:xfrm>
            <a:off x="3572349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853" name="tx851">
            <a:extLst>
              <a:ext uri="{FF2B5EF4-FFF2-40B4-BE49-F238E27FC236}">
                <a16:creationId xmlns:a16="http://schemas.microsoft.com/office/drawing/2014/main" id="{052E9DC4-13E4-014C-A9D7-40F4648AE7BA}"/>
              </a:ext>
            </a:extLst>
          </p:cNvPr>
          <p:cNvSpPr/>
          <p:nvPr/>
        </p:nvSpPr>
        <p:spPr>
          <a:xfrm>
            <a:off x="3933975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854" name="tx852">
            <a:extLst>
              <a:ext uri="{FF2B5EF4-FFF2-40B4-BE49-F238E27FC236}">
                <a16:creationId xmlns:a16="http://schemas.microsoft.com/office/drawing/2014/main" id="{106AF24C-7DB1-BA4A-AFF3-7B378C08E145}"/>
              </a:ext>
            </a:extLst>
          </p:cNvPr>
          <p:cNvSpPr/>
          <p:nvPr/>
        </p:nvSpPr>
        <p:spPr>
          <a:xfrm>
            <a:off x="3135196" y="5537269"/>
            <a:ext cx="5746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Richness</a:t>
            </a:r>
          </a:p>
        </p:txBody>
      </p:sp>
      <p:sp>
        <p:nvSpPr>
          <p:cNvPr id="855" name="tx853">
            <a:extLst>
              <a:ext uri="{FF2B5EF4-FFF2-40B4-BE49-F238E27FC236}">
                <a16:creationId xmlns:a16="http://schemas.microsoft.com/office/drawing/2014/main" id="{2A22E68C-24F2-5245-8D41-0DE77702CE9E}"/>
              </a:ext>
            </a:extLst>
          </p:cNvPr>
          <p:cNvSpPr/>
          <p:nvPr/>
        </p:nvSpPr>
        <p:spPr>
          <a:xfrm>
            <a:off x="2773505" y="3937978"/>
            <a:ext cx="372526" cy="100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(i) RD</a:t>
            </a:r>
          </a:p>
        </p:txBody>
      </p:sp>
      <p:sp>
        <p:nvSpPr>
          <p:cNvPr id="856" name="rc854">
            <a:extLst>
              <a:ext uri="{FF2B5EF4-FFF2-40B4-BE49-F238E27FC236}">
                <a16:creationId xmlns:a16="http://schemas.microsoft.com/office/drawing/2014/main" id="{02CC71B0-65BC-B44D-9C72-0DD27BF0D916}"/>
              </a:ext>
            </a:extLst>
          </p:cNvPr>
          <p:cNvSpPr/>
          <p:nvPr/>
        </p:nvSpPr>
        <p:spPr>
          <a:xfrm>
            <a:off x="4204347" y="4132731"/>
            <a:ext cx="1297990" cy="11715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7" name="pt855">
            <a:extLst>
              <a:ext uri="{FF2B5EF4-FFF2-40B4-BE49-F238E27FC236}">
                <a16:creationId xmlns:a16="http://schemas.microsoft.com/office/drawing/2014/main" id="{C136F5FD-696B-1240-8C34-23240A2BA07E}"/>
              </a:ext>
            </a:extLst>
          </p:cNvPr>
          <p:cNvSpPr/>
          <p:nvPr/>
        </p:nvSpPr>
        <p:spPr>
          <a:xfrm>
            <a:off x="4248386" y="5053428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8" name="pt856">
            <a:extLst>
              <a:ext uri="{FF2B5EF4-FFF2-40B4-BE49-F238E27FC236}">
                <a16:creationId xmlns:a16="http://schemas.microsoft.com/office/drawing/2014/main" id="{B2D457BF-A1E6-1947-AC7E-FDBF81429CDD}"/>
              </a:ext>
            </a:extLst>
          </p:cNvPr>
          <p:cNvSpPr/>
          <p:nvPr/>
        </p:nvSpPr>
        <p:spPr>
          <a:xfrm>
            <a:off x="4279214" y="4925764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9" name="pt857">
            <a:extLst>
              <a:ext uri="{FF2B5EF4-FFF2-40B4-BE49-F238E27FC236}">
                <a16:creationId xmlns:a16="http://schemas.microsoft.com/office/drawing/2014/main" id="{F68905FA-11C4-7846-AE39-29861EF6EB33}"/>
              </a:ext>
            </a:extLst>
          </p:cNvPr>
          <p:cNvSpPr/>
          <p:nvPr/>
        </p:nvSpPr>
        <p:spPr>
          <a:xfrm>
            <a:off x="4297404" y="5072226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0" name="pt858">
            <a:extLst>
              <a:ext uri="{FF2B5EF4-FFF2-40B4-BE49-F238E27FC236}">
                <a16:creationId xmlns:a16="http://schemas.microsoft.com/office/drawing/2014/main" id="{16F5283F-B7C7-144D-AF78-7DECBBDD0F7E}"/>
              </a:ext>
            </a:extLst>
          </p:cNvPr>
          <p:cNvSpPr/>
          <p:nvPr/>
        </p:nvSpPr>
        <p:spPr>
          <a:xfrm>
            <a:off x="4225379" y="4298539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1" name="pt859">
            <a:extLst>
              <a:ext uri="{FF2B5EF4-FFF2-40B4-BE49-F238E27FC236}">
                <a16:creationId xmlns:a16="http://schemas.microsoft.com/office/drawing/2014/main" id="{9ADD47E6-C404-9145-B012-30B03308EA43}"/>
              </a:ext>
            </a:extLst>
          </p:cNvPr>
          <p:cNvSpPr/>
          <p:nvPr/>
        </p:nvSpPr>
        <p:spPr>
          <a:xfrm>
            <a:off x="4314969" y="4822979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2" name="pt860">
            <a:extLst>
              <a:ext uri="{FF2B5EF4-FFF2-40B4-BE49-F238E27FC236}">
                <a16:creationId xmlns:a16="http://schemas.microsoft.com/office/drawing/2014/main" id="{7517A90C-8D63-B147-9F18-77B3C935039A}"/>
              </a:ext>
            </a:extLst>
          </p:cNvPr>
          <p:cNvSpPr/>
          <p:nvPr/>
        </p:nvSpPr>
        <p:spPr>
          <a:xfrm>
            <a:off x="4316551" y="4631729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3" name="pt861">
            <a:extLst>
              <a:ext uri="{FF2B5EF4-FFF2-40B4-BE49-F238E27FC236}">
                <a16:creationId xmlns:a16="http://schemas.microsoft.com/office/drawing/2014/main" id="{B46B74DE-40E4-A541-9094-52DBCC8CE3D2}"/>
              </a:ext>
            </a:extLst>
          </p:cNvPr>
          <p:cNvSpPr/>
          <p:nvPr/>
        </p:nvSpPr>
        <p:spPr>
          <a:xfrm>
            <a:off x="4228111" y="5213044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4" name="pt862">
            <a:extLst>
              <a:ext uri="{FF2B5EF4-FFF2-40B4-BE49-F238E27FC236}">
                <a16:creationId xmlns:a16="http://schemas.microsoft.com/office/drawing/2014/main" id="{9808D4EE-AA14-6D47-AD78-29843DB0DF91}"/>
              </a:ext>
            </a:extLst>
          </p:cNvPr>
          <p:cNvSpPr/>
          <p:nvPr/>
        </p:nvSpPr>
        <p:spPr>
          <a:xfrm>
            <a:off x="4225869" y="4920866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5" name="pt863">
            <a:extLst>
              <a:ext uri="{FF2B5EF4-FFF2-40B4-BE49-F238E27FC236}">
                <a16:creationId xmlns:a16="http://schemas.microsoft.com/office/drawing/2014/main" id="{03E2D24B-6C3D-6E43-970A-9D016E1E93DA}"/>
              </a:ext>
            </a:extLst>
          </p:cNvPr>
          <p:cNvSpPr/>
          <p:nvPr/>
        </p:nvSpPr>
        <p:spPr>
          <a:xfrm>
            <a:off x="4264832" y="480615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6" name="pt864">
            <a:extLst>
              <a:ext uri="{FF2B5EF4-FFF2-40B4-BE49-F238E27FC236}">
                <a16:creationId xmlns:a16="http://schemas.microsoft.com/office/drawing/2014/main" id="{EE00F4FE-5C8F-DD40-A64D-280D750179F4}"/>
              </a:ext>
            </a:extLst>
          </p:cNvPr>
          <p:cNvSpPr/>
          <p:nvPr/>
        </p:nvSpPr>
        <p:spPr>
          <a:xfrm>
            <a:off x="4255292" y="448925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7" name="pt865">
            <a:extLst>
              <a:ext uri="{FF2B5EF4-FFF2-40B4-BE49-F238E27FC236}">
                <a16:creationId xmlns:a16="http://schemas.microsoft.com/office/drawing/2014/main" id="{EAE56360-A029-4740-9FEE-908E0CEC9A38}"/>
              </a:ext>
            </a:extLst>
          </p:cNvPr>
          <p:cNvSpPr/>
          <p:nvPr/>
        </p:nvSpPr>
        <p:spPr>
          <a:xfrm>
            <a:off x="4596681" y="478045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8" name="pt866">
            <a:extLst>
              <a:ext uri="{FF2B5EF4-FFF2-40B4-BE49-F238E27FC236}">
                <a16:creationId xmlns:a16="http://schemas.microsoft.com/office/drawing/2014/main" id="{8EFBB161-0E1A-C843-BDA2-E54EC9274CCF}"/>
              </a:ext>
            </a:extLst>
          </p:cNvPr>
          <p:cNvSpPr/>
          <p:nvPr/>
        </p:nvSpPr>
        <p:spPr>
          <a:xfrm>
            <a:off x="4591784" y="4547884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9" name="pt867">
            <a:extLst>
              <a:ext uri="{FF2B5EF4-FFF2-40B4-BE49-F238E27FC236}">
                <a16:creationId xmlns:a16="http://schemas.microsoft.com/office/drawing/2014/main" id="{935162B7-9C7E-D94F-BE22-7A51ACBB280A}"/>
              </a:ext>
            </a:extLst>
          </p:cNvPr>
          <p:cNvSpPr/>
          <p:nvPr/>
        </p:nvSpPr>
        <p:spPr>
          <a:xfrm>
            <a:off x="4663948" y="5055680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0" name="pt868">
            <a:extLst>
              <a:ext uri="{FF2B5EF4-FFF2-40B4-BE49-F238E27FC236}">
                <a16:creationId xmlns:a16="http://schemas.microsoft.com/office/drawing/2014/main" id="{C8CE219F-503F-9F40-8BA6-F758002E858A}"/>
              </a:ext>
            </a:extLst>
          </p:cNvPr>
          <p:cNvSpPr/>
          <p:nvPr/>
        </p:nvSpPr>
        <p:spPr>
          <a:xfrm>
            <a:off x="4627547" y="511677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1" name="pt869">
            <a:extLst>
              <a:ext uri="{FF2B5EF4-FFF2-40B4-BE49-F238E27FC236}">
                <a16:creationId xmlns:a16="http://schemas.microsoft.com/office/drawing/2014/main" id="{7F5B329D-9440-8848-A0A3-034096728B98}"/>
              </a:ext>
            </a:extLst>
          </p:cNvPr>
          <p:cNvSpPr/>
          <p:nvPr/>
        </p:nvSpPr>
        <p:spPr>
          <a:xfrm>
            <a:off x="4593934" y="4148015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2" name="pt870">
            <a:extLst>
              <a:ext uri="{FF2B5EF4-FFF2-40B4-BE49-F238E27FC236}">
                <a16:creationId xmlns:a16="http://schemas.microsoft.com/office/drawing/2014/main" id="{30E56FE7-CA7F-7142-B59F-15A779A5A6B5}"/>
              </a:ext>
            </a:extLst>
          </p:cNvPr>
          <p:cNvSpPr/>
          <p:nvPr/>
        </p:nvSpPr>
        <p:spPr>
          <a:xfrm>
            <a:off x="4609354" y="432361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3" name="pt871">
            <a:extLst>
              <a:ext uri="{FF2B5EF4-FFF2-40B4-BE49-F238E27FC236}">
                <a16:creationId xmlns:a16="http://schemas.microsoft.com/office/drawing/2014/main" id="{30B4B640-DDD4-6144-A910-C879AC9D1D6D}"/>
              </a:ext>
            </a:extLst>
          </p:cNvPr>
          <p:cNvSpPr/>
          <p:nvPr/>
        </p:nvSpPr>
        <p:spPr>
          <a:xfrm>
            <a:off x="4636965" y="5171437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4" name="pt872">
            <a:extLst>
              <a:ext uri="{FF2B5EF4-FFF2-40B4-BE49-F238E27FC236}">
                <a16:creationId xmlns:a16="http://schemas.microsoft.com/office/drawing/2014/main" id="{4F5E162D-055A-FD44-9114-E3A3EAC52AAC}"/>
              </a:ext>
            </a:extLst>
          </p:cNvPr>
          <p:cNvSpPr/>
          <p:nvPr/>
        </p:nvSpPr>
        <p:spPr>
          <a:xfrm>
            <a:off x="4584897" y="508614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5" name="pt873">
            <a:extLst>
              <a:ext uri="{FF2B5EF4-FFF2-40B4-BE49-F238E27FC236}">
                <a16:creationId xmlns:a16="http://schemas.microsoft.com/office/drawing/2014/main" id="{D61F2089-F455-7E45-AA4B-59697B04B3F1}"/>
              </a:ext>
            </a:extLst>
          </p:cNvPr>
          <p:cNvSpPr/>
          <p:nvPr/>
        </p:nvSpPr>
        <p:spPr>
          <a:xfrm>
            <a:off x="4582972" y="513048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6" name="pt874">
            <a:extLst>
              <a:ext uri="{FF2B5EF4-FFF2-40B4-BE49-F238E27FC236}">
                <a16:creationId xmlns:a16="http://schemas.microsoft.com/office/drawing/2014/main" id="{17693540-8D23-294B-8368-817B154985BC}"/>
              </a:ext>
            </a:extLst>
          </p:cNvPr>
          <p:cNvSpPr/>
          <p:nvPr/>
        </p:nvSpPr>
        <p:spPr>
          <a:xfrm>
            <a:off x="4591251" y="5040212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7" name="pt875">
            <a:extLst>
              <a:ext uri="{FF2B5EF4-FFF2-40B4-BE49-F238E27FC236}">
                <a16:creationId xmlns:a16="http://schemas.microsoft.com/office/drawing/2014/main" id="{DF61996A-0886-CA48-BAE7-082453A545B8}"/>
              </a:ext>
            </a:extLst>
          </p:cNvPr>
          <p:cNvSpPr/>
          <p:nvPr/>
        </p:nvSpPr>
        <p:spPr>
          <a:xfrm>
            <a:off x="4618907" y="5003416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8" name="pt876">
            <a:extLst>
              <a:ext uri="{FF2B5EF4-FFF2-40B4-BE49-F238E27FC236}">
                <a16:creationId xmlns:a16="http://schemas.microsoft.com/office/drawing/2014/main" id="{1FDFC6DE-D8EF-524A-8A38-793E7C95C183}"/>
              </a:ext>
            </a:extLst>
          </p:cNvPr>
          <p:cNvSpPr/>
          <p:nvPr/>
        </p:nvSpPr>
        <p:spPr>
          <a:xfrm>
            <a:off x="4672708" y="514443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9" name="pt877">
            <a:extLst>
              <a:ext uri="{FF2B5EF4-FFF2-40B4-BE49-F238E27FC236}">
                <a16:creationId xmlns:a16="http://schemas.microsoft.com/office/drawing/2014/main" id="{C16B2A6B-3C25-D74F-A0AD-5474914A0953}"/>
              </a:ext>
            </a:extLst>
          </p:cNvPr>
          <p:cNvSpPr/>
          <p:nvPr/>
        </p:nvSpPr>
        <p:spPr>
          <a:xfrm>
            <a:off x="4599949" y="4905333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0" name="pt878">
            <a:extLst>
              <a:ext uri="{FF2B5EF4-FFF2-40B4-BE49-F238E27FC236}">
                <a16:creationId xmlns:a16="http://schemas.microsoft.com/office/drawing/2014/main" id="{5A0A840C-2045-2347-8512-6FECEBF41AC4}"/>
              </a:ext>
            </a:extLst>
          </p:cNvPr>
          <p:cNvSpPr/>
          <p:nvPr/>
        </p:nvSpPr>
        <p:spPr>
          <a:xfrm>
            <a:off x="4635825" y="4933254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1" name="pt879">
            <a:extLst>
              <a:ext uri="{FF2B5EF4-FFF2-40B4-BE49-F238E27FC236}">
                <a16:creationId xmlns:a16="http://schemas.microsoft.com/office/drawing/2014/main" id="{AB8F4DFA-8AC9-F54C-93C2-FC8B251C1AC9}"/>
              </a:ext>
            </a:extLst>
          </p:cNvPr>
          <p:cNvSpPr/>
          <p:nvPr/>
        </p:nvSpPr>
        <p:spPr>
          <a:xfrm>
            <a:off x="4611502" y="4708802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2" name="pt880">
            <a:extLst>
              <a:ext uri="{FF2B5EF4-FFF2-40B4-BE49-F238E27FC236}">
                <a16:creationId xmlns:a16="http://schemas.microsoft.com/office/drawing/2014/main" id="{E870D211-922C-E24B-8434-A21CF973911A}"/>
              </a:ext>
            </a:extLst>
          </p:cNvPr>
          <p:cNvSpPr/>
          <p:nvPr/>
        </p:nvSpPr>
        <p:spPr>
          <a:xfrm>
            <a:off x="4649947" y="4821532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3" name="pt881">
            <a:extLst>
              <a:ext uri="{FF2B5EF4-FFF2-40B4-BE49-F238E27FC236}">
                <a16:creationId xmlns:a16="http://schemas.microsoft.com/office/drawing/2014/main" id="{BF975E4E-0419-CA43-A6F5-0E4F4336E948}"/>
              </a:ext>
            </a:extLst>
          </p:cNvPr>
          <p:cNvSpPr/>
          <p:nvPr/>
        </p:nvSpPr>
        <p:spPr>
          <a:xfrm>
            <a:off x="4679964" y="5149709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4" name="pt882">
            <a:extLst>
              <a:ext uri="{FF2B5EF4-FFF2-40B4-BE49-F238E27FC236}">
                <a16:creationId xmlns:a16="http://schemas.microsoft.com/office/drawing/2014/main" id="{FE45E85F-B941-744E-8089-DF2A4617C05C}"/>
              </a:ext>
            </a:extLst>
          </p:cNvPr>
          <p:cNvSpPr/>
          <p:nvPr/>
        </p:nvSpPr>
        <p:spPr>
          <a:xfrm>
            <a:off x="4614200" y="5025396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5" name="pt883">
            <a:extLst>
              <a:ext uri="{FF2B5EF4-FFF2-40B4-BE49-F238E27FC236}">
                <a16:creationId xmlns:a16="http://schemas.microsoft.com/office/drawing/2014/main" id="{B6B50677-7E5F-4C46-BDB8-F1E171A11524}"/>
              </a:ext>
            </a:extLst>
          </p:cNvPr>
          <p:cNvSpPr/>
          <p:nvPr/>
        </p:nvSpPr>
        <p:spPr>
          <a:xfrm>
            <a:off x="5044935" y="5055755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6" name="pt884">
            <a:extLst>
              <a:ext uri="{FF2B5EF4-FFF2-40B4-BE49-F238E27FC236}">
                <a16:creationId xmlns:a16="http://schemas.microsoft.com/office/drawing/2014/main" id="{3673479D-AFCE-B447-ADF6-7F21FB0FF9DC}"/>
              </a:ext>
            </a:extLst>
          </p:cNvPr>
          <p:cNvSpPr/>
          <p:nvPr/>
        </p:nvSpPr>
        <p:spPr>
          <a:xfrm>
            <a:off x="5002462" y="5007072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7" name="pt885">
            <a:extLst>
              <a:ext uri="{FF2B5EF4-FFF2-40B4-BE49-F238E27FC236}">
                <a16:creationId xmlns:a16="http://schemas.microsoft.com/office/drawing/2014/main" id="{2256EC53-03BD-7B47-9AE7-FDC186B0D20B}"/>
              </a:ext>
            </a:extLst>
          </p:cNvPr>
          <p:cNvSpPr/>
          <p:nvPr/>
        </p:nvSpPr>
        <p:spPr>
          <a:xfrm>
            <a:off x="5004203" y="5006760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8" name="pt886">
            <a:extLst>
              <a:ext uri="{FF2B5EF4-FFF2-40B4-BE49-F238E27FC236}">
                <a16:creationId xmlns:a16="http://schemas.microsoft.com/office/drawing/2014/main" id="{C564F2CD-E326-6740-8EC2-01C5F53D82D8}"/>
              </a:ext>
            </a:extLst>
          </p:cNvPr>
          <p:cNvSpPr/>
          <p:nvPr/>
        </p:nvSpPr>
        <p:spPr>
          <a:xfrm>
            <a:off x="4968044" y="497641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9" name="pt887">
            <a:extLst>
              <a:ext uri="{FF2B5EF4-FFF2-40B4-BE49-F238E27FC236}">
                <a16:creationId xmlns:a16="http://schemas.microsoft.com/office/drawing/2014/main" id="{09321408-0739-224A-B471-C3C8CE2FFC9A}"/>
              </a:ext>
            </a:extLst>
          </p:cNvPr>
          <p:cNvSpPr/>
          <p:nvPr/>
        </p:nvSpPr>
        <p:spPr>
          <a:xfrm>
            <a:off x="4993517" y="498794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0" name="pt888">
            <a:extLst>
              <a:ext uri="{FF2B5EF4-FFF2-40B4-BE49-F238E27FC236}">
                <a16:creationId xmlns:a16="http://schemas.microsoft.com/office/drawing/2014/main" id="{0DBD7480-3A0A-D242-82F7-E86BB3ADA3F7}"/>
              </a:ext>
            </a:extLst>
          </p:cNvPr>
          <p:cNvSpPr/>
          <p:nvPr/>
        </p:nvSpPr>
        <p:spPr>
          <a:xfrm>
            <a:off x="5028106" y="506227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1" name="pt889">
            <a:extLst>
              <a:ext uri="{FF2B5EF4-FFF2-40B4-BE49-F238E27FC236}">
                <a16:creationId xmlns:a16="http://schemas.microsoft.com/office/drawing/2014/main" id="{D7EF2646-C0DE-AB4C-88F0-F507759CC531}"/>
              </a:ext>
            </a:extLst>
          </p:cNvPr>
          <p:cNvSpPr/>
          <p:nvPr/>
        </p:nvSpPr>
        <p:spPr>
          <a:xfrm>
            <a:off x="5025149" y="5035901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2" name="pt890">
            <a:extLst>
              <a:ext uri="{FF2B5EF4-FFF2-40B4-BE49-F238E27FC236}">
                <a16:creationId xmlns:a16="http://schemas.microsoft.com/office/drawing/2014/main" id="{C33E4664-F8E3-5B49-95C5-FD77FB840960}"/>
              </a:ext>
            </a:extLst>
          </p:cNvPr>
          <p:cNvSpPr/>
          <p:nvPr/>
        </p:nvSpPr>
        <p:spPr>
          <a:xfrm>
            <a:off x="5040589" y="4750306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3" name="pt891">
            <a:extLst>
              <a:ext uri="{FF2B5EF4-FFF2-40B4-BE49-F238E27FC236}">
                <a16:creationId xmlns:a16="http://schemas.microsoft.com/office/drawing/2014/main" id="{9ED10E13-2BA2-0240-A579-C15AA4629223}"/>
              </a:ext>
            </a:extLst>
          </p:cNvPr>
          <p:cNvSpPr/>
          <p:nvPr/>
        </p:nvSpPr>
        <p:spPr>
          <a:xfrm>
            <a:off x="4993703" y="510432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4" name="pt892">
            <a:extLst>
              <a:ext uri="{FF2B5EF4-FFF2-40B4-BE49-F238E27FC236}">
                <a16:creationId xmlns:a16="http://schemas.microsoft.com/office/drawing/2014/main" id="{897C36F9-F0E9-B943-90F5-3BC251DD7850}"/>
              </a:ext>
            </a:extLst>
          </p:cNvPr>
          <p:cNvSpPr/>
          <p:nvPr/>
        </p:nvSpPr>
        <p:spPr>
          <a:xfrm>
            <a:off x="4975720" y="485047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5" name="pt893">
            <a:extLst>
              <a:ext uri="{FF2B5EF4-FFF2-40B4-BE49-F238E27FC236}">
                <a16:creationId xmlns:a16="http://schemas.microsoft.com/office/drawing/2014/main" id="{3548279A-5357-374A-B842-EDFA449578A7}"/>
              </a:ext>
            </a:extLst>
          </p:cNvPr>
          <p:cNvSpPr/>
          <p:nvPr/>
        </p:nvSpPr>
        <p:spPr>
          <a:xfrm>
            <a:off x="4956473" y="5087185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6" name="pt894">
            <a:extLst>
              <a:ext uri="{FF2B5EF4-FFF2-40B4-BE49-F238E27FC236}">
                <a16:creationId xmlns:a16="http://schemas.microsoft.com/office/drawing/2014/main" id="{FD348BBB-F801-834B-B4C8-0C2936F8CDDA}"/>
              </a:ext>
            </a:extLst>
          </p:cNvPr>
          <p:cNvSpPr/>
          <p:nvPr/>
        </p:nvSpPr>
        <p:spPr>
          <a:xfrm>
            <a:off x="4997268" y="489834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7" name="pt895">
            <a:extLst>
              <a:ext uri="{FF2B5EF4-FFF2-40B4-BE49-F238E27FC236}">
                <a16:creationId xmlns:a16="http://schemas.microsoft.com/office/drawing/2014/main" id="{135CB1A6-FE3C-DE4D-9313-646DC6C9524F}"/>
              </a:ext>
            </a:extLst>
          </p:cNvPr>
          <p:cNvSpPr/>
          <p:nvPr/>
        </p:nvSpPr>
        <p:spPr>
          <a:xfrm>
            <a:off x="5009312" y="5072244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8" name="pt896">
            <a:extLst>
              <a:ext uri="{FF2B5EF4-FFF2-40B4-BE49-F238E27FC236}">
                <a16:creationId xmlns:a16="http://schemas.microsoft.com/office/drawing/2014/main" id="{EFC1842A-9872-2E4F-97B8-C83369D89704}"/>
              </a:ext>
            </a:extLst>
          </p:cNvPr>
          <p:cNvSpPr/>
          <p:nvPr/>
        </p:nvSpPr>
        <p:spPr>
          <a:xfrm>
            <a:off x="4992312" y="510992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9" name="pt897">
            <a:extLst>
              <a:ext uri="{FF2B5EF4-FFF2-40B4-BE49-F238E27FC236}">
                <a16:creationId xmlns:a16="http://schemas.microsoft.com/office/drawing/2014/main" id="{3DABC9EE-B6E1-0440-8F87-1D131F89D43D}"/>
              </a:ext>
            </a:extLst>
          </p:cNvPr>
          <p:cNvSpPr/>
          <p:nvPr/>
        </p:nvSpPr>
        <p:spPr>
          <a:xfrm>
            <a:off x="5038255" y="465926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0" name="pt898">
            <a:extLst>
              <a:ext uri="{FF2B5EF4-FFF2-40B4-BE49-F238E27FC236}">
                <a16:creationId xmlns:a16="http://schemas.microsoft.com/office/drawing/2014/main" id="{F10D9980-EA1E-274A-9625-4E03BF61F38A}"/>
              </a:ext>
            </a:extLst>
          </p:cNvPr>
          <p:cNvSpPr/>
          <p:nvPr/>
        </p:nvSpPr>
        <p:spPr>
          <a:xfrm>
            <a:off x="5016511" y="5027879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1" name="pt899">
            <a:extLst>
              <a:ext uri="{FF2B5EF4-FFF2-40B4-BE49-F238E27FC236}">
                <a16:creationId xmlns:a16="http://schemas.microsoft.com/office/drawing/2014/main" id="{2745C014-F480-7742-9BA1-A16F359D6E95}"/>
              </a:ext>
            </a:extLst>
          </p:cNvPr>
          <p:cNvSpPr/>
          <p:nvPr/>
        </p:nvSpPr>
        <p:spPr>
          <a:xfrm>
            <a:off x="4964929" y="4797076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2" name="pt900">
            <a:extLst>
              <a:ext uri="{FF2B5EF4-FFF2-40B4-BE49-F238E27FC236}">
                <a16:creationId xmlns:a16="http://schemas.microsoft.com/office/drawing/2014/main" id="{6C084F9D-8F36-9C42-B3A3-912AEABAD643}"/>
              </a:ext>
            </a:extLst>
          </p:cNvPr>
          <p:cNvSpPr/>
          <p:nvPr/>
        </p:nvSpPr>
        <p:spPr>
          <a:xfrm>
            <a:off x="4982369" y="4945456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3" name="pt901">
            <a:extLst>
              <a:ext uri="{FF2B5EF4-FFF2-40B4-BE49-F238E27FC236}">
                <a16:creationId xmlns:a16="http://schemas.microsoft.com/office/drawing/2014/main" id="{C29C4C3E-D20A-E04F-A357-265EF7409704}"/>
              </a:ext>
            </a:extLst>
          </p:cNvPr>
          <p:cNvSpPr/>
          <p:nvPr/>
        </p:nvSpPr>
        <p:spPr>
          <a:xfrm>
            <a:off x="4954851" y="4842900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4" name="pt902">
            <a:extLst>
              <a:ext uri="{FF2B5EF4-FFF2-40B4-BE49-F238E27FC236}">
                <a16:creationId xmlns:a16="http://schemas.microsoft.com/office/drawing/2014/main" id="{6755EC2A-8F24-0B45-8C98-9452BD5CDE17}"/>
              </a:ext>
            </a:extLst>
          </p:cNvPr>
          <p:cNvSpPr/>
          <p:nvPr/>
        </p:nvSpPr>
        <p:spPr>
          <a:xfrm>
            <a:off x="4942231" y="4851391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5" name="pt903">
            <a:extLst>
              <a:ext uri="{FF2B5EF4-FFF2-40B4-BE49-F238E27FC236}">
                <a16:creationId xmlns:a16="http://schemas.microsoft.com/office/drawing/2014/main" id="{A91703C2-EAB3-0C45-816B-AEC1DC85F6AD}"/>
              </a:ext>
            </a:extLst>
          </p:cNvPr>
          <p:cNvSpPr/>
          <p:nvPr/>
        </p:nvSpPr>
        <p:spPr>
          <a:xfrm>
            <a:off x="5358965" y="514532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6" name="pt904">
            <a:extLst>
              <a:ext uri="{FF2B5EF4-FFF2-40B4-BE49-F238E27FC236}">
                <a16:creationId xmlns:a16="http://schemas.microsoft.com/office/drawing/2014/main" id="{FD0BA3FF-AD0B-3743-B379-EA24B0F0851A}"/>
              </a:ext>
            </a:extLst>
          </p:cNvPr>
          <p:cNvSpPr/>
          <p:nvPr/>
        </p:nvSpPr>
        <p:spPr>
          <a:xfrm>
            <a:off x="5327630" y="4965572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7" name="pt905">
            <a:extLst>
              <a:ext uri="{FF2B5EF4-FFF2-40B4-BE49-F238E27FC236}">
                <a16:creationId xmlns:a16="http://schemas.microsoft.com/office/drawing/2014/main" id="{588F6FAD-1890-0B4F-A630-10DDEA58A5AA}"/>
              </a:ext>
            </a:extLst>
          </p:cNvPr>
          <p:cNvSpPr/>
          <p:nvPr/>
        </p:nvSpPr>
        <p:spPr>
          <a:xfrm>
            <a:off x="5316705" y="4800469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8" name="pt906">
            <a:extLst>
              <a:ext uri="{FF2B5EF4-FFF2-40B4-BE49-F238E27FC236}">
                <a16:creationId xmlns:a16="http://schemas.microsoft.com/office/drawing/2014/main" id="{7053C2BE-8239-0C40-8C3F-A42CFFFD3B80}"/>
              </a:ext>
            </a:extLst>
          </p:cNvPr>
          <p:cNvSpPr/>
          <p:nvPr/>
        </p:nvSpPr>
        <p:spPr>
          <a:xfrm>
            <a:off x="5395011" y="4952619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9" name="pt907">
            <a:extLst>
              <a:ext uri="{FF2B5EF4-FFF2-40B4-BE49-F238E27FC236}">
                <a16:creationId xmlns:a16="http://schemas.microsoft.com/office/drawing/2014/main" id="{DBE45642-4F86-C145-829E-F8A6F0EF9446}"/>
              </a:ext>
            </a:extLst>
          </p:cNvPr>
          <p:cNvSpPr/>
          <p:nvPr/>
        </p:nvSpPr>
        <p:spPr>
          <a:xfrm>
            <a:off x="5316619" y="4830579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0" name="pt908">
            <a:extLst>
              <a:ext uri="{FF2B5EF4-FFF2-40B4-BE49-F238E27FC236}">
                <a16:creationId xmlns:a16="http://schemas.microsoft.com/office/drawing/2014/main" id="{B30A4060-CF3D-254E-9B57-BA007975991E}"/>
              </a:ext>
            </a:extLst>
          </p:cNvPr>
          <p:cNvSpPr/>
          <p:nvPr/>
        </p:nvSpPr>
        <p:spPr>
          <a:xfrm>
            <a:off x="5370506" y="5023505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1" name="pt909">
            <a:extLst>
              <a:ext uri="{FF2B5EF4-FFF2-40B4-BE49-F238E27FC236}">
                <a16:creationId xmlns:a16="http://schemas.microsoft.com/office/drawing/2014/main" id="{BE186EF6-7E75-A946-9D98-605BBC2697F6}"/>
              </a:ext>
            </a:extLst>
          </p:cNvPr>
          <p:cNvSpPr/>
          <p:nvPr/>
        </p:nvSpPr>
        <p:spPr>
          <a:xfrm>
            <a:off x="5348021" y="4923443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2" name="pt910">
            <a:extLst>
              <a:ext uri="{FF2B5EF4-FFF2-40B4-BE49-F238E27FC236}">
                <a16:creationId xmlns:a16="http://schemas.microsoft.com/office/drawing/2014/main" id="{75BA7260-1D3C-984C-B459-4A9A9D03270B}"/>
              </a:ext>
            </a:extLst>
          </p:cNvPr>
          <p:cNvSpPr/>
          <p:nvPr/>
        </p:nvSpPr>
        <p:spPr>
          <a:xfrm>
            <a:off x="5387402" y="5038899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3" name="pt911">
            <a:extLst>
              <a:ext uri="{FF2B5EF4-FFF2-40B4-BE49-F238E27FC236}">
                <a16:creationId xmlns:a16="http://schemas.microsoft.com/office/drawing/2014/main" id="{042F9585-9086-BC4C-8360-34DAB6DD6FA1}"/>
              </a:ext>
            </a:extLst>
          </p:cNvPr>
          <p:cNvSpPr/>
          <p:nvPr/>
        </p:nvSpPr>
        <p:spPr>
          <a:xfrm>
            <a:off x="5333729" y="4763446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4" name="pt912">
            <a:extLst>
              <a:ext uri="{FF2B5EF4-FFF2-40B4-BE49-F238E27FC236}">
                <a16:creationId xmlns:a16="http://schemas.microsoft.com/office/drawing/2014/main" id="{53CB1F16-D590-D04B-ADBA-1838181BB07F}"/>
              </a:ext>
            </a:extLst>
          </p:cNvPr>
          <p:cNvSpPr/>
          <p:nvPr/>
        </p:nvSpPr>
        <p:spPr>
          <a:xfrm>
            <a:off x="5385687" y="4785058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5" name="pt913">
            <a:extLst>
              <a:ext uri="{FF2B5EF4-FFF2-40B4-BE49-F238E27FC236}">
                <a16:creationId xmlns:a16="http://schemas.microsoft.com/office/drawing/2014/main" id="{1C4C63E7-813C-8B4D-AE61-ADC3E26F03F7}"/>
              </a:ext>
            </a:extLst>
          </p:cNvPr>
          <p:cNvSpPr/>
          <p:nvPr/>
        </p:nvSpPr>
        <p:spPr>
          <a:xfrm>
            <a:off x="5402928" y="497691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6" name="pt914">
            <a:extLst>
              <a:ext uri="{FF2B5EF4-FFF2-40B4-BE49-F238E27FC236}">
                <a16:creationId xmlns:a16="http://schemas.microsoft.com/office/drawing/2014/main" id="{D982C1A8-1E3D-F54E-95C1-363B46BAAAFD}"/>
              </a:ext>
            </a:extLst>
          </p:cNvPr>
          <p:cNvSpPr/>
          <p:nvPr/>
        </p:nvSpPr>
        <p:spPr>
          <a:xfrm>
            <a:off x="5315917" y="507106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7" name="pt915">
            <a:extLst>
              <a:ext uri="{FF2B5EF4-FFF2-40B4-BE49-F238E27FC236}">
                <a16:creationId xmlns:a16="http://schemas.microsoft.com/office/drawing/2014/main" id="{3484C260-8D23-464B-AB5E-9FB28E9A0D3F}"/>
              </a:ext>
            </a:extLst>
          </p:cNvPr>
          <p:cNvSpPr/>
          <p:nvPr/>
        </p:nvSpPr>
        <p:spPr>
          <a:xfrm>
            <a:off x="5355625" y="4916761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8" name="pt916">
            <a:extLst>
              <a:ext uri="{FF2B5EF4-FFF2-40B4-BE49-F238E27FC236}">
                <a16:creationId xmlns:a16="http://schemas.microsoft.com/office/drawing/2014/main" id="{83EA2303-1284-A746-A0DB-68248CF82AE1}"/>
              </a:ext>
            </a:extLst>
          </p:cNvPr>
          <p:cNvSpPr/>
          <p:nvPr/>
        </p:nvSpPr>
        <p:spPr>
          <a:xfrm>
            <a:off x="5374838" y="508062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9" name="pt917">
            <a:extLst>
              <a:ext uri="{FF2B5EF4-FFF2-40B4-BE49-F238E27FC236}">
                <a16:creationId xmlns:a16="http://schemas.microsoft.com/office/drawing/2014/main" id="{FC8E0BCB-3ABD-2048-8405-F437D5AC94B6}"/>
              </a:ext>
            </a:extLst>
          </p:cNvPr>
          <p:cNvSpPr/>
          <p:nvPr/>
        </p:nvSpPr>
        <p:spPr>
          <a:xfrm>
            <a:off x="5341094" y="491210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0" name="pt918">
            <a:extLst>
              <a:ext uri="{FF2B5EF4-FFF2-40B4-BE49-F238E27FC236}">
                <a16:creationId xmlns:a16="http://schemas.microsoft.com/office/drawing/2014/main" id="{5479A43C-4FE3-034C-906A-F14EBCE39E49}"/>
              </a:ext>
            </a:extLst>
          </p:cNvPr>
          <p:cNvSpPr/>
          <p:nvPr/>
        </p:nvSpPr>
        <p:spPr>
          <a:xfrm>
            <a:off x="5324396" y="5128469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1" name="pt919">
            <a:extLst>
              <a:ext uri="{FF2B5EF4-FFF2-40B4-BE49-F238E27FC236}">
                <a16:creationId xmlns:a16="http://schemas.microsoft.com/office/drawing/2014/main" id="{4E72D1F8-DBCB-FF4B-839F-D120636D37A0}"/>
              </a:ext>
            </a:extLst>
          </p:cNvPr>
          <p:cNvSpPr/>
          <p:nvPr/>
        </p:nvSpPr>
        <p:spPr>
          <a:xfrm>
            <a:off x="5390709" y="4679623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2" name="pt920">
            <a:extLst>
              <a:ext uri="{FF2B5EF4-FFF2-40B4-BE49-F238E27FC236}">
                <a16:creationId xmlns:a16="http://schemas.microsoft.com/office/drawing/2014/main" id="{782CDEF2-062D-C64D-BB7D-5C448F58B7BD}"/>
              </a:ext>
            </a:extLst>
          </p:cNvPr>
          <p:cNvSpPr/>
          <p:nvPr/>
        </p:nvSpPr>
        <p:spPr>
          <a:xfrm>
            <a:off x="5346996" y="5070642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3" name="pt921">
            <a:extLst>
              <a:ext uri="{FF2B5EF4-FFF2-40B4-BE49-F238E27FC236}">
                <a16:creationId xmlns:a16="http://schemas.microsoft.com/office/drawing/2014/main" id="{5F5CDD3B-B631-C644-8B6B-9440950EC21F}"/>
              </a:ext>
            </a:extLst>
          </p:cNvPr>
          <p:cNvSpPr/>
          <p:nvPr/>
        </p:nvSpPr>
        <p:spPr>
          <a:xfrm>
            <a:off x="5325674" y="5028701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4" name="pt922">
            <a:extLst>
              <a:ext uri="{FF2B5EF4-FFF2-40B4-BE49-F238E27FC236}">
                <a16:creationId xmlns:a16="http://schemas.microsoft.com/office/drawing/2014/main" id="{272A1BCE-C313-8843-9B6D-BA0C2E8303ED}"/>
              </a:ext>
            </a:extLst>
          </p:cNvPr>
          <p:cNvSpPr/>
          <p:nvPr/>
        </p:nvSpPr>
        <p:spPr>
          <a:xfrm>
            <a:off x="5331955" y="492185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5" name="pt923">
            <a:extLst>
              <a:ext uri="{FF2B5EF4-FFF2-40B4-BE49-F238E27FC236}">
                <a16:creationId xmlns:a16="http://schemas.microsoft.com/office/drawing/2014/main" id="{00AE8DB4-3F35-9F47-AE8B-5F84971AF78A}"/>
              </a:ext>
            </a:extLst>
          </p:cNvPr>
          <p:cNvSpPr/>
          <p:nvPr/>
        </p:nvSpPr>
        <p:spPr>
          <a:xfrm>
            <a:off x="5354746" y="484783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6" name="pt924">
            <a:extLst>
              <a:ext uri="{FF2B5EF4-FFF2-40B4-BE49-F238E27FC236}">
                <a16:creationId xmlns:a16="http://schemas.microsoft.com/office/drawing/2014/main" id="{8DD83CE1-E2F7-364C-9C2C-4E99065859F6}"/>
              </a:ext>
            </a:extLst>
          </p:cNvPr>
          <p:cNvSpPr/>
          <p:nvPr/>
        </p:nvSpPr>
        <p:spPr>
          <a:xfrm>
            <a:off x="5334810" y="4936180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7" name="pt925">
            <a:extLst>
              <a:ext uri="{FF2B5EF4-FFF2-40B4-BE49-F238E27FC236}">
                <a16:creationId xmlns:a16="http://schemas.microsoft.com/office/drawing/2014/main" id="{211C156C-2742-DC44-9111-AD91A9EBB77C}"/>
              </a:ext>
            </a:extLst>
          </p:cNvPr>
          <p:cNvSpPr/>
          <p:nvPr/>
        </p:nvSpPr>
        <p:spPr>
          <a:xfrm>
            <a:off x="5405370" y="4985399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8" name="pt926">
            <a:extLst>
              <a:ext uri="{FF2B5EF4-FFF2-40B4-BE49-F238E27FC236}">
                <a16:creationId xmlns:a16="http://schemas.microsoft.com/office/drawing/2014/main" id="{7A2663A6-7F9A-3146-A047-04D7B16793FA}"/>
              </a:ext>
            </a:extLst>
          </p:cNvPr>
          <p:cNvSpPr/>
          <p:nvPr/>
        </p:nvSpPr>
        <p:spPr>
          <a:xfrm>
            <a:off x="5341399" y="505186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9" name="pg927">
            <a:extLst>
              <a:ext uri="{FF2B5EF4-FFF2-40B4-BE49-F238E27FC236}">
                <a16:creationId xmlns:a16="http://schemas.microsoft.com/office/drawing/2014/main" id="{50F2E4D6-284D-5C46-B5D1-9CEBF7CE2672}"/>
              </a:ext>
            </a:extLst>
          </p:cNvPr>
          <p:cNvSpPr/>
          <p:nvPr/>
        </p:nvSpPr>
        <p:spPr>
          <a:xfrm>
            <a:off x="4310275" y="4690900"/>
            <a:ext cx="1081260" cy="503927"/>
          </a:xfrm>
          <a:custGeom>
            <a:avLst/>
            <a:gdLst/>
            <a:ahLst/>
            <a:cxnLst/>
            <a:rect l="0" t="0" r="0" b="0"/>
            <a:pathLst>
              <a:path w="1081260" h="503927">
                <a:moveTo>
                  <a:pt x="0" y="0"/>
                </a:moveTo>
                <a:lnTo>
                  <a:pt x="571252" y="164460"/>
                </a:lnTo>
                <a:lnTo>
                  <a:pt x="720840" y="173279"/>
                </a:lnTo>
                <a:lnTo>
                  <a:pt x="931672" y="161400"/>
                </a:lnTo>
                <a:lnTo>
                  <a:pt x="1081260" y="143913"/>
                </a:lnTo>
                <a:lnTo>
                  <a:pt x="1081260" y="503927"/>
                </a:lnTo>
                <a:lnTo>
                  <a:pt x="931672" y="452017"/>
                </a:lnTo>
                <a:lnTo>
                  <a:pt x="720840" y="391621"/>
                </a:lnTo>
                <a:lnTo>
                  <a:pt x="571252" y="366017"/>
                </a:lnTo>
                <a:lnTo>
                  <a:pt x="0" y="399022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30" name="pl928">
            <a:extLst>
              <a:ext uri="{FF2B5EF4-FFF2-40B4-BE49-F238E27FC236}">
                <a16:creationId xmlns:a16="http://schemas.microsoft.com/office/drawing/2014/main" id="{DD4518E2-69A8-5645-A30F-0E6C8B9FD967}"/>
              </a:ext>
            </a:extLst>
          </p:cNvPr>
          <p:cNvSpPr/>
          <p:nvPr/>
        </p:nvSpPr>
        <p:spPr>
          <a:xfrm>
            <a:off x="4310275" y="4690900"/>
            <a:ext cx="1081260" cy="173279"/>
          </a:xfrm>
          <a:custGeom>
            <a:avLst/>
            <a:gdLst/>
            <a:ahLst/>
            <a:cxnLst/>
            <a:rect l="0" t="0" r="0" b="0"/>
            <a:pathLst>
              <a:path w="1081260" h="173279">
                <a:moveTo>
                  <a:pt x="0" y="0"/>
                </a:moveTo>
                <a:lnTo>
                  <a:pt x="571252" y="164460"/>
                </a:lnTo>
                <a:lnTo>
                  <a:pt x="720840" y="173279"/>
                </a:lnTo>
                <a:lnTo>
                  <a:pt x="931672" y="161400"/>
                </a:lnTo>
                <a:lnTo>
                  <a:pt x="1081260" y="143913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31" name="pl929">
            <a:extLst>
              <a:ext uri="{FF2B5EF4-FFF2-40B4-BE49-F238E27FC236}">
                <a16:creationId xmlns:a16="http://schemas.microsoft.com/office/drawing/2014/main" id="{1160C954-908E-3246-AC29-486D9BB1F084}"/>
              </a:ext>
            </a:extLst>
          </p:cNvPr>
          <p:cNvSpPr/>
          <p:nvPr/>
        </p:nvSpPr>
        <p:spPr>
          <a:xfrm>
            <a:off x="4310275" y="5056918"/>
            <a:ext cx="1081260" cy="137909"/>
          </a:xfrm>
          <a:custGeom>
            <a:avLst/>
            <a:gdLst/>
            <a:ahLst/>
            <a:cxnLst/>
            <a:rect l="0" t="0" r="0" b="0"/>
            <a:pathLst>
              <a:path w="1081260" h="137909">
                <a:moveTo>
                  <a:pt x="1081260" y="137909"/>
                </a:moveTo>
                <a:lnTo>
                  <a:pt x="931672" y="85999"/>
                </a:lnTo>
                <a:lnTo>
                  <a:pt x="720840" y="25604"/>
                </a:lnTo>
                <a:lnTo>
                  <a:pt x="571252" y="0"/>
                </a:lnTo>
                <a:lnTo>
                  <a:pt x="0" y="33005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32" name="pl930">
            <a:extLst>
              <a:ext uri="{FF2B5EF4-FFF2-40B4-BE49-F238E27FC236}">
                <a16:creationId xmlns:a16="http://schemas.microsoft.com/office/drawing/2014/main" id="{CFEBDF50-BA3C-9A4A-BD2F-A125376791D2}"/>
              </a:ext>
            </a:extLst>
          </p:cNvPr>
          <p:cNvSpPr/>
          <p:nvPr/>
        </p:nvSpPr>
        <p:spPr>
          <a:xfrm>
            <a:off x="4310275" y="4890411"/>
            <a:ext cx="1081260" cy="124408"/>
          </a:xfrm>
          <a:custGeom>
            <a:avLst/>
            <a:gdLst/>
            <a:ahLst/>
            <a:cxnLst/>
            <a:rect l="0" t="0" r="0" b="0"/>
            <a:pathLst>
              <a:path w="1081260" h="124408">
                <a:moveTo>
                  <a:pt x="0" y="0"/>
                </a:moveTo>
                <a:lnTo>
                  <a:pt x="571252" y="65727"/>
                </a:lnTo>
                <a:lnTo>
                  <a:pt x="720840" y="82939"/>
                </a:lnTo>
                <a:lnTo>
                  <a:pt x="931672" y="107197"/>
                </a:lnTo>
                <a:lnTo>
                  <a:pt x="1081260" y="124408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3" name="tx931">
            <a:extLst>
              <a:ext uri="{FF2B5EF4-FFF2-40B4-BE49-F238E27FC236}">
                <a16:creationId xmlns:a16="http://schemas.microsoft.com/office/drawing/2014/main" id="{5F1957EC-E511-944E-9545-1E9860671868}"/>
              </a:ext>
            </a:extLst>
          </p:cNvPr>
          <p:cNvSpPr/>
          <p:nvPr/>
        </p:nvSpPr>
        <p:spPr>
          <a:xfrm>
            <a:off x="4848327" y="4174896"/>
            <a:ext cx="70591" cy="910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</a:p>
        </p:txBody>
      </p:sp>
      <p:sp>
        <p:nvSpPr>
          <p:cNvPr id="934" name="tx932">
            <a:extLst>
              <a:ext uri="{FF2B5EF4-FFF2-40B4-BE49-F238E27FC236}">
                <a16:creationId xmlns:a16="http://schemas.microsoft.com/office/drawing/2014/main" id="{7F2C2F23-11B6-2B4A-ADB1-2E7047D1467B}"/>
              </a:ext>
            </a:extLst>
          </p:cNvPr>
          <p:cNvSpPr/>
          <p:nvPr/>
        </p:nvSpPr>
        <p:spPr>
          <a:xfrm>
            <a:off x="4929123" y="4174804"/>
            <a:ext cx="462412" cy="911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0.457</a:t>
            </a:r>
          </a:p>
        </p:txBody>
      </p:sp>
      <p:sp>
        <p:nvSpPr>
          <p:cNvPr id="935" name="rc933">
            <a:extLst>
              <a:ext uri="{FF2B5EF4-FFF2-40B4-BE49-F238E27FC236}">
                <a16:creationId xmlns:a16="http://schemas.microsoft.com/office/drawing/2014/main" id="{76E2163F-B1DD-EE45-9862-B0FCF5212D03}"/>
              </a:ext>
            </a:extLst>
          </p:cNvPr>
          <p:cNvSpPr/>
          <p:nvPr/>
        </p:nvSpPr>
        <p:spPr>
          <a:xfrm>
            <a:off x="4204347" y="4132731"/>
            <a:ext cx="1297990" cy="117153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36" name="pl934">
            <a:extLst>
              <a:ext uri="{FF2B5EF4-FFF2-40B4-BE49-F238E27FC236}">
                <a16:creationId xmlns:a16="http://schemas.microsoft.com/office/drawing/2014/main" id="{C3098696-665C-D346-878F-1A17E9BABF1B}"/>
              </a:ext>
            </a:extLst>
          </p:cNvPr>
          <p:cNvSpPr/>
          <p:nvPr/>
        </p:nvSpPr>
        <p:spPr>
          <a:xfrm>
            <a:off x="4204347" y="4132731"/>
            <a:ext cx="0" cy="1171531"/>
          </a:xfrm>
          <a:custGeom>
            <a:avLst/>
            <a:gdLst/>
            <a:ahLst/>
            <a:cxnLst/>
            <a:rect l="0" t="0" r="0" b="0"/>
            <a:pathLst>
              <a:path h="1171531">
                <a:moveTo>
                  <a:pt x="0" y="11715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7" name="pl935">
            <a:extLst>
              <a:ext uri="{FF2B5EF4-FFF2-40B4-BE49-F238E27FC236}">
                <a16:creationId xmlns:a16="http://schemas.microsoft.com/office/drawing/2014/main" id="{13D5EED7-2A3A-7540-B2E6-7CF2A5D85433}"/>
              </a:ext>
            </a:extLst>
          </p:cNvPr>
          <p:cNvSpPr/>
          <p:nvPr/>
        </p:nvSpPr>
        <p:spPr>
          <a:xfrm>
            <a:off x="4172716" y="5192080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8" name="pl936">
            <a:extLst>
              <a:ext uri="{FF2B5EF4-FFF2-40B4-BE49-F238E27FC236}">
                <a16:creationId xmlns:a16="http://schemas.microsoft.com/office/drawing/2014/main" id="{325DBB5E-9339-0544-B8E6-A4375A375968}"/>
              </a:ext>
            </a:extLst>
          </p:cNvPr>
          <p:cNvSpPr/>
          <p:nvPr/>
        </p:nvSpPr>
        <p:spPr>
          <a:xfrm>
            <a:off x="4172716" y="4937234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9" name="pl937">
            <a:extLst>
              <a:ext uri="{FF2B5EF4-FFF2-40B4-BE49-F238E27FC236}">
                <a16:creationId xmlns:a16="http://schemas.microsoft.com/office/drawing/2014/main" id="{54770F10-8E35-0B46-9A8B-BBFBBC625DE9}"/>
              </a:ext>
            </a:extLst>
          </p:cNvPr>
          <p:cNvSpPr/>
          <p:nvPr/>
        </p:nvSpPr>
        <p:spPr>
          <a:xfrm>
            <a:off x="4172716" y="4682387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0" name="pl938">
            <a:extLst>
              <a:ext uri="{FF2B5EF4-FFF2-40B4-BE49-F238E27FC236}">
                <a16:creationId xmlns:a16="http://schemas.microsoft.com/office/drawing/2014/main" id="{944087D1-823C-E94C-9BB4-2F97122D7FE2}"/>
              </a:ext>
            </a:extLst>
          </p:cNvPr>
          <p:cNvSpPr/>
          <p:nvPr/>
        </p:nvSpPr>
        <p:spPr>
          <a:xfrm>
            <a:off x="4172716" y="4427541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1" name="pl939">
            <a:extLst>
              <a:ext uri="{FF2B5EF4-FFF2-40B4-BE49-F238E27FC236}">
                <a16:creationId xmlns:a16="http://schemas.microsoft.com/office/drawing/2014/main" id="{976CBC82-E4A9-5B46-8D8C-A9CC3EF3BCA9}"/>
              </a:ext>
            </a:extLst>
          </p:cNvPr>
          <p:cNvSpPr/>
          <p:nvPr/>
        </p:nvSpPr>
        <p:spPr>
          <a:xfrm>
            <a:off x="4172716" y="4172694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2" name="pl940">
            <a:extLst>
              <a:ext uri="{FF2B5EF4-FFF2-40B4-BE49-F238E27FC236}">
                <a16:creationId xmlns:a16="http://schemas.microsoft.com/office/drawing/2014/main" id="{0F643571-2862-BC44-8818-7C39AB940FD5}"/>
              </a:ext>
            </a:extLst>
          </p:cNvPr>
          <p:cNvSpPr/>
          <p:nvPr/>
        </p:nvSpPr>
        <p:spPr>
          <a:xfrm>
            <a:off x="4204347" y="5304263"/>
            <a:ext cx="1297990" cy="0"/>
          </a:xfrm>
          <a:custGeom>
            <a:avLst/>
            <a:gdLst/>
            <a:ahLst/>
            <a:cxnLst/>
            <a:rect l="0" t="0" r="0" b="0"/>
            <a:pathLst>
              <a:path w="1297990">
                <a:moveTo>
                  <a:pt x="0" y="0"/>
                </a:moveTo>
                <a:lnTo>
                  <a:pt x="129799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3" name="pl941">
            <a:extLst>
              <a:ext uri="{FF2B5EF4-FFF2-40B4-BE49-F238E27FC236}">
                <a16:creationId xmlns:a16="http://schemas.microsoft.com/office/drawing/2014/main" id="{40E5470F-C4B3-6345-8711-B7E260C4D99F}"/>
              </a:ext>
            </a:extLst>
          </p:cNvPr>
          <p:cNvSpPr/>
          <p:nvPr/>
        </p:nvSpPr>
        <p:spPr>
          <a:xfrm>
            <a:off x="4310275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4" name="pl942">
            <a:extLst>
              <a:ext uri="{FF2B5EF4-FFF2-40B4-BE49-F238E27FC236}">
                <a16:creationId xmlns:a16="http://schemas.microsoft.com/office/drawing/2014/main" id="{9A131108-3FA2-E84B-9F66-F383C29B77A1}"/>
              </a:ext>
            </a:extLst>
          </p:cNvPr>
          <p:cNvSpPr/>
          <p:nvPr/>
        </p:nvSpPr>
        <p:spPr>
          <a:xfrm>
            <a:off x="4670695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5" name="pl943">
            <a:extLst>
              <a:ext uri="{FF2B5EF4-FFF2-40B4-BE49-F238E27FC236}">
                <a16:creationId xmlns:a16="http://schemas.microsoft.com/office/drawing/2014/main" id="{E6CD79F6-DE3F-264E-8B02-C824EC3909B2}"/>
              </a:ext>
            </a:extLst>
          </p:cNvPr>
          <p:cNvSpPr/>
          <p:nvPr/>
        </p:nvSpPr>
        <p:spPr>
          <a:xfrm>
            <a:off x="5031115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6" name="pl944">
            <a:extLst>
              <a:ext uri="{FF2B5EF4-FFF2-40B4-BE49-F238E27FC236}">
                <a16:creationId xmlns:a16="http://schemas.microsoft.com/office/drawing/2014/main" id="{885E2A65-5437-F548-AA96-F61284EBD7E5}"/>
              </a:ext>
            </a:extLst>
          </p:cNvPr>
          <p:cNvSpPr/>
          <p:nvPr/>
        </p:nvSpPr>
        <p:spPr>
          <a:xfrm>
            <a:off x="5391535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7" name="tx945">
            <a:extLst>
              <a:ext uri="{FF2B5EF4-FFF2-40B4-BE49-F238E27FC236}">
                <a16:creationId xmlns:a16="http://schemas.microsoft.com/office/drawing/2014/main" id="{BF7B8332-D65C-3F4E-BFC4-1262BA3FB222}"/>
              </a:ext>
            </a:extLst>
          </p:cNvPr>
          <p:cNvSpPr/>
          <p:nvPr/>
        </p:nvSpPr>
        <p:spPr>
          <a:xfrm>
            <a:off x="4278499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948" name="tx946">
            <a:extLst>
              <a:ext uri="{FF2B5EF4-FFF2-40B4-BE49-F238E27FC236}">
                <a16:creationId xmlns:a16="http://schemas.microsoft.com/office/drawing/2014/main" id="{B6D27885-BA6F-E448-A1BF-B2DB33F2BB2D}"/>
              </a:ext>
            </a:extLst>
          </p:cNvPr>
          <p:cNvSpPr/>
          <p:nvPr/>
        </p:nvSpPr>
        <p:spPr>
          <a:xfrm>
            <a:off x="4638919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949" name="tx947">
            <a:extLst>
              <a:ext uri="{FF2B5EF4-FFF2-40B4-BE49-F238E27FC236}">
                <a16:creationId xmlns:a16="http://schemas.microsoft.com/office/drawing/2014/main" id="{EB89DBFC-EDAF-1241-A912-37600E3D1CA2}"/>
              </a:ext>
            </a:extLst>
          </p:cNvPr>
          <p:cNvSpPr/>
          <p:nvPr/>
        </p:nvSpPr>
        <p:spPr>
          <a:xfrm>
            <a:off x="4999340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950" name="tx948">
            <a:extLst>
              <a:ext uri="{FF2B5EF4-FFF2-40B4-BE49-F238E27FC236}">
                <a16:creationId xmlns:a16="http://schemas.microsoft.com/office/drawing/2014/main" id="{B8E22919-D260-E84A-9EFB-41B1F3D6646E}"/>
              </a:ext>
            </a:extLst>
          </p:cNvPr>
          <p:cNvSpPr/>
          <p:nvPr/>
        </p:nvSpPr>
        <p:spPr>
          <a:xfrm>
            <a:off x="5359760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951" name="tx949">
            <a:extLst>
              <a:ext uri="{FF2B5EF4-FFF2-40B4-BE49-F238E27FC236}">
                <a16:creationId xmlns:a16="http://schemas.microsoft.com/office/drawing/2014/main" id="{9BC1CD1D-CF25-1C44-AC46-75B7BDDF2F36}"/>
              </a:ext>
            </a:extLst>
          </p:cNvPr>
          <p:cNvSpPr/>
          <p:nvPr/>
        </p:nvSpPr>
        <p:spPr>
          <a:xfrm>
            <a:off x="4566038" y="5537269"/>
            <a:ext cx="5746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Richness</a:t>
            </a:r>
          </a:p>
        </p:txBody>
      </p:sp>
      <p:sp>
        <p:nvSpPr>
          <p:cNvPr id="952" name="tx950">
            <a:extLst>
              <a:ext uri="{FF2B5EF4-FFF2-40B4-BE49-F238E27FC236}">
                <a16:creationId xmlns:a16="http://schemas.microsoft.com/office/drawing/2014/main" id="{E8C97157-2ACE-0D48-A1DF-87510B7124C6}"/>
              </a:ext>
            </a:extLst>
          </p:cNvPr>
          <p:cNvSpPr/>
          <p:nvPr/>
        </p:nvSpPr>
        <p:spPr>
          <a:xfrm>
            <a:off x="4204347" y="3937978"/>
            <a:ext cx="457840" cy="100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(j) RTD</a:t>
            </a:r>
          </a:p>
        </p:txBody>
      </p:sp>
      <p:sp>
        <p:nvSpPr>
          <p:cNvPr id="953" name="rc951">
            <a:extLst>
              <a:ext uri="{FF2B5EF4-FFF2-40B4-BE49-F238E27FC236}">
                <a16:creationId xmlns:a16="http://schemas.microsoft.com/office/drawing/2014/main" id="{B3F02872-D306-1A49-893B-DD31545E06A9}"/>
              </a:ext>
            </a:extLst>
          </p:cNvPr>
          <p:cNvSpPr/>
          <p:nvPr/>
        </p:nvSpPr>
        <p:spPr>
          <a:xfrm>
            <a:off x="5635189" y="4132731"/>
            <a:ext cx="1297990" cy="117153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54" name="pt952">
            <a:extLst>
              <a:ext uri="{FF2B5EF4-FFF2-40B4-BE49-F238E27FC236}">
                <a16:creationId xmlns:a16="http://schemas.microsoft.com/office/drawing/2014/main" id="{49EA2CEF-2F73-D348-BD81-202AD7ED0FDF}"/>
              </a:ext>
            </a:extLst>
          </p:cNvPr>
          <p:cNvSpPr/>
          <p:nvPr/>
        </p:nvSpPr>
        <p:spPr>
          <a:xfrm>
            <a:off x="5699165" y="4904479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55" name="pt953">
            <a:extLst>
              <a:ext uri="{FF2B5EF4-FFF2-40B4-BE49-F238E27FC236}">
                <a16:creationId xmlns:a16="http://schemas.microsoft.com/office/drawing/2014/main" id="{C2850C9D-110B-8841-84B2-D1F3AE4C5000}"/>
              </a:ext>
            </a:extLst>
          </p:cNvPr>
          <p:cNvSpPr/>
          <p:nvPr/>
        </p:nvSpPr>
        <p:spPr>
          <a:xfrm>
            <a:off x="5730727" y="4969048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56" name="pt954">
            <a:extLst>
              <a:ext uri="{FF2B5EF4-FFF2-40B4-BE49-F238E27FC236}">
                <a16:creationId xmlns:a16="http://schemas.microsoft.com/office/drawing/2014/main" id="{7B96C574-A106-ED4A-9DF6-EF011C40D06C}"/>
              </a:ext>
            </a:extLst>
          </p:cNvPr>
          <p:cNvSpPr/>
          <p:nvPr/>
        </p:nvSpPr>
        <p:spPr>
          <a:xfrm>
            <a:off x="5663715" y="5029532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57" name="pt955">
            <a:extLst>
              <a:ext uri="{FF2B5EF4-FFF2-40B4-BE49-F238E27FC236}">
                <a16:creationId xmlns:a16="http://schemas.microsoft.com/office/drawing/2014/main" id="{AC73092C-D5E0-0F40-866B-F92DC581C209}"/>
              </a:ext>
            </a:extLst>
          </p:cNvPr>
          <p:cNvSpPr/>
          <p:nvPr/>
        </p:nvSpPr>
        <p:spPr>
          <a:xfrm>
            <a:off x="5725709" y="4639686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58" name="pt956">
            <a:extLst>
              <a:ext uri="{FF2B5EF4-FFF2-40B4-BE49-F238E27FC236}">
                <a16:creationId xmlns:a16="http://schemas.microsoft.com/office/drawing/2014/main" id="{11DA9C7D-6296-CE49-B431-13EDE33A75DC}"/>
              </a:ext>
            </a:extLst>
          </p:cNvPr>
          <p:cNvSpPr/>
          <p:nvPr/>
        </p:nvSpPr>
        <p:spPr>
          <a:xfrm>
            <a:off x="5735625" y="4940521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59" name="pt957">
            <a:extLst>
              <a:ext uri="{FF2B5EF4-FFF2-40B4-BE49-F238E27FC236}">
                <a16:creationId xmlns:a16="http://schemas.microsoft.com/office/drawing/2014/main" id="{4385A21B-B605-1949-963B-7EF2D22A630A}"/>
              </a:ext>
            </a:extLst>
          </p:cNvPr>
          <p:cNvSpPr/>
          <p:nvPr/>
        </p:nvSpPr>
        <p:spPr>
          <a:xfrm>
            <a:off x="5656221" y="4670240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0" name="pt958">
            <a:extLst>
              <a:ext uri="{FF2B5EF4-FFF2-40B4-BE49-F238E27FC236}">
                <a16:creationId xmlns:a16="http://schemas.microsoft.com/office/drawing/2014/main" id="{6DAB1389-2354-4E45-B8DC-F662781EBE39}"/>
              </a:ext>
            </a:extLst>
          </p:cNvPr>
          <p:cNvSpPr/>
          <p:nvPr/>
        </p:nvSpPr>
        <p:spPr>
          <a:xfrm>
            <a:off x="5702707" y="5170239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1" name="pt959">
            <a:extLst>
              <a:ext uri="{FF2B5EF4-FFF2-40B4-BE49-F238E27FC236}">
                <a16:creationId xmlns:a16="http://schemas.microsoft.com/office/drawing/2014/main" id="{65648EB3-1EE8-5E43-B788-A74D1E469CFA}"/>
              </a:ext>
            </a:extLst>
          </p:cNvPr>
          <p:cNvSpPr/>
          <p:nvPr/>
        </p:nvSpPr>
        <p:spPr>
          <a:xfrm>
            <a:off x="5738726" y="5020850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2" name="pt960">
            <a:extLst>
              <a:ext uri="{FF2B5EF4-FFF2-40B4-BE49-F238E27FC236}">
                <a16:creationId xmlns:a16="http://schemas.microsoft.com/office/drawing/2014/main" id="{07AA3F96-298B-F34B-949A-6A9FB25F8741}"/>
              </a:ext>
            </a:extLst>
          </p:cNvPr>
          <p:cNvSpPr/>
          <p:nvPr/>
        </p:nvSpPr>
        <p:spPr>
          <a:xfrm>
            <a:off x="5707381" y="467740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3" name="pt961">
            <a:extLst>
              <a:ext uri="{FF2B5EF4-FFF2-40B4-BE49-F238E27FC236}">
                <a16:creationId xmlns:a16="http://schemas.microsoft.com/office/drawing/2014/main" id="{0DC8B219-D76A-F64A-BF56-730B7FABF5F8}"/>
              </a:ext>
            </a:extLst>
          </p:cNvPr>
          <p:cNvSpPr/>
          <p:nvPr/>
        </p:nvSpPr>
        <p:spPr>
          <a:xfrm>
            <a:off x="5748969" y="4594348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4" name="pt962">
            <a:extLst>
              <a:ext uri="{FF2B5EF4-FFF2-40B4-BE49-F238E27FC236}">
                <a16:creationId xmlns:a16="http://schemas.microsoft.com/office/drawing/2014/main" id="{3CE3A811-5BBE-FE45-A79B-F6B75620C792}"/>
              </a:ext>
            </a:extLst>
          </p:cNvPr>
          <p:cNvSpPr/>
          <p:nvPr/>
        </p:nvSpPr>
        <p:spPr>
          <a:xfrm>
            <a:off x="6049197" y="484758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5" name="pt963">
            <a:extLst>
              <a:ext uri="{FF2B5EF4-FFF2-40B4-BE49-F238E27FC236}">
                <a16:creationId xmlns:a16="http://schemas.microsoft.com/office/drawing/2014/main" id="{9E90BBFE-2475-F14A-8F53-92AFC9D2679D}"/>
              </a:ext>
            </a:extLst>
          </p:cNvPr>
          <p:cNvSpPr/>
          <p:nvPr/>
        </p:nvSpPr>
        <p:spPr>
          <a:xfrm>
            <a:off x="6072343" y="4642579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6" name="pt964">
            <a:extLst>
              <a:ext uri="{FF2B5EF4-FFF2-40B4-BE49-F238E27FC236}">
                <a16:creationId xmlns:a16="http://schemas.microsoft.com/office/drawing/2014/main" id="{57BB330E-9FF0-D540-9A97-5A7C20C4B26E}"/>
              </a:ext>
            </a:extLst>
          </p:cNvPr>
          <p:cNvSpPr/>
          <p:nvPr/>
        </p:nvSpPr>
        <p:spPr>
          <a:xfrm>
            <a:off x="6078476" y="499949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7" name="pt965">
            <a:extLst>
              <a:ext uri="{FF2B5EF4-FFF2-40B4-BE49-F238E27FC236}">
                <a16:creationId xmlns:a16="http://schemas.microsoft.com/office/drawing/2014/main" id="{11A0ECA3-230C-4249-B351-CA628F9E2549}"/>
              </a:ext>
            </a:extLst>
          </p:cNvPr>
          <p:cNvSpPr/>
          <p:nvPr/>
        </p:nvSpPr>
        <p:spPr>
          <a:xfrm>
            <a:off x="6047313" y="516000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8" name="pt966">
            <a:extLst>
              <a:ext uri="{FF2B5EF4-FFF2-40B4-BE49-F238E27FC236}">
                <a16:creationId xmlns:a16="http://schemas.microsoft.com/office/drawing/2014/main" id="{35EB8B82-8A2D-CF45-90E8-664E06529634}"/>
              </a:ext>
            </a:extLst>
          </p:cNvPr>
          <p:cNvSpPr/>
          <p:nvPr/>
        </p:nvSpPr>
        <p:spPr>
          <a:xfrm>
            <a:off x="6115510" y="4148015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9" name="pt967">
            <a:extLst>
              <a:ext uri="{FF2B5EF4-FFF2-40B4-BE49-F238E27FC236}">
                <a16:creationId xmlns:a16="http://schemas.microsoft.com/office/drawing/2014/main" id="{D7C76145-DB3E-3242-8181-9E06D92572DB}"/>
              </a:ext>
            </a:extLst>
          </p:cNvPr>
          <p:cNvSpPr/>
          <p:nvPr/>
        </p:nvSpPr>
        <p:spPr>
          <a:xfrm>
            <a:off x="6074832" y="4234571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0" name="pt968">
            <a:extLst>
              <a:ext uri="{FF2B5EF4-FFF2-40B4-BE49-F238E27FC236}">
                <a16:creationId xmlns:a16="http://schemas.microsoft.com/office/drawing/2014/main" id="{B3A32BD6-0BD0-2F4F-AF22-35B2BF96383F}"/>
              </a:ext>
            </a:extLst>
          </p:cNvPr>
          <p:cNvSpPr/>
          <p:nvPr/>
        </p:nvSpPr>
        <p:spPr>
          <a:xfrm>
            <a:off x="6105936" y="5099800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1" name="pt969">
            <a:extLst>
              <a:ext uri="{FF2B5EF4-FFF2-40B4-BE49-F238E27FC236}">
                <a16:creationId xmlns:a16="http://schemas.microsoft.com/office/drawing/2014/main" id="{DA976097-CAF6-4345-B738-E1027E6900D7}"/>
              </a:ext>
            </a:extLst>
          </p:cNvPr>
          <p:cNvSpPr/>
          <p:nvPr/>
        </p:nvSpPr>
        <p:spPr>
          <a:xfrm>
            <a:off x="6068407" y="518883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2" name="pt970">
            <a:extLst>
              <a:ext uri="{FF2B5EF4-FFF2-40B4-BE49-F238E27FC236}">
                <a16:creationId xmlns:a16="http://schemas.microsoft.com/office/drawing/2014/main" id="{B1A65EF4-1598-E742-A04C-C3E807BA45AB}"/>
              </a:ext>
            </a:extLst>
          </p:cNvPr>
          <p:cNvSpPr/>
          <p:nvPr/>
        </p:nvSpPr>
        <p:spPr>
          <a:xfrm>
            <a:off x="6080647" y="517601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3" name="pt971">
            <a:extLst>
              <a:ext uri="{FF2B5EF4-FFF2-40B4-BE49-F238E27FC236}">
                <a16:creationId xmlns:a16="http://schemas.microsoft.com/office/drawing/2014/main" id="{B071A840-CD0F-6945-8333-CDB8550EC8CA}"/>
              </a:ext>
            </a:extLst>
          </p:cNvPr>
          <p:cNvSpPr/>
          <p:nvPr/>
        </p:nvSpPr>
        <p:spPr>
          <a:xfrm>
            <a:off x="6066193" y="5061676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4" name="pt972">
            <a:extLst>
              <a:ext uri="{FF2B5EF4-FFF2-40B4-BE49-F238E27FC236}">
                <a16:creationId xmlns:a16="http://schemas.microsoft.com/office/drawing/2014/main" id="{F371B003-FC92-3E4E-8C74-2D67FD5292A7}"/>
              </a:ext>
            </a:extLst>
          </p:cNvPr>
          <p:cNvSpPr/>
          <p:nvPr/>
        </p:nvSpPr>
        <p:spPr>
          <a:xfrm>
            <a:off x="6046800" y="5110299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5" name="pt973">
            <a:extLst>
              <a:ext uri="{FF2B5EF4-FFF2-40B4-BE49-F238E27FC236}">
                <a16:creationId xmlns:a16="http://schemas.microsoft.com/office/drawing/2014/main" id="{504CB68D-3690-3442-A119-235182693E01}"/>
              </a:ext>
            </a:extLst>
          </p:cNvPr>
          <p:cNvSpPr/>
          <p:nvPr/>
        </p:nvSpPr>
        <p:spPr>
          <a:xfrm>
            <a:off x="6068447" y="514837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6" name="pt974">
            <a:extLst>
              <a:ext uri="{FF2B5EF4-FFF2-40B4-BE49-F238E27FC236}">
                <a16:creationId xmlns:a16="http://schemas.microsoft.com/office/drawing/2014/main" id="{479E8867-079F-834B-A2A1-1A77F8C6209C}"/>
              </a:ext>
            </a:extLst>
          </p:cNvPr>
          <p:cNvSpPr/>
          <p:nvPr/>
        </p:nvSpPr>
        <p:spPr>
          <a:xfrm>
            <a:off x="6083347" y="5116514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7" name="pt975">
            <a:extLst>
              <a:ext uri="{FF2B5EF4-FFF2-40B4-BE49-F238E27FC236}">
                <a16:creationId xmlns:a16="http://schemas.microsoft.com/office/drawing/2014/main" id="{E3E41354-7155-9246-AB7B-6C415B40E046}"/>
              </a:ext>
            </a:extLst>
          </p:cNvPr>
          <p:cNvSpPr/>
          <p:nvPr/>
        </p:nvSpPr>
        <p:spPr>
          <a:xfrm>
            <a:off x="6016708" y="5110144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8" name="pt976">
            <a:extLst>
              <a:ext uri="{FF2B5EF4-FFF2-40B4-BE49-F238E27FC236}">
                <a16:creationId xmlns:a16="http://schemas.microsoft.com/office/drawing/2014/main" id="{E41E24D5-00C3-4B43-B4F6-2461C007CE5C}"/>
              </a:ext>
            </a:extLst>
          </p:cNvPr>
          <p:cNvSpPr/>
          <p:nvPr/>
        </p:nvSpPr>
        <p:spPr>
          <a:xfrm>
            <a:off x="6068919" y="506426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9" name="pt977">
            <a:extLst>
              <a:ext uri="{FF2B5EF4-FFF2-40B4-BE49-F238E27FC236}">
                <a16:creationId xmlns:a16="http://schemas.microsoft.com/office/drawing/2014/main" id="{8C615449-363C-E34E-B374-D1E794EB12F4}"/>
              </a:ext>
            </a:extLst>
          </p:cNvPr>
          <p:cNvSpPr/>
          <p:nvPr/>
        </p:nvSpPr>
        <p:spPr>
          <a:xfrm>
            <a:off x="6114542" y="4974026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0" name="pt978">
            <a:extLst>
              <a:ext uri="{FF2B5EF4-FFF2-40B4-BE49-F238E27FC236}">
                <a16:creationId xmlns:a16="http://schemas.microsoft.com/office/drawing/2014/main" id="{E156737B-BE72-604D-874E-895C8D797517}"/>
              </a:ext>
            </a:extLst>
          </p:cNvPr>
          <p:cNvSpPr/>
          <p:nvPr/>
        </p:nvSpPr>
        <p:spPr>
          <a:xfrm>
            <a:off x="6067270" y="5174200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1" name="pt979">
            <a:extLst>
              <a:ext uri="{FF2B5EF4-FFF2-40B4-BE49-F238E27FC236}">
                <a16:creationId xmlns:a16="http://schemas.microsoft.com/office/drawing/2014/main" id="{A53CCCEE-70CF-F147-892D-1592E03FAE4F}"/>
              </a:ext>
            </a:extLst>
          </p:cNvPr>
          <p:cNvSpPr/>
          <p:nvPr/>
        </p:nvSpPr>
        <p:spPr>
          <a:xfrm>
            <a:off x="6031871" y="5009470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2" name="pt980">
            <a:extLst>
              <a:ext uri="{FF2B5EF4-FFF2-40B4-BE49-F238E27FC236}">
                <a16:creationId xmlns:a16="http://schemas.microsoft.com/office/drawing/2014/main" id="{20386F91-3B6D-1B4D-BF30-07221F256B51}"/>
              </a:ext>
            </a:extLst>
          </p:cNvPr>
          <p:cNvSpPr/>
          <p:nvPr/>
        </p:nvSpPr>
        <p:spPr>
          <a:xfrm>
            <a:off x="6395239" y="4997033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3" name="pt981">
            <a:extLst>
              <a:ext uri="{FF2B5EF4-FFF2-40B4-BE49-F238E27FC236}">
                <a16:creationId xmlns:a16="http://schemas.microsoft.com/office/drawing/2014/main" id="{E3936010-17CF-074D-A086-45C21EE3E265}"/>
              </a:ext>
            </a:extLst>
          </p:cNvPr>
          <p:cNvSpPr/>
          <p:nvPr/>
        </p:nvSpPr>
        <p:spPr>
          <a:xfrm>
            <a:off x="6454822" y="5189694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4" name="pt982">
            <a:extLst>
              <a:ext uri="{FF2B5EF4-FFF2-40B4-BE49-F238E27FC236}">
                <a16:creationId xmlns:a16="http://schemas.microsoft.com/office/drawing/2014/main" id="{7FBE3183-B64F-4247-BEB3-3977178AA613}"/>
              </a:ext>
            </a:extLst>
          </p:cNvPr>
          <p:cNvSpPr/>
          <p:nvPr/>
        </p:nvSpPr>
        <p:spPr>
          <a:xfrm>
            <a:off x="6429294" y="5102803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5" name="pt983">
            <a:extLst>
              <a:ext uri="{FF2B5EF4-FFF2-40B4-BE49-F238E27FC236}">
                <a16:creationId xmlns:a16="http://schemas.microsoft.com/office/drawing/2014/main" id="{D61E7D97-D983-B641-872F-F98ABB7FB9F5}"/>
              </a:ext>
            </a:extLst>
          </p:cNvPr>
          <p:cNvSpPr/>
          <p:nvPr/>
        </p:nvSpPr>
        <p:spPr>
          <a:xfrm>
            <a:off x="6404935" y="5137870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6" name="pt984">
            <a:extLst>
              <a:ext uri="{FF2B5EF4-FFF2-40B4-BE49-F238E27FC236}">
                <a16:creationId xmlns:a16="http://schemas.microsoft.com/office/drawing/2014/main" id="{5EA63F83-835D-2A45-8D68-ABA6A50E0BED}"/>
              </a:ext>
            </a:extLst>
          </p:cNvPr>
          <p:cNvSpPr/>
          <p:nvPr/>
        </p:nvSpPr>
        <p:spPr>
          <a:xfrm>
            <a:off x="6454174" y="4904927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7" name="pt985">
            <a:extLst>
              <a:ext uri="{FF2B5EF4-FFF2-40B4-BE49-F238E27FC236}">
                <a16:creationId xmlns:a16="http://schemas.microsoft.com/office/drawing/2014/main" id="{994DF96B-0585-5144-8AE4-5DFCA43E0AD4}"/>
              </a:ext>
            </a:extLst>
          </p:cNvPr>
          <p:cNvSpPr/>
          <p:nvPr/>
        </p:nvSpPr>
        <p:spPr>
          <a:xfrm>
            <a:off x="6440011" y="504444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8" name="pt986">
            <a:extLst>
              <a:ext uri="{FF2B5EF4-FFF2-40B4-BE49-F238E27FC236}">
                <a16:creationId xmlns:a16="http://schemas.microsoft.com/office/drawing/2014/main" id="{72458465-3728-7A4F-9ACA-9CF7F845ABD0}"/>
              </a:ext>
            </a:extLst>
          </p:cNvPr>
          <p:cNvSpPr/>
          <p:nvPr/>
        </p:nvSpPr>
        <p:spPr>
          <a:xfrm>
            <a:off x="6455403" y="4863931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9" name="pt987">
            <a:extLst>
              <a:ext uri="{FF2B5EF4-FFF2-40B4-BE49-F238E27FC236}">
                <a16:creationId xmlns:a16="http://schemas.microsoft.com/office/drawing/2014/main" id="{53947D3D-B529-2D4F-A7D3-5BF7A7C3B1AF}"/>
              </a:ext>
            </a:extLst>
          </p:cNvPr>
          <p:cNvSpPr/>
          <p:nvPr/>
        </p:nvSpPr>
        <p:spPr>
          <a:xfrm>
            <a:off x="6454142" y="499701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0" name="pt988">
            <a:extLst>
              <a:ext uri="{FF2B5EF4-FFF2-40B4-BE49-F238E27FC236}">
                <a16:creationId xmlns:a16="http://schemas.microsoft.com/office/drawing/2014/main" id="{5343E6A2-B5C9-F645-A9AF-0E9360B92A9B}"/>
              </a:ext>
            </a:extLst>
          </p:cNvPr>
          <p:cNvSpPr/>
          <p:nvPr/>
        </p:nvSpPr>
        <p:spPr>
          <a:xfrm>
            <a:off x="6407077" y="5053611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1" name="pt989">
            <a:extLst>
              <a:ext uri="{FF2B5EF4-FFF2-40B4-BE49-F238E27FC236}">
                <a16:creationId xmlns:a16="http://schemas.microsoft.com/office/drawing/2014/main" id="{3D86E968-FBBB-4746-B390-740E43FF805C}"/>
              </a:ext>
            </a:extLst>
          </p:cNvPr>
          <p:cNvSpPr/>
          <p:nvPr/>
        </p:nvSpPr>
        <p:spPr>
          <a:xfrm>
            <a:off x="6396765" y="4949635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2" name="pt990">
            <a:extLst>
              <a:ext uri="{FF2B5EF4-FFF2-40B4-BE49-F238E27FC236}">
                <a16:creationId xmlns:a16="http://schemas.microsoft.com/office/drawing/2014/main" id="{89138B38-199A-C04F-8416-DA7B1BEAD1C0}"/>
              </a:ext>
            </a:extLst>
          </p:cNvPr>
          <p:cNvSpPr/>
          <p:nvPr/>
        </p:nvSpPr>
        <p:spPr>
          <a:xfrm>
            <a:off x="6433477" y="5146796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3" name="pt991">
            <a:extLst>
              <a:ext uri="{FF2B5EF4-FFF2-40B4-BE49-F238E27FC236}">
                <a16:creationId xmlns:a16="http://schemas.microsoft.com/office/drawing/2014/main" id="{4046EE3B-99BA-A24A-8884-F3628BD841A9}"/>
              </a:ext>
            </a:extLst>
          </p:cNvPr>
          <p:cNvSpPr/>
          <p:nvPr/>
        </p:nvSpPr>
        <p:spPr>
          <a:xfrm>
            <a:off x="6397069" y="4691294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4" name="pt992">
            <a:extLst>
              <a:ext uri="{FF2B5EF4-FFF2-40B4-BE49-F238E27FC236}">
                <a16:creationId xmlns:a16="http://schemas.microsoft.com/office/drawing/2014/main" id="{09B3D7A6-26E1-E848-8500-74BDF92529D9}"/>
              </a:ext>
            </a:extLst>
          </p:cNvPr>
          <p:cNvSpPr/>
          <p:nvPr/>
        </p:nvSpPr>
        <p:spPr>
          <a:xfrm>
            <a:off x="6408949" y="509848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5" name="pt993">
            <a:extLst>
              <a:ext uri="{FF2B5EF4-FFF2-40B4-BE49-F238E27FC236}">
                <a16:creationId xmlns:a16="http://schemas.microsoft.com/office/drawing/2014/main" id="{364C6A78-5991-9944-96EA-5679104151D1}"/>
              </a:ext>
            </a:extLst>
          </p:cNvPr>
          <p:cNvSpPr/>
          <p:nvPr/>
        </p:nvSpPr>
        <p:spPr>
          <a:xfrm>
            <a:off x="6417293" y="5152957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6" name="pt994">
            <a:extLst>
              <a:ext uri="{FF2B5EF4-FFF2-40B4-BE49-F238E27FC236}">
                <a16:creationId xmlns:a16="http://schemas.microsoft.com/office/drawing/2014/main" id="{48C5A798-E0AE-4549-83B1-FD5D33D754A2}"/>
              </a:ext>
            </a:extLst>
          </p:cNvPr>
          <p:cNvSpPr/>
          <p:nvPr/>
        </p:nvSpPr>
        <p:spPr>
          <a:xfrm>
            <a:off x="6450689" y="4620961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7" name="pt995">
            <a:extLst>
              <a:ext uri="{FF2B5EF4-FFF2-40B4-BE49-F238E27FC236}">
                <a16:creationId xmlns:a16="http://schemas.microsoft.com/office/drawing/2014/main" id="{FE58E3E4-AC7B-A84C-9E25-ACB288D0DD23}"/>
              </a:ext>
            </a:extLst>
          </p:cNvPr>
          <p:cNvSpPr/>
          <p:nvPr/>
        </p:nvSpPr>
        <p:spPr>
          <a:xfrm>
            <a:off x="6405056" y="4931488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8" name="pt996">
            <a:extLst>
              <a:ext uri="{FF2B5EF4-FFF2-40B4-BE49-F238E27FC236}">
                <a16:creationId xmlns:a16="http://schemas.microsoft.com/office/drawing/2014/main" id="{96155A43-3B06-884B-808A-1302ACDE43D9}"/>
              </a:ext>
            </a:extLst>
          </p:cNvPr>
          <p:cNvSpPr/>
          <p:nvPr/>
        </p:nvSpPr>
        <p:spPr>
          <a:xfrm>
            <a:off x="6420958" y="4844921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9" name="pt997">
            <a:extLst>
              <a:ext uri="{FF2B5EF4-FFF2-40B4-BE49-F238E27FC236}">
                <a16:creationId xmlns:a16="http://schemas.microsoft.com/office/drawing/2014/main" id="{57D946C2-1AF2-444D-A13F-B726BE42BCE7}"/>
              </a:ext>
            </a:extLst>
          </p:cNvPr>
          <p:cNvSpPr/>
          <p:nvPr/>
        </p:nvSpPr>
        <p:spPr>
          <a:xfrm>
            <a:off x="6405111" y="508835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0" name="pt998">
            <a:extLst>
              <a:ext uri="{FF2B5EF4-FFF2-40B4-BE49-F238E27FC236}">
                <a16:creationId xmlns:a16="http://schemas.microsoft.com/office/drawing/2014/main" id="{E92AF400-84E9-B940-829C-1490A2B4D207}"/>
              </a:ext>
            </a:extLst>
          </p:cNvPr>
          <p:cNvSpPr/>
          <p:nvPr/>
        </p:nvSpPr>
        <p:spPr>
          <a:xfrm>
            <a:off x="6396036" y="5000034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1" name="pt999">
            <a:extLst>
              <a:ext uri="{FF2B5EF4-FFF2-40B4-BE49-F238E27FC236}">
                <a16:creationId xmlns:a16="http://schemas.microsoft.com/office/drawing/2014/main" id="{E2FA358C-29C5-A943-990C-C5D4971958DD}"/>
              </a:ext>
            </a:extLst>
          </p:cNvPr>
          <p:cNvSpPr/>
          <p:nvPr/>
        </p:nvSpPr>
        <p:spPr>
          <a:xfrm>
            <a:off x="6437382" y="4860681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2" name="pt1000">
            <a:extLst>
              <a:ext uri="{FF2B5EF4-FFF2-40B4-BE49-F238E27FC236}">
                <a16:creationId xmlns:a16="http://schemas.microsoft.com/office/drawing/2014/main" id="{942380FD-7FAA-9A47-B709-3C85C03E2F63}"/>
              </a:ext>
            </a:extLst>
          </p:cNvPr>
          <p:cNvSpPr/>
          <p:nvPr/>
        </p:nvSpPr>
        <p:spPr>
          <a:xfrm>
            <a:off x="6754585" y="5065851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3" name="pt1001">
            <a:extLst>
              <a:ext uri="{FF2B5EF4-FFF2-40B4-BE49-F238E27FC236}">
                <a16:creationId xmlns:a16="http://schemas.microsoft.com/office/drawing/2014/main" id="{797B162E-02DF-A641-9929-D62D4924215D}"/>
              </a:ext>
            </a:extLst>
          </p:cNvPr>
          <p:cNvSpPr/>
          <p:nvPr/>
        </p:nvSpPr>
        <p:spPr>
          <a:xfrm>
            <a:off x="6794220" y="5026960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4" name="pt1002">
            <a:extLst>
              <a:ext uri="{FF2B5EF4-FFF2-40B4-BE49-F238E27FC236}">
                <a16:creationId xmlns:a16="http://schemas.microsoft.com/office/drawing/2014/main" id="{BD795684-6F1D-D74C-85E9-079E6AFC201A}"/>
              </a:ext>
            </a:extLst>
          </p:cNvPr>
          <p:cNvSpPr/>
          <p:nvPr/>
        </p:nvSpPr>
        <p:spPr>
          <a:xfrm>
            <a:off x="6739264" y="4940662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5" name="pt1003">
            <a:extLst>
              <a:ext uri="{FF2B5EF4-FFF2-40B4-BE49-F238E27FC236}">
                <a16:creationId xmlns:a16="http://schemas.microsoft.com/office/drawing/2014/main" id="{91A7050D-B2D3-2240-A6C7-329A9516EEA7}"/>
              </a:ext>
            </a:extLst>
          </p:cNvPr>
          <p:cNvSpPr/>
          <p:nvPr/>
        </p:nvSpPr>
        <p:spPr>
          <a:xfrm>
            <a:off x="6769725" y="5057240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6" name="pt1004">
            <a:extLst>
              <a:ext uri="{FF2B5EF4-FFF2-40B4-BE49-F238E27FC236}">
                <a16:creationId xmlns:a16="http://schemas.microsoft.com/office/drawing/2014/main" id="{88733070-3944-5D46-AC18-EF253250E4C4}"/>
              </a:ext>
            </a:extLst>
          </p:cNvPr>
          <p:cNvSpPr/>
          <p:nvPr/>
        </p:nvSpPr>
        <p:spPr>
          <a:xfrm>
            <a:off x="6836212" y="4901025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7" name="pt1005">
            <a:extLst>
              <a:ext uri="{FF2B5EF4-FFF2-40B4-BE49-F238E27FC236}">
                <a16:creationId xmlns:a16="http://schemas.microsoft.com/office/drawing/2014/main" id="{D2A19BFC-3A80-2F4B-97C7-88AD71627A59}"/>
              </a:ext>
            </a:extLst>
          </p:cNvPr>
          <p:cNvSpPr/>
          <p:nvPr/>
        </p:nvSpPr>
        <p:spPr>
          <a:xfrm>
            <a:off x="6806972" y="5007034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8" name="pt1006">
            <a:extLst>
              <a:ext uri="{FF2B5EF4-FFF2-40B4-BE49-F238E27FC236}">
                <a16:creationId xmlns:a16="http://schemas.microsoft.com/office/drawing/2014/main" id="{E17BF190-48C4-FC4D-BA27-4EC7B04601E7}"/>
              </a:ext>
            </a:extLst>
          </p:cNvPr>
          <p:cNvSpPr/>
          <p:nvPr/>
        </p:nvSpPr>
        <p:spPr>
          <a:xfrm>
            <a:off x="6775077" y="4944839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9" name="pt1007">
            <a:extLst>
              <a:ext uri="{FF2B5EF4-FFF2-40B4-BE49-F238E27FC236}">
                <a16:creationId xmlns:a16="http://schemas.microsoft.com/office/drawing/2014/main" id="{974B79DF-671A-2040-AF57-1070B8755F15}"/>
              </a:ext>
            </a:extLst>
          </p:cNvPr>
          <p:cNvSpPr/>
          <p:nvPr/>
        </p:nvSpPr>
        <p:spPr>
          <a:xfrm>
            <a:off x="6797871" y="4977067"/>
            <a:ext cx="75934" cy="75934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0" name="pt1008">
            <a:extLst>
              <a:ext uri="{FF2B5EF4-FFF2-40B4-BE49-F238E27FC236}">
                <a16:creationId xmlns:a16="http://schemas.microsoft.com/office/drawing/2014/main" id="{E9DE5638-BC4A-0F44-80E0-18D0D6A54029}"/>
              </a:ext>
            </a:extLst>
          </p:cNvPr>
          <p:cNvSpPr/>
          <p:nvPr/>
        </p:nvSpPr>
        <p:spPr>
          <a:xfrm>
            <a:off x="6808838" y="5024062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1" name="pt1009">
            <a:extLst>
              <a:ext uri="{FF2B5EF4-FFF2-40B4-BE49-F238E27FC236}">
                <a16:creationId xmlns:a16="http://schemas.microsoft.com/office/drawing/2014/main" id="{E4BC40EC-F0BD-D54B-AC8F-E1BA0ECA3B41}"/>
              </a:ext>
            </a:extLst>
          </p:cNvPr>
          <p:cNvSpPr/>
          <p:nvPr/>
        </p:nvSpPr>
        <p:spPr>
          <a:xfrm>
            <a:off x="6825790" y="4758354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2" name="pt1010">
            <a:extLst>
              <a:ext uri="{FF2B5EF4-FFF2-40B4-BE49-F238E27FC236}">
                <a16:creationId xmlns:a16="http://schemas.microsoft.com/office/drawing/2014/main" id="{0AE7A95D-3C35-9E48-B481-81BBF17FCD0F}"/>
              </a:ext>
            </a:extLst>
          </p:cNvPr>
          <p:cNvSpPr/>
          <p:nvPr/>
        </p:nvSpPr>
        <p:spPr>
          <a:xfrm>
            <a:off x="6819118" y="5124996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3" name="pt1011">
            <a:extLst>
              <a:ext uri="{FF2B5EF4-FFF2-40B4-BE49-F238E27FC236}">
                <a16:creationId xmlns:a16="http://schemas.microsoft.com/office/drawing/2014/main" id="{71CF57ED-F37C-F647-B3DC-1E7BFA84BD3F}"/>
              </a:ext>
            </a:extLst>
          </p:cNvPr>
          <p:cNvSpPr/>
          <p:nvPr/>
        </p:nvSpPr>
        <p:spPr>
          <a:xfrm>
            <a:off x="6818132" y="5038252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4" name="pt1012">
            <a:extLst>
              <a:ext uri="{FF2B5EF4-FFF2-40B4-BE49-F238E27FC236}">
                <a16:creationId xmlns:a16="http://schemas.microsoft.com/office/drawing/2014/main" id="{3316F505-818B-2448-A2C7-1C6EFA494B02}"/>
              </a:ext>
            </a:extLst>
          </p:cNvPr>
          <p:cNvSpPr/>
          <p:nvPr/>
        </p:nvSpPr>
        <p:spPr>
          <a:xfrm>
            <a:off x="6790390" y="5038755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5" name="pt1013">
            <a:extLst>
              <a:ext uri="{FF2B5EF4-FFF2-40B4-BE49-F238E27FC236}">
                <a16:creationId xmlns:a16="http://schemas.microsoft.com/office/drawing/2014/main" id="{C362BAD0-DCD3-9A45-9B61-BFF05A339B30}"/>
              </a:ext>
            </a:extLst>
          </p:cNvPr>
          <p:cNvSpPr/>
          <p:nvPr/>
        </p:nvSpPr>
        <p:spPr>
          <a:xfrm>
            <a:off x="6777075" y="5160321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6" name="pt1014">
            <a:extLst>
              <a:ext uri="{FF2B5EF4-FFF2-40B4-BE49-F238E27FC236}">
                <a16:creationId xmlns:a16="http://schemas.microsoft.com/office/drawing/2014/main" id="{B60640BD-5D13-4945-B83B-8C70CD888449}"/>
              </a:ext>
            </a:extLst>
          </p:cNvPr>
          <p:cNvSpPr/>
          <p:nvPr/>
        </p:nvSpPr>
        <p:spPr>
          <a:xfrm>
            <a:off x="6738351" y="4989593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7" name="pt1015">
            <a:extLst>
              <a:ext uri="{FF2B5EF4-FFF2-40B4-BE49-F238E27FC236}">
                <a16:creationId xmlns:a16="http://schemas.microsoft.com/office/drawing/2014/main" id="{BEC7CF2A-B3E2-3C47-9F1F-95F08AEF56AB}"/>
              </a:ext>
            </a:extLst>
          </p:cNvPr>
          <p:cNvSpPr/>
          <p:nvPr/>
        </p:nvSpPr>
        <p:spPr>
          <a:xfrm>
            <a:off x="6812353" y="5157803"/>
            <a:ext cx="75934" cy="75934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8" name="pt1016">
            <a:extLst>
              <a:ext uri="{FF2B5EF4-FFF2-40B4-BE49-F238E27FC236}">
                <a16:creationId xmlns:a16="http://schemas.microsoft.com/office/drawing/2014/main" id="{72D5DA58-5D6A-134C-B873-10AB70FBDE9C}"/>
              </a:ext>
            </a:extLst>
          </p:cNvPr>
          <p:cNvSpPr/>
          <p:nvPr/>
        </p:nvSpPr>
        <p:spPr>
          <a:xfrm>
            <a:off x="6787252" y="4892248"/>
            <a:ext cx="75934" cy="75934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9" name="pt1017">
            <a:extLst>
              <a:ext uri="{FF2B5EF4-FFF2-40B4-BE49-F238E27FC236}">
                <a16:creationId xmlns:a16="http://schemas.microsoft.com/office/drawing/2014/main" id="{2AD0ED2A-0BA4-CF47-8CC2-FAEE3D944BD0}"/>
              </a:ext>
            </a:extLst>
          </p:cNvPr>
          <p:cNvSpPr/>
          <p:nvPr/>
        </p:nvSpPr>
        <p:spPr>
          <a:xfrm>
            <a:off x="6814216" y="5028837"/>
            <a:ext cx="75934" cy="75934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0" name="pt1018">
            <a:extLst>
              <a:ext uri="{FF2B5EF4-FFF2-40B4-BE49-F238E27FC236}">
                <a16:creationId xmlns:a16="http://schemas.microsoft.com/office/drawing/2014/main" id="{B76A2E1D-C5CD-B14B-8058-426885074429}"/>
              </a:ext>
            </a:extLst>
          </p:cNvPr>
          <p:cNvSpPr/>
          <p:nvPr/>
        </p:nvSpPr>
        <p:spPr>
          <a:xfrm>
            <a:off x="6805008" y="5042118"/>
            <a:ext cx="75934" cy="75934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1" name="pt1019">
            <a:extLst>
              <a:ext uri="{FF2B5EF4-FFF2-40B4-BE49-F238E27FC236}">
                <a16:creationId xmlns:a16="http://schemas.microsoft.com/office/drawing/2014/main" id="{CA72DBA0-02EF-1F47-B967-703FD1DFB3B8}"/>
              </a:ext>
            </a:extLst>
          </p:cNvPr>
          <p:cNvSpPr/>
          <p:nvPr/>
        </p:nvSpPr>
        <p:spPr>
          <a:xfrm>
            <a:off x="6783947" y="4956215"/>
            <a:ext cx="75934" cy="75934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2" name="pt1020">
            <a:extLst>
              <a:ext uri="{FF2B5EF4-FFF2-40B4-BE49-F238E27FC236}">
                <a16:creationId xmlns:a16="http://schemas.microsoft.com/office/drawing/2014/main" id="{78AB7822-6484-D64D-B058-BA25CBACF3E8}"/>
              </a:ext>
            </a:extLst>
          </p:cNvPr>
          <p:cNvSpPr/>
          <p:nvPr/>
        </p:nvSpPr>
        <p:spPr>
          <a:xfrm>
            <a:off x="6763827" y="5006407"/>
            <a:ext cx="75934" cy="75934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3" name="pt1021">
            <a:extLst>
              <a:ext uri="{FF2B5EF4-FFF2-40B4-BE49-F238E27FC236}">
                <a16:creationId xmlns:a16="http://schemas.microsoft.com/office/drawing/2014/main" id="{C5F3B738-3240-0F49-A233-298DF033BDE8}"/>
              </a:ext>
            </a:extLst>
          </p:cNvPr>
          <p:cNvSpPr/>
          <p:nvPr/>
        </p:nvSpPr>
        <p:spPr>
          <a:xfrm>
            <a:off x="6829889" y="4985736"/>
            <a:ext cx="75934" cy="75934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4" name="pt1022">
            <a:extLst>
              <a:ext uri="{FF2B5EF4-FFF2-40B4-BE49-F238E27FC236}">
                <a16:creationId xmlns:a16="http://schemas.microsoft.com/office/drawing/2014/main" id="{D59A98C6-86E0-E847-9669-3AD94B281010}"/>
              </a:ext>
            </a:extLst>
          </p:cNvPr>
          <p:cNvSpPr/>
          <p:nvPr/>
        </p:nvSpPr>
        <p:spPr>
          <a:xfrm>
            <a:off x="6773766" y="5017728"/>
            <a:ext cx="75934" cy="75934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5" name="pt1023">
            <a:extLst>
              <a:ext uri="{FF2B5EF4-FFF2-40B4-BE49-F238E27FC236}">
                <a16:creationId xmlns:a16="http://schemas.microsoft.com/office/drawing/2014/main" id="{6E8F3C4C-E7E2-8E44-8EC5-F39EDC122F7B}"/>
              </a:ext>
            </a:extLst>
          </p:cNvPr>
          <p:cNvSpPr/>
          <p:nvPr/>
        </p:nvSpPr>
        <p:spPr>
          <a:xfrm>
            <a:off x="6810676" y="5137888"/>
            <a:ext cx="75934" cy="75934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6" name="pg1024">
            <a:extLst>
              <a:ext uri="{FF2B5EF4-FFF2-40B4-BE49-F238E27FC236}">
                <a16:creationId xmlns:a16="http://schemas.microsoft.com/office/drawing/2014/main" id="{BAC7D112-D59E-8745-B331-C2A6BD86C5DB}"/>
              </a:ext>
            </a:extLst>
          </p:cNvPr>
          <p:cNvSpPr/>
          <p:nvPr/>
        </p:nvSpPr>
        <p:spPr>
          <a:xfrm>
            <a:off x="5740696" y="4730162"/>
            <a:ext cx="1084128" cy="520848"/>
          </a:xfrm>
          <a:custGeom>
            <a:avLst/>
            <a:gdLst/>
            <a:ahLst/>
            <a:cxnLst/>
            <a:rect l="0" t="0" r="0" b="0"/>
            <a:pathLst>
              <a:path w="1084128" h="520848">
                <a:moveTo>
                  <a:pt x="0" y="0"/>
                </a:moveTo>
                <a:lnTo>
                  <a:pt x="572767" y="169912"/>
                </a:lnTo>
                <a:lnTo>
                  <a:pt x="722752" y="176195"/>
                </a:lnTo>
                <a:lnTo>
                  <a:pt x="934144" y="158940"/>
                </a:lnTo>
                <a:lnTo>
                  <a:pt x="1084128" y="137445"/>
                </a:lnTo>
                <a:lnTo>
                  <a:pt x="1084128" y="520848"/>
                </a:lnTo>
                <a:lnTo>
                  <a:pt x="934144" y="466184"/>
                </a:lnTo>
                <a:lnTo>
                  <a:pt x="722752" y="402179"/>
                </a:lnTo>
                <a:lnTo>
                  <a:pt x="572767" y="375293"/>
                </a:lnTo>
                <a:lnTo>
                  <a:pt x="0" y="418537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7" name="pl1025">
            <a:extLst>
              <a:ext uri="{FF2B5EF4-FFF2-40B4-BE49-F238E27FC236}">
                <a16:creationId xmlns:a16="http://schemas.microsoft.com/office/drawing/2014/main" id="{CE6BE7E7-04D7-9A46-AEEF-0DBC9186E53C}"/>
              </a:ext>
            </a:extLst>
          </p:cNvPr>
          <p:cNvSpPr/>
          <p:nvPr/>
        </p:nvSpPr>
        <p:spPr>
          <a:xfrm>
            <a:off x="5740696" y="4730162"/>
            <a:ext cx="1084128" cy="176195"/>
          </a:xfrm>
          <a:custGeom>
            <a:avLst/>
            <a:gdLst/>
            <a:ahLst/>
            <a:cxnLst/>
            <a:rect l="0" t="0" r="0" b="0"/>
            <a:pathLst>
              <a:path w="1084128" h="176195">
                <a:moveTo>
                  <a:pt x="0" y="0"/>
                </a:moveTo>
                <a:lnTo>
                  <a:pt x="572767" y="169912"/>
                </a:lnTo>
                <a:lnTo>
                  <a:pt x="722752" y="176195"/>
                </a:lnTo>
                <a:lnTo>
                  <a:pt x="934144" y="158940"/>
                </a:lnTo>
                <a:lnTo>
                  <a:pt x="1084128" y="137445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028" name="pl1026">
            <a:extLst>
              <a:ext uri="{FF2B5EF4-FFF2-40B4-BE49-F238E27FC236}">
                <a16:creationId xmlns:a16="http://schemas.microsoft.com/office/drawing/2014/main" id="{EDC0738F-A71B-C743-AE7E-D798606F812B}"/>
              </a:ext>
            </a:extLst>
          </p:cNvPr>
          <p:cNvSpPr/>
          <p:nvPr/>
        </p:nvSpPr>
        <p:spPr>
          <a:xfrm>
            <a:off x="5740696" y="5105456"/>
            <a:ext cx="1084128" cy="145555"/>
          </a:xfrm>
          <a:custGeom>
            <a:avLst/>
            <a:gdLst/>
            <a:ahLst/>
            <a:cxnLst/>
            <a:rect l="0" t="0" r="0" b="0"/>
            <a:pathLst>
              <a:path w="1084128" h="145555">
                <a:moveTo>
                  <a:pt x="1084128" y="145555"/>
                </a:moveTo>
                <a:lnTo>
                  <a:pt x="934144" y="90890"/>
                </a:lnTo>
                <a:lnTo>
                  <a:pt x="722752" y="26885"/>
                </a:lnTo>
                <a:lnTo>
                  <a:pt x="572767" y="0"/>
                </a:lnTo>
                <a:lnTo>
                  <a:pt x="0" y="43243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029" name="pl1027">
            <a:extLst>
              <a:ext uri="{FF2B5EF4-FFF2-40B4-BE49-F238E27FC236}">
                <a16:creationId xmlns:a16="http://schemas.microsoft.com/office/drawing/2014/main" id="{27119747-CED9-D745-8F6C-FF9CD88D9C7F}"/>
              </a:ext>
            </a:extLst>
          </p:cNvPr>
          <p:cNvSpPr/>
          <p:nvPr/>
        </p:nvSpPr>
        <p:spPr>
          <a:xfrm>
            <a:off x="5740696" y="4939431"/>
            <a:ext cx="1084128" cy="119878"/>
          </a:xfrm>
          <a:custGeom>
            <a:avLst/>
            <a:gdLst/>
            <a:ahLst/>
            <a:cxnLst/>
            <a:rect l="0" t="0" r="0" b="0"/>
            <a:pathLst>
              <a:path w="1084128" h="119878">
                <a:moveTo>
                  <a:pt x="0" y="0"/>
                </a:moveTo>
                <a:lnTo>
                  <a:pt x="572767" y="63334"/>
                </a:lnTo>
                <a:lnTo>
                  <a:pt x="722752" y="79918"/>
                </a:lnTo>
                <a:lnTo>
                  <a:pt x="934144" y="103293"/>
                </a:lnTo>
                <a:lnTo>
                  <a:pt x="1084128" y="119878"/>
                </a:lnTo>
              </a:path>
            </a:pathLst>
          </a:custGeom>
          <a:ln w="32521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0" name="tx1028">
            <a:extLst>
              <a:ext uri="{FF2B5EF4-FFF2-40B4-BE49-F238E27FC236}">
                <a16:creationId xmlns:a16="http://schemas.microsoft.com/office/drawing/2014/main" id="{B03C4F0B-22DC-504C-A4FD-95804D31494B}"/>
              </a:ext>
            </a:extLst>
          </p:cNvPr>
          <p:cNvSpPr/>
          <p:nvPr/>
        </p:nvSpPr>
        <p:spPr>
          <a:xfrm>
            <a:off x="6281616" y="4174899"/>
            <a:ext cx="70591" cy="910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</a:p>
        </p:txBody>
      </p:sp>
      <p:sp>
        <p:nvSpPr>
          <p:cNvPr id="1031" name="tx1029">
            <a:extLst>
              <a:ext uri="{FF2B5EF4-FFF2-40B4-BE49-F238E27FC236}">
                <a16:creationId xmlns:a16="http://schemas.microsoft.com/office/drawing/2014/main" id="{0EFC41CC-9ACD-764B-B6D8-71A60E47A14B}"/>
              </a:ext>
            </a:extLst>
          </p:cNvPr>
          <p:cNvSpPr/>
          <p:nvPr/>
        </p:nvSpPr>
        <p:spPr>
          <a:xfrm>
            <a:off x="6362413" y="4174808"/>
            <a:ext cx="462412" cy="9116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= 0.500</a:t>
            </a:r>
          </a:p>
        </p:txBody>
      </p:sp>
      <p:sp>
        <p:nvSpPr>
          <p:cNvPr id="1032" name="rc1030">
            <a:extLst>
              <a:ext uri="{FF2B5EF4-FFF2-40B4-BE49-F238E27FC236}">
                <a16:creationId xmlns:a16="http://schemas.microsoft.com/office/drawing/2014/main" id="{6CFB1DB4-F4E8-404B-805B-5B9884B97AC4}"/>
              </a:ext>
            </a:extLst>
          </p:cNvPr>
          <p:cNvSpPr/>
          <p:nvPr/>
        </p:nvSpPr>
        <p:spPr>
          <a:xfrm>
            <a:off x="5635189" y="4132731"/>
            <a:ext cx="1297990" cy="117153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3" name="pl1031">
            <a:extLst>
              <a:ext uri="{FF2B5EF4-FFF2-40B4-BE49-F238E27FC236}">
                <a16:creationId xmlns:a16="http://schemas.microsoft.com/office/drawing/2014/main" id="{58CC058D-FA96-F140-AA16-3CC1225EACED}"/>
              </a:ext>
            </a:extLst>
          </p:cNvPr>
          <p:cNvSpPr/>
          <p:nvPr/>
        </p:nvSpPr>
        <p:spPr>
          <a:xfrm>
            <a:off x="5635189" y="4132731"/>
            <a:ext cx="0" cy="1171531"/>
          </a:xfrm>
          <a:custGeom>
            <a:avLst/>
            <a:gdLst/>
            <a:ahLst/>
            <a:cxnLst/>
            <a:rect l="0" t="0" r="0" b="0"/>
            <a:pathLst>
              <a:path h="1171531">
                <a:moveTo>
                  <a:pt x="0" y="11715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4" name="pl1032">
            <a:extLst>
              <a:ext uri="{FF2B5EF4-FFF2-40B4-BE49-F238E27FC236}">
                <a16:creationId xmlns:a16="http://schemas.microsoft.com/office/drawing/2014/main" id="{640C5C98-EC2E-6045-B428-1023A8F6AC94}"/>
              </a:ext>
            </a:extLst>
          </p:cNvPr>
          <p:cNvSpPr/>
          <p:nvPr/>
        </p:nvSpPr>
        <p:spPr>
          <a:xfrm>
            <a:off x="5603558" y="5047573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5" name="pl1033">
            <a:extLst>
              <a:ext uri="{FF2B5EF4-FFF2-40B4-BE49-F238E27FC236}">
                <a16:creationId xmlns:a16="http://schemas.microsoft.com/office/drawing/2014/main" id="{928FB2E9-0F6A-F749-8C08-46ACB36995C4}"/>
              </a:ext>
            </a:extLst>
          </p:cNvPr>
          <p:cNvSpPr/>
          <p:nvPr/>
        </p:nvSpPr>
        <p:spPr>
          <a:xfrm>
            <a:off x="5603558" y="4658287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6" name="pl1034">
            <a:extLst>
              <a:ext uri="{FF2B5EF4-FFF2-40B4-BE49-F238E27FC236}">
                <a16:creationId xmlns:a16="http://schemas.microsoft.com/office/drawing/2014/main" id="{5CF788F2-3789-0B4F-963D-C31DA11A0798}"/>
              </a:ext>
            </a:extLst>
          </p:cNvPr>
          <p:cNvSpPr/>
          <p:nvPr/>
        </p:nvSpPr>
        <p:spPr>
          <a:xfrm>
            <a:off x="5603558" y="4269001"/>
            <a:ext cx="31631" cy="0"/>
          </a:xfrm>
          <a:custGeom>
            <a:avLst/>
            <a:gdLst/>
            <a:ahLst/>
            <a:cxnLst/>
            <a:rect l="0" t="0" r="0" b="0"/>
            <a:pathLst>
              <a:path w="31631">
                <a:moveTo>
                  <a:pt x="0" y="0"/>
                </a:moveTo>
                <a:lnTo>
                  <a:pt x="31631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7" name="pl1035">
            <a:extLst>
              <a:ext uri="{FF2B5EF4-FFF2-40B4-BE49-F238E27FC236}">
                <a16:creationId xmlns:a16="http://schemas.microsoft.com/office/drawing/2014/main" id="{E192C18F-0CE3-9A4D-9563-11DD67E65C3E}"/>
              </a:ext>
            </a:extLst>
          </p:cNvPr>
          <p:cNvSpPr/>
          <p:nvPr/>
        </p:nvSpPr>
        <p:spPr>
          <a:xfrm>
            <a:off x="5635189" y="5304263"/>
            <a:ext cx="1297990" cy="0"/>
          </a:xfrm>
          <a:custGeom>
            <a:avLst/>
            <a:gdLst/>
            <a:ahLst/>
            <a:cxnLst/>
            <a:rect l="0" t="0" r="0" b="0"/>
            <a:pathLst>
              <a:path w="1297990">
                <a:moveTo>
                  <a:pt x="0" y="0"/>
                </a:moveTo>
                <a:lnTo>
                  <a:pt x="1297990" y="0"/>
                </a:lnTo>
              </a:path>
            </a:pathLst>
          </a:custGeom>
          <a:ln w="12318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8" name="pl1036">
            <a:extLst>
              <a:ext uri="{FF2B5EF4-FFF2-40B4-BE49-F238E27FC236}">
                <a16:creationId xmlns:a16="http://schemas.microsoft.com/office/drawing/2014/main" id="{FC99B2C7-BA7D-FE4F-AE45-1CBDA50B0315}"/>
              </a:ext>
            </a:extLst>
          </p:cNvPr>
          <p:cNvSpPr/>
          <p:nvPr/>
        </p:nvSpPr>
        <p:spPr>
          <a:xfrm>
            <a:off x="5740696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9" name="pl1037">
            <a:extLst>
              <a:ext uri="{FF2B5EF4-FFF2-40B4-BE49-F238E27FC236}">
                <a16:creationId xmlns:a16="http://schemas.microsoft.com/office/drawing/2014/main" id="{A98A2CA2-4C26-1B45-AE79-48AA3233DD4D}"/>
              </a:ext>
            </a:extLst>
          </p:cNvPr>
          <p:cNvSpPr/>
          <p:nvPr/>
        </p:nvSpPr>
        <p:spPr>
          <a:xfrm>
            <a:off x="6102072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40" name="pl1038">
            <a:extLst>
              <a:ext uri="{FF2B5EF4-FFF2-40B4-BE49-F238E27FC236}">
                <a16:creationId xmlns:a16="http://schemas.microsoft.com/office/drawing/2014/main" id="{60CE5CE1-E8E0-3D48-A8B2-30FA013D4869}"/>
              </a:ext>
            </a:extLst>
          </p:cNvPr>
          <p:cNvSpPr/>
          <p:nvPr/>
        </p:nvSpPr>
        <p:spPr>
          <a:xfrm>
            <a:off x="6463448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41" name="pl1039">
            <a:extLst>
              <a:ext uri="{FF2B5EF4-FFF2-40B4-BE49-F238E27FC236}">
                <a16:creationId xmlns:a16="http://schemas.microsoft.com/office/drawing/2014/main" id="{1898A40E-0472-FF4C-916C-7243D6366DB5}"/>
              </a:ext>
            </a:extLst>
          </p:cNvPr>
          <p:cNvSpPr/>
          <p:nvPr/>
        </p:nvSpPr>
        <p:spPr>
          <a:xfrm>
            <a:off x="6824825" y="5304263"/>
            <a:ext cx="0" cy="31631"/>
          </a:xfrm>
          <a:custGeom>
            <a:avLst/>
            <a:gdLst/>
            <a:ahLst/>
            <a:cxnLst/>
            <a:rect l="0" t="0" r="0" b="0"/>
            <a:pathLst>
              <a:path h="31631">
                <a:moveTo>
                  <a:pt x="0" y="31631"/>
                </a:moveTo>
                <a:lnTo>
                  <a:pt x="0" y="0"/>
                </a:lnTo>
              </a:path>
            </a:pathLst>
          </a:custGeom>
          <a:ln w="12318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42" name="tx1040">
            <a:extLst>
              <a:ext uri="{FF2B5EF4-FFF2-40B4-BE49-F238E27FC236}">
                <a16:creationId xmlns:a16="http://schemas.microsoft.com/office/drawing/2014/main" id="{4CBCF68A-A74A-564F-BF26-369E80AB616D}"/>
              </a:ext>
            </a:extLst>
          </p:cNvPr>
          <p:cNvSpPr/>
          <p:nvPr/>
        </p:nvSpPr>
        <p:spPr>
          <a:xfrm>
            <a:off x="5708920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1043" name="tx1041">
            <a:extLst>
              <a:ext uri="{FF2B5EF4-FFF2-40B4-BE49-F238E27FC236}">
                <a16:creationId xmlns:a16="http://schemas.microsoft.com/office/drawing/2014/main" id="{978F27B8-893E-F04E-ABC2-643534171D5E}"/>
              </a:ext>
            </a:extLst>
          </p:cNvPr>
          <p:cNvSpPr/>
          <p:nvPr/>
        </p:nvSpPr>
        <p:spPr>
          <a:xfrm>
            <a:off x="6070297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1044" name="tx1042">
            <a:extLst>
              <a:ext uri="{FF2B5EF4-FFF2-40B4-BE49-F238E27FC236}">
                <a16:creationId xmlns:a16="http://schemas.microsoft.com/office/drawing/2014/main" id="{77604C7A-6E41-894C-8B83-4C8EB0771131}"/>
              </a:ext>
            </a:extLst>
          </p:cNvPr>
          <p:cNvSpPr/>
          <p:nvPr/>
        </p:nvSpPr>
        <p:spPr>
          <a:xfrm>
            <a:off x="6431673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1045" name="tx1043">
            <a:extLst>
              <a:ext uri="{FF2B5EF4-FFF2-40B4-BE49-F238E27FC236}">
                <a16:creationId xmlns:a16="http://schemas.microsoft.com/office/drawing/2014/main" id="{2AA8F4E0-D54B-494A-8019-BF4FD2F8C0C0}"/>
              </a:ext>
            </a:extLst>
          </p:cNvPr>
          <p:cNvSpPr/>
          <p:nvPr/>
        </p:nvSpPr>
        <p:spPr>
          <a:xfrm>
            <a:off x="6793049" y="5361199"/>
            <a:ext cx="63550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1046" name="tx1044">
            <a:extLst>
              <a:ext uri="{FF2B5EF4-FFF2-40B4-BE49-F238E27FC236}">
                <a16:creationId xmlns:a16="http://schemas.microsoft.com/office/drawing/2014/main" id="{D6AF5CCD-B583-134E-A582-5B42F414B73D}"/>
              </a:ext>
            </a:extLst>
          </p:cNvPr>
          <p:cNvSpPr/>
          <p:nvPr/>
        </p:nvSpPr>
        <p:spPr>
          <a:xfrm>
            <a:off x="5996880" y="5537269"/>
            <a:ext cx="5746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Richness</a:t>
            </a:r>
          </a:p>
        </p:txBody>
      </p:sp>
      <p:sp>
        <p:nvSpPr>
          <p:cNvPr id="1047" name="tx1045">
            <a:extLst>
              <a:ext uri="{FF2B5EF4-FFF2-40B4-BE49-F238E27FC236}">
                <a16:creationId xmlns:a16="http://schemas.microsoft.com/office/drawing/2014/main" id="{D2A7CA78-3BA5-D446-AA50-E77A1C8D72FD}"/>
              </a:ext>
            </a:extLst>
          </p:cNvPr>
          <p:cNvSpPr/>
          <p:nvPr/>
        </p:nvSpPr>
        <p:spPr>
          <a:xfrm>
            <a:off x="5635189" y="3937978"/>
            <a:ext cx="504565" cy="1005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(k) SRA</a:t>
            </a:r>
          </a:p>
        </p:txBody>
      </p:sp>
      <p:sp>
        <p:nvSpPr>
          <p:cNvPr id="1080" name="tx1038">
            <a:extLst>
              <a:ext uri="{FF2B5EF4-FFF2-40B4-BE49-F238E27FC236}">
                <a16:creationId xmlns:a16="http://schemas.microsoft.com/office/drawing/2014/main" id="{E02BD99A-F7F3-A144-A3FE-56A83784813D}"/>
              </a:ext>
            </a:extLst>
          </p:cNvPr>
          <p:cNvSpPr/>
          <p:nvPr/>
        </p:nvSpPr>
        <p:spPr>
          <a:xfrm>
            <a:off x="6005591" y="2564904"/>
            <a:ext cx="576163" cy="109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Species</a:t>
            </a:r>
          </a:p>
        </p:txBody>
      </p:sp>
      <p:sp>
        <p:nvSpPr>
          <p:cNvPr id="1081" name="rc1039">
            <a:extLst>
              <a:ext uri="{FF2B5EF4-FFF2-40B4-BE49-F238E27FC236}">
                <a16:creationId xmlns:a16="http://schemas.microsoft.com/office/drawing/2014/main" id="{4F52F0D9-F32E-3842-B316-FACE4348FC6E}"/>
              </a:ext>
            </a:extLst>
          </p:cNvPr>
          <p:cNvSpPr/>
          <p:nvPr/>
        </p:nvSpPr>
        <p:spPr>
          <a:xfrm>
            <a:off x="5650690" y="2836199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2" name="pt1040">
            <a:extLst>
              <a:ext uri="{FF2B5EF4-FFF2-40B4-BE49-F238E27FC236}">
                <a16:creationId xmlns:a16="http://schemas.microsoft.com/office/drawing/2014/main" id="{6604085A-0A74-494F-8BBF-7A2960DCF92D}"/>
              </a:ext>
            </a:extLst>
          </p:cNvPr>
          <p:cNvSpPr/>
          <p:nvPr/>
        </p:nvSpPr>
        <p:spPr>
          <a:xfrm>
            <a:off x="5701905" y="2887413"/>
            <a:ext cx="77571" cy="77571"/>
          </a:xfrm>
          <a:prstGeom prst="ellipse">
            <a:avLst/>
          </a:prstGeom>
          <a:solidFill>
            <a:srgbClr val="5DC1A2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3" name="rc1041">
            <a:extLst>
              <a:ext uri="{FF2B5EF4-FFF2-40B4-BE49-F238E27FC236}">
                <a16:creationId xmlns:a16="http://schemas.microsoft.com/office/drawing/2014/main" id="{55E5F48F-7C20-1143-9697-9119E94B912A}"/>
              </a:ext>
            </a:extLst>
          </p:cNvPr>
          <p:cNvSpPr/>
          <p:nvPr/>
        </p:nvSpPr>
        <p:spPr>
          <a:xfrm>
            <a:off x="5650690" y="2999804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4" name="pt1042">
            <a:extLst>
              <a:ext uri="{FF2B5EF4-FFF2-40B4-BE49-F238E27FC236}">
                <a16:creationId xmlns:a16="http://schemas.microsoft.com/office/drawing/2014/main" id="{968F188B-2E8F-FE4C-BBD0-CB3452FB02AE}"/>
              </a:ext>
            </a:extLst>
          </p:cNvPr>
          <p:cNvSpPr/>
          <p:nvPr/>
        </p:nvSpPr>
        <p:spPr>
          <a:xfrm>
            <a:off x="5701905" y="3051018"/>
            <a:ext cx="77571" cy="77571"/>
          </a:xfrm>
          <a:prstGeom prst="ellipse">
            <a:avLst/>
          </a:prstGeom>
          <a:solidFill>
            <a:srgbClr val="13815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5" name="rc1043">
            <a:extLst>
              <a:ext uri="{FF2B5EF4-FFF2-40B4-BE49-F238E27FC236}">
                <a16:creationId xmlns:a16="http://schemas.microsoft.com/office/drawing/2014/main" id="{DBEDA973-B484-7A44-9EC9-1B8804DE8809}"/>
              </a:ext>
            </a:extLst>
          </p:cNvPr>
          <p:cNvSpPr/>
          <p:nvPr/>
        </p:nvSpPr>
        <p:spPr>
          <a:xfrm>
            <a:off x="6103529" y="2836199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6" name="pt1044">
            <a:extLst>
              <a:ext uri="{FF2B5EF4-FFF2-40B4-BE49-F238E27FC236}">
                <a16:creationId xmlns:a16="http://schemas.microsoft.com/office/drawing/2014/main" id="{C447C23A-7416-AD44-A58A-1731C61F61E1}"/>
              </a:ext>
            </a:extLst>
          </p:cNvPr>
          <p:cNvSpPr/>
          <p:nvPr/>
        </p:nvSpPr>
        <p:spPr>
          <a:xfrm>
            <a:off x="6154744" y="2887413"/>
            <a:ext cx="77571" cy="77571"/>
          </a:xfrm>
          <a:prstGeom prst="ellipse">
            <a:avLst/>
          </a:prstGeom>
          <a:solidFill>
            <a:srgbClr val="E4D79A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7" name="rc1045">
            <a:extLst>
              <a:ext uri="{FF2B5EF4-FFF2-40B4-BE49-F238E27FC236}">
                <a16:creationId xmlns:a16="http://schemas.microsoft.com/office/drawing/2014/main" id="{163A4585-1AFA-4248-857F-0CDAAA397919}"/>
              </a:ext>
            </a:extLst>
          </p:cNvPr>
          <p:cNvSpPr/>
          <p:nvPr/>
        </p:nvSpPr>
        <p:spPr>
          <a:xfrm>
            <a:off x="6103529" y="2999804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8" name="pt1046">
            <a:extLst>
              <a:ext uri="{FF2B5EF4-FFF2-40B4-BE49-F238E27FC236}">
                <a16:creationId xmlns:a16="http://schemas.microsoft.com/office/drawing/2014/main" id="{AE53ABEB-D63B-B149-88F2-7D1582F17E06}"/>
              </a:ext>
            </a:extLst>
          </p:cNvPr>
          <p:cNvSpPr/>
          <p:nvPr/>
        </p:nvSpPr>
        <p:spPr>
          <a:xfrm>
            <a:off x="6154744" y="3051018"/>
            <a:ext cx="77571" cy="77571"/>
          </a:xfrm>
          <a:prstGeom prst="ellipse">
            <a:avLst/>
          </a:prstGeom>
          <a:solidFill>
            <a:srgbClr val="F5434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9" name="rc1047">
            <a:extLst>
              <a:ext uri="{FF2B5EF4-FFF2-40B4-BE49-F238E27FC236}">
                <a16:creationId xmlns:a16="http://schemas.microsoft.com/office/drawing/2014/main" id="{070683DF-DE22-8B4C-89BF-BDDEB65A92D7}"/>
              </a:ext>
            </a:extLst>
          </p:cNvPr>
          <p:cNvSpPr/>
          <p:nvPr/>
        </p:nvSpPr>
        <p:spPr>
          <a:xfrm>
            <a:off x="6535577" y="2836199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0" name="pt1048">
            <a:extLst>
              <a:ext uri="{FF2B5EF4-FFF2-40B4-BE49-F238E27FC236}">
                <a16:creationId xmlns:a16="http://schemas.microsoft.com/office/drawing/2014/main" id="{3AABF77D-51CD-AB4B-A619-82F35C2D2D61}"/>
              </a:ext>
            </a:extLst>
          </p:cNvPr>
          <p:cNvSpPr/>
          <p:nvPr/>
        </p:nvSpPr>
        <p:spPr>
          <a:xfrm>
            <a:off x="6586792" y="2887413"/>
            <a:ext cx="77571" cy="77571"/>
          </a:xfrm>
          <a:prstGeom prst="ellipse">
            <a:avLst/>
          </a:prstGeom>
          <a:solidFill>
            <a:srgbClr val="7E0D13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1" name="rc1049">
            <a:extLst>
              <a:ext uri="{FF2B5EF4-FFF2-40B4-BE49-F238E27FC236}">
                <a16:creationId xmlns:a16="http://schemas.microsoft.com/office/drawing/2014/main" id="{EBDB53A7-0C4E-0242-A6CC-85DDC04B265A}"/>
              </a:ext>
            </a:extLst>
          </p:cNvPr>
          <p:cNvSpPr/>
          <p:nvPr/>
        </p:nvSpPr>
        <p:spPr>
          <a:xfrm>
            <a:off x="6535577" y="2999804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2" name="pt1050">
            <a:extLst>
              <a:ext uri="{FF2B5EF4-FFF2-40B4-BE49-F238E27FC236}">
                <a16:creationId xmlns:a16="http://schemas.microsoft.com/office/drawing/2014/main" id="{B5696A9E-D8F8-C940-A6B3-1E0566D962ED}"/>
              </a:ext>
            </a:extLst>
          </p:cNvPr>
          <p:cNvSpPr/>
          <p:nvPr/>
        </p:nvSpPr>
        <p:spPr>
          <a:xfrm>
            <a:off x="6586792" y="3051018"/>
            <a:ext cx="77571" cy="77571"/>
          </a:xfrm>
          <a:prstGeom prst="ellipse">
            <a:avLst/>
          </a:prstGeom>
          <a:solidFill>
            <a:srgbClr val="1B7C88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3" name="rc1051">
            <a:extLst>
              <a:ext uri="{FF2B5EF4-FFF2-40B4-BE49-F238E27FC236}">
                <a16:creationId xmlns:a16="http://schemas.microsoft.com/office/drawing/2014/main" id="{7E88A5C7-983E-AF4F-AF34-A70B655EEA59}"/>
              </a:ext>
            </a:extLst>
          </p:cNvPr>
          <p:cNvSpPr/>
          <p:nvPr/>
        </p:nvSpPr>
        <p:spPr>
          <a:xfrm>
            <a:off x="5666651" y="3215828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4" name="pt1052">
            <a:extLst>
              <a:ext uri="{FF2B5EF4-FFF2-40B4-BE49-F238E27FC236}">
                <a16:creationId xmlns:a16="http://schemas.microsoft.com/office/drawing/2014/main" id="{7D4C1829-D30E-BA4A-B923-8C0ACECD343D}"/>
              </a:ext>
            </a:extLst>
          </p:cNvPr>
          <p:cNvSpPr/>
          <p:nvPr/>
        </p:nvSpPr>
        <p:spPr>
          <a:xfrm>
            <a:off x="5717866" y="3267042"/>
            <a:ext cx="77571" cy="77571"/>
          </a:xfrm>
          <a:prstGeom prst="ellipse">
            <a:avLst/>
          </a:prstGeom>
          <a:solidFill>
            <a:srgbClr val="F7961E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5" name="rc1053">
            <a:extLst>
              <a:ext uri="{FF2B5EF4-FFF2-40B4-BE49-F238E27FC236}">
                <a16:creationId xmlns:a16="http://schemas.microsoft.com/office/drawing/2014/main" id="{1A639CB6-2909-B643-A19E-D2C5910E0D3F}"/>
              </a:ext>
            </a:extLst>
          </p:cNvPr>
          <p:cNvSpPr/>
          <p:nvPr/>
        </p:nvSpPr>
        <p:spPr>
          <a:xfrm>
            <a:off x="5647290" y="3431852"/>
            <a:ext cx="180000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6" name="pt1054">
            <a:extLst>
              <a:ext uri="{FF2B5EF4-FFF2-40B4-BE49-F238E27FC236}">
                <a16:creationId xmlns:a16="http://schemas.microsoft.com/office/drawing/2014/main" id="{46E6A9B1-8894-0A48-8998-DFEA9CC9C3FF}"/>
              </a:ext>
            </a:extLst>
          </p:cNvPr>
          <p:cNvSpPr/>
          <p:nvPr/>
        </p:nvSpPr>
        <p:spPr>
          <a:xfrm>
            <a:off x="5717866" y="3483066"/>
            <a:ext cx="77571" cy="77571"/>
          </a:xfrm>
          <a:prstGeom prst="ellipse">
            <a:avLst/>
          </a:prstGeom>
          <a:solidFill>
            <a:srgbClr val="5F7385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7" name="rc1055">
            <a:extLst>
              <a:ext uri="{FF2B5EF4-FFF2-40B4-BE49-F238E27FC236}">
                <a16:creationId xmlns:a16="http://schemas.microsoft.com/office/drawing/2014/main" id="{D0998106-CEF6-F44E-A82C-4FB5606545BA}"/>
              </a:ext>
            </a:extLst>
          </p:cNvPr>
          <p:cNvSpPr/>
          <p:nvPr/>
        </p:nvSpPr>
        <p:spPr>
          <a:xfrm>
            <a:off x="6111718" y="3215828"/>
            <a:ext cx="179999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8" name="pt1056">
            <a:extLst>
              <a:ext uri="{FF2B5EF4-FFF2-40B4-BE49-F238E27FC236}">
                <a16:creationId xmlns:a16="http://schemas.microsoft.com/office/drawing/2014/main" id="{9FD82B9D-7429-AC4B-8413-53E27BEF8097}"/>
              </a:ext>
            </a:extLst>
          </p:cNvPr>
          <p:cNvSpPr/>
          <p:nvPr/>
        </p:nvSpPr>
        <p:spPr>
          <a:xfrm>
            <a:off x="6162933" y="3267042"/>
            <a:ext cx="77571" cy="77571"/>
          </a:xfrm>
          <a:prstGeom prst="ellipse">
            <a:avLst/>
          </a:prstGeom>
          <a:solidFill>
            <a:srgbClr val="FF9999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9" name="rc1057">
            <a:extLst>
              <a:ext uri="{FF2B5EF4-FFF2-40B4-BE49-F238E27FC236}">
                <a16:creationId xmlns:a16="http://schemas.microsoft.com/office/drawing/2014/main" id="{E3DC9E50-C3EB-974E-81B5-174A7BCF9C42}"/>
              </a:ext>
            </a:extLst>
          </p:cNvPr>
          <p:cNvSpPr/>
          <p:nvPr/>
        </p:nvSpPr>
        <p:spPr>
          <a:xfrm>
            <a:off x="6092357" y="3431852"/>
            <a:ext cx="179999" cy="179999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0" name="pt1058">
            <a:extLst>
              <a:ext uri="{FF2B5EF4-FFF2-40B4-BE49-F238E27FC236}">
                <a16:creationId xmlns:a16="http://schemas.microsoft.com/office/drawing/2014/main" id="{8C26185D-D1ED-0D4C-B9ED-7F557F8EEE1F}"/>
              </a:ext>
            </a:extLst>
          </p:cNvPr>
          <p:cNvSpPr/>
          <p:nvPr/>
        </p:nvSpPr>
        <p:spPr>
          <a:xfrm>
            <a:off x="6162933" y="3483066"/>
            <a:ext cx="77571" cy="77571"/>
          </a:xfrm>
          <a:prstGeom prst="ellipse">
            <a:avLst/>
          </a:prstGeom>
          <a:solidFill>
            <a:srgbClr val="66B3FF">
              <a:alpha val="6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1" name="tx1059">
            <a:extLst>
              <a:ext uri="{FF2B5EF4-FFF2-40B4-BE49-F238E27FC236}">
                <a16:creationId xmlns:a16="http://schemas.microsoft.com/office/drawing/2014/main" id="{28705761-55ED-1449-BED4-AE0E19E2EF82}"/>
              </a:ext>
            </a:extLst>
          </p:cNvPr>
          <p:cNvSpPr/>
          <p:nvPr/>
        </p:nvSpPr>
        <p:spPr>
          <a:xfrm>
            <a:off x="5837486" y="2876089"/>
            <a:ext cx="209489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CG</a:t>
            </a:r>
          </a:p>
        </p:txBody>
      </p:sp>
      <p:sp>
        <p:nvSpPr>
          <p:cNvPr id="1102" name="tx1060">
            <a:extLst>
              <a:ext uri="{FF2B5EF4-FFF2-40B4-BE49-F238E27FC236}">
                <a16:creationId xmlns:a16="http://schemas.microsoft.com/office/drawing/2014/main" id="{E390F86E-43C3-2443-8C48-FCBDF14FFB24}"/>
              </a:ext>
            </a:extLst>
          </p:cNvPr>
          <p:cNvSpPr/>
          <p:nvPr/>
        </p:nvSpPr>
        <p:spPr>
          <a:xfrm>
            <a:off x="5837486" y="3039695"/>
            <a:ext cx="217261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CM</a:t>
            </a:r>
          </a:p>
        </p:txBody>
      </p:sp>
      <p:sp>
        <p:nvSpPr>
          <p:cNvPr id="1103" name="tx1061">
            <a:extLst>
              <a:ext uri="{FF2B5EF4-FFF2-40B4-BE49-F238E27FC236}">
                <a16:creationId xmlns:a16="http://schemas.microsoft.com/office/drawing/2014/main" id="{A9293B0C-DFDE-A646-8345-DC7298F4EB86}"/>
              </a:ext>
            </a:extLst>
          </p:cNvPr>
          <p:cNvSpPr/>
          <p:nvPr/>
        </p:nvSpPr>
        <p:spPr>
          <a:xfrm>
            <a:off x="6314409" y="2876089"/>
            <a:ext cx="194035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CS</a:t>
            </a:r>
          </a:p>
        </p:txBody>
      </p:sp>
      <p:sp>
        <p:nvSpPr>
          <p:cNvPr id="1104" name="tx1062">
            <a:extLst>
              <a:ext uri="{FF2B5EF4-FFF2-40B4-BE49-F238E27FC236}">
                <a16:creationId xmlns:a16="http://schemas.microsoft.com/office/drawing/2014/main" id="{AAB5C56F-157A-5642-AB1D-169C46812754}"/>
              </a:ext>
            </a:extLst>
          </p:cNvPr>
          <p:cNvSpPr/>
          <p:nvPr/>
        </p:nvSpPr>
        <p:spPr>
          <a:xfrm>
            <a:off x="6314409" y="3039695"/>
            <a:ext cx="209489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DO</a:t>
            </a:r>
          </a:p>
        </p:txBody>
      </p:sp>
      <p:sp>
        <p:nvSpPr>
          <p:cNvPr id="1105" name="tx1063">
            <a:extLst>
              <a:ext uri="{FF2B5EF4-FFF2-40B4-BE49-F238E27FC236}">
                <a16:creationId xmlns:a16="http://schemas.microsoft.com/office/drawing/2014/main" id="{9469B359-5287-5E4C-B069-7643043BCA4B}"/>
              </a:ext>
            </a:extLst>
          </p:cNvPr>
          <p:cNvSpPr/>
          <p:nvPr/>
        </p:nvSpPr>
        <p:spPr>
          <a:xfrm>
            <a:off x="6754229" y="2876089"/>
            <a:ext cx="194035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ED</a:t>
            </a:r>
          </a:p>
        </p:txBody>
      </p:sp>
      <p:sp>
        <p:nvSpPr>
          <p:cNvPr id="1106" name="tx1064">
            <a:extLst>
              <a:ext uri="{FF2B5EF4-FFF2-40B4-BE49-F238E27FC236}">
                <a16:creationId xmlns:a16="http://schemas.microsoft.com/office/drawing/2014/main" id="{18FA7EE4-88F3-7F44-9274-7B637937776E}"/>
              </a:ext>
            </a:extLst>
          </p:cNvPr>
          <p:cNvSpPr/>
          <p:nvPr/>
        </p:nvSpPr>
        <p:spPr>
          <a:xfrm>
            <a:off x="6754229" y="3039695"/>
            <a:ext cx="194035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HA</a:t>
            </a:r>
          </a:p>
        </p:txBody>
      </p:sp>
      <p:sp>
        <p:nvSpPr>
          <p:cNvPr id="1107" name="tx1065">
            <a:extLst>
              <a:ext uri="{FF2B5EF4-FFF2-40B4-BE49-F238E27FC236}">
                <a16:creationId xmlns:a16="http://schemas.microsoft.com/office/drawing/2014/main" id="{37234B14-0A8A-E94C-9C8D-27147C45E16C}"/>
              </a:ext>
            </a:extLst>
          </p:cNvPr>
          <p:cNvSpPr/>
          <p:nvPr/>
        </p:nvSpPr>
        <p:spPr>
          <a:xfrm>
            <a:off x="5853447" y="3255718"/>
            <a:ext cx="178582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LH</a:t>
            </a:r>
          </a:p>
        </p:txBody>
      </p:sp>
      <p:sp>
        <p:nvSpPr>
          <p:cNvPr id="1108" name="tx1066">
            <a:extLst>
              <a:ext uri="{FF2B5EF4-FFF2-40B4-BE49-F238E27FC236}">
                <a16:creationId xmlns:a16="http://schemas.microsoft.com/office/drawing/2014/main" id="{095331E3-0F18-E24F-8236-CB40133ECB9A}"/>
              </a:ext>
            </a:extLst>
          </p:cNvPr>
          <p:cNvSpPr/>
          <p:nvPr/>
        </p:nvSpPr>
        <p:spPr>
          <a:xfrm>
            <a:off x="5853447" y="3471743"/>
            <a:ext cx="209489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QC</a:t>
            </a:r>
          </a:p>
        </p:txBody>
      </p:sp>
      <p:sp>
        <p:nvSpPr>
          <p:cNvPr id="1109" name="tx1067">
            <a:extLst>
              <a:ext uri="{FF2B5EF4-FFF2-40B4-BE49-F238E27FC236}">
                <a16:creationId xmlns:a16="http://schemas.microsoft.com/office/drawing/2014/main" id="{821DF197-147C-B04F-BBD8-8B028F046A6B}"/>
              </a:ext>
            </a:extLst>
          </p:cNvPr>
          <p:cNvSpPr/>
          <p:nvPr/>
        </p:nvSpPr>
        <p:spPr>
          <a:xfrm>
            <a:off x="6322597" y="3255718"/>
            <a:ext cx="201808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QS</a:t>
            </a:r>
          </a:p>
        </p:txBody>
      </p:sp>
      <p:sp>
        <p:nvSpPr>
          <p:cNvPr id="1110" name="tx1068">
            <a:extLst>
              <a:ext uri="{FF2B5EF4-FFF2-40B4-BE49-F238E27FC236}">
                <a16:creationId xmlns:a16="http://schemas.microsoft.com/office/drawing/2014/main" id="{F27F4A31-02F2-1147-855F-B836C8AE7A0F}"/>
              </a:ext>
            </a:extLst>
          </p:cNvPr>
          <p:cNvSpPr/>
          <p:nvPr/>
        </p:nvSpPr>
        <p:spPr>
          <a:xfrm>
            <a:off x="6322597" y="3471743"/>
            <a:ext cx="186354" cy="1002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i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SS</a:t>
            </a:r>
          </a:p>
        </p:txBody>
      </p:sp>
    </p:spTree>
    <p:extLst>
      <p:ext uri="{BB962C8B-B14F-4D97-AF65-F5344CB8AC3E}">
        <p14:creationId xmlns:p14="http://schemas.microsoft.com/office/powerpoint/2010/main" val="994650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c4"/>
          <p:cNvSpPr/>
          <p:nvPr/>
        </p:nvSpPr>
        <p:spPr>
          <a:xfrm>
            <a:off x="914400" y="764704"/>
            <a:ext cx="7315200" cy="7128793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rc6"/>
          <p:cNvSpPr/>
          <p:nvPr/>
        </p:nvSpPr>
        <p:spPr>
          <a:xfrm>
            <a:off x="1715530" y="1132253"/>
            <a:ext cx="6412849" cy="296558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pt7"/>
          <p:cNvSpPr/>
          <p:nvPr/>
        </p:nvSpPr>
        <p:spPr>
          <a:xfrm>
            <a:off x="2156566" y="152613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" name="pt8"/>
          <p:cNvSpPr/>
          <p:nvPr/>
        </p:nvSpPr>
        <p:spPr>
          <a:xfrm>
            <a:off x="2354774" y="27658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pt9"/>
          <p:cNvSpPr/>
          <p:nvPr/>
        </p:nvSpPr>
        <p:spPr>
          <a:xfrm>
            <a:off x="2150008" y="296120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pt10"/>
          <p:cNvSpPr/>
          <p:nvPr/>
        </p:nvSpPr>
        <p:spPr>
          <a:xfrm>
            <a:off x="2390025" y="27200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" name="pt11"/>
          <p:cNvSpPr/>
          <p:nvPr/>
        </p:nvSpPr>
        <p:spPr>
          <a:xfrm>
            <a:off x="2132642" y="220154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pt12"/>
          <p:cNvSpPr/>
          <p:nvPr/>
        </p:nvSpPr>
        <p:spPr>
          <a:xfrm>
            <a:off x="2366563" y="282711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pt13"/>
          <p:cNvSpPr/>
          <p:nvPr/>
        </p:nvSpPr>
        <p:spPr>
          <a:xfrm>
            <a:off x="2141590" y="317466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" name="pt14"/>
          <p:cNvSpPr/>
          <p:nvPr/>
        </p:nvSpPr>
        <p:spPr>
          <a:xfrm>
            <a:off x="2389325" y="30479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" name="pt15"/>
          <p:cNvSpPr/>
          <p:nvPr/>
        </p:nvSpPr>
        <p:spPr>
          <a:xfrm>
            <a:off x="2169960" y="29295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pt16"/>
          <p:cNvSpPr/>
          <p:nvPr/>
        </p:nvSpPr>
        <p:spPr>
          <a:xfrm>
            <a:off x="2349415" y="302411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" name="pt17"/>
          <p:cNvSpPr/>
          <p:nvPr/>
        </p:nvSpPr>
        <p:spPr>
          <a:xfrm>
            <a:off x="2149697" y="336799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pt18"/>
          <p:cNvSpPr/>
          <p:nvPr/>
        </p:nvSpPr>
        <p:spPr>
          <a:xfrm>
            <a:off x="2443449" y="336374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pt19"/>
          <p:cNvSpPr/>
          <p:nvPr/>
        </p:nvSpPr>
        <p:spPr>
          <a:xfrm>
            <a:off x="2138565" y="303582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pt20"/>
          <p:cNvSpPr/>
          <p:nvPr/>
        </p:nvSpPr>
        <p:spPr>
          <a:xfrm>
            <a:off x="2422192" y="310751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pt21"/>
          <p:cNvSpPr/>
          <p:nvPr/>
        </p:nvSpPr>
        <p:spPr>
          <a:xfrm>
            <a:off x="2121342" y="313057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pt22"/>
          <p:cNvSpPr/>
          <p:nvPr/>
        </p:nvSpPr>
        <p:spPr>
          <a:xfrm>
            <a:off x="2455927" y="326076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" name="pt23"/>
          <p:cNvSpPr/>
          <p:nvPr/>
        </p:nvSpPr>
        <p:spPr>
          <a:xfrm>
            <a:off x="2127460" y="306392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" name="pt24"/>
          <p:cNvSpPr/>
          <p:nvPr/>
        </p:nvSpPr>
        <p:spPr>
          <a:xfrm>
            <a:off x="2356272" y="291205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pt25"/>
          <p:cNvSpPr/>
          <p:nvPr/>
        </p:nvSpPr>
        <p:spPr>
          <a:xfrm>
            <a:off x="2110309" y="234152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" name="pt26"/>
          <p:cNvSpPr/>
          <p:nvPr/>
        </p:nvSpPr>
        <p:spPr>
          <a:xfrm>
            <a:off x="2425321" y="23555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" name="pt27"/>
          <p:cNvSpPr/>
          <p:nvPr/>
        </p:nvSpPr>
        <p:spPr>
          <a:xfrm>
            <a:off x="2213850" y="30515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" name="pt28"/>
          <p:cNvSpPr/>
          <p:nvPr/>
        </p:nvSpPr>
        <p:spPr>
          <a:xfrm>
            <a:off x="2436171" y="302589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" name="pt29"/>
          <p:cNvSpPr/>
          <p:nvPr/>
        </p:nvSpPr>
        <p:spPr>
          <a:xfrm>
            <a:off x="2135528" y="283267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" name="pt30"/>
          <p:cNvSpPr/>
          <p:nvPr/>
        </p:nvSpPr>
        <p:spPr>
          <a:xfrm>
            <a:off x="2440613" y="302058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" name="pt31"/>
          <p:cNvSpPr/>
          <p:nvPr/>
        </p:nvSpPr>
        <p:spPr>
          <a:xfrm>
            <a:off x="2191232" y="268879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" name="pt32"/>
          <p:cNvSpPr/>
          <p:nvPr/>
        </p:nvSpPr>
        <p:spPr>
          <a:xfrm>
            <a:off x="2435941" y="321724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" name="pt33"/>
          <p:cNvSpPr/>
          <p:nvPr/>
        </p:nvSpPr>
        <p:spPr>
          <a:xfrm>
            <a:off x="2152935" y="31279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" name="pt34"/>
          <p:cNvSpPr/>
          <p:nvPr/>
        </p:nvSpPr>
        <p:spPr>
          <a:xfrm>
            <a:off x="2431857" y="296393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" name="pt35"/>
          <p:cNvSpPr/>
          <p:nvPr/>
        </p:nvSpPr>
        <p:spPr>
          <a:xfrm>
            <a:off x="2204745" y="263266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" name="pt36"/>
          <p:cNvSpPr/>
          <p:nvPr/>
        </p:nvSpPr>
        <p:spPr>
          <a:xfrm>
            <a:off x="2371780" y="33749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" name="pt37"/>
          <p:cNvSpPr/>
          <p:nvPr/>
        </p:nvSpPr>
        <p:spPr>
          <a:xfrm>
            <a:off x="2187949" y="290154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" name="pt38"/>
          <p:cNvSpPr/>
          <p:nvPr/>
        </p:nvSpPr>
        <p:spPr>
          <a:xfrm>
            <a:off x="2380123" y="29073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" name="pt39"/>
          <p:cNvSpPr/>
          <p:nvPr/>
        </p:nvSpPr>
        <p:spPr>
          <a:xfrm>
            <a:off x="2180503" y="314171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" name="pt40"/>
          <p:cNvSpPr/>
          <p:nvPr/>
        </p:nvSpPr>
        <p:spPr>
          <a:xfrm>
            <a:off x="2451474" y="305933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" name="pt41"/>
          <p:cNvSpPr/>
          <p:nvPr/>
        </p:nvSpPr>
        <p:spPr>
          <a:xfrm>
            <a:off x="2220760" y="295358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" name="pt42"/>
          <p:cNvSpPr/>
          <p:nvPr/>
        </p:nvSpPr>
        <p:spPr>
          <a:xfrm>
            <a:off x="2373039" y="30654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" name="pt43"/>
          <p:cNvSpPr/>
          <p:nvPr/>
        </p:nvSpPr>
        <p:spPr>
          <a:xfrm>
            <a:off x="2124806" y="30955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" name="pt44"/>
          <p:cNvSpPr/>
          <p:nvPr/>
        </p:nvSpPr>
        <p:spPr>
          <a:xfrm>
            <a:off x="2352577" y="313456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" name="pt45"/>
          <p:cNvSpPr/>
          <p:nvPr/>
        </p:nvSpPr>
        <p:spPr>
          <a:xfrm>
            <a:off x="2191501" y="34831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" name="pt46"/>
          <p:cNvSpPr/>
          <p:nvPr/>
        </p:nvSpPr>
        <p:spPr>
          <a:xfrm>
            <a:off x="2387072" y="32646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" name="pt47"/>
          <p:cNvSpPr/>
          <p:nvPr/>
        </p:nvSpPr>
        <p:spPr>
          <a:xfrm>
            <a:off x="2190627" y="27052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" name="pt48"/>
          <p:cNvSpPr/>
          <p:nvPr/>
        </p:nvSpPr>
        <p:spPr>
          <a:xfrm>
            <a:off x="2378795" y="287800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" name="pt49"/>
          <p:cNvSpPr/>
          <p:nvPr/>
        </p:nvSpPr>
        <p:spPr>
          <a:xfrm>
            <a:off x="2124621" y="300898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" name="pt50"/>
          <p:cNvSpPr/>
          <p:nvPr/>
        </p:nvSpPr>
        <p:spPr>
          <a:xfrm>
            <a:off x="2355015" y="280962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" name="pt51"/>
          <p:cNvSpPr/>
          <p:nvPr/>
        </p:nvSpPr>
        <p:spPr>
          <a:xfrm>
            <a:off x="2153673" y="309249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" name="pt52"/>
          <p:cNvSpPr/>
          <p:nvPr/>
        </p:nvSpPr>
        <p:spPr>
          <a:xfrm>
            <a:off x="2448849" y="31229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" name="pt53"/>
          <p:cNvSpPr/>
          <p:nvPr/>
        </p:nvSpPr>
        <p:spPr>
          <a:xfrm>
            <a:off x="2162534" y="26551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" name="pt54"/>
          <p:cNvSpPr/>
          <p:nvPr/>
        </p:nvSpPr>
        <p:spPr>
          <a:xfrm>
            <a:off x="2391295" y="343106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" name="pt55"/>
          <p:cNvSpPr/>
          <p:nvPr/>
        </p:nvSpPr>
        <p:spPr>
          <a:xfrm>
            <a:off x="2120714" y="29892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" name="pt56"/>
          <p:cNvSpPr/>
          <p:nvPr/>
        </p:nvSpPr>
        <p:spPr>
          <a:xfrm>
            <a:off x="2368821" y="291752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" name="pt57"/>
          <p:cNvSpPr/>
          <p:nvPr/>
        </p:nvSpPr>
        <p:spPr>
          <a:xfrm>
            <a:off x="2107792" y="34176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" name="pt58"/>
          <p:cNvSpPr/>
          <p:nvPr/>
        </p:nvSpPr>
        <p:spPr>
          <a:xfrm>
            <a:off x="2442544" y="305162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" name="pt59"/>
          <p:cNvSpPr/>
          <p:nvPr/>
        </p:nvSpPr>
        <p:spPr>
          <a:xfrm>
            <a:off x="2168232" y="29489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" name="pt60"/>
          <p:cNvSpPr/>
          <p:nvPr/>
        </p:nvSpPr>
        <p:spPr>
          <a:xfrm>
            <a:off x="2456342" y="283251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" name="pt61"/>
          <p:cNvSpPr/>
          <p:nvPr/>
        </p:nvSpPr>
        <p:spPr>
          <a:xfrm>
            <a:off x="2140810" y="251928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" name="pt62"/>
          <p:cNvSpPr/>
          <p:nvPr/>
        </p:nvSpPr>
        <p:spPr>
          <a:xfrm>
            <a:off x="2425326" y="246482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" name="pt63"/>
          <p:cNvSpPr/>
          <p:nvPr/>
        </p:nvSpPr>
        <p:spPr>
          <a:xfrm>
            <a:off x="2150384" y="391811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" name="pt64"/>
          <p:cNvSpPr/>
          <p:nvPr/>
        </p:nvSpPr>
        <p:spPr>
          <a:xfrm>
            <a:off x="2462171" y="311528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" name="pt65"/>
          <p:cNvSpPr/>
          <p:nvPr/>
        </p:nvSpPr>
        <p:spPr>
          <a:xfrm>
            <a:off x="2140703" y="27755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" name="pt66"/>
          <p:cNvSpPr/>
          <p:nvPr/>
        </p:nvSpPr>
        <p:spPr>
          <a:xfrm>
            <a:off x="2412803" y="257040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" name="pt67"/>
          <p:cNvSpPr/>
          <p:nvPr/>
        </p:nvSpPr>
        <p:spPr>
          <a:xfrm>
            <a:off x="2212063" y="287281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" name="pt68"/>
          <p:cNvSpPr/>
          <p:nvPr/>
        </p:nvSpPr>
        <p:spPr>
          <a:xfrm>
            <a:off x="2460372" y="282955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" name="pt69"/>
          <p:cNvSpPr/>
          <p:nvPr/>
        </p:nvSpPr>
        <p:spPr>
          <a:xfrm>
            <a:off x="2119336" y="315044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" name="pt70"/>
          <p:cNvSpPr/>
          <p:nvPr/>
        </p:nvSpPr>
        <p:spPr>
          <a:xfrm>
            <a:off x="2406693" y="338143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" name="pt71"/>
          <p:cNvSpPr/>
          <p:nvPr/>
        </p:nvSpPr>
        <p:spPr>
          <a:xfrm>
            <a:off x="2123019" y="261061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" name="pt72"/>
          <p:cNvSpPr/>
          <p:nvPr/>
        </p:nvSpPr>
        <p:spPr>
          <a:xfrm>
            <a:off x="2375773" y="272642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" name="pt73"/>
          <p:cNvSpPr/>
          <p:nvPr/>
        </p:nvSpPr>
        <p:spPr>
          <a:xfrm>
            <a:off x="2214846" y="231935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" name="pt74"/>
          <p:cNvSpPr/>
          <p:nvPr/>
        </p:nvSpPr>
        <p:spPr>
          <a:xfrm>
            <a:off x="2405561" y="219298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" name="pt75"/>
          <p:cNvSpPr/>
          <p:nvPr/>
        </p:nvSpPr>
        <p:spPr>
          <a:xfrm>
            <a:off x="2190026" y="267277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" name="pt76"/>
          <p:cNvSpPr/>
          <p:nvPr/>
        </p:nvSpPr>
        <p:spPr>
          <a:xfrm>
            <a:off x="2450120" y="237332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" name="pt77"/>
          <p:cNvSpPr/>
          <p:nvPr/>
        </p:nvSpPr>
        <p:spPr>
          <a:xfrm>
            <a:off x="2148686" y="31851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" name="pt78"/>
          <p:cNvSpPr/>
          <p:nvPr/>
        </p:nvSpPr>
        <p:spPr>
          <a:xfrm>
            <a:off x="2394055" y="299660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" name="pt79"/>
          <p:cNvSpPr/>
          <p:nvPr/>
        </p:nvSpPr>
        <p:spPr>
          <a:xfrm>
            <a:off x="2144228" y="31224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" name="pt80"/>
          <p:cNvSpPr/>
          <p:nvPr/>
        </p:nvSpPr>
        <p:spPr>
          <a:xfrm>
            <a:off x="2406083" y="32306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" name="pt81"/>
          <p:cNvSpPr/>
          <p:nvPr/>
        </p:nvSpPr>
        <p:spPr>
          <a:xfrm>
            <a:off x="2167088" y="27035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" name="pt82"/>
          <p:cNvSpPr/>
          <p:nvPr/>
        </p:nvSpPr>
        <p:spPr>
          <a:xfrm>
            <a:off x="2465440" y="279528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" name="pt83"/>
          <p:cNvSpPr/>
          <p:nvPr/>
        </p:nvSpPr>
        <p:spPr>
          <a:xfrm>
            <a:off x="2180250" y="261108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" name="pt84"/>
          <p:cNvSpPr/>
          <p:nvPr/>
        </p:nvSpPr>
        <p:spPr>
          <a:xfrm>
            <a:off x="2395499" y="229554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" name="pt85"/>
          <p:cNvSpPr/>
          <p:nvPr/>
        </p:nvSpPr>
        <p:spPr>
          <a:xfrm>
            <a:off x="2171731" y="31561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" name="pt86"/>
          <p:cNvSpPr/>
          <p:nvPr/>
        </p:nvSpPr>
        <p:spPr>
          <a:xfrm>
            <a:off x="2437072" y="292739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" name="pt87"/>
          <p:cNvSpPr/>
          <p:nvPr/>
        </p:nvSpPr>
        <p:spPr>
          <a:xfrm>
            <a:off x="2192538" y="270148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" name="pt88"/>
          <p:cNvSpPr/>
          <p:nvPr/>
        </p:nvSpPr>
        <p:spPr>
          <a:xfrm>
            <a:off x="2413590" y="28185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" name="pt89"/>
          <p:cNvSpPr/>
          <p:nvPr/>
        </p:nvSpPr>
        <p:spPr>
          <a:xfrm>
            <a:off x="2164033" y="317196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" name="pt90"/>
          <p:cNvSpPr/>
          <p:nvPr/>
        </p:nvSpPr>
        <p:spPr>
          <a:xfrm>
            <a:off x="2425425" y="222379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" name="pt91"/>
          <p:cNvSpPr/>
          <p:nvPr/>
        </p:nvSpPr>
        <p:spPr>
          <a:xfrm>
            <a:off x="2207717" y="25972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3" name="pt92"/>
          <p:cNvSpPr/>
          <p:nvPr/>
        </p:nvSpPr>
        <p:spPr>
          <a:xfrm>
            <a:off x="2368073" y="19409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4" name="pt93"/>
          <p:cNvSpPr/>
          <p:nvPr/>
        </p:nvSpPr>
        <p:spPr>
          <a:xfrm>
            <a:off x="2178303" y="27746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5" name="pt94"/>
          <p:cNvSpPr/>
          <p:nvPr/>
        </p:nvSpPr>
        <p:spPr>
          <a:xfrm>
            <a:off x="2424709" y="277872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" name="pt95"/>
          <p:cNvSpPr/>
          <p:nvPr/>
        </p:nvSpPr>
        <p:spPr>
          <a:xfrm>
            <a:off x="2134029" y="291332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" name="pt96"/>
          <p:cNvSpPr/>
          <p:nvPr/>
        </p:nvSpPr>
        <p:spPr>
          <a:xfrm>
            <a:off x="2350821" y="25325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" name="pt97"/>
          <p:cNvSpPr/>
          <p:nvPr/>
        </p:nvSpPr>
        <p:spPr>
          <a:xfrm>
            <a:off x="2120047" y="37779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" name="pt98"/>
          <p:cNvSpPr/>
          <p:nvPr/>
        </p:nvSpPr>
        <p:spPr>
          <a:xfrm>
            <a:off x="2423357" y="336856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" name="pt99"/>
          <p:cNvSpPr/>
          <p:nvPr/>
        </p:nvSpPr>
        <p:spPr>
          <a:xfrm>
            <a:off x="2199146" y="25222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" name="pt100"/>
          <p:cNvSpPr/>
          <p:nvPr/>
        </p:nvSpPr>
        <p:spPr>
          <a:xfrm>
            <a:off x="2446873" y="227863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" name="pt101"/>
          <p:cNvSpPr/>
          <p:nvPr/>
        </p:nvSpPr>
        <p:spPr>
          <a:xfrm>
            <a:off x="2185326" y="27549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" name="pt102"/>
          <p:cNvSpPr/>
          <p:nvPr/>
        </p:nvSpPr>
        <p:spPr>
          <a:xfrm>
            <a:off x="2456542" y="293699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4" name="pt103"/>
          <p:cNvSpPr/>
          <p:nvPr/>
        </p:nvSpPr>
        <p:spPr>
          <a:xfrm>
            <a:off x="2210285" y="241221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" name="pt104"/>
          <p:cNvSpPr/>
          <p:nvPr/>
        </p:nvSpPr>
        <p:spPr>
          <a:xfrm>
            <a:off x="2457425" y="21258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" name="pt105"/>
          <p:cNvSpPr/>
          <p:nvPr/>
        </p:nvSpPr>
        <p:spPr>
          <a:xfrm>
            <a:off x="2171103" y="288276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7" name="pt106"/>
          <p:cNvSpPr/>
          <p:nvPr/>
        </p:nvSpPr>
        <p:spPr>
          <a:xfrm>
            <a:off x="2374616" y="249438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" name="pt107"/>
          <p:cNvSpPr/>
          <p:nvPr/>
        </p:nvSpPr>
        <p:spPr>
          <a:xfrm>
            <a:off x="2110639" y="24842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" name="pt108"/>
          <p:cNvSpPr/>
          <p:nvPr/>
        </p:nvSpPr>
        <p:spPr>
          <a:xfrm>
            <a:off x="2360921" y="269841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" name="pt109"/>
          <p:cNvSpPr/>
          <p:nvPr/>
        </p:nvSpPr>
        <p:spPr>
          <a:xfrm>
            <a:off x="2217537" y="260193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1" name="pt110"/>
          <p:cNvSpPr/>
          <p:nvPr/>
        </p:nvSpPr>
        <p:spPr>
          <a:xfrm>
            <a:off x="2463729" y="29605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" name="pt111"/>
          <p:cNvSpPr/>
          <p:nvPr/>
        </p:nvSpPr>
        <p:spPr>
          <a:xfrm>
            <a:off x="2167531" y="22282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" name="pt112"/>
          <p:cNvSpPr/>
          <p:nvPr/>
        </p:nvSpPr>
        <p:spPr>
          <a:xfrm>
            <a:off x="2427591" y="237301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" name="pt113"/>
          <p:cNvSpPr/>
          <p:nvPr/>
        </p:nvSpPr>
        <p:spPr>
          <a:xfrm>
            <a:off x="2205945" y="290576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" name="pt114"/>
          <p:cNvSpPr/>
          <p:nvPr/>
        </p:nvSpPr>
        <p:spPr>
          <a:xfrm>
            <a:off x="2410783" y="308018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" name="pt115"/>
          <p:cNvSpPr/>
          <p:nvPr/>
        </p:nvSpPr>
        <p:spPr>
          <a:xfrm>
            <a:off x="2117903" y="300795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" name="pt116"/>
          <p:cNvSpPr/>
          <p:nvPr/>
        </p:nvSpPr>
        <p:spPr>
          <a:xfrm>
            <a:off x="2461587" y="305989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" name="pt117"/>
          <p:cNvSpPr/>
          <p:nvPr/>
        </p:nvSpPr>
        <p:spPr>
          <a:xfrm>
            <a:off x="2181509" y="292064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" name="pt118"/>
          <p:cNvSpPr/>
          <p:nvPr/>
        </p:nvSpPr>
        <p:spPr>
          <a:xfrm>
            <a:off x="2396596" y="29335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" name="pt119"/>
          <p:cNvSpPr/>
          <p:nvPr/>
        </p:nvSpPr>
        <p:spPr>
          <a:xfrm>
            <a:off x="2147487" y="129573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" name="pt120"/>
          <p:cNvSpPr/>
          <p:nvPr/>
        </p:nvSpPr>
        <p:spPr>
          <a:xfrm>
            <a:off x="2403762" y="175169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" name="pt121"/>
          <p:cNvSpPr/>
          <p:nvPr/>
        </p:nvSpPr>
        <p:spPr>
          <a:xfrm>
            <a:off x="2156452" y="18041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" name="pt122"/>
          <p:cNvSpPr/>
          <p:nvPr/>
        </p:nvSpPr>
        <p:spPr>
          <a:xfrm>
            <a:off x="2431792" y="21359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" name="pt123"/>
          <p:cNvSpPr/>
          <p:nvPr/>
        </p:nvSpPr>
        <p:spPr>
          <a:xfrm>
            <a:off x="2185780" y="321371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" name="pt124"/>
          <p:cNvSpPr/>
          <p:nvPr/>
        </p:nvSpPr>
        <p:spPr>
          <a:xfrm>
            <a:off x="2373465" y="301113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" name="pt125"/>
          <p:cNvSpPr/>
          <p:nvPr/>
        </p:nvSpPr>
        <p:spPr>
          <a:xfrm>
            <a:off x="2112280" y="331926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" name="pt126"/>
          <p:cNvSpPr/>
          <p:nvPr/>
        </p:nvSpPr>
        <p:spPr>
          <a:xfrm>
            <a:off x="2417195" y="324660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" name="pt127"/>
          <p:cNvSpPr/>
          <p:nvPr/>
        </p:nvSpPr>
        <p:spPr>
          <a:xfrm>
            <a:off x="2166274" y="30631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" name="pt128"/>
          <p:cNvSpPr/>
          <p:nvPr/>
        </p:nvSpPr>
        <p:spPr>
          <a:xfrm>
            <a:off x="2397774" y="31609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" name="pt129"/>
          <p:cNvSpPr/>
          <p:nvPr/>
        </p:nvSpPr>
        <p:spPr>
          <a:xfrm>
            <a:off x="2174614" y="255948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" name="pt130"/>
          <p:cNvSpPr/>
          <p:nvPr/>
        </p:nvSpPr>
        <p:spPr>
          <a:xfrm>
            <a:off x="2449600" y="303920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" name="pt131"/>
          <p:cNvSpPr/>
          <p:nvPr/>
        </p:nvSpPr>
        <p:spPr>
          <a:xfrm>
            <a:off x="2101657" y="30033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" name="pt132"/>
          <p:cNvSpPr/>
          <p:nvPr/>
        </p:nvSpPr>
        <p:spPr>
          <a:xfrm>
            <a:off x="2398073" y="317400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" name="pt133"/>
          <p:cNvSpPr/>
          <p:nvPr/>
        </p:nvSpPr>
        <p:spPr>
          <a:xfrm>
            <a:off x="2103979" y="28131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" name="pt134"/>
          <p:cNvSpPr/>
          <p:nvPr/>
        </p:nvSpPr>
        <p:spPr>
          <a:xfrm>
            <a:off x="2470474" y="30257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" name="pt135"/>
          <p:cNvSpPr/>
          <p:nvPr/>
        </p:nvSpPr>
        <p:spPr>
          <a:xfrm>
            <a:off x="2205015" y="285843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" name="pt136"/>
          <p:cNvSpPr/>
          <p:nvPr/>
        </p:nvSpPr>
        <p:spPr>
          <a:xfrm>
            <a:off x="2466894" y="303565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" name="pt137"/>
          <p:cNvSpPr/>
          <p:nvPr/>
        </p:nvSpPr>
        <p:spPr>
          <a:xfrm>
            <a:off x="2110534" y="27694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" name="pt138"/>
          <p:cNvSpPr/>
          <p:nvPr/>
        </p:nvSpPr>
        <p:spPr>
          <a:xfrm>
            <a:off x="2374794" y="292277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" name="pt139"/>
          <p:cNvSpPr/>
          <p:nvPr/>
        </p:nvSpPr>
        <p:spPr>
          <a:xfrm>
            <a:off x="2115930" y="317415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" name="pt140"/>
          <p:cNvSpPr/>
          <p:nvPr/>
        </p:nvSpPr>
        <p:spPr>
          <a:xfrm>
            <a:off x="2352894" y="292575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" name="pt141"/>
          <p:cNvSpPr/>
          <p:nvPr/>
        </p:nvSpPr>
        <p:spPr>
          <a:xfrm>
            <a:off x="2195448" y="277671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" name="pt142"/>
          <p:cNvSpPr/>
          <p:nvPr/>
        </p:nvSpPr>
        <p:spPr>
          <a:xfrm>
            <a:off x="2472259" y="288203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" name="pt143"/>
          <p:cNvSpPr/>
          <p:nvPr/>
        </p:nvSpPr>
        <p:spPr>
          <a:xfrm>
            <a:off x="2160491" y="30944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" name="pt144"/>
          <p:cNvSpPr/>
          <p:nvPr/>
        </p:nvSpPr>
        <p:spPr>
          <a:xfrm>
            <a:off x="2391852" y="298698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" name="pt145"/>
          <p:cNvSpPr/>
          <p:nvPr/>
        </p:nvSpPr>
        <p:spPr>
          <a:xfrm>
            <a:off x="2197076" y="312915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" name="pt146"/>
          <p:cNvSpPr/>
          <p:nvPr/>
        </p:nvSpPr>
        <p:spPr>
          <a:xfrm>
            <a:off x="2428528" y="333471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" name="pt147"/>
          <p:cNvSpPr/>
          <p:nvPr/>
        </p:nvSpPr>
        <p:spPr>
          <a:xfrm>
            <a:off x="2180902" y="277730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" name="pt148"/>
          <p:cNvSpPr/>
          <p:nvPr/>
        </p:nvSpPr>
        <p:spPr>
          <a:xfrm>
            <a:off x="2450544" y="30597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" name="pt149"/>
          <p:cNvSpPr/>
          <p:nvPr/>
        </p:nvSpPr>
        <p:spPr>
          <a:xfrm>
            <a:off x="2216834" y="28675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" name="pt150"/>
          <p:cNvSpPr/>
          <p:nvPr/>
        </p:nvSpPr>
        <p:spPr>
          <a:xfrm>
            <a:off x="2422011" y="323581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" name="pt151"/>
          <p:cNvSpPr/>
          <p:nvPr/>
        </p:nvSpPr>
        <p:spPr>
          <a:xfrm>
            <a:off x="2174732" y="290356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" name="pt152"/>
          <p:cNvSpPr/>
          <p:nvPr/>
        </p:nvSpPr>
        <p:spPr>
          <a:xfrm>
            <a:off x="2349230" y="31479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" name="pt153"/>
          <p:cNvSpPr/>
          <p:nvPr/>
        </p:nvSpPr>
        <p:spPr>
          <a:xfrm>
            <a:off x="2209320" y="181315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" name="pt154"/>
          <p:cNvSpPr/>
          <p:nvPr/>
        </p:nvSpPr>
        <p:spPr>
          <a:xfrm>
            <a:off x="2358844" y="324675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" name="pt155"/>
          <p:cNvSpPr/>
          <p:nvPr/>
        </p:nvSpPr>
        <p:spPr>
          <a:xfrm>
            <a:off x="2200020" y="34577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" name="pt156"/>
          <p:cNvSpPr/>
          <p:nvPr/>
        </p:nvSpPr>
        <p:spPr>
          <a:xfrm>
            <a:off x="2430039" y="295885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8" name="pt157"/>
          <p:cNvSpPr/>
          <p:nvPr/>
        </p:nvSpPr>
        <p:spPr>
          <a:xfrm>
            <a:off x="2214426" y="333482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9" name="pt158"/>
          <p:cNvSpPr/>
          <p:nvPr/>
        </p:nvSpPr>
        <p:spPr>
          <a:xfrm>
            <a:off x="2461307" y="309708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0" name="pt159"/>
          <p:cNvSpPr/>
          <p:nvPr/>
        </p:nvSpPr>
        <p:spPr>
          <a:xfrm>
            <a:off x="2168059" y="28693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1" name="pt160"/>
          <p:cNvSpPr/>
          <p:nvPr/>
        </p:nvSpPr>
        <p:spPr>
          <a:xfrm>
            <a:off x="2412527" y="30733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2" name="pt161"/>
          <p:cNvSpPr/>
          <p:nvPr/>
        </p:nvSpPr>
        <p:spPr>
          <a:xfrm>
            <a:off x="2188682" y="289338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3" name="pt162"/>
          <p:cNvSpPr/>
          <p:nvPr/>
        </p:nvSpPr>
        <p:spPr>
          <a:xfrm>
            <a:off x="2351624" y="284865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4" name="pt163"/>
          <p:cNvSpPr/>
          <p:nvPr/>
        </p:nvSpPr>
        <p:spPr>
          <a:xfrm>
            <a:off x="2141076" y="227156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" name="pt164"/>
          <p:cNvSpPr/>
          <p:nvPr/>
        </p:nvSpPr>
        <p:spPr>
          <a:xfrm>
            <a:off x="2368020" y="22554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" name="pt165"/>
          <p:cNvSpPr/>
          <p:nvPr/>
        </p:nvSpPr>
        <p:spPr>
          <a:xfrm>
            <a:off x="2135968" y="21664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" name="pt166"/>
          <p:cNvSpPr/>
          <p:nvPr/>
        </p:nvSpPr>
        <p:spPr>
          <a:xfrm>
            <a:off x="2463773" y="204733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" name="pt167"/>
          <p:cNvSpPr/>
          <p:nvPr/>
        </p:nvSpPr>
        <p:spPr>
          <a:xfrm>
            <a:off x="2190778" y="293963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" name="pt168"/>
          <p:cNvSpPr/>
          <p:nvPr/>
        </p:nvSpPr>
        <p:spPr>
          <a:xfrm>
            <a:off x="2361057" y="259761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" name="pt169"/>
          <p:cNvSpPr/>
          <p:nvPr/>
        </p:nvSpPr>
        <p:spPr>
          <a:xfrm>
            <a:off x="2205294" y="239230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" name="pt170"/>
          <p:cNvSpPr/>
          <p:nvPr/>
        </p:nvSpPr>
        <p:spPr>
          <a:xfrm>
            <a:off x="2408051" y="266748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" name="pt171"/>
          <p:cNvSpPr/>
          <p:nvPr/>
        </p:nvSpPr>
        <p:spPr>
          <a:xfrm>
            <a:off x="2192067" y="21766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" name="pt172"/>
          <p:cNvSpPr/>
          <p:nvPr/>
        </p:nvSpPr>
        <p:spPr>
          <a:xfrm>
            <a:off x="2406677" y="197763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" name="pt173"/>
          <p:cNvSpPr/>
          <p:nvPr/>
        </p:nvSpPr>
        <p:spPr>
          <a:xfrm>
            <a:off x="2112607" y="305010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" name="pt174"/>
          <p:cNvSpPr/>
          <p:nvPr/>
        </p:nvSpPr>
        <p:spPr>
          <a:xfrm>
            <a:off x="2422503" y="316989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" name="pt175"/>
          <p:cNvSpPr/>
          <p:nvPr/>
        </p:nvSpPr>
        <p:spPr>
          <a:xfrm>
            <a:off x="2100234" y="266697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" name="pt176"/>
          <p:cNvSpPr/>
          <p:nvPr/>
        </p:nvSpPr>
        <p:spPr>
          <a:xfrm>
            <a:off x="2357842" y="294783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" name="pt177"/>
          <p:cNvSpPr/>
          <p:nvPr/>
        </p:nvSpPr>
        <p:spPr>
          <a:xfrm>
            <a:off x="2124030" y="20899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" name="pt178"/>
          <p:cNvSpPr/>
          <p:nvPr/>
        </p:nvSpPr>
        <p:spPr>
          <a:xfrm>
            <a:off x="2368674" y="237957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" name="pt179"/>
          <p:cNvSpPr/>
          <p:nvPr/>
        </p:nvSpPr>
        <p:spPr>
          <a:xfrm>
            <a:off x="2191600" y="355142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" name="pt180"/>
          <p:cNvSpPr/>
          <p:nvPr/>
        </p:nvSpPr>
        <p:spPr>
          <a:xfrm>
            <a:off x="2466469" y="269823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" name="pt181"/>
          <p:cNvSpPr/>
          <p:nvPr/>
        </p:nvSpPr>
        <p:spPr>
          <a:xfrm>
            <a:off x="3938754" y="188653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" name="pt182"/>
          <p:cNvSpPr/>
          <p:nvPr/>
        </p:nvSpPr>
        <p:spPr>
          <a:xfrm>
            <a:off x="4124535" y="20597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" name="pt183"/>
          <p:cNvSpPr/>
          <p:nvPr/>
        </p:nvSpPr>
        <p:spPr>
          <a:xfrm>
            <a:off x="3907929" y="23353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" name="pt184"/>
          <p:cNvSpPr/>
          <p:nvPr/>
        </p:nvSpPr>
        <p:spPr>
          <a:xfrm>
            <a:off x="4110145" y="282448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" name="pt185"/>
          <p:cNvSpPr/>
          <p:nvPr/>
        </p:nvSpPr>
        <p:spPr>
          <a:xfrm>
            <a:off x="3930386" y="278044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" name="pt186"/>
          <p:cNvSpPr/>
          <p:nvPr/>
        </p:nvSpPr>
        <p:spPr>
          <a:xfrm>
            <a:off x="4178306" y="28450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" name="pt187"/>
          <p:cNvSpPr/>
          <p:nvPr/>
        </p:nvSpPr>
        <p:spPr>
          <a:xfrm>
            <a:off x="3935596" y="236905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" name="pt188"/>
          <p:cNvSpPr/>
          <p:nvPr/>
        </p:nvSpPr>
        <p:spPr>
          <a:xfrm>
            <a:off x="4094924" y="252240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0" name="pt189"/>
          <p:cNvSpPr/>
          <p:nvPr/>
        </p:nvSpPr>
        <p:spPr>
          <a:xfrm>
            <a:off x="3860697" y="22611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" name="pt190"/>
          <p:cNvSpPr/>
          <p:nvPr/>
        </p:nvSpPr>
        <p:spPr>
          <a:xfrm>
            <a:off x="4091324" y="23910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" name="pt191"/>
          <p:cNvSpPr/>
          <p:nvPr/>
        </p:nvSpPr>
        <p:spPr>
          <a:xfrm>
            <a:off x="3950677" y="238845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3" name="pt192"/>
          <p:cNvSpPr/>
          <p:nvPr/>
        </p:nvSpPr>
        <p:spPr>
          <a:xfrm>
            <a:off x="4103824" y="260946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" name="pt193"/>
          <p:cNvSpPr/>
          <p:nvPr/>
        </p:nvSpPr>
        <p:spPr>
          <a:xfrm>
            <a:off x="3854580" y="25835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5" name="pt194"/>
          <p:cNvSpPr/>
          <p:nvPr/>
        </p:nvSpPr>
        <p:spPr>
          <a:xfrm>
            <a:off x="4146777" y="264499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" name="pt195"/>
          <p:cNvSpPr/>
          <p:nvPr/>
        </p:nvSpPr>
        <p:spPr>
          <a:xfrm>
            <a:off x="3905462" y="22672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" name="pt196"/>
          <p:cNvSpPr/>
          <p:nvPr/>
        </p:nvSpPr>
        <p:spPr>
          <a:xfrm>
            <a:off x="4190871" y="249606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" name="pt197"/>
          <p:cNvSpPr/>
          <p:nvPr/>
        </p:nvSpPr>
        <p:spPr>
          <a:xfrm>
            <a:off x="3947484" y="303127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9" name="pt198"/>
          <p:cNvSpPr/>
          <p:nvPr/>
        </p:nvSpPr>
        <p:spPr>
          <a:xfrm>
            <a:off x="4151189" y="33529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" name="pt199"/>
          <p:cNvSpPr/>
          <p:nvPr/>
        </p:nvSpPr>
        <p:spPr>
          <a:xfrm>
            <a:off x="3929683" y="276791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1" name="pt200"/>
          <p:cNvSpPr/>
          <p:nvPr/>
        </p:nvSpPr>
        <p:spPr>
          <a:xfrm>
            <a:off x="4169601" y="332555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2" name="pt201"/>
          <p:cNvSpPr/>
          <p:nvPr/>
        </p:nvSpPr>
        <p:spPr>
          <a:xfrm>
            <a:off x="3875643" y="24001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3" name="pt202"/>
          <p:cNvSpPr/>
          <p:nvPr/>
        </p:nvSpPr>
        <p:spPr>
          <a:xfrm>
            <a:off x="4094248" y="264056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4" name="pt203"/>
          <p:cNvSpPr/>
          <p:nvPr/>
        </p:nvSpPr>
        <p:spPr>
          <a:xfrm>
            <a:off x="3887575" y="224995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" name="pt204"/>
          <p:cNvSpPr/>
          <p:nvPr/>
        </p:nvSpPr>
        <p:spPr>
          <a:xfrm>
            <a:off x="4092750" y="282782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" name="pt205"/>
          <p:cNvSpPr/>
          <p:nvPr/>
        </p:nvSpPr>
        <p:spPr>
          <a:xfrm>
            <a:off x="3907485" y="241033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" name="pt206"/>
          <p:cNvSpPr/>
          <p:nvPr/>
        </p:nvSpPr>
        <p:spPr>
          <a:xfrm>
            <a:off x="4191738" y="27716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" name="pt207"/>
          <p:cNvSpPr/>
          <p:nvPr/>
        </p:nvSpPr>
        <p:spPr>
          <a:xfrm>
            <a:off x="3928084" y="299701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" name="pt208"/>
          <p:cNvSpPr/>
          <p:nvPr/>
        </p:nvSpPr>
        <p:spPr>
          <a:xfrm>
            <a:off x="4156546" y="321975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" name="pt209"/>
          <p:cNvSpPr/>
          <p:nvPr/>
        </p:nvSpPr>
        <p:spPr>
          <a:xfrm>
            <a:off x="3940834" y="23602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" name="pt210"/>
          <p:cNvSpPr/>
          <p:nvPr/>
        </p:nvSpPr>
        <p:spPr>
          <a:xfrm>
            <a:off x="4197219" y="286145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" name="pt211"/>
          <p:cNvSpPr/>
          <p:nvPr/>
        </p:nvSpPr>
        <p:spPr>
          <a:xfrm>
            <a:off x="3948894" y="321955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" name="pt212"/>
          <p:cNvSpPr/>
          <p:nvPr/>
        </p:nvSpPr>
        <p:spPr>
          <a:xfrm>
            <a:off x="4197700" y="299225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" name="pt213"/>
          <p:cNvSpPr/>
          <p:nvPr/>
        </p:nvSpPr>
        <p:spPr>
          <a:xfrm>
            <a:off x="3851651" y="265332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" name="pt214"/>
          <p:cNvSpPr/>
          <p:nvPr/>
        </p:nvSpPr>
        <p:spPr>
          <a:xfrm>
            <a:off x="4099151" y="27787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" name="pt215"/>
          <p:cNvSpPr/>
          <p:nvPr/>
        </p:nvSpPr>
        <p:spPr>
          <a:xfrm>
            <a:off x="3933052" y="27058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" name="pt216"/>
          <p:cNvSpPr/>
          <p:nvPr/>
        </p:nvSpPr>
        <p:spPr>
          <a:xfrm>
            <a:off x="4173428" y="299513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" name="pt217"/>
          <p:cNvSpPr/>
          <p:nvPr/>
        </p:nvSpPr>
        <p:spPr>
          <a:xfrm>
            <a:off x="3849651" y="233135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" name="pt218"/>
          <p:cNvSpPr/>
          <p:nvPr/>
        </p:nvSpPr>
        <p:spPr>
          <a:xfrm>
            <a:off x="4201496" y="25971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" name="pt219"/>
          <p:cNvSpPr/>
          <p:nvPr/>
        </p:nvSpPr>
        <p:spPr>
          <a:xfrm>
            <a:off x="3943145" y="215856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" name="pt220"/>
          <p:cNvSpPr/>
          <p:nvPr/>
        </p:nvSpPr>
        <p:spPr>
          <a:xfrm>
            <a:off x="4186853" y="25594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" name="pt221"/>
          <p:cNvSpPr/>
          <p:nvPr/>
        </p:nvSpPr>
        <p:spPr>
          <a:xfrm>
            <a:off x="3908963" y="266202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" name="pt222"/>
          <p:cNvSpPr/>
          <p:nvPr/>
        </p:nvSpPr>
        <p:spPr>
          <a:xfrm>
            <a:off x="4206934" y="350610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" name="pt223"/>
          <p:cNvSpPr/>
          <p:nvPr/>
        </p:nvSpPr>
        <p:spPr>
          <a:xfrm>
            <a:off x="3896152" y="313016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" name="pt224"/>
          <p:cNvSpPr/>
          <p:nvPr/>
        </p:nvSpPr>
        <p:spPr>
          <a:xfrm>
            <a:off x="4182116" y="327318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" name="pt225"/>
          <p:cNvSpPr/>
          <p:nvPr/>
        </p:nvSpPr>
        <p:spPr>
          <a:xfrm>
            <a:off x="3931515" y="244985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" name="pt226"/>
          <p:cNvSpPr/>
          <p:nvPr/>
        </p:nvSpPr>
        <p:spPr>
          <a:xfrm>
            <a:off x="4153755" y="242271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" name="pt227"/>
          <p:cNvSpPr/>
          <p:nvPr/>
        </p:nvSpPr>
        <p:spPr>
          <a:xfrm>
            <a:off x="3924256" y="23510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" name="pt228"/>
          <p:cNvSpPr/>
          <p:nvPr/>
        </p:nvSpPr>
        <p:spPr>
          <a:xfrm>
            <a:off x="4113999" y="300504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" name="pt229"/>
          <p:cNvSpPr/>
          <p:nvPr/>
        </p:nvSpPr>
        <p:spPr>
          <a:xfrm>
            <a:off x="3890267" y="240370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" name="pt230"/>
          <p:cNvSpPr/>
          <p:nvPr/>
        </p:nvSpPr>
        <p:spPr>
          <a:xfrm>
            <a:off x="4164642" y="259380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" name="pt231"/>
          <p:cNvSpPr/>
          <p:nvPr/>
        </p:nvSpPr>
        <p:spPr>
          <a:xfrm>
            <a:off x="3914806" y="348526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" name="pt232"/>
          <p:cNvSpPr/>
          <p:nvPr/>
        </p:nvSpPr>
        <p:spPr>
          <a:xfrm>
            <a:off x="4114584" y="328684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" name="pt233"/>
          <p:cNvSpPr/>
          <p:nvPr/>
        </p:nvSpPr>
        <p:spPr>
          <a:xfrm>
            <a:off x="3848289" y="299214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5" name="pt234"/>
          <p:cNvSpPr/>
          <p:nvPr/>
        </p:nvSpPr>
        <p:spPr>
          <a:xfrm>
            <a:off x="4200098" y="305343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6" name="pt235"/>
          <p:cNvSpPr/>
          <p:nvPr/>
        </p:nvSpPr>
        <p:spPr>
          <a:xfrm>
            <a:off x="3842872" y="312396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7" name="pt236"/>
          <p:cNvSpPr/>
          <p:nvPr/>
        </p:nvSpPr>
        <p:spPr>
          <a:xfrm>
            <a:off x="4165412" y="303516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8" name="pt237"/>
          <p:cNvSpPr/>
          <p:nvPr/>
        </p:nvSpPr>
        <p:spPr>
          <a:xfrm>
            <a:off x="3848372" y="28725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9" name="pt238"/>
          <p:cNvSpPr/>
          <p:nvPr/>
        </p:nvSpPr>
        <p:spPr>
          <a:xfrm>
            <a:off x="4084864" y="31503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0" name="pt239"/>
          <p:cNvSpPr/>
          <p:nvPr/>
        </p:nvSpPr>
        <p:spPr>
          <a:xfrm>
            <a:off x="3936415" y="352852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1" name="pt240"/>
          <p:cNvSpPr/>
          <p:nvPr/>
        </p:nvSpPr>
        <p:spPr>
          <a:xfrm>
            <a:off x="4184168" y="38701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2" name="pt241"/>
          <p:cNvSpPr/>
          <p:nvPr/>
        </p:nvSpPr>
        <p:spPr>
          <a:xfrm>
            <a:off x="3893985" y="2349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3" name="pt242"/>
          <p:cNvSpPr/>
          <p:nvPr/>
        </p:nvSpPr>
        <p:spPr>
          <a:xfrm>
            <a:off x="4144479" y="226053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4" name="pt243"/>
          <p:cNvSpPr/>
          <p:nvPr/>
        </p:nvSpPr>
        <p:spPr>
          <a:xfrm>
            <a:off x="3933072" y="286953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5" name="pt244"/>
          <p:cNvSpPr/>
          <p:nvPr/>
        </p:nvSpPr>
        <p:spPr>
          <a:xfrm>
            <a:off x="4124248" y="302125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6" name="pt245"/>
          <p:cNvSpPr/>
          <p:nvPr/>
        </p:nvSpPr>
        <p:spPr>
          <a:xfrm>
            <a:off x="3892403" y="230258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7" name="pt246"/>
          <p:cNvSpPr/>
          <p:nvPr/>
        </p:nvSpPr>
        <p:spPr>
          <a:xfrm>
            <a:off x="4140095" y="214793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8" name="pt247"/>
          <p:cNvSpPr/>
          <p:nvPr/>
        </p:nvSpPr>
        <p:spPr>
          <a:xfrm>
            <a:off x="3892756" y="261288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9" name="pt248"/>
          <p:cNvSpPr/>
          <p:nvPr/>
        </p:nvSpPr>
        <p:spPr>
          <a:xfrm>
            <a:off x="4130127" y="26470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0" name="pt249"/>
          <p:cNvSpPr/>
          <p:nvPr/>
        </p:nvSpPr>
        <p:spPr>
          <a:xfrm>
            <a:off x="3889944" y="23346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1" name="pt250"/>
          <p:cNvSpPr/>
          <p:nvPr/>
        </p:nvSpPr>
        <p:spPr>
          <a:xfrm>
            <a:off x="4102126" y="247398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2" name="pt251"/>
          <p:cNvSpPr/>
          <p:nvPr/>
        </p:nvSpPr>
        <p:spPr>
          <a:xfrm>
            <a:off x="3955038" y="384759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3" name="pt252"/>
          <p:cNvSpPr/>
          <p:nvPr/>
        </p:nvSpPr>
        <p:spPr>
          <a:xfrm>
            <a:off x="4116525" y="375343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4" name="pt253"/>
          <p:cNvSpPr/>
          <p:nvPr/>
        </p:nvSpPr>
        <p:spPr>
          <a:xfrm>
            <a:off x="3905647" y="237705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5" name="pt254"/>
          <p:cNvSpPr/>
          <p:nvPr/>
        </p:nvSpPr>
        <p:spPr>
          <a:xfrm>
            <a:off x="4142825" y="26402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6" name="pt255"/>
          <p:cNvSpPr/>
          <p:nvPr/>
        </p:nvSpPr>
        <p:spPr>
          <a:xfrm>
            <a:off x="3951630" y="267246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7" name="pt256"/>
          <p:cNvSpPr/>
          <p:nvPr/>
        </p:nvSpPr>
        <p:spPr>
          <a:xfrm>
            <a:off x="4130098" y="26257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8" name="pt257"/>
          <p:cNvSpPr/>
          <p:nvPr/>
        </p:nvSpPr>
        <p:spPr>
          <a:xfrm>
            <a:off x="3912687" y="24744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9" name="pt258"/>
          <p:cNvSpPr/>
          <p:nvPr/>
        </p:nvSpPr>
        <p:spPr>
          <a:xfrm>
            <a:off x="4124142" y="283713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0" name="pt259"/>
          <p:cNvSpPr/>
          <p:nvPr/>
        </p:nvSpPr>
        <p:spPr>
          <a:xfrm>
            <a:off x="3948045" y="206427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1" name="pt260"/>
          <p:cNvSpPr/>
          <p:nvPr/>
        </p:nvSpPr>
        <p:spPr>
          <a:xfrm>
            <a:off x="4088629" y="229855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2" name="pt261"/>
          <p:cNvSpPr/>
          <p:nvPr/>
        </p:nvSpPr>
        <p:spPr>
          <a:xfrm>
            <a:off x="3879892" y="232658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3" name="pt262"/>
          <p:cNvSpPr/>
          <p:nvPr/>
        </p:nvSpPr>
        <p:spPr>
          <a:xfrm>
            <a:off x="4086908" y="235747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4" name="pt263"/>
          <p:cNvSpPr/>
          <p:nvPr/>
        </p:nvSpPr>
        <p:spPr>
          <a:xfrm>
            <a:off x="3946940" y="286082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5" name="pt264"/>
          <p:cNvSpPr/>
          <p:nvPr/>
        </p:nvSpPr>
        <p:spPr>
          <a:xfrm>
            <a:off x="4089507" y="33779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6" name="pt265"/>
          <p:cNvSpPr/>
          <p:nvPr/>
        </p:nvSpPr>
        <p:spPr>
          <a:xfrm>
            <a:off x="3957566" y="28085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7" name="pt266"/>
          <p:cNvSpPr/>
          <p:nvPr/>
        </p:nvSpPr>
        <p:spPr>
          <a:xfrm>
            <a:off x="4103230" y="26695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8" name="pt267"/>
          <p:cNvSpPr/>
          <p:nvPr/>
        </p:nvSpPr>
        <p:spPr>
          <a:xfrm>
            <a:off x="3835072" y="235812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9" name="pt268"/>
          <p:cNvSpPr/>
          <p:nvPr/>
        </p:nvSpPr>
        <p:spPr>
          <a:xfrm>
            <a:off x="4176039" y="262453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0" name="pt269"/>
          <p:cNvSpPr/>
          <p:nvPr/>
        </p:nvSpPr>
        <p:spPr>
          <a:xfrm>
            <a:off x="3870205" y="27567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1" name="pt270"/>
          <p:cNvSpPr/>
          <p:nvPr/>
        </p:nvSpPr>
        <p:spPr>
          <a:xfrm>
            <a:off x="4146595" y="315990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2" name="pt271"/>
          <p:cNvSpPr/>
          <p:nvPr/>
        </p:nvSpPr>
        <p:spPr>
          <a:xfrm>
            <a:off x="3905524" y="249406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3" name="pt272"/>
          <p:cNvSpPr/>
          <p:nvPr/>
        </p:nvSpPr>
        <p:spPr>
          <a:xfrm>
            <a:off x="4193652" y="271229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4" name="pt273"/>
          <p:cNvSpPr/>
          <p:nvPr/>
        </p:nvSpPr>
        <p:spPr>
          <a:xfrm>
            <a:off x="3884199" y="238806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5" name="pt274"/>
          <p:cNvSpPr/>
          <p:nvPr/>
        </p:nvSpPr>
        <p:spPr>
          <a:xfrm>
            <a:off x="4119316" y="26426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6" name="pt275"/>
          <p:cNvSpPr/>
          <p:nvPr/>
        </p:nvSpPr>
        <p:spPr>
          <a:xfrm>
            <a:off x="3860382" y="192707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7" name="pt276"/>
          <p:cNvSpPr/>
          <p:nvPr/>
        </p:nvSpPr>
        <p:spPr>
          <a:xfrm>
            <a:off x="4152880" y="235009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8" name="pt277"/>
          <p:cNvSpPr/>
          <p:nvPr/>
        </p:nvSpPr>
        <p:spPr>
          <a:xfrm>
            <a:off x="3933102" y="22065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9" name="pt278"/>
          <p:cNvSpPr/>
          <p:nvPr/>
        </p:nvSpPr>
        <p:spPr>
          <a:xfrm>
            <a:off x="4183446" y="288384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0" name="pt279"/>
          <p:cNvSpPr/>
          <p:nvPr/>
        </p:nvSpPr>
        <p:spPr>
          <a:xfrm>
            <a:off x="3868103" y="182993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1" name="pt280"/>
          <p:cNvSpPr/>
          <p:nvPr/>
        </p:nvSpPr>
        <p:spPr>
          <a:xfrm>
            <a:off x="4146530" y="240278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2" name="pt281"/>
          <p:cNvSpPr/>
          <p:nvPr/>
        </p:nvSpPr>
        <p:spPr>
          <a:xfrm>
            <a:off x="3936274" y="226174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3" name="pt282"/>
          <p:cNvSpPr/>
          <p:nvPr/>
        </p:nvSpPr>
        <p:spPr>
          <a:xfrm>
            <a:off x="4094135" y="242073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4" name="pt283"/>
          <p:cNvSpPr/>
          <p:nvPr/>
        </p:nvSpPr>
        <p:spPr>
          <a:xfrm>
            <a:off x="3922259" y="252805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5" name="pt284"/>
          <p:cNvSpPr/>
          <p:nvPr/>
        </p:nvSpPr>
        <p:spPr>
          <a:xfrm>
            <a:off x="4136112" y="22947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6" name="pt285"/>
          <p:cNvSpPr/>
          <p:nvPr/>
        </p:nvSpPr>
        <p:spPr>
          <a:xfrm>
            <a:off x="3946609" y="259888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7" name="pt286"/>
          <p:cNvSpPr/>
          <p:nvPr/>
        </p:nvSpPr>
        <p:spPr>
          <a:xfrm>
            <a:off x="4146904" y="291166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8" name="pt287"/>
          <p:cNvSpPr/>
          <p:nvPr/>
        </p:nvSpPr>
        <p:spPr>
          <a:xfrm>
            <a:off x="3895786" y="295247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9" name="pt288"/>
          <p:cNvSpPr/>
          <p:nvPr/>
        </p:nvSpPr>
        <p:spPr>
          <a:xfrm>
            <a:off x="4085968" y="282346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0" name="pt289"/>
          <p:cNvSpPr/>
          <p:nvPr/>
        </p:nvSpPr>
        <p:spPr>
          <a:xfrm>
            <a:off x="3940662" y="312222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1" name="pt290"/>
          <p:cNvSpPr/>
          <p:nvPr/>
        </p:nvSpPr>
        <p:spPr>
          <a:xfrm>
            <a:off x="4199858" y="289030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2" name="pt291"/>
          <p:cNvSpPr/>
          <p:nvPr/>
        </p:nvSpPr>
        <p:spPr>
          <a:xfrm>
            <a:off x="3952470" y="231865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3" name="pt292"/>
          <p:cNvSpPr/>
          <p:nvPr/>
        </p:nvSpPr>
        <p:spPr>
          <a:xfrm>
            <a:off x="4091351" y="23817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4" name="pt293"/>
          <p:cNvSpPr/>
          <p:nvPr/>
        </p:nvSpPr>
        <p:spPr>
          <a:xfrm>
            <a:off x="3949779" y="30687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5" name="pt294"/>
          <p:cNvSpPr/>
          <p:nvPr/>
        </p:nvSpPr>
        <p:spPr>
          <a:xfrm>
            <a:off x="4086926" y="285801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6" name="pt295"/>
          <p:cNvSpPr/>
          <p:nvPr/>
        </p:nvSpPr>
        <p:spPr>
          <a:xfrm>
            <a:off x="3912416" y="275392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7" name="pt296"/>
          <p:cNvSpPr/>
          <p:nvPr/>
        </p:nvSpPr>
        <p:spPr>
          <a:xfrm>
            <a:off x="4097652" y="315156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8" name="pt297"/>
          <p:cNvSpPr/>
          <p:nvPr/>
        </p:nvSpPr>
        <p:spPr>
          <a:xfrm>
            <a:off x="3928293" y="282895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9" name="pt298"/>
          <p:cNvSpPr/>
          <p:nvPr/>
        </p:nvSpPr>
        <p:spPr>
          <a:xfrm>
            <a:off x="4113192" y="279946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0" name="pt299"/>
          <p:cNvSpPr/>
          <p:nvPr/>
        </p:nvSpPr>
        <p:spPr>
          <a:xfrm>
            <a:off x="3855486" y="29247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1" name="pt300"/>
          <p:cNvSpPr/>
          <p:nvPr/>
        </p:nvSpPr>
        <p:spPr>
          <a:xfrm>
            <a:off x="4129082" y="331198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2" name="pt301"/>
          <p:cNvSpPr/>
          <p:nvPr/>
        </p:nvSpPr>
        <p:spPr>
          <a:xfrm>
            <a:off x="3871261" y="24991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3" name="pt302"/>
          <p:cNvSpPr/>
          <p:nvPr/>
        </p:nvSpPr>
        <p:spPr>
          <a:xfrm>
            <a:off x="4159224" y="248220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4" name="pt303"/>
          <p:cNvSpPr/>
          <p:nvPr/>
        </p:nvSpPr>
        <p:spPr>
          <a:xfrm>
            <a:off x="3862616" y="283771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5" name="pt304"/>
          <p:cNvSpPr/>
          <p:nvPr/>
        </p:nvSpPr>
        <p:spPr>
          <a:xfrm>
            <a:off x="4148607" y="299716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6" name="pt305"/>
          <p:cNvSpPr/>
          <p:nvPr/>
        </p:nvSpPr>
        <p:spPr>
          <a:xfrm>
            <a:off x="3903716" y="258174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7" name="pt306"/>
          <p:cNvSpPr/>
          <p:nvPr/>
        </p:nvSpPr>
        <p:spPr>
          <a:xfrm>
            <a:off x="4092260" y="260465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8" name="pt307"/>
          <p:cNvSpPr/>
          <p:nvPr/>
        </p:nvSpPr>
        <p:spPr>
          <a:xfrm>
            <a:off x="3918349" y="22365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9" name="pt308"/>
          <p:cNvSpPr/>
          <p:nvPr/>
        </p:nvSpPr>
        <p:spPr>
          <a:xfrm>
            <a:off x="4135591" y="23150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0" name="pt309"/>
          <p:cNvSpPr/>
          <p:nvPr/>
        </p:nvSpPr>
        <p:spPr>
          <a:xfrm>
            <a:off x="3860374" y="264592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1" name="pt310"/>
          <p:cNvSpPr/>
          <p:nvPr/>
        </p:nvSpPr>
        <p:spPr>
          <a:xfrm>
            <a:off x="4092282" y="272445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2" name="pt311"/>
          <p:cNvSpPr/>
          <p:nvPr/>
        </p:nvSpPr>
        <p:spPr>
          <a:xfrm>
            <a:off x="3858086" y="278027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3" name="pt312"/>
          <p:cNvSpPr/>
          <p:nvPr/>
        </p:nvSpPr>
        <p:spPr>
          <a:xfrm>
            <a:off x="4100610" y="270131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4" name="pt313"/>
          <p:cNvSpPr/>
          <p:nvPr/>
        </p:nvSpPr>
        <p:spPr>
          <a:xfrm>
            <a:off x="3877569" y="23361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5" name="pt314"/>
          <p:cNvSpPr/>
          <p:nvPr/>
        </p:nvSpPr>
        <p:spPr>
          <a:xfrm>
            <a:off x="4206062" y="30191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6" name="pt315"/>
          <p:cNvSpPr/>
          <p:nvPr/>
        </p:nvSpPr>
        <p:spPr>
          <a:xfrm>
            <a:off x="3929271" y="27810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7" name="pt316"/>
          <p:cNvSpPr/>
          <p:nvPr/>
        </p:nvSpPr>
        <p:spPr>
          <a:xfrm>
            <a:off x="4160990" y="325108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8" name="pt317"/>
          <p:cNvSpPr/>
          <p:nvPr/>
        </p:nvSpPr>
        <p:spPr>
          <a:xfrm>
            <a:off x="3846544" y="275712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9" name="pt318"/>
          <p:cNvSpPr/>
          <p:nvPr/>
        </p:nvSpPr>
        <p:spPr>
          <a:xfrm>
            <a:off x="4117803" y="253441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0" name="pt319"/>
          <p:cNvSpPr/>
          <p:nvPr/>
        </p:nvSpPr>
        <p:spPr>
          <a:xfrm>
            <a:off x="3856312" y="255917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1" name="pt320"/>
          <p:cNvSpPr/>
          <p:nvPr/>
        </p:nvSpPr>
        <p:spPr>
          <a:xfrm>
            <a:off x="4108147" y="27972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2" name="pt321"/>
          <p:cNvSpPr/>
          <p:nvPr/>
        </p:nvSpPr>
        <p:spPr>
          <a:xfrm>
            <a:off x="3929274" y="323498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3" name="pt322"/>
          <p:cNvSpPr/>
          <p:nvPr/>
        </p:nvSpPr>
        <p:spPr>
          <a:xfrm>
            <a:off x="4165993" y="300214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4" name="pt323"/>
          <p:cNvSpPr/>
          <p:nvPr/>
        </p:nvSpPr>
        <p:spPr>
          <a:xfrm>
            <a:off x="3917980" y="257320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5" name="pt324"/>
          <p:cNvSpPr/>
          <p:nvPr/>
        </p:nvSpPr>
        <p:spPr>
          <a:xfrm>
            <a:off x="4107512" y="24519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6" name="pt325"/>
          <p:cNvSpPr/>
          <p:nvPr/>
        </p:nvSpPr>
        <p:spPr>
          <a:xfrm>
            <a:off x="3928223" y="25220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7" name="pt326"/>
          <p:cNvSpPr/>
          <p:nvPr/>
        </p:nvSpPr>
        <p:spPr>
          <a:xfrm>
            <a:off x="4128776" y="23839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8" name="pt327"/>
          <p:cNvSpPr/>
          <p:nvPr/>
        </p:nvSpPr>
        <p:spPr>
          <a:xfrm>
            <a:off x="3885070" y="318462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9" name="pt328"/>
          <p:cNvSpPr/>
          <p:nvPr/>
        </p:nvSpPr>
        <p:spPr>
          <a:xfrm>
            <a:off x="4144368" y="258143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0" name="pt329"/>
          <p:cNvSpPr/>
          <p:nvPr/>
        </p:nvSpPr>
        <p:spPr>
          <a:xfrm>
            <a:off x="3950571" y="329882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1" name="pt330"/>
          <p:cNvSpPr/>
          <p:nvPr/>
        </p:nvSpPr>
        <p:spPr>
          <a:xfrm>
            <a:off x="4156983" y="32020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2" name="pt331"/>
          <p:cNvSpPr/>
          <p:nvPr/>
        </p:nvSpPr>
        <p:spPr>
          <a:xfrm>
            <a:off x="3839386" y="230725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3" name="pt332"/>
          <p:cNvSpPr/>
          <p:nvPr/>
        </p:nvSpPr>
        <p:spPr>
          <a:xfrm>
            <a:off x="4188130" y="253257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4" name="pt333"/>
          <p:cNvSpPr/>
          <p:nvPr/>
        </p:nvSpPr>
        <p:spPr>
          <a:xfrm>
            <a:off x="3943155" y="289217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5" name="pt334"/>
          <p:cNvSpPr/>
          <p:nvPr/>
        </p:nvSpPr>
        <p:spPr>
          <a:xfrm>
            <a:off x="4198808" y="287848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6" name="pt335"/>
          <p:cNvSpPr/>
          <p:nvPr/>
        </p:nvSpPr>
        <p:spPr>
          <a:xfrm>
            <a:off x="3836168" y="26978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7" name="pt336"/>
          <p:cNvSpPr/>
          <p:nvPr/>
        </p:nvSpPr>
        <p:spPr>
          <a:xfrm>
            <a:off x="4094171" y="27296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8" name="pt337"/>
          <p:cNvSpPr/>
          <p:nvPr/>
        </p:nvSpPr>
        <p:spPr>
          <a:xfrm>
            <a:off x="3945682" y="252451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9" name="pt338"/>
          <p:cNvSpPr/>
          <p:nvPr/>
        </p:nvSpPr>
        <p:spPr>
          <a:xfrm>
            <a:off x="4122677" y="276802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0" name="pt339"/>
          <p:cNvSpPr/>
          <p:nvPr/>
        </p:nvSpPr>
        <p:spPr>
          <a:xfrm>
            <a:off x="3929030" y="280651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1" name="pt340"/>
          <p:cNvSpPr/>
          <p:nvPr/>
        </p:nvSpPr>
        <p:spPr>
          <a:xfrm>
            <a:off x="4162702" y="248718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2" name="pt341"/>
          <p:cNvSpPr/>
          <p:nvPr/>
        </p:nvSpPr>
        <p:spPr>
          <a:xfrm>
            <a:off x="3898294" y="289756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3" name="pt342"/>
          <p:cNvSpPr/>
          <p:nvPr/>
        </p:nvSpPr>
        <p:spPr>
          <a:xfrm>
            <a:off x="4131899" y="261370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4" name="pt343"/>
          <p:cNvSpPr/>
          <p:nvPr/>
        </p:nvSpPr>
        <p:spPr>
          <a:xfrm>
            <a:off x="3945248" y="245315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5" name="pt344"/>
          <p:cNvSpPr/>
          <p:nvPr/>
        </p:nvSpPr>
        <p:spPr>
          <a:xfrm>
            <a:off x="4172400" y="236922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6" name="pt345"/>
          <p:cNvSpPr/>
          <p:nvPr/>
        </p:nvSpPr>
        <p:spPr>
          <a:xfrm>
            <a:off x="3920211" y="20833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7" name="pt346"/>
          <p:cNvSpPr/>
          <p:nvPr/>
        </p:nvSpPr>
        <p:spPr>
          <a:xfrm>
            <a:off x="4143327" y="204418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8" name="pt347"/>
          <p:cNvSpPr/>
          <p:nvPr/>
        </p:nvSpPr>
        <p:spPr>
          <a:xfrm>
            <a:off x="3891816" y="23940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9" name="pt348"/>
          <p:cNvSpPr/>
          <p:nvPr/>
        </p:nvSpPr>
        <p:spPr>
          <a:xfrm>
            <a:off x="4146610" y="230740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0" name="pt349"/>
          <p:cNvSpPr/>
          <p:nvPr/>
        </p:nvSpPr>
        <p:spPr>
          <a:xfrm>
            <a:off x="3911534" y="226275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1" name="pt350"/>
          <p:cNvSpPr/>
          <p:nvPr/>
        </p:nvSpPr>
        <p:spPr>
          <a:xfrm>
            <a:off x="4146901" y="21879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2" name="pt351"/>
          <p:cNvSpPr/>
          <p:nvPr/>
        </p:nvSpPr>
        <p:spPr>
          <a:xfrm>
            <a:off x="3844819" y="24401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3" name="pt352"/>
          <p:cNvSpPr/>
          <p:nvPr/>
        </p:nvSpPr>
        <p:spPr>
          <a:xfrm>
            <a:off x="4170378" y="26384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4" name="pt353"/>
          <p:cNvSpPr/>
          <p:nvPr/>
        </p:nvSpPr>
        <p:spPr>
          <a:xfrm>
            <a:off x="3843880" y="29211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5" name="pt354"/>
          <p:cNvSpPr/>
          <p:nvPr/>
        </p:nvSpPr>
        <p:spPr>
          <a:xfrm>
            <a:off x="4175052" y="287345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6" name="pt355"/>
          <p:cNvSpPr/>
          <p:nvPr/>
        </p:nvSpPr>
        <p:spPr>
          <a:xfrm>
            <a:off x="3861408" y="279109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7" name="pt356"/>
          <p:cNvSpPr/>
          <p:nvPr/>
        </p:nvSpPr>
        <p:spPr>
          <a:xfrm>
            <a:off x="4165895" y="259054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8" name="pt357"/>
          <p:cNvSpPr/>
          <p:nvPr/>
        </p:nvSpPr>
        <p:spPr>
          <a:xfrm>
            <a:off x="3849436" y="26305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9" name="pt358"/>
          <p:cNvSpPr/>
          <p:nvPr/>
        </p:nvSpPr>
        <p:spPr>
          <a:xfrm>
            <a:off x="4140547" y="23704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0" name="pt359"/>
          <p:cNvSpPr/>
          <p:nvPr/>
        </p:nvSpPr>
        <p:spPr>
          <a:xfrm>
            <a:off x="3928611" y="20686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1" name="pt360"/>
          <p:cNvSpPr/>
          <p:nvPr/>
        </p:nvSpPr>
        <p:spPr>
          <a:xfrm>
            <a:off x="4187020" y="21262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2" name="pt361"/>
          <p:cNvSpPr/>
          <p:nvPr/>
        </p:nvSpPr>
        <p:spPr>
          <a:xfrm>
            <a:off x="3955852" y="308391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3" name="pt362"/>
          <p:cNvSpPr/>
          <p:nvPr/>
        </p:nvSpPr>
        <p:spPr>
          <a:xfrm>
            <a:off x="4158351" y="23905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4" name="pt363"/>
          <p:cNvSpPr/>
          <p:nvPr/>
        </p:nvSpPr>
        <p:spPr>
          <a:xfrm>
            <a:off x="3879089" y="24506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5" name="pt364"/>
          <p:cNvSpPr/>
          <p:nvPr/>
        </p:nvSpPr>
        <p:spPr>
          <a:xfrm>
            <a:off x="4157724" y="26750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6" name="pt365"/>
          <p:cNvSpPr/>
          <p:nvPr/>
        </p:nvSpPr>
        <p:spPr>
          <a:xfrm>
            <a:off x="3954419" y="22015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7" name="pt366"/>
          <p:cNvSpPr/>
          <p:nvPr/>
        </p:nvSpPr>
        <p:spPr>
          <a:xfrm>
            <a:off x="4114445" y="227326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8" name="pt367"/>
          <p:cNvSpPr/>
          <p:nvPr/>
        </p:nvSpPr>
        <p:spPr>
          <a:xfrm>
            <a:off x="3934009" y="202680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9" name="pt368"/>
          <p:cNvSpPr/>
          <p:nvPr/>
        </p:nvSpPr>
        <p:spPr>
          <a:xfrm>
            <a:off x="4168891" y="200289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0" name="pt369"/>
          <p:cNvSpPr/>
          <p:nvPr/>
        </p:nvSpPr>
        <p:spPr>
          <a:xfrm>
            <a:off x="3867423" y="196236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1" name="pt370"/>
          <p:cNvSpPr/>
          <p:nvPr/>
        </p:nvSpPr>
        <p:spPr>
          <a:xfrm>
            <a:off x="4087349" y="177714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2" name="pt371"/>
          <p:cNvSpPr/>
          <p:nvPr/>
        </p:nvSpPr>
        <p:spPr>
          <a:xfrm>
            <a:off x="3833972" y="123122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3" name="pt372"/>
          <p:cNvSpPr/>
          <p:nvPr/>
        </p:nvSpPr>
        <p:spPr>
          <a:xfrm>
            <a:off x="4160483" y="221146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4" name="pt373"/>
          <p:cNvSpPr/>
          <p:nvPr/>
        </p:nvSpPr>
        <p:spPr>
          <a:xfrm>
            <a:off x="3868562" y="246767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5" name="pt374"/>
          <p:cNvSpPr/>
          <p:nvPr/>
        </p:nvSpPr>
        <p:spPr>
          <a:xfrm>
            <a:off x="4187048" y="25239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6" name="pt375"/>
          <p:cNvSpPr/>
          <p:nvPr/>
        </p:nvSpPr>
        <p:spPr>
          <a:xfrm>
            <a:off x="3925581" y="213456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7" name="pt376"/>
          <p:cNvSpPr/>
          <p:nvPr/>
        </p:nvSpPr>
        <p:spPr>
          <a:xfrm>
            <a:off x="4181722" y="208386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8" name="pt377"/>
          <p:cNvSpPr/>
          <p:nvPr/>
        </p:nvSpPr>
        <p:spPr>
          <a:xfrm>
            <a:off x="5589518" y="303138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9" name="pt378"/>
          <p:cNvSpPr/>
          <p:nvPr/>
        </p:nvSpPr>
        <p:spPr>
          <a:xfrm>
            <a:off x="5943545" y="273028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0" name="pt379"/>
          <p:cNvSpPr/>
          <p:nvPr/>
        </p:nvSpPr>
        <p:spPr>
          <a:xfrm>
            <a:off x="5609290" y="208560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1" name="pt380"/>
          <p:cNvSpPr/>
          <p:nvPr/>
        </p:nvSpPr>
        <p:spPr>
          <a:xfrm>
            <a:off x="5869004" y="2369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2" name="pt381"/>
          <p:cNvSpPr/>
          <p:nvPr/>
        </p:nvSpPr>
        <p:spPr>
          <a:xfrm>
            <a:off x="5687451" y="214192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3" name="pt382"/>
          <p:cNvSpPr/>
          <p:nvPr/>
        </p:nvSpPr>
        <p:spPr>
          <a:xfrm>
            <a:off x="5935865" y="270541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4" name="pt383"/>
          <p:cNvSpPr/>
          <p:nvPr/>
        </p:nvSpPr>
        <p:spPr>
          <a:xfrm>
            <a:off x="5615540" y="183041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5" name="pt384"/>
          <p:cNvSpPr/>
          <p:nvPr/>
        </p:nvSpPr>
        <p:spPr>
          <a:xfrm>
            <a:off x="5894828" y="212156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6" name="pt385"/>
          <p:cNvSpPr/>
          <p:nvPr/>
        </p:nvSpPr>
        <p:spPr>
          <a:xfrm>
            <a:off x="5580198" y="219272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7" name="pt386"/>
          <p:cNvSpPr/>
          <p:nvPr/>
        </p:nvSpPr>
        <p:spPr>
          <a:xfrm>
            <a:off x="5843411" y="23476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8" name="pt387"/>
          <p:cNvSpPr/>
          <p:nvPr/>
        </p:nvSpPr>
        <p:spPr>
          <a:xfrm>
            <a:off x="5609869" y="238475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9" name="pt388"/>
          <p:cNvSpPr/>
          <p:nvPr/>
        </p:nvSpPr>
        <p:spPr>
          <a:xfrm>
            <a:off x="5897283" y="290567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0" name="pt389"/>
          <p:cNvSpPr/>
          <p:nvPr/>
        </p:nvSpPr>
        <p:spPr>
          <a:xfrm>
            <a:off x="5577251" y="223848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1" name="pt390"/>
          <p:cNvSpPr/>
          <p:nvPr/>
        </p:nvSpPr>
        <p:spPr>
          <a:xfrm>
            <a:off x="5854747" y="23113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2" name="pt391"/>
          <p:cNvSpPr/>
          <p:nvPr/>
        </p:nvSpPr>
        <p:spPr>
          <a:xfrm>
            <a:off x="5628302" y="24814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3" name="pt392"/>
          <p:cNvSpPr/>
          <p:nvPr/>
        </p:nvSpPr>
        <p:spPr>
          <a:xfrm>
            <a:off x="5885912" y="24768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4" name="pt393"/>
          <p:cNvSpPr/>
          <p:nvPr/>
        </p:nvSpPr>
        <p:spPr>
          <a:xfrm>
            <a:off x="5634908" y="25743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5" name="pt394"/>
          <p:cNvSpPr/>
          <p:nvPr/>
        </p:nvSpPr>
        <p:spPr>
          <a:xfrm>
            <a:off x="5844367" y="261462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6" name="pt395"/>
          <p:cNvSpPr/>
          <p:nvPr/>
        </p:nvSpPr>
        <p:spPr>
          <a:xfrm>
            <a:off x="5613356" y="27494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7" name="pt396"/>
          <p:cNvSpPr/>
          <p:nvPr/>
        </p:nvSpPr>
        <p:spPr>
          <a:xfrm>
            <a:off x="5899366" y="295415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8" name="pt397"/>
          <p:cNvSpPr/>
          <p:nvPr/>
        </p:nvSpPr>
        <p:spPr>
          <a:xfrm>
            <a:off x="5589409" y="290034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9" name="pt398"/>
          <p:cNvSpPr/>
          <p:nvPr/>
        </p:nvSpPr>
        <p:spPr>
          <a:xfrm>
            <a:off x="5896944" y="336142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0" name="pt399"/>
          <p:cNvSpPr/>
          <p:nvPr/>
        </p:nvSpPr>
        <p:spPr>
          <a:xfrm>
            <a:off x="5680841" y="21385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1" name="pt400"/>
          <p:cNvSpPr/>
          <p:nvPr/>
        </p:nvSpPr>
        <p:spPr>
          <a:xfrm>
            <a:off x="5936337" y="241234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2" name="pt401"/>
          <p:cNvSpPr/>
          <p:nvPr/>
        </p:nvSpPr>
        <p:spPr>
          <a:xfrm>
            <a:off x="5660233" y="274009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3" name="pt402"/>
          <p:cNvSpPr/>
          <p:nvPr/>
        </p:nvSpPr>
        <p:spPr>
          <a:xfrm>
            <a:off x="5882015" y="296968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4" name="pt403"/>
          <p:cNvSpPr/>
          <p:nvPr/>
        </p:nvSpPr>
        <p:spPr>
          <a:xfrm>
            <a:off x="5686406" y="18474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5" name="pt404"/>
          <p:cNvSpPr/>
          <p:nvPr/>
        </p:nvSpPr>
        <p:spPr>
          <a:xfrm>
            <a:off x="5850511" y="226256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6" name="pt405"/>
          <p:cNvSpPr/>
          <p:nvPr/>
        </p:nvSpPr>
        <p:spPr>
          <a:xfrm>
            <a:off x="5612044" y="21368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7" name="pt406"/>
          <p:cNvSpPr/>
          <p:nvPr/>
        </p:nvSpPr>
        <p:spPr>
          <a:xfrm>
            <a:off x="5892063" y="234495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8" name="pt407"/>
          <p:cNvSpPr/>
          <p:nvPr/>
        </p:nvSpPr>
        <p:spPr>
          <a:xfrm>
            <a:off x="5685478" y="186580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9" name="pt408"/>
          <p:cNvSpPr/>
          <p:nvPr/>
        </p:nvSpPr>
        <p:spPr>
          <a:xfrm>
            <a:off x="5902526" y="223053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0" name="pt409"/>
          <p:cNvSpPr/>
          <p:nvPr/>
        </p:nvSpPr>
        <p:spPr>
          <a:xfrm>
            <a:off x="5687558" y="35471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1" name="pt410"/>
          <p:cNvSpPr/>
          <p:nvPr/>
        </p:nvSpPr>
        <p:spPr>
          <a:xfrm>
            <a:off x="5822130" y="33028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2" name="pt411"/>
          <p:cNvSpPr/>
          <p:nvPr/>
        </p:nvSpPr>
        <p:spPr>
          <a:xfrm>
            <a:off x="5616215" y="30720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3" name="pt412"/>
          <p:cNvSpPr/>
          <p:nvPr/>
        </p:nvSpPr>
        <p:spPr>
          <a:xfrm>
            <a:off x="5889401" y="271122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4" name="pt413"/>
          <p:cNvSpPr/>
          <p:nvPr/>
        </p:nvSpPr>
        <p:spPr>
          <a:xfrm>
            <a:off x="5659938" y="187780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5" name="pt414"/>
          <p:cNvSpPr/>
          <p:nvPr/>
        </p:nvSpPr>
        <p:spPr>
          <a:xfrm>
            <a:off x="5868463" y="246856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6" name="pt415"/>
          <p:cNvSpPr/>
          <p:nvPr/>
        </p:nvSpPr>
        <p:spPr>
          <a:xfrm>
            <a:off x="5626279" y="262955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7" name="pt416"/>
          <p:cNvSpPr/>
          <p:nvPr/>
        </p:nvSpPr>
        <p:spPr>
          <a:xfrm>
            <a:off x="5838699" y="297553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8" name="pt417"/>
          <p:cNvSpPr/>
          <p:nvPr/>
        </p:nvSpPr>
        <p:spPr>
          <a:xfrm>
            <a:off x="5685093" y="222508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9" name="pt418"/>
          <p:cNvSpPr/>
          <p:nvPr/>
        </p:nvSpPr>
        <p:spPr>
          <a:xfrm>
            <a:off x="5820022" y="24316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0" name="pt419"/>
          <p:cNvSpPr/>
          <p:nvPr/>
        </p:nvSpPr>
        <p:spPr>
          <a:xfrm>
            <a:off x="5581648" y="244149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1" name="pt420"/>
          <p:cNvSpPr/>
          <p:nvPr/>
        </p:nvSpPr>
        <p:spPr>
          <a:xfrm>
            <a:off x="5898965" y="269579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2" name="pt421"/>
          <p:cNvSpPr/>
          <p:nvPr/>
        </p:nvSpPr>
        <p:spPr>
          <a:xfrm>
            <a:off x="5627932" y="336244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3" name="pt422"/>
          <p:cNvSpPr/>
          <p:nvPr/>
        </p:nvSpPr>
        <p:spPr>
          <a:xfrm>
            <a:off x="5886931" y="306054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4" name="pt423"/>
          <p:cNvSpPr/>
          <p:nvPr/>
        </p:nvSpPr>
        <p:spPr>
          <a:xfrm>
            <a:off x="5603098" y="263609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5" name="pt424"/>
          <p:cNvSpPr/>
          <p:nvPr/>
        </p:nvSpPr>
        <p:spPr>
          <a:xfrm>
            <a:off x="5831867" y="286465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6" name="pt425"/>
          <p:cNvSpPr/>
          <p:nvPr/>
        </p:nvSpPr>
        <p:spPr>
          <a:xfrm>
            <a:off x="5633713" y="241718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7" name="pt426"/>
          <p:cNvSpPr/>
          <p:nvPr/>
        </p:nvSpPr>
        <p:spPr>
          <a:xfrm>
            <a:off x="5826208" y="28281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8" name="pt427"/>
          <p:cNvSpPr/>
          <p:nvPr/>
        </p:nvSpPr>
        <p:spPr>
          <a:xfrm>
            <a:off x="5593598" y="25193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9" name="pt428"/>
          <p:cNvSpPr/>
          <p:nvPr/>
        </p:nvSpPr>
        <p:spPr>
          <a:xfrm>
            <a:off x="5908531" y="246687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0" name="pt429"/>
          <p:cNvSpPr/>
          <p:nvPr/>
        </p:nvSpPr>
        <p:spPr>
          <a:xfrm>
            <a:off x="5669348" y="32754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1" name="pt430"/>
          <p:cNvSpPr/>
          <p:nvPr/>
        </p:nvSpPr>
        <p:spPr>
          <a:xfrm>
            <a:off x="5862942" y="382190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2" name="pt431"/>
          <p:cNvSpPr/>
          <p:nvPr/>
        </p:nvSpPr>
        <p:spPr>
          <a:xfrm>
            <a:off x="5644833" y="211475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3" name="pt432"/>
          <p:cNvSpPr/>
          <p:nvPr/>
        </p:nvSpPr>
        <p:spPr>
          <a:xfrm>
            <a:off x="5907307" y="230193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4" name="pt433"/>
          <p:cNvSpPr/>
          <p:nvPr/>
        </p:nvSpPr>
        <p:spPr>
          <a:xfrm>
            <a:off x="5687546" y="22566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5" name="pt434"/>
          <p:cNvSpPr/>
          <p:nvPr/>
        </p:nvSpPr>
        <p:spPr>
          <a:xfrm>
            <a:off x="5910743" y="234932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6" name="pt435"/>
          <p:cNvSpPr/>
          <p:nvPr/>
        </p:nvSpPr>
        <p:spPr>
          <a:xfrm>
            <a:off x="5595525" y="190530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7" name="pt436"/>
          <p:cNvSpPr/>
          <p:nvPr/>
        </p:nvSpPr>
        <p:spPr>
          <a:xfrm>
            <a:off x="5919349" y="218329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8" name="pt437"/>
          <p:cNvSpPr/>
          <p:nvPr/>
        </p:nvSpPr>
        <p:spPr>
          <a:xfrm>
            <a:off x="5647152" y="20099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9" name="pt438"/>
          <p:cNvSpPr/>
          <p:nvPr/>
        </p:nvSpPr>
        <p:spPr>
          <a:xfrm>
            <a:off x="5827579" y="20824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0" name="pt439"/>
          <p:cNvSpPr/>
          <p:nvPr/>
        </p:nvSpPr>
        <p:spPr>
          <a:xfrm>
            <a:off x="5594288" y="195732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1" name="pt440"/>
          <p:cNvSpPr/>
          <p:nvPr/>
        </p:nvSpPr>
        <p:spPr>
          <a:xfrm>
            <a:off x="5865498" y="209414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2" name="pt441"/>
          <p:cNvSpPr/>
          <p:nvPr/>
        </p:nvSpPr>
        <p:spPr>
          <a:xfrm>
            <a:off x="5636418" y="252370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3" name="pt442"/>
          <p:cNvSpPr/>
          <p:nvPr/>
        </p:nvSpPr>
        <p:spPr>
          <a:xfrm>
            <a:off x="5902201" y="234020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4" name="pt443"/>
          <p:cNvSpPr/>
          <p:nvPr/>
        </p:nvSpPr>
        <p:spPr>
          <a:xfrm>
            <a:off x="5624555" y="222605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5" name="pt444"/>
          <p:cNvSpPr/>
          <p:nvPr/>
        </p:nvSpPr>
        <p:spPr>
          <a:xfrm>
            <a:off x="5834238" y="23394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6" name="pt445"/>
          <p:cNvSpPr/>
          <p:nvPr/>
        </p:nvSpPr>
        <p:spPr>
          <a:xfrm>
            <a:off x="5581269" y="173159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7" name="pt446"/>
          <p:cNvSpPr/>
          <p:nvPr/>
        </p:nvSpPr>
        <p:spPr>
          <a:xfrm>
            <a:off x="5883271" y="210160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8" name="pt447"/>
          <p:cNvSpPr/>
          <p:nvPr/>
        </p:nvSpPr>
        <p:spPr>
          <a:xfrm>
            <a:off x="5612613" y="19472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9" name="pt448"/>
          <p:cNvSpPr/>
          <p:nvPr/>
        </p:nvSpPr>
        <p:spPr>
          <a:xfrm>
            <a:off x="5825618" y="229983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0" name="pt449"/>
          <p:cNvSpPr/>
          <p:nvPr/>
        </p:nvSpPr>
        <p:spPr>
          <a:xfrm>
            <a:off x="5589681" y="209650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1" name="pt450"/>
          <p:cNvSpPr/>
          <p:nvPr/>
        </p:nvSpPr>
        <p:spPr>
          <a:xfrm>
            <a:off x="5877649" y="213438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2" name="pt451"/>
          <p:cNvSpPr/>
          <p:nvPr/>
        </p:nvSpPr>
        <p:spPr>
          <a:xfrm>
            <a:off x="5630354" y="21534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3" name="pt452"/>
          <p:cNvSpPr/>
          <p:nvPr/>
        </p:nvSpPr>
        <p:spPr>
          <a:xfrm>
            <a:off x="5880599" y="236619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4" name="pt453"/>
          <p:cNvSpPr/>
          <p:nvPr/>
        </p:nvSpPr>
        <p:spPr>
          <a:xfrm>
            <a:off x="5596346" y="179704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5" name="pt454"/>
          <p:cNvSpPr/>
          <p:nvPr/>
        </p:nvSpPr>
        <p:spPr>
          <a:xfrm>
            <a:off x="5836303" y="19733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6" name="pt455"/>
          <p:cNvSpPr/>
          <p:nvPr/>
        </p:nvSpPr>
        <p:spPr>
          <a:xfrm>
            <a:off x="5609285" y="18464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7" name="pt456"/>
          <p:cNvSpPr/>
          <p:nvPr/>
        </p:nvSpPr>
        <p:spPr>
          <a:xfrm>
            <a:off x="5853592" y="179748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8" name="pt457"/>
          <p:cNvSpPr/>
          <p:nvPr/>
        </p:nvSpPr>
        <p:spPr>
          <a:xfrm>
            <a:off x="5669170" y="215375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9" name="pt458"/>
          <p:cNvSpPr/>
          <p:nvPr/>
        </p:nvSpPr>
        <p:spPr>
          <a:xfrm>
            <a:off x="5934634" y="21916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0" name="pt459"/>
          <p:cNvSpPr/>
          <p:nvPr/>
        </p:nvSpPr>
        <p:spPr>
          <a:xfrm>
            <a:off x="5650084" y="16342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1" name="pt460"/>
          <p:cNvSpPr/>
          <p:nvPr/>
        </p:nvSpPr>
        <p:spPr>
          <a:xfrm>
            <a:off x="5904778" y="244758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2" name="pt461"/>
          <p:cNvSpPr/>
          <p:nvPr/>
        </p:nvSpPr>
        <p:spPr>
          <a:xfrm>
            <a:off x="5576854" y="19330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3" name="pt462"/>
          <p:cNvSpPr/>
          <p:nvPr/>
        </p:nvSpPr>
        <p:spPr>
          <a:xfrm>
            <a:off x="5852727" y="226039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4" name="pt463"/>
          <p:cNvSpPr/>
          <p:nvPr/>
        </p:nvSpPr>
        <p:spPr>
          <a:xfrm>
            <a:off x="5632604" y="175783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5" name="pt464"/>
          <p:cNvSpPr/>
          <p:nvPr/>
        </p:nvSpPr>
        <p:spPr>
          <a:xfrm>
            <a:off x="5910326" y="207863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6" name="pt465"/>
          <p:cNvSpPr/>
          <p:nvPr/>
        </p:nvSpPr>
        <p:spPr>
          <a:xfrm>
            <a:off x="5596575" y="202383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7" name="pt466"/>
          <p:cNvSpPr/>
          <p:nvPr/>
        </p:nvSpPr>
        <p:spPr>
          <a:xfrm>
            <a:off x="5878152" y="231228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8" name="pt467"/>
          <p:cNvSpPr/>
          <p:nvPr/>
        </p:nvSpPr>
        <p:spPr>
          <a:xfrm>
            <a:off x="5600823" y="135626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9" name="pt468"/>
          <p:cNvSpPr/>
          <p:nvPr/>
        </p:nvSpPr>
        <p:spPr>
          <a:xfrm>
            <a:off x="5831996" y="203157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0" name="pt469"/>
          <p:cNvSpPr/>
          <p:nvPr/>
        </p:nvSpPr>
        <p:spPr>
          <a:xfrm>
            <a:off x="5594534" y="241179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1" name="pt470"/>
          <p:cNvSpPr/>
          <p:nvPr/>
        </p:nvSpPr>
        <p:spPr>
          <a:xfrm>
            <a:off x="5864097" y="25579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2" name="pt471"/>
          <p:cNvSpPr/>
          <p:nvPr/>
        </p:nvSpPr>
        <p:spPr>
          <a:xfrm>
            <a:off x="5591520" y="20214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3" name="pt472"/>
          <p:cNvSpPr/>
          <p:nvPr/>
        </p:nvSpPr>
        <p:spPr>
          <a:xfrm>
            <a:off x="5856162" y="24306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4" name="pt473"/>
          <p:cNvSpPr/>
          <p:nvPr/>
        </p:nvSpPr>
        <p:spPr>
          <a:xfrm>
            <a:off x="5654303" y="196129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5" name="pt474"/>
          <p:cNvSpPr/>
          <p:nvPr/>
        </p:nvSpPr>
        <p:spPr>
          <a:xfrm>
            <a:off x="5860410" y="249996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6" name="pt475"/>
          <p:cNvSpPr/>
          <p:nvPr/>
        </p:nvSpPr>
        <p:spPr>
          <a:xfrm>
            <a:off x="5635387" y="259597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7" name="pt476"/>
          <p:cNvSpPr/>
          <p:nvPr/>
        </p:nvSpPr>
        <p:spPr>
          <a:xfrm>
            <a:off x="5831753" y="243657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8" name="pt477"/>
          <p:cNvSpPr/>
          <p:nvPr/>
        </p:nvSpPr>
        <p:spPr>
          <a:xfrm>
            <a:off x="5682211" y="206089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79" name="pt478"/>
          <p:cNvSpPr/>
          <p:nvPr/>
        </p:nvSpPr>
        <p:spPr>
          <a:xfrm>
            <a:off x="5900120" y="23460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0" name="pt479"/>
          <p:cNvSpPr/>
          <p:nvPr/>
        </p:nvSpPr>
        <p:spPr>
          <a:xfrm>
            <a:off x="5609988" y="181963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1" name="pt480"/>
          <p:cNvSpPr/>
          <p:nvPr/>
        </p:nvSpPr>
        <p:spPr>
          <a:xfrm>
            <a:off x="5863830" y="226707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2" name="pt481"/>
          <p:cNvSpPr/>
          <p:nvPr/>
        </p:nvSpPr>
        <p:spPr>
          <a:xfrm>
            <a:off x="5691994" y="281115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3" name="pt482"/>
          <p:cNvSpPr/>
          <p:nvPr/>
        </p:nvSpPr>
        <p:spPr>
          <a:xfrm>
            <a:off x="5935883" y="265300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4" name="pt483"/>
          <p:cNvSpPr/>
          <p:nvPr/>
        </p:nvSpPr>
        <p:spPr>
          <a:xfrm>
            <a:off x="5605719" y="24864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5" name="pt484"/>
          <p:cNvSpPr/>
          <p:nvPr/>
        </p:nvSpPr>
        <p:spPr>
          <a:xfrm>
            <a:off x="5877572" y="29681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6" name="pt485"/>
          <p:cNvSpPr/>
          <p:nvPr/>
        </p:nvSpPr>
        <p:spPr>
          <a:xfrm>
            <a:off x="5600188" y="210990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7" name="pt486"/>
          <p:cNvSpPr/>
          <p:nvPr/>
        </p:nvSpPr>
        <p:spPr>
          <a:xfrm>
            <a:off x="5899037" y="22626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8" name="pt487"/>
          <p:cNvSpPr/>
          <p:nvPr/>
        </p:nvSpPr>
        <p:spPr>
          <a:xfrm>
            <a:off x="5677656" y="206372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9" name="pt488"/>
          <p:cNvSpPr/>
          <p:nvPr/>
        </p:nvSpPr>
        <p:spPr>
          <a:xfrm>
            <a:off x="5908309" y="20653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0" name="pt489"/>
          <p:cNvSpPr/>
          <p:nvPr/>
        </p:nvSpPr>
        <p:spPr>
          <a:xfrm>
            <a:off x="5574737" y="201018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1" name="pt490"/>
          <p:cNvSpPr/>
          <p:nvPr/>
        </p:nvSpPr>
        <p:spPr>
          <a:xfrm>
            <a:off x="5911562" y="23384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2" name="pt491"/>
          <p:cNvSpPr/>
          <p:nvPr/>
        </p:nvSpPr>
        <p:spPr>
          <a:xfrm>
            <a:off x="5628396" y="212929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3" name="pt492"/>
          <p:cNvSpPr/>
          <p:nvPr/>
        </p:nvSpPr>
        <p:spPr>
          <a:xfrm>
            <a:off x="5930705" y="24078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4" name="pt493"/>
          <p:cNvSpPr/>
          <p:nvPr/>
        </p:nvSpPr>
        <p:spPr>
          <a:xfrm>
            <a:off x="5642770" y="195048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5" name="pt494"/>
          <p:cNvSpPr/>
          <p:nvPr/>
        </p:nvSpPr>
        <p:spPr>
          <a:xfrm>
            <a:off x="5830205" y="28007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6" name="pt495"/>
          <p:cNvSpPr/>
          <p:nvPr/>
        </p:nvSpPr>
        <p:spPr>
          <a:xfrm>
            <a:off x="5617586" y="329035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7" name="pt496"/>
          <p:cNvSpPr/>
          <p:nvPr/>
        </p:nvSpPr>
        <p:spPr>
          <a:xfrm>
            <a:off x="5876481" y="31966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8" name="pt497"/>
          <p:cNvSpPr/>
          <p:nvPr/>
        </p:nvSpPr>
        <p:spPr>
          <a:xfrm>
            <a:off x="5675657" y="240022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99" name="pt498"/>
          <p:cNvSpPr/>
          <p:nvPr/>
        </p:nvSpPr>
        <p:spPr>
          <a:xfrm>
            <a:off x="5901532" y="28232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0" name="pt499"/>
          <p:cNvSpPr/>
          <p:nvPr/>
        </p:nvSpPr>
        <p:spPr>
          <a:xfrm>
            <a:off x="5590005" y="23058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1" name="pt500"/>
          <p:cNvSpPr/>
          <p:nvPr/>
        </p:nvSpPr>
        <p:spPr>
          <a:xfrm>
            <a:off x="5895647" y="227248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2" name="pt501"/>
          <p:cNvSpPr/>
          <p:nvPr/>
        </p:nvSpPr>
        <p:spPr>
          <a:xfrm>
            <a:off x="5632311" y="229268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3" name="pt502"/>
          <p:cNvSpPr/>
          <p:nvPr/>
        </p:nvSpPr>
        <p:spPr>
          <a:xfrm>
            <a:off x="5921313" y="212064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4" name="pt503"/>
          <p:cNvSpPr/>
          <p:nvPr/>
        </p:nvSpPr>
        <p:spPr>
          <a:xfrm>
            <a:off x="5664591" y="279523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5" name="pt504"/>
          <p:cNvSpPr/>
          <p:nvPr/>
        </p:nvSpPr>
        <p:spPr>
          <a:xfrm>
            <a:off x="5871830" y="276663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6" name="pt505"/>
          <p:cNvSpPr/>
          <p:nvPr/>
        </p:nvSpPr>
        <p:spPr>
          <a:xfrm>
            <a:off x="5624133" y="28943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7" name="pt506"/>
          <p:cNvSpPr/>
          <p:nvPr/>
        </p:nvSpPr>
        <p:spPr>
          <a:xfrm>
            <a:off x="5930998" y="304029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8" name="pt507"/>
          <p:cNvSpPr/>
          <p:nvPr/>
        </p:nvSpPr>
        <p:spPr>
          <a:xfrm>
            <a:off x="5594027" y="226278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9" name="pt508"/>
          <p:cNvSpPr/>
          <p:nvPr/>
        </p:nvSpPr>
        <p:spPr>
          <a:xfrm>
            <a:off x="5876990" y="2811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0" name="pt509"/>
          <p:cNvSpPr/>
          <p:nvPr/>
        </p:nvSpPr>
        <p:spPr>
          <a:xfrm>
            <a:off x="5610147" y="247572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1" name="pt510"/>
          <p:cNvSpPr/>
          <p:nvPr/>
        </p:nvSpPr>
        <p:spPr>
          <a:xfrm>
            <a:off x="5912707" y="29147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2" name="pt511"/>
          <p:cNvSpPr/>
          <p:nvPr/>
        </p:nvSpPr>
        <p:spPr>
          <a:xfrm>
            <a:off x="5574231" y="17481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3" name="pt512"/>
          <p:cNvSpPr/>
          <p:nvPr/>
        </p:nvSpPr>
        <p:spPr>
          <a:xfrm>
            <a:off x="5942265" y="231141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4" name="pt513"/>
          <p:cNvSpPr/>
          <p:nvPr/>
        </p:nvSpPr>
        <p:spPr>
          <a:xfrm>
            <a:off x="5692669" y="199736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5" name="pt514"/>
          <p:cNvSpPr/>
          <p:nvPr/>
        </p:nvSpPr>
        <p:spPr>
          <a:xfrm>
            <a:off x="5904610" y="243495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6" name="pt515"/>
          <p:cNvSpPr/>
          <p:nvPr/>
        </p:nvSpPr>
        <p:spPr>
          <a:xfrm>
            <a:off x="5673424" y="20020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7" name="pt516"/>
          <p:cNvSpPr/>
          <p:nvPr/>
        </p:nvSpPr>
        <p:spPr>
          <a:xfrm>
            <a:off x="5898605" y="270466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8" name="pt517"/>
          <p:cNvSpPr/>
          <p:nvPr/>
        </p:nvSpPr>
        <p:spPr>
          <a:xfrm>
            <a:off x="5608551" y="233932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9" name="pt518"/>
          <p:cNvSpPr/>
          <p:nvPr/>
        </p:nvSpPr>
        <p:spPr>
          <a:xfrm>
            <a:off x="5843032" y="291967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0" name="pt519"/>
          <p:cNvSpPr/>
          <p:nvPr/>
        </p:nvSpPr>
        <p:spPr>
          <a:xfrm>
            <a:off x="5692202" y="16075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1" name="pt520"/>
          <p:cNvSpPr/>
          <p:nvPr/>
        </p:nvSpPr>
        <p:spPr>
          <a:xfrm>
            <a:off x="5850751" y="208003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2" name="pt521"/>
          <p:cNvSpPr/>
          <p:nvPr/>
        </p:nvSpPr>
        <p:spPr>
          <a:xfrm>
            <a:off x="5690684" y="252561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3" name="pt522"/>
          <p:cNvSpPr/>
          <p:nvPr/>
        </p:nvSpPr>
        <p:spPr>
          <a:xfrm>
            <a:off x="5851120" y="320903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4" name="pt523"/>
          <p:cNvSpPr/>
          <p:nvPr/>
        </p:nvSpPr>
        <p:spPr>
          <a:xfrm>
            <a:off x="5633147" y="315614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5" name="pt524"/>
          <p:cNvSpPr/>
          <p:nvPr/>
        </p:nvSpPr>
        <p:spPr>
          <a:xfrm>
            <a:off x="5924308" y="277563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6" name="pt525"/>
          <p:cNvSpPr/>
          <p:nvPr/>
        </p:nvSpPr>
        <p:spPr>
          <a:xfrm>
            <a:off x="5626389" y="208384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7" name="pt526"/>
          <p:cNvSpPr/>
          <p:nvPr/>
        </p:nvSpPr>
        <p:spPr>
          <a:xfrm>
            <a:off x="5863519" y="275182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8" name="pt527"/>
          <p:cNvSpPr/>
          <p:nvPr/>
        </p:nvSpPr>
        <p:spPr>
          <a:xfrm>
            <a:off x="5651470" y="19277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29" name="pt528"/>
          <p:cNvSpPr/>
          <p:nvPr/>
        </p:nvSpPr>
        <p:spPr>
          <a:xfrm>
            <a:off x="5939607" y="280394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0" name="pt529"/>
          <p:cNvSpPr/>
          <p:nvPr/>
        </p:nvSpPr>
        <p:spPr>
          <a:xfrm>
            <a:off x="5573980" y="187420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1" name="pt530"/>
          <p:cNvSpPr/>
          <p:nvPr/>
        </p:nvSpPr>
        <p:spPr>
          <a:xfrm>
            <a:off x="5878951" y="21198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2" name="pt531"/>
          <p:cNvSpPr/>
          <p:nvPr/>
        </p:nvSpPr>
        <p:spPr>
          <a:xfrm>
            <a:off x="5664822" y="322027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3" name="pt532"/>
          <p:cNvSpPr/>
          <p:nvPr/>
        </p:nvSpPr>
        <p:spPr>
          <a:xfrm>
            <a:off x="5926127" y="300495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4" name="pt533"/>
          <p:cNvSpPr/>
          <p:nvPr/>
        </p:nvSpPr>
        <p:spPr>
          <a:xfrm>
            <a:off x="5645860" y="28140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5" name="pt534"/>
          <p:cNvSpPr/>
          <p:nvPr/>
        </p:nvSpPr>
        <p:spPr>
          <a:xfrm>
            <a:off x="5936773" y="33104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6" name="pt535"/>
          <p:cNvSpPr/>
          <p:nvPr/>
        </p:nvSpPr>
        <p:spPr>
          <a:xfrm>
            <a:off x="5603471" y="236386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7" name="pt536"/>
          <p:cNvSpPr/>
          <p:nvPr/>
        </p:nvSpPr>
        <p:spPr>
          <a:xfrm>
            <a:off x="5907766" y="275820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8" name="pt537"/>
          <p:cNvSpPr/>
          <p:nvPr/>
        </p:nvSpPr>
        <p:spPr>
          <a:xfrm>
            <a:off x="5660750" y="17543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39" name="pt538"/>
          <p:cNvSpPr/>
          <p:nvPr/>
        </p:nvSpPr>
        <p:spPr>
          <a:xfrm>
            <a:off x="5840919" y="240808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0" name="pt539"/>
          <p:cNvSpPr/>
          <p:nvPr/>
        </p:nvSpPr>
        <p:spPr>
          <a:xfrm>
            <a:off x="5658405" y="161704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1" name="pt540"/>
          <p:cNvSpPr/>
          <p:nvPr/>
        </p:nvSpPr>
        <p:spPr>
          <a:xfrm>
            <a:off x="5825393" y="192902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2" name="pt541"/>
          <p:cNvSpPr/>
          <p:nvPr/>
        </p:nvSpPr>
        <p:spPr>
          <a:xfrm>
            <a:off x="5634672" y="232102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3" name="pt542"/>
          <p:cNvSpPr/>
          <p:nvPr/>
        </p:nvSpPr>
        <p:spPr>
          <a:xfrm>
            <a:off x="5928899" y="292001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4" name="pt543"/>
          <p:cNvSpPr/>
          <p:nvPr/>
        </p:nvSpPr>
        <p:spPr>
          <a:xfrm>
            <a:off x="5595769" y="244352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5" name="pt544"/>
          <p:cNvSpPr/>
          <p:nvPr/>
        </p:nvSpPr>
        <p:spPr>
          <a:xfrm>
            <a:off x="5931287" y="265486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6" name="pt545"/>
          <p:cNvSpPr/>
          <p:nvPr/>
        </p:nvSpPr>
        <p:spPr>
          <a:xfrm>
            <a:off x="5636998" y="264453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7" name="pt546"/>
          <p:cNvSpPr/>
          <p:nvPr/>
        </p:nvSpPr>
        <p:spPr>
          <a:xfrm>
            <a:off x="5920363" y="27226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8" name="pt547"/>
          <p:cNvSpPr/>
          <p:nvPr/>
        </p:nvSpPr>
        <p:spPr>
          <a:xfrm>
            <a:off x="5656318" y="202621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9" name="pt548"/>
          <p:cNvSpPr/>
          <p:nvPr/>
        </p:nvSpPr>
        <p:spPr>
          <a:xfrm>
            <a:off x="5864529" y="239970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0" name="pt549"/>
          <p:cNvSpPr/>
          <p:nvPr/>
        </p:nvSpPr>
        <p:spPr>
          <a:xfrm>
            <a:off x="5638315" y="254742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1" name="pt550"/>
          <p:cNvSpPr/>
          <p:nvPr/>
        </p:nvSpPr>
        <p:spPr>
          <a:xfrm>
            <a:off x="5884819" y="30257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2" name="pt551"/>
          <p:cNvSpPr/>
          <p:nvPr/>
        </p:nvSpPr>
        <p:spPr>
          <a:xfrm>
            <a:off x="5589463" y="20870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3" name="pt552"/>
          <p:cNvSpPr/>
          <p:nvPr/>
        </p:nvSpPr>
        <p:spPr>
          <a:xfrm>
            <a:off x="5843801" y="287220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4" name="pt553"/>
          <p:cNvSpPr/>
          <p:nvPr/>
        </p:nvSpPr>
        <p:spPr>
          <a:xfrm>
            <a:off x="5575468" y="25235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5" name="pt554"/>
          <p:cNvSpPr/>
          <p:nvPr/>
        </p:nvSpPr>
        <p:spPr>
          <a:xfrm>
            <a:off x="5881358" y="27377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6" name="pt555"/>
          <p:cNvSpPr/>
          <p:nvPr/>
        </p:nvSpPr>
        <p:spPr>
          <a:xfrm>
            <a:off x="5580343" y="28303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7" name="pt556"/>
          <p:cNvSpPr/>
          <p:nvPr/>
        </p:nvSpPr>
        <p:spPr>
          <a:xfrm>
            <a:off x="5923564" y="256995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8" name="pt557"/>
          <p:cNvSpPr/>
          <p:nvPr/>
        </p:nvSpPr>
        <p:spPr>
          <a:xfrm>
            <a:off x="5568996" y="183300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59" name="pt558"/>
          <p:cNvSpPr/>
          <p:nvPr/>
        </p:nvSpPr>
        <p:spPr>
          <a:xfrm>
            <a:off x="5928392" y="25356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0" name="pt559"/>
          <p:cNvSpPr/>
          <p:nvPr/>
        </p:nvSpPr>
        <p:spPr>
          <a:xfrm>
            <a:off x="5687556" y="21079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1" name="pt560"/>
          <p:cNvSpPr/>
          <p:nvPr/>
        </p:nvSpPr>
        <p:spPr>
          <a:xfrm>
            <a:off x="5919148" y="234297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2" name="pt561"/>
          <p:cNvSpPr/>
          <p:nvPr/>
        </p:nvSpPr>
        <p:spPr>
          <a:xfrm>
            <a:off x="5582094" y="13416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3" name="pt562"/>
          <p:cNvSpPr/>
          <p:nvPr/>
        </p:nvSpPr>
        <p:spPr>
          <a:xfrm>
            <a:off x="5849136" y="186989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4" name="pt563"/>
          <p:cNvSpPr/>
          <p:nvPr/>
        </p:nvSpPr>
        <p:spPr>
          <a:xfrm>
            <a:off x="5611732" y="269095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5" name="pt564"/>
          <p:cNvSpPr/>
          <p:nvPr/>
        </p:nvSpPr>
        <p:spPr>
          <a:xfrm>
            <a:off x="5877625" y="296210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6" name="pt565"/>
          <p:cNvSpPr/>
          <p:nvPr/>
        </p:nvSpPr>
        <p:spPr>
          <a:xfrm>
            <a:off x="5572857" y="258482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7" name="pt566"/>
          <p:cNvSpPr/>
          <p:nvPr/>
        </p:nvSpPr>
        <p:spPr>
          <a:xfrm>
            <a:off x="5852115" y="199400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8" name="pt567"/>
          <p:cNvSpPr/>
          <p:nvPr/>
        </p:nvSpPr>
        <p:spPr>
          <a:xfrm>
            <a:off x="5619636" y="252587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9" name="pt568"/>
          <p:cNvSpPr/>
          <p:nvPr/>
        </p:nvSpPr>
        <p:spPr>
          <a:xfrm>
            <a:off x="5934472" y="211665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0" name="pt569"/>
          <p:cNvSpPr/>
          <p:nvPr/>
        </p:nvSpPr>
        <p:spPr>
          <a:xfrm>
            <a:off x="5649471" y="259250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1" name="pt570"/>
          <p:cNvSpPr/>
          <p:nvPr/>
        </p:nvSpPr>
        <p:spPr>
          <a:xfrm>
            <a:off x="5902747" y="24487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2" name="pt571"/>
          <p:cNvSpPr/>
          <p:nvPr/>
        </p:nvSpPr>
        <p:spPr>
          <a:xfrm>
            <a:off x="5612087" y="343831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3" name="pt572"/>
          <p:cNvSpPr/>
          <p:nvPr/>
        </p:nvSpPr>
        <p:spPr>
          <a:xfrm>
            <a:off x="5907015" y="29718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4" name="pt573"/>
          <p:cNvSpPr/>
          <p:nvPr/>
        </p:nvSpPr>
        <p:spPr>
          <a:xfrm>
            <a:off x="5639458" y="25237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5" name="pt574"/>
          <p:cNvSpPr/>
          <p:nvPr/>
        </p:nvSpPr>
        <p:spPr>
          <a:xfrm>
            <a:off x="5834178" y="266933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6" name="pt575"/>
          <p:cNvSpPr/>
          <p:nvPr/>
        </p:nvSpPr>
        <p:spPr>
          <a:xfrm>
            <a:off x="5596632" y="203565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7" name="pt576"/>
          <p:cNvSpPr/>
          <p:nvPr/>
        </p:nvSpPr>
        <p:spPr>
          <a:xfrm>
            <a:off x="5931924" y="227455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8" name="pt577"/>
          <p:cNvSpPr/>
          <p:nvPr/>
        </p:nvSpPr>
        <p:spPr>
          <a:xfrm>
            <a:off x="5628123" y="28091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9" name="pt578"/>
          <p:cNvSpPr/>
          <p:nvPr/>
        </p:nvSpPr>
        <p:spPr>
          <a:xfrm>
            <a:off x="5835537" y="28870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0" name="pt579"/>
          <p:cNvSpPr/>
          <p:nvPr/>
        </p:nvSpPr>
        <p:spPr>
          <a:xfrm>
            <a:off x="5645157" y="360099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1" name="pt580"/>
          <p:cNvSpPr/>
          <p:nvPr/>
        </p:nvSpPr>
        <p:spPr>
          <a:xfrm>
            <a:off x="5891125" y="33558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2" name="pt581"/>
          <p:cNvSpPr/>
          <p:nvPr/>
        </p:nvSpPr>
        <p:spPr>
          <a:xfrm>
            <a:off x="5620125" y="31033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3" name="pt582"/>
          <p:cNvSpPr/>
          <p:nvPr/>
        </p:nvSpPr>
        <p:spPr>
          <a:xfrm>
            <a:off x="5924974" y="267003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4" name="pt583"/>
          <p:cNvSpPr/>
          <p:nvPr/>
        </p:nvSpPr>
        <p:spPr>
          <a:xfrm>
            <a:off x="5575887" y="280415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5" name="pt584"/>
          <p:cNvSpPr/>
          <p:nvPr/>
        </p:nvSpPr>
        <p:spPr>
          <a:xfrm>
            <a:off x="5937132" y="238161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6" name="pt585"/>
          <p:cNvSpPr/>
          <p:nvPr/>
        </p:nvSpPr>
        <p:spPr>
          <a:xfrm>
            <a:off x="5633674" y="26244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7" name="pt586"/>
          <p:cNvSpPr/>
          <p:nvPr/>
        </p:nvSpPr>
        <p:spPr>
          <a:xfrm>
            <a:off x="5885272" y="232484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8" name="pt587"/>
          <p:cNvSpPr/>
          <p:nvPr/>
        </p:nvSpPr>
        <p:spPr>
          <a:xfrm>
            <a:off x="5618985" y="24212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9" name="pt588"/>
          <p:cNvSpPr/>
          <p:nvPr/>
        </p:nvSpPr>
        <p:spPr>
          <a:xfrm>
            <a:off x="5937227" y="269503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0" name="pt589"/>
          <p:cNvSpPr/>
          <p:nvPr/>
        </p:nvSpPr>
        <p:spPr>
          <a:xfrm>
            <a:off x="5627419" y="26725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1" name="pt590"/>
          <p:cNvSpPr/>
          <p:nvPr/>
        </p:nvSpPr>
        <p:spPr>
          <a:xfrm>
            <a:off x="5887571" y="270544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2" name="pt591"/>
          <p:cNvSpPr/>
          <p:nvPr/>
        </p:nvSpPr>
        <p:spPr>
          <a:xfrm>
            <a:off x="5639397" y="262060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3" name="pt592"/>
          <p:cNvSpPr/>
          <p:nvPr/>
        </p:nvSpPr>
        <p:spPr>
          <a:xfrm>
            <a:off x="5883965" y="250242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4" name="pt593"/>
          <p:cNvSpPr/>
          <p:nvPr/>
        </p:nvSpPr>
        <p:spPr>
          <a:xfrm>
            <a:off x="5639991" y="240277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5" name="pt594"/>
          <p:cNvSpPr/>
          <p:nvPr/>
        </p:nvSpPr>
        <p:spPr>
          <a:xfrm>
            <a:off x="5857408" y="22287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6" name="pt595"/>
          <p:cNvSpPr/>
          <p:nvPr/>
        </p:nvSpPr>
        <p:spPr>
          <a:xfrm>
            <a:off x="5683869" y="245408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7" name="pt596"/>
          <p:cNvSpPr/>
          <p:nvPr/>
        </p:nvSpPr>
        <p:spPr>
          <a:xfrm>
            <a:off x="5932741" y="243539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8" name="pt597"/>
          <p:cNvSpPr/>
          <p:nvPr/>
        </p:nvSpPr>
        <p:spPr>
          <a:xfrm>
            <a:off x="5630330" y="27476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9" name="pt598"/>
          <p:cNvSpPr/>
          <p:nvPr/>
        </p:nvSpPr>
        <p:spPr>
          <a:xfrm>
            <a:off x="5881967" y="232085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0" name="pt599"/>
          <p:cNvSpPr/>
          <p:nvPr/>
        </p:nvSpPr>
        <p:spPr>
          <a:xfrm>
            <a:off x="5605440" y="215171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1" name="pt600"/>
          <p:cNvSpPr/>
          <p:nvPr/>
        </p:nvSpPr>
        <p:spPr>
          <a:xfrm>
            <a:off x="5865098" y="190820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2" name="pt601"/>
          <p:cNvSpPr/>
          <p:nvPr/>
        </p:nvSpPr>
        <p:spPr>
          <a:xfrm>
            <a:off x="5636669" y="299190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3" name="pt602"/>
          <p:cNvSpPr/>
          <p:nvPr/>
        </p:nvSpPr>
        <p:spPr>
          <a:xfrm>
            <a:off x="5926820" y="297404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4" name="pt603"/>
          <p:cNvSpPr/>
          <p:nvPr/>
        </p:nvSpPr>
        <p:spPr>
          <a:xfrm>
            <a:off x="5631627" y="32856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5" name="pt604"/>
          <p:cNvSpPr/>
          <p:nvPr/>
        </p:nvSpPr>
        <p:spPr>
          <a:xfrm>
            <a:off x="5906780" y="29845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6" name="pt605"/>
          <p:cNvSpPr/>
          <p:nvPr/>
        </p:nvSpPr>
        <p:spPr>
          <a:xfrm>
            <a:off x="5648517" y="17033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7" name="pt606"/>
          <p:cNvSpPr/>
          <p:nvPr/>
        </p:nvSpPr>
        <p:spPr>
          <a:xfrm>
            <a:off x="5881463" y="18942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8" name="pt607"/>
          <p:cNvSpPr/>
          <p:nvPr/>
        </p:nvSpPr>
        <p:spPr>
          <a:xfrm>
            <a:off x="7366083" y="217777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9" name="pt608"/>
          <p:cNvSpPr/>
          <p:nvPr/>
        </p:nvSpPr>
        <p:spPr>
          <a:xfrm>
            <a:off x="7612691" y="22509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0" name="pt609"/>
          <p:cNvSpPr/>
          <p:nvPr/>
        </p:nvSpPr>
        <p:spPr>
          <a:xfrm>
            <a:off x="7345446" y="29253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1" name="pt610"/>
          <p:cNvSpPr/>
          <p:nvPr/>
        </p:nvSpPr>
        <p:spPr>
          <a:xfrm>
            <a:off x="7675408" y="335434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2" name="pt611"/>
          <p:cNvSpPr/>
          <p:nvPr/>
        </p:nvSpPr>
        <p:spPr>
          <a:xfrm>
            <a:off x="7373067" y="224538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3" name="pt612"/>
          <p:cNvSpPr/>
          <p:nvPr/>
        </p:nvSpPr>
        <p:spPr>
          <a:xfrm>
            <a:off x="7647471" y="201107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4" name="pt613"/>
          <p:cNvSpPr/>
          <p:nvPr/>
        </p:nvSpPr>
        <p:spPr>
          <a:xfrm>
            <a:off x="7407955" y="269487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5" name="pt614"/>
          <p:cNvSpPr/>
          <p:nvPr/>
        </p:nvSpPr>
        <p:spPr>
          <a:xfrm>
            <a:off x="7589846" y="239317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6" name="pt615"/>
          <p:cNvSpPr/>
          <p:nvPr/>
        </p:nvSpPr>
        <p:spPr>
          <a:xfrm>
            <a:off x="7314596" y="198109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7" name="pt616"/>
          <p:cNvSpPr/>
          <p:nvPr/>
        </p:nvSpPr>
        <p:spPr>
          <a:xfrm>
            <a:off x="7622816" y="25659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8" name="pt617"/>
          <p:cNvSpPr/>
          <p:nvPr/>
        </p:nvSpPr>
        <p:spPr>
          <a:xfrm>
            <a:off x="7327684" y="148937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9" name="pt618"/>
          <p:cNvSpPr/>
          <p:nvPr/>
        </p:nvSpPr>
        <p:spPr>
          <a:xfrm>
            <a:off x="7580511" y="19317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0" name="pt619"/>
          <p:cNvSpPr/>
          <p:nvPr/>
        </p:nvSpPr>
        <p:spPr>
          <a:xfrm>
            <a:off x="7316822" y="293277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1" name="pt620"/>
          <p:cNvSpPr/>
          <p:nvPr/>
        </p:nvSpPr>
        <p:spPr>
          <a:xfrm>
            <a:off x="7571801" y="28149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2" name="pt621"/>
          <p:cNvSpPr/>
          <p:nvPr/>
        </p:nvSpPr>
        <p:spPr>
          <a:xfrm>
            <a:off x="7400530" y="233822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3" name="pt622"/>
          <p:cNvSpPr/>
          <p:nvPr/>
        </p:nvSpPr>
        <p:spPr>
          <a:xfrm>
            <a:off x="7578629" y="257358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4" name="pt623"/>
          <p:cNvSpPr/>
          <p:nvPr/>
        </p:nvSpPr>
        <p:spPr>
          <a:xfrm>
            <a:off x="7418385" y="236811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5" name="pt624"/>
          <p:cNvSpPr/>
          <p:nvPr/>
        </p:nvSpPr>
        <p:spPr>
          <a:xfrm>
            <a:off x="7611421" y="250013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6" name="pt625"/>
          <p:cNvSpPr/>
          <p:nvPr/>
        </p:nvSpPr>
        <p:spPr>
          <a:xfrm>
            <a:off x="7415799" y="285689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7" name="pt626"/>
          <p:cNvSpPr/>
          <p:nvPr/>
        </p:nvSpPr>
        <p:spPr>
          <a:xfrm>
            <a:off x="7578468" y="22337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8" name="pt627"/>
          <p:cNvSpPr/>
          <p:nvPr/>
        </p:nvSpPr>
        <p:spPr>
          <a:xfrm>
            <a:off x="7396095" y="127327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9" name="pt628"/>
          <p:cNvSpPr/>
          <p:nvPr/>
        </p:nvSpPr>
        <p:spPr>
          <a:xfrm>
            <a:off x="7588453" y="165845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0" name="pt629"/>
          <p:cNvSpPr/>
          <p:nvPr/>
        </p:nvSpPr>
        <p:spPr>
          <a:xfrm>
            <a:off x="7332177" y="276501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1" name="pt630"/>
          <p:cNvSpPr/>
          <p:nvPr/>
        </p:nvSpPr>
        <p:spPr>
          <a:xfrm>
            <a:off x="7649785" y="245344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2" name="pt631"/>
          <p:cNvSpPr/>
          <p:nvPr/>
        </p:nvSpPr>
        <p:spPr>
          <a:xfrm>
            <a:off x="7327951" y="24559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3" name="pt632"/>
          <p:cNvSpPr/>
          <p:nvPr/>
        </p:nvSpPr>
        <p:spPr>
          <a:xfrm>
            <a:off x="7659689" y="242982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4" name="pt633"/>
          <p:cNvSpPr/>
          <p:nvPr/>
        </p:nvSpPr>
        <p:spPr>
          <a:xfrm>
            <a:off x="7369823" y="191651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5" name="pt634"/>
          <p:cNvSpPr/>
          <p:nvPr/>
        </p:nvSpPr>
        <p:spPr>
          <a:xfrm>
            <a:off x="7678105" y="314209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6" name="pt635"/>
          <p:cNvSpPr/>
          <p:nvPr/>
        </p:nvSpPr>
        <p:spPr>
          <a:xfrm>
            <a:off x="7388679" y="247119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7" name="pt636"/>
          <p:cNvSpPr/>
          <p:nvPr/>
        </p:nvSpPr>
        <p:spPr>
          <a:xfrm>
            <a:off x="7664653" y="238188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8" name="pt637"/>
          <p:cNvSpPr/>
          <p:nvPr/>
        </p:nvSpPr>
        <p:spPr>
          <a:xfrm>
            <a:off x="7407072" y="28622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39" name="pt638"/>
          <p:cNvSpPr/>
          <p:nvPr/>
        </p:nvSpPr>
        <p:spPr>
          <a:xfrm>
            <a:off x="7655607" y="301448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0" name="pt639"/>
          <p:cNvSpPr/>
          <p:nvPr/>
        </p:nvSpPr>
        <p:spPr>
          <a:xfrm>
            <a:off x="7383167" y="275427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1" name="pt640"/>
          <p:cNvSpPr/>
          <p:nvPr/>
        </p:nvSpPr>
        <p:spPr>
          <a:xfrm>
            <a:off x="7607470" y="296201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2" name="pt641"/>
          <p:cNvSpPr/>
          <p:nvPr/>
        </p:nvSpPr>
        <p:spPr>
          <a:xfrm>
            <a:off x="7345717" y="255674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3" name="pt642"/>
          <p:cNvSpPr/>
          <p:nvPr/>
        </p:nvSpPr>
        <p:spPr>
          <a:xfrm>
            <a:off x="7558221" y="20452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4" name="pt643"/>
          <p:cNvSpPr/>
          <p:nvPr/>
        </p:nvSpPr>
        <p:spPr>
          <a:xfrm>
            <a:off x="7425861" y="265137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5" name="pt644"/>
          <p:cNvSpPr/>
          <p:nvPr/>
        </p:nvSpPr>
        <p:spPr>
          <a:xfrm>
            <a:off x="7669879" y="22583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6" name="pt645"/>
          <p:cNvSpPr/>
          <p:nvPr/>
        </p:nvSpPr>
        <p:spPr>
          <a:xfrm>
            <a:off x="7373897" y="214737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7" name="pt646"/>
          <p:cNvSpPr/>
          <p:nvPr/>
        </p:nvSpPr>
        <p:spPr>
          <a:xfrm>
            <a:off x="7573152" y="297142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8" name="pt647"/>
          <p:cNvSpPr/>
          <p:nvPr/>
        </p:nvSpPr>
        <p:spPr>
          <a:xfrm>
            <a:off x="7359684" y="281239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49" name="pt648"/>
          <p:cNvSpPr/>
          <p:nvPr/>
        </p:nvSpPr>
        <p:spPr>
          <a:xfrm>
            <a:off x="7555588" y="276415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0" name="pt649"/>
          <p:cNvSpPr/>
          <p:nvPr/>
        </p:nvSpPr>
        <p:spPr>
          <a:xfrm>
            <a:off x="7381482" y="193916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1" name="pt650"/>
          <p:cNvSpPr/>
          <p:nvPr/>
        </p:nvSpPr>
        <p:spPr>
          <a:xfrm>
            <a:off x="7618104" y="232456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2" name="pt651"/>
          <p:cNvSpPr/>
          <p:nvPr/>
        </p:nvSpPr>
        <p:spPr>
          <a:xfrm>
            <a:off x="7376454" y="287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3" name="pt652"/>
          <p:cNvSpPr/>
          <p:nvPr/>
        </p:nvSpPr>
        <p:spPr>
          <a:xfrm>
            <a:off x="7557304" y="330936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4" name="pt653"/>
          <p:cNvSpPr/>
          <p:nvPr/>
        </p:nvSpPr>
        <p:spPr>
          <a:xfrm>
            <a:off x="7366920" y="30778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5" name="pt654"/>
          <p:cNvSpPr/>
          <p:nvPr/>
        </p:nvSpPr>
        <p:spPr>
          <a:xfrm>
            <a:off x="7596903" y="258078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6" name="pt655"/>
          <p:cNvSpPr/>
          <p:nvPr/>
        </p:nvSpPr>
        <p:spPr>
          <a:xfrm>
            <a:off x="7416989" y="17894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7" name="pt656"/>
          <p:cNvSpPr/>
          <p:nvPr/>
        </p:nvSpPr>
        <p:spPr>
          <a:xfrm>
            <a:off x="7671980" y="251242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8" name="pt657"/>
          <p:cNvSpPr/>
          <p:nvPr/>
        </p:nvSpPr>
        <p:spPr>
          <a:xfrm>
            <a:off x="7407295" y="200977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59" name="pt658"/>
          <p:cNvSpPr/>
          <p:nvPr/>
        </p:nvSpPr>
        <p:spPr>
          <a:xfrm>
            <a:off x="7640886" y="255574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0" name="pt659"/>
          <p:cNvSpPr/>
          <p:nvPr/>
        </p:nvSpPr>
        <p:spPr>
          <a:xfrm>
            <a:off x="7311636" y="216624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1" name="pt660"/>
          <p:cNvSpPr/>
          <p:nvPr/>
        </p:nvSpPr>
        <p:spPr>
          <a:xfrm>
            <a:off x="7595058" y="25831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2" name="pt661"/>
          <p:cNvSpPr/>
          <p:nvPr/>
        </p:nvSpPr>
        <p:spPr>
          <a:xfrm>
            <a:off x="7395574" y="290956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3" name="pt662"/>
          <p:cNvSpPr/>
          <p:nvPr/>
        </p:nvSpPr>
        <p:spPr>
          <a:xfrm>
            <a:off x="7603112" y="21586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4" name="pt663"/>
          <p:cNvSpPr/>
          <p:nvPr/>
        </p:nvSpPr>
        <p:spPr>
          <a:xfrm>
            <a:off x="7408504" y="278057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5" name="pt664"/>
          <p:cNvSpPr/>
          <p:nvPr/>
        </p:nvSpPr>
        <p:spPr>
          <a:xfrm>
            <a:off x="7666118" y="23778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6" name="pt665"/>
          <p:cNvSpPr/>
          <p:nvPr/>
        </p:nvSpPr>
        <p:spPr>
          <a:xfrm>
            <a:off x="7315891" y="207104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7" name="pt666"/>
          <p:cNvSpPr/>
          <p:nvPr/>
        </p:nvSpPr>
        <p:spPr>
          <a:xfrm>
            <a:off x="7591484" y="249744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8" name="pt667"/>
          <p:cNvSpPr/>
          <p:nvPr/>
        </p:nvSpPr>
        <p:spPr>
          <a:xfrm>
            <a:off x="7317835" y="225816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69" name="pt668"/>
          <p:cNvSpPr/>
          <p:nvPr/>
        </p:nvSpPr>
        <p:spPr>
          <a:xfrm>
            <a:off x="7614949" y="18842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0" name="pt669"/>
          <p:cNvSpPr/>
          <p:nvPr/>
        </p:nvSpPr>
        <p:spPr>
          <a:xfrm>
            <a:off x="7354712" y="265007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1" name="pt670"/>
          <p:cNvSpPr/>
          <p:nvPr/>
        </p:nvSpPr>
        <p:spPr>
          <a:xfrm>
            <a:off x="7609118" y="239552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2" name="pt671"/>
          <p:cNvSpPr/>
          <p:nvPr/>
        </p:nvSpPr>
        <p:spPr>
          <a:xfrm>
            <a:off x="7404516" y="188180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3" name="pt672"/>
          <p:cNvSpPr/>
          <p:nvPr/>
        </p:nvSpPr>
        <p:spPr>
          <a:xfrm>
            <a:off x="7620792" y="199263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4" name="pt673"/>
          <p:cNvSpPr/>
          <p:nvPr/>
        </p:nvSpPr>
        <p:spPr>
          <a:xfrm>
            <a:off x="7307144" y="265127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5" name="pt674"/>
          <p:cNvSpPr/>
          <p:nvPr/>
        </p:nvSpPr>
        <p:spPr>
          <a:xfrm>
            <a:off x="7606490" y="27235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6" name="pt675"/>
          <p:cNvSpPr/>
          <p:nvPr/>
        </p:nvSpPr>
        <p:spPr>
          <a:xfrm>
            <a:off x="7331034" y="21850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7" name="pt676"/>
          <p:cNvSpPr/>
          <p:nvPr/>
        </p:nvSpPr>
        <p:spPr>
          <a:xfrm>
            <a:off x="7569506" y="256271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8" name="pt677"/>
          <p:cNvSpPr/>
          <p:nvPr/>
        </p:nvSpPr>
        <p:spPr>
          <a:xfrm>
            <a:off x="7352823" y="32975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79" name="pt678"/>
          <p:cNvSpPr/>
          <p:nvPr/>
        </p:nvSpPr>
        <p:spPr>
          <a:xfrm>
            <a:off x="7615681" y="338302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0" name="pt679"/>
          <p:cNvSpPr/>
          <p:nvPr/>
        </p:nvSpPr>
        <p:spPr>
          <a:xfrm>
            <a:off x="7360644" y="198577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1" name="pt680"/>
          <p:cNvSpPr/>
          <p:nvPr/>
        </p:nvSpPr>
        <p:spPr>
          <a:xfrm>
            <a:off x="7575359" y="271092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2" name="pt681"/>
          <p:cNvSpPr/>
          <p:nvPr/>
        </p:nvSpPr>
        <p:spPr>
          <a:xfrm>
            <a:off x="7378842" y="22251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3" name="pt682"/>
          <p:cNvSpPr/>
          <p:nvPr/>
        </p:nvSpPr>
        <p:spPr>
          <a:xfrm>
            <a:off x="7676167" y="254952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4" name="pt683"/>
          <p:cNvSpPr/>
          <p:nvPr/>
        </p:nvSpPr>
        <p:spPr>
          <a:xfrm>
            <a:off x="7371978" y="232251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5" name="pt684"/>
          <p:cNvSpPr/>
          <p:nvPr/>
        </p:nvSpPr>
        <p:spPr>
          <a:xfrm>
            <a:off x="7601796" y="276335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6" name="pt685"/>
          <p:cNvSpPr/>
          <p:nvPr/>
        </p:nvSpPr>
        <p:spPr>
          <a:xfrm>
            <a:off x="7391722" y="218688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7" name="pt686"/>
          <p:cNvSpPr/>
          <p:nvPr/>
        </p:nvSpPr>
        <p:spPr>
          <a:xfrm>
            <a:off x="7653525" y="22174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8" name="pt687"/>
          <p:cNvSpPr/>
          <p:nvPr/>
        </p:nvSpPr>
        <p:spPr>
          <a:xfrm>
            <a:off x="7310923" y="221998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89" name="pt688"/>
          <p:cNvSpPr/>
          <p:nvPr/>
        </p:nvSpPr>
        <p:spPr>
          <a:xfrm>
            <a:off x="7651060" y="260630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0" name="pt689"/>
          <p:cNvSpPr/>
          <p:nvPr/>
        </p:nvSpPr>
        <p:spPr>
          <a:xfrm>
            <a:off x="7330678" y="245746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1" name="pt690"/>
          <p:cNvSpPr/>
          <p:nvPr/>
        </p:nvSpPr>
        <p:spPr>
          <a:xfrm>
            <a:off x="7570463" y="25286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2" name="pt691"/>
          <p:cNvSpPr/>
          <p:nvPr/>
        </p:nvSpPr>
        <p:spPr>
          <a:xfrm>
            <a:off x="7384285" y="23049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3" name="pt692"/>
          <p:cNvSpPr/>
          <p:nvPr/>
        </p:nvSpPr>
        <p:spPr>
          <a:xfrm>
            <a:off x="7677941" y="214558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4" name="pt693"/>
          <p:cNvSpPr/>
          <p:nvPr/>
        </p:nvSpPr>
        <p:spPr>
          <a:xfrm>
            <a:off x="7416169" y="265395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5" name="pt694"/>
          <p:cNvSpPr/>
          <p:nvPr/>
        </p:nvSpPr>
        <p:spPr>
          <a:xfrm>
            <a:off x="7656056" y="32203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6" name="pt695"/>
          <p:cNvSpPr/>
          <p:nvPr/>
        </p:nvSpPr>
        <p:spPr>
          <a:xfrm>
            <a:off x="7328554" y="295424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7" name="pt696"/>
          <p:cNvSpPr/>
          <p:nvPr/>
        </p:nvSpPr>
        <p:spPr>
          <a:xfrm>
            <a:off x="7608500" y="241560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8" name="pt697"/>
          <p:cNvSpPr/>
          <p:nvPr/>
        </p:nvSpPr>
        <p:spPr>
          <a:xfrm>
            <a:off x="7366615" y="243309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9" name="pt698"/>
          <p:cNvSpPr/>
          <p:nvPr/>
        </p:nvSpPr>
        <p:spPr>
          <a:xfrm>
            <a:off x="7650974" y="248909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0" name="pt699"/>
          <p:cNvSpPr/>
          <p:nvPr/>
        </p:nvSpPr>
        <p:spPr>
          <a:xfrm>
            <a:off x="7419918" y="24951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1" name="pt700"/>
          <p:cNvSpPr/>
          <p:nvPr/>
        </p:nvSpPr>
        <p:spPr>
          <a:xfrm>
            <a:off x="7555800" y="27555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2" name="pt701"/>
          <p:cNvSpPr/>
          <p:nvPr/>
        </p:nvSpPr>
        <p:spPr>
          <a:xfrm>
            <a:off x="7357064" y="255923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3" name="pt702"/>
          <p:cNvSpPr/>
          <p:nvPr/>
        </p:nvSpPr>
        <p:spPr>
          <a:xfrm>
            <a:off x="7627878" y="207064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4" name="pt703"/>
          <p:cNvSpPr/>
          <p:nvPr/>
        </p:nvSpPr>
        <p:spPr>
          <a:xfrm>
            <a:off x="7349517" y="15000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5" name="pt704"/>
          <p:cNvSpPr/>
          <p:nvPr/>
        </p:nvSpPr>
        <p:spPr>
          <a:xfrm>
            <a:off x="7569358" y="19232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6" name="pt705"/>
          <p:cNvSpPr/>
          <p:nvPr/>
        </p:nvSpPr>
        <p:spPr>
          <a:xfrm>
            <a:off x="7371374" y="210465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7" name="pt706"/>
          <p:cNvSpPr/>
          <p:nvPr/>
        </p:nvSpPr>
        <p:spPr>
          <a:xfrm>
            <a:off x="7612508" y="220392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8" name="pt707"/>
          <p:cNvSpPr/>
          <p:nvPr/>
        </p:nvSpPr>
        <p:spPr>
          <a:xfrm>
            <a:off x="7400786" y="18179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9" name="pt708"/>
          <p:cNvSpPr/>
          <p:nvPr/>
        </p:nvSpPr>
        <p:spPr>
          <a:xfrm>
            <a:off x="7577711" y="211622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0" name="pt709"/>
          <p:cNvSpPr/>
          <p:nvPr/>
        </p:nvSpPr>
        <p:spPr>
          <a:xfrm>
            <a:off x="7399958" y="27746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1" name="pt710"/>
          <p:cNvSpPr/>
          <p:nvPr/>
        </p:nvSpPr>
        <p:spPr>
          <a:xfrm>
            <a:off x="7623554" y="277471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2" name="pt711"/>
          <p:cNvSpPr/>
          <p:nvPr/>
        </p:nvSpPr>
        <p:spPr>
          <a:xfrm>
            <a:off x="7327898" y="21025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3" name="pt712"/>
          <p:cNvSpPr/>
          <p:nvPr/>
        </p:nvSpPr>
        <p:spPr>
          <a:xfrm>
            <a:off x="7657066" y="223028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4" name="pt713"/>
          <p:cNvSpPr/>
          <p:nvPr/>
        </p:nvSpPr>
        <p:spPr>
          <a:xfrm>
            <a:off x="7310928" y="229277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5" name="pt714"/>
          <p:cNvSpPr/>
          <p:nvPr/>
        </p:nvSpPr>
        <p:spPr>
          <a:xfrm>
            <a:off x="7631629" y="222875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6" name="pt715"/>
          <p:cNvSpPr/>
          <p:nvPr/>
        </p:nvSpPr>
        <p:spPr>
          <a:xfrm>
            <a:off x="7388563" y="27820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7" name="pt716"/>
          <p:cNvSpPr/>
          <p:nvPr/>
        </p:nvSpPr>
        <p:spPr>
          <a:xfrm>
            <a:off x="7609715" y="258415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8" name="pt717"/>
          <p:cNvSpPr/>
          <p:nvPr/>
        </p:nvSpPr>
        <p:spPr>
          <a:xfrm>
            <a:off x="7370780" y="182246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9" name="pt718"/>
          <p:cNvSpPr/>
          <p:nvPr/>
        </p:nvSpPr>
        <p:spPr>
          <a:xfrm>
            <a:off x="7662874" y="22933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0" name="pt719"/>
          <p:cNvSpPr/>
          <p:nvPr/>
        </p:nvSpPr>
        <p:spPr>
          <a:xfrm>
            <a:off x="7319385" y="252266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1" name="pt720"/>
          <p:cNvSpPr/>
          <p:nvPr/>
        </p:nvSpPr>
        <p:spPr>
          <a:xfrm>
            <a:off x="7637470" y="241212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2" name="pt721"/>
          <p:cNvSpPr/>
          <p:nvPr/>
        </p:nvSpPr>
        <p:spPr>
          <a:xfrm>
            <a:off x="7407200" y="234397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3" name="pt722"/>
          <p:cNvSpPr/>
          <p:nvPr/>
        </p:nvSpPr>
        <p:spPr>
          <a:xfrm>
            <a:off x="7649850" y="276895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4" name="pt723"/>
          <p:cNvSpPr/>
          <p:nvPr/>
        </p:nvSpPr>
        <p:spPr>
          <a:xfrm>
            <a:off x="7319030" y="244659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5" name="pt724"/>
          <p:cNvSpPr/>
          <p:nvPr/>
        </p:nvSpPr>
        <p:spPr>
          <a:xfrm>
            <a:off x="7564781" y="267057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6" name="pt725"/>
          <p:cNvSpPr/>
          <p:nvPr/>
        </p:nvSpPr>
        <p:spPr>
          <a:xfrm>
            <a:off x="7406523" y="216304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7" name="pt726"/>
          <p:cNvSpPr/>
          <p:nvPr/>
        </p:nvSpPr>
        <p:spPr>
          <a:xfrm>
            <a:off x="7563109" y="249299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8" name="pt727"/>
          <p:cNvSpPr/>
          <p:nvPr/>
        </p:nvSpPr>
        <p:spPr>
          <a:xfrm>
            <a:off x="7391368" y="215956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9" name="pt728"/>
          <p:cNvSpPr/>
          <p:nvPr/>
        </p:nvSpPr>
        <p:spPr>
          <a:xfrm>
            <a:off x="7648227" y="268652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0" name="pt729"/>
          <p:cNvSpPr/>
          <p:nvPr/>
        </p:nvSpPr>
        <p:spPr>
          <a:xfrm>
            <a:off x="7406535" y="246890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1" name="pt730"/>
          <p:cNvSpPr/>
          <p:nvPr/>
        </p:nvSpPr>
        <p:spPr>
          <a:xfrm>
            <a:off x="7622411" y="253211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2" name="pt731"/>
          <p:cNvSpPr/>
          <p:nvPr/>
        </p:nvSpPr>
        <p:spPr>
          <a:xfrm>
            <a:off x="7336749" y="20548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3" name="pt732"/>
          <p:cNvSpPr/>
          <p:nvPr/>
        </p:nvSpPr>
        <p:spPr>
          <a:xfrm>
            <a:off x="7656681" y="23082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4" name="pt733"/>
          <p:cNvSpPr/>
          <p:nvPr/>
        </p:nvSpPr>
        <p:spPr>
          <a:xfrm>
            <a:off x="7334872" y="26368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5" name="pt734"/>
          <p:cNvSpPr/>
          <p:nvPr/>
        </p:nvSpPr>
        <p:spPr>
          <a:xfrm>
            <a:off x="7653358" y="205250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6" name="pt735"/>
          <p:cNvSpPr/>
          <p:nvPr/>
        </p:nvSpPr>
        <p:spPr>
          <a:xfrm>
            <a:off x="7391894" y="187383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7" name="pt736"/>
          <p:cNvSpPr/>
          <p:nvPr/>
        </p:nvSpPr>
        <p:spPr>
          <a:xfrm>
            <a:off x="7663544" y="186407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8" name="pt737"/>
          <p:cNvSpPr/>
          <p:nvPr/>
        </p:nvSpPr>
        <p:spPr>
          <a:xfrm>
            <a:off x="7389715" y="235586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9" name="pt738"/>
          <p:cNvSpPr/>
          <p:nvPr/>
        </p:nvSpPr>
        <p:spPr>
          <a:xfrm>
            <a:off x="7599171" y="24469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0" name="pt739"/>
          <p:cNvSpPr/>
          <p:nvPr/>
        </p:nvSpPr>
        <p:spPr>
          <a:xfrm>
            <a:off x="7419926" y="249924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1" name="pt740"/>
          <p:cNvSpPr/>
          <p:nvPr/>
        </p:nvSpPr>
        <p:spPr>
          <a:xfrm>
            <a:off x="7569737" y="23038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2" name="pt741"/>
          <p:cNvSpPr/>
          <p:nvPr/>
        </p:nvSpPr>
        <p:spPr>
          <a:xfrm>
            <a:off x="7332553" y="177814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3" name="pt742"/>
          <p:cNvSpPr/>
          <p:nvPr/>
        </p:nvSpPr>
        <p:spPr>
          <a:xfrm>
            <a:off x="7661629" y="284936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4" name="pt743"/>
          <p:cNvSpPr/>
          <p:nvPr/>
        </p:nvSpPr>
        <p:spPr>
          <a:xfrm>
            <a:off x="7424224" y="29112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5" name="pt744"/>
          <p:cNvSpPr/>
          <p:nvPr/>
        </p:nvSpPr>
        <p:spPr>
          <a:xfrm>
            <a:off x="7577734" y="233518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6" name="pt745"/>
          <p:cNvSpPr/>
          <p:nvPr/>
        </p:nvSpPr>
        <p:spPr>
          <a:xfrm>
            <a:off x="7411693" y="257455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7" name="pt746"/>
          <p:cNvSpPr/>
          <p:nvPr/>
        </p:nvSpPr>
        <p:spPr>
          <a:xfrm>
            <a:off x="7659590" y="313923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8" name="pt747"/>
          <p:cNvSpPr/>
          <p:nvPr/>
        </p:nvSpPr>
        <p:spPr>
          <a:xfrm>
            <a:off x="7328402" y="237203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9" name="pt748"/>
          <p:cNvSpPr/>
          <p:nvPr/>
        </p:nvSpPr>
        <p:spPr>
          <a:xfrm>
            <a:off x="7566236" y="238543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0" name="pt749"/>
          <p:cNvSpPr/>
          <p:nvPr/>
        </p:nvSpPr>
        <p:spPr>
          <a:xfrm>
            <a:off x="7428996" y="241676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1" name="pt750"/>
          <p:cNvSpPr/>
          <p:nvPr/>
        </p:nvSpPr>
        <p:spPr>
          <a:xfrm>
            <a:off x="7574367" y="241035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2" name="pt751"/>
          <p:cNvSpPr/>
          <p:nvPr/>
        </p:nvSpPr>
        <p:spPr>
          <a:xfrm>
            <a:off x="7344011" y="23885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3" name="pt752"/>
          <p:cNvSpPr/>
          <p:nvPr/>
        </p:nvSpPr>
        <p:spPr>
          <a:xfrm>
            <a:off x="7586129" y="270546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4" name="pt753"/>
          <p:cNvSpPr/>
          <p:nvPr/>
        </p:nvSpPr>
        <p:spPr>
          <a:xfrm>
            <a:off x="7409673" y="24304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5" name="pt754"/>
          <p:cNvSpPr/>
          <p:nvPr/>
        </p:nvSpPr>
        <p:spPr>
          <a:xfrm>
            <a:off x="7603158" y="22897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6" name="pt755"/>
          <p:cNvSpPr/>
          <p:nvPr/>
        </p:nvSpPr>
        <p:spPr>
          <a:xfrm>
            <a:off x="7389791" y="287164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7" name="pt756"/>
          <p:cNvSpPr/>
          <p:nvPr/>
        </p:nvSpPr>
        <p:spPr>
          <a:xfrm>
            <a:off x="7594472" y="242813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8" name="pt757"/>
          <p:cNvSpPr/>
          <p:nvPr/>
        </p:nvSpPr>
        <p:spPr>
          <a:xfrm>
            <a:off x="7323161" y="27733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9" name="pt758"/>
          <p:cNvSpPr/>
          <p:nvPr/>
        </p:nvSpPr>
        <p:spPr>
          <a:xfrm>
            <a:off x="7603558" y="20172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0" name="pt759"/>
          <p:cNvSpPr/>
          <p:nvPr/>
        </p:nvSpPr>
        <p:spPr>
          <a:xfrm>
            <a:off x="7322813" y="301106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1" name="pt760"/>
          <p:cNvSpPr/>
          <p:nvPr/>
        </p:nvSpPr>
        <p:spPr>
          <a:xfrm>
            <a:off x="7605011" y="31837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2" name="pt761"/>
          <p:cNvSpPr/>
          <p:nvPr/>
        </p:nvSpPr>
        <p:spPr>
          <a:xfrm>
            <a:off x="7348115" y="27498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3" name="pt762"/>
          <p:cNvSpPr/>
          <p:nvPr/>
        </p:nvSpPr>
        <p:spPr>
          <a:xfrm>
            <a:off x="7594909" y="262044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4" name="pt763"/>
          <p:cNvSpPr/>
          <p:nvPr/>
        </p:nvSpPr>
        <p:spPr>
          <a:xfrm>
            <a:off x="7311679" y="260037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5" name="pt764"/>
          <p:cNvSpPr/>
          <p:nvPr/>
        </p:nvSpPr>
        <p:spPr>
          <a:xfrm>
            <a:off x="7607129" y="240080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6" name="pt765"/>
          <p:cNvSpPr/>
          <p:nvPr/>
        </p:nvSpPr>
        <p:spPr>
          <a:xfrm>
            <a:off x="7428346" y="246811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7" name="pt766"/>
          <p:cNvSpPr/>
          <p:nvPr/>
        </p:nvSpPr>
        <p:spPr>
          <a:xfrm>
            <a:off x="7676009" y="234473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8" name="pt767"/>
          <p:cNvSpPr/>
          <p:nvPr/>
        </p:nvSpPr>
        <p:spPr>
          <a:xfrm>
            <a:off x="7382672" y="25624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9" name="pt768"/>
          <p:cNvSpPr/>
          <p:nvPr/>
        </p:nvSpPr>
        <p:spPr>
          <a:xfrm>
            <a:off x="7612412" y="281848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0" name="pt769"/>
          <p:cNvSpPr/>
          <p:nvPr/>
        </p:nvSpPr>
        <p:spPr>
          <a:xfrm>
            <a:off x="7407357" y="24093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1" name="pt770"/>
          <p:cNvSpPr/>
          <p:nvPr/>
        </p:nvSpPr>
        <p:spPr>
          <a:xfrm>
            <a:off x="7658218" y="222048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2" name="pt771"/>
          <p:cNvSpPr/>
          <p:nvPr/>
        </p:nvSpPr>
        <p:spPr>
          <a:xfrm>
            <a:off x="7423559" y="269281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3" name="pt772"/>
          <p:cNvSpPr/>
          <p:nvPr/>
        </p:nvSpPr>
        <p:spPr>
          <a:xfrm>
            <a:off x="7675748" y="241458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4" name="pt773"/>
          <p:cNvSpPr/>
          <p:nvPr/>
        </p:nvSpPr>
        <p:spPr>
          <a:xfrm>
            <a:off x="7319203" y="274144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5" name="pt774"/>
          <p:cNvSpPr/>
          <p:nvPr/>
        </p:nvSpPr>
        <p:spPr>
          <a:xfrm>
            <a:off x="7583367" y="290526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6" name="pt775"/>
          <p:cNvSpPr/>
          <p:nvPr/>
        </p:nvSpPr>
        <p:spPr>
          <a:xfrm>
            <a:off x="7339107" y="274021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7" name="pt776"/>
          <p:cNvSpPr/>
          <p:nvPr/>
        </p:nvSpPr>
        <p:spPr>
          <a:xfrm>
            <a:off x="7588060" y="234638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8" name="pt777"/>
          <p:cNvSpPr/>
          <p:nvPr/>
        </p:nvSpPr>
        <p:spPr>
          <a:xfrm>
            <a:off x="7384442" y="260653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9" name="pt778"/>
          <p:cNvSpPr/>
          <p:nvPr/>
        </p:nvSpPr>
        <p:spPr>
          <a:xfrm>
            <a:off x="7628811" y="272863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0" name="pt779"/>
          <p:cNvSpPr/>
          <p:nvPr/>
        </p:nvSpPr>
        <p:spPr>
          <a:xfrm>
            <a:off x="7352659" y="218584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1" name="pt780"/>
          <p:cNvSpPr/>
          <p:nvPr/>
        </p:nvSpPr>
        <p:spPr>
          <a:xfrm>
            <a:off x="7678276" y="23152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2" name="pt781"/>
          <p:cNvSpPr/>
          <p:nvPr/>
        </p:nvSpPr>
        <p:spPr>
          <a:xfrm>
            <a:off x="7310826" y="23801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3" name="pt782"/>
          <p:cNvSpPr/>
          <p:nvPr/>
        </p:nvSpPr>
        <p:spPr>
          <a:xfrm>
            <a:off x="7647009" y="255779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4" name="pt783"/>
          <p:cNvSpPr/>
          <p:nvPr/>
        </p:nvSpPr>
        <p:spPr>
          <a:xfrm>
            <a:off x="7416531" y="25801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5" name="pt784"/>
          <p:cNvSpPr/>
          <p:nvPr/>
        </p:nvSpPr>
        <p:spPr>
          <a:xfrm>
            <a:off x="7636289" y="250112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6" name="pt785"/>
          <p:cNvSpPr/>
          <p:nvPr/>
        </p:nvSpPr>
        <p:spPr>
          <a:xfrm>
            <a:off x="7330058" y="25589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7" name="pt786"/>
          <p:cNvSpPr/>
          <p:nvPr/>
        </p:nvSpPr>
        <p:spPr>
          <a:xfrm>
            <a:off x="7590043" y="26152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8" name="pt787"/>
          <p:cNvSpPr/>
          <p:nvPr/>
        </p:nvSpPr>
        <p:spPr>
          <a:xfrm>
            <a:off x="7393377" y="180944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9" name="pt788"/>
          <p:cNvSpPr/>
          <p:nvPr/>
        </p:nvSpPr>
        <p:spPr>
          <a:xfrm>
            <a:off x="7679654" y="202535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0" name="pt789"/>
          <p:cNvSpPr/>
          <p:nvPr/>
        </p:nvSpPr>
        <p:spPr>
          <a:xfrm>
            <a:off x="7386816" y="19067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1" name="pt790"/>
          <p:cNvSpPr/>
          <p:nvPr/>
        </p:nvSpPr>
        <p:spPr>
          <a:xfrm>
            <a:off x="7569368" y="229818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2" name="pt791"/>
          <p:cNvSpPr/>
          <p:nvPr/>
        </p:nvSpPr>
        <p:spPr>
          <a:xfrm>
            <a:off x="7369335" y="150649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3" name="pt792"/>
          <p:cNvSpPr/>
          <p:nvPr/>
        </p:nvSpPr>
        <p:spPr>
          <a:xfrm>
            <a:off x="7609719" y="166650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4" name="pt793"/>
          <p:cNvSpPr/>
          <p:nvPr/>
        </p:nvSpPr>
        <p:spPr>
          <a:xfrm>
            <a:off x="7361067" y="22763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5" name="pt794"/>
          <p:cNvSpPr/>
          <p:nvPr/>
        </p:nvSpPr>
        <p:spPr>
          <a:xfrm>
            <a:off x="7642989" y="233493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6" name="pt795"/>
          <p:cNvSpPr/>
          <p:nvPr/>
        </p:nvSpPr>
        <p:spPr>
          <a:xfrm>
            <a:off x="7392821" y="202819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7" name="pt796"/>
          <p:cNvSpPr/>
          <p:nvPr/>
        </p:nvSpPr>
        <p:spPr>
          <a:xfrm>
            <a:off x="7613477" y="212244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8" name="pt797"/>
          <p:cNvSpPr/>
          <p:nvPr/>
        </p:nvSpPr>
        <p:spPr>
          <a:xfrm>
            <a:off x="7343745" y="233216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99" name="pt798"/>
          <p:cNvSpPr/>
          <p:nvPr/>
        </p:nvSpPr>
        <p:spPr>
          <a:xfrm>
            <a:off x="7572846" y="256352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0" name="pt799"/>
          <p:cNvSpPr/>
          <p:nvPr/>
        </p:nvSpPr>
        <p:spPr>
          <a:xfrm>
            <a:off x="7405885" y="295573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1" name="pt800"/>
          <p:cNvSpPr/>
          <p:nvPr/>
        </p:nvSpPr>
        <p:spPr>
          <a:xfrm>
            <a:off x="7613537" y="30029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2" name="pt801"/>
          <p:cNvSpPr/>
          <p:nvPr/>
        </p:nvSpPr>
        <p:spPr>
          <a:xfrm>
            <a:off x="7350055" y="256226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3" name="pt802"/>
          <p:cNvSpPr/>
          <p:nvPr/>
        </p:nvSpPr>
        <p:spPr>
          <a:xfrm>
            <a:off x="7673595" y="24483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4" name="pt803"/>
          <p:cNvSpPr/>
          <p:nvPr/>
        </p:nvSpPr>
        <p:spPr>
          <a:xfrm>
            <a:off x="7335554" y="183090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5" name="pt804"/>
          <p:cNvSpPr/>
          <p:nvPr/>
        </p:nvSpPr>
        <p:spPr>
          <a:xfrm>
            <a:off x="7621054" y="215188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6" name="pt805"/>
          <p:cNvSpPr/>
          <p:nvPr/>
        </p:nvSpPr>
        <p:spPr>
          <a:xfrm>
            <a:off x="7310844" y="245640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7" name="pt806"/>
          <p:cNvSpPr/>
          <p:nvPr/>
        </p:nvSpPr>
        <p:spPr>
          <a:xfrm>
            <a:off x="7561123" y="25117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8" name="pt807"/>
          <p:cNvSpPr/>
          <p:nvPr/>
        </p:nvSpPr>
        <p:spPr>
          <a:xfrm>
            <a:off x="7330860" y="228089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09" name="pt808"/>
          <p:cNvSpPr/>
          <p:nvPr/>
        </p:nvSpPr>
        <p:spPr>
          <a:xfrm>
            <a:off x="7663771" y="229575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0" name="pt809"/>
          <p:cNvSpPr/>
          <p:nvPr/>
        </p:nvSpPr>
        <p:spPr>
          <a:xfrm>
            <a:off x="7364407" y="19809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1" name="pt810"/>
          <p:cNvSpPr/>
          <p:nvPr/>
        </p:nvSpPr>
        <p:spPr>
          <a:xfrm>
            <a:off x="7678819" y="202235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2" name="pt811"/>
          <p:cNvSpPr/>
          <p:nvPr/>
        </p:nvSpPr>
        <p:spPr>
          <a:xfrm>
            <a:off x="7360797" y="210391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3" name="pt812"/>
          <p:cNvSpPr/>
          <p:nvPr/>
        </p:nvSpPr>
        <p:spPr>
          <a:xfrm>
            <a:off x="7599749" y="25049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4" name="pt813"/>
          <p:cNvSpPr/>
          <p:nvPr/>
        </p:nvSpPr>
        <p:spPr>
          <a:xfrm>
            <a:off x="7360701" y="239920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5" name="pt814"/>
          <p:cNvSpPr/>
          <p:nvPr/>
        </p:nvSpPr>
        <p:spPr>
          <a:xfrm>
            <a:off x="7598064" y="272136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6" name="pt815"/>
          <p:cNvSpPr/>
          <p:nvPr/>
        </p:nvSpPr>
        <p:spPr>
          <a:xfrm>
            <a:off x="7421750" y="23083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7" name="pt816"/>
          <p:cNvSpPr/>
          <p:nvPr/>
        </p:nvSpPr>
        <p:spPr>
          <a:xfrm>
            <a:off x="7600016" y="19501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8" name="pt817"/>
          <p:cNvSpPr/>
          <p:nvPr/>
        </p:nvSpPr>
        <p:spPr>
          <a:xfrm>
            <a:off x="7340441" y="26245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19" name="pt818"/>
          <p:cNvSpPr/>
          <p:nvPr/>
        </p:nvSpPr>
        <p:spPr>
          <a:xfrm>
            <a:off x="7631017" y="217462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0" name="pt819"/>
          <p:cNvSpPr/>
          <p:nvPr/>
        </p:nvSpPr>
        <p:spPr>
          <a:xfrm>
            <a:off x="7371118" y="306340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1" name="pt820"/>
          <p:cNvSpPr/>
          <p:nvPr/>
        </p:nvSpPr>
        <p:spPr>
          <a:xfrm>
            <a:off x="7570560" y="238222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2" name="pt821"/>
          <p:cNvSpPr/>
          <p:nvPr/>
        </p:nvSpPr>
        <p:spPr>
          <a:xfrm>
            <a:off x="7428869" y="213562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3" name="pt822"/>
          <p:cNvSpPr/>
          <p:nvPr/>
        </p:nvSpPr>
        <p:spPr>
          <a:xfrm>
            <a:off x="7656263" y="26285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4" name="pt823"/>
          <p:cNvSpPr/>
          <p:nvPr/>
        </p:nvSpPr>
        <p:spPr>
          <a:xfrm>
            <a:off x="7396740" y="23020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5" name="pt824"/>
          <p:cNvSpPr/>
          <p:nvPr/>
        </p:nvSpPr>
        <p:spPr>
          <a:xfrm>
            <a:off x="7556771" y="245713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6" name="pt825"/>
          <p:cNvSpPr/>
          <p:nvPr/>
        </p:nvSpPr>
        <p:spPr>
          <a:xfrm>
            <a:off x="7347354" y="214970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7" name="pt826"/>
          <p:cNvSpPr/>
          <p:nvPr/>
        </p:nvSpPr>
        <p:spPr>
          <a:xfrm>
            <a:off x="7675534" y="229972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8" name="pt827"/>
          <p:cNvSpPr/>
          <p:nvPr/>
        </p:nvSpPr>
        <p:spPr>
          <a:xfrm>
            <a:off x="7322520" y="269259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9" name="pt828"/>
          <p:cNvSpPr/>
          <p:nvPr/>
        </p:nvSpPr>
        <p:spPr>
          <a:xfrm>
            <a:off x="7602356" y="26117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0" name="pt829"/>
          <p:cNvSpPr/>
          <p:nvPr/>
        </p:nvSpPr>
        <p:spPr>
          <a:xfrm>
            <a:off x="7385324" y="26413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1" name="pt830"/>
          <p:cNvSpPr/>
          <p:nvPr/>
        </p:nvSpPr>
        <p:spPr>
          <a:xfrm>
            <a:off x="7563261" y="26241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2" name="pt831"/>
          <p:cNvSpPr/>
          <p:nvPr/>
        </p:nvSpPr>
        <p:spPr>
          <a:xfrm>
            <a:off x="7313178" y="246795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3" name="pt832"/>
          <p:cNvSpPr/>
          <p:nvPr/>
        </p:nvSpPr>
        <p:spPr>
          <a:xfrm>
            <a:off x="7649792" y="264086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4" name="pt833"/>
          <p:cNvSpPr/>
          <p:nvPr/>
        </p:nvSpPr>
        <p:spPr>
          <a:xfrm>
            <a:off x="7424195" y="25681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5" name="pt834"/>
          <p:cNvSpPr/>
          <p:nvPr/>
        </p:nvSpPr>
        <p:spPr>
          <a:xfrm>
            <a:off x="7629638" y="27615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6" name="pt835"/>
          <p:cNvSpPr/>
          <p:nvPr/>
        </p:nvSpPr>
        <p:spPr>
          <a:xfrm>
            <a:off x="7319605" y="254834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7" name="pt836"/>
          <p:cNvSpPr/>
          <p:nvPr/>
        </p:nvSpPr>
        <p:spPr>
          <a:xfrm>
            <a:off x="7670236" y="228861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8" name="pt837"/>
          <p:cNvSpPr/>
          <p:nvPr/>
        </p:nvSpPr>
        <p:spPr>
          <a:xfrm>
            <a:off x="7340938" y="198078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9" name="pt838"/>
          <p:cNvSpPr/>
          <p:nvPr/>
        </p:nvSpPr>
        <p:spPr>
          <a:xfrm>
            <a:off x="7618196" y="245832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0" name="pt839"/>
          <p:cNvSpPr/>
          <p:nvPr/>
        </p:nvSpPr>
        <p:spPr>
          <a:xfrm>
            <a:off x="7336724" y="25688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1" name="pt840"/>
          <p:cNvSpPr/>
          <p:nvPr/>
        </p:nvSpPr>
        <p:spPr>
          <a:xfrm>
            <a:off x="7573668" y="29359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2" name="pt841"/>
          <p:cNvSpPr/>
          <p:nvPr/>
        </p:nvSpPr>
        <p:spPr>
          <a:xfrm>
            <a:off x="7425809" y="245025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3" name="pt842"/>
          <p:cNvSpPr/>
          <p:nvPr/>
        </p:nvSpPr>
        <p:spPr>
          <a:xfrm>
            <a:off x="7614824" y="22608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4" name="pt843"/>
          <p:cNvSpPr/>
          <p:nvPr/>
        </p:nvSpPr>
        <p:spPr>
          <a:xfrm>
            <a:off x="7414165" y="239083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5" name="pt844"/>
          <p:cNvSpPr/>
          <p:nvPr/>
        </p:nvSpPr>
        <p:spPr>
          <a:xfrm>
            <a:off x="7597344" y="295693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6" name="pt845"/>
          <p:cNvSpPr/>
          <p:nvPr/>
        </p:nvSpPr>
        <p:spPr>
          <a:xfrm>
            <a:off x="7402826" y="26600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7" name="pt846"/>
          <p:cNvSpPr/>
          <p:nvPr/>
        </p:nvSpPr>
        <p:spPr>
          <a:xfrm>
            <a:off x="7665232" y="21989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8" name="pt847"/>
          <p:cNvSpPr/>
          <p:nvPr/>
        </p:nvSpPr>
        <p:spPr>
          <a:xfrm>
            <a:off x="7389015" y="19897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9" name="pt848"/>
          <p:cNvSpPr/>
          <p:nvPr/>
        </p:nvSpPr>
        <p:spPr>
          <a:xfrm>
            <a:off x="7611041" y="221830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0" name="pt849"/>
          <p:cNvSpPr/>
          <p:nvPr/>
        </p:nvSpPr>
        <p:spPr>
          <a:xfrm>
            <a:off x="7408641" y="26065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1" name="pt850"/>
          <p:cNvSpPr/>
          <p:nvPr/>
        </p:nvSpPr>
        <p:spPr>
          <a:xfrm>
            <a:off x="7588388" y="266344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2" name="pt851"/>
          <p:cNvSpPr/>
          <p:nvPr/>
        </p:nvSpPr>
        <p:spPr>
          <a:xfrm>
            <a:off x="7325372" y="241108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3" name="pt852"/>
          <p:cNvSpPr/>
          <p:nvPr/>
        </p:nvSpPr>
        <p:spPr>
          <a:xfrm>
            <a:off x="7613216" y="26816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4" name="pt853"/>
          <p:cNvSpPr/>
          <p:nvPr/>
        </p:nvSpPr>
        <p:spPr>
          <a:xfrm>
            <a:off x="7386175" y="261530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5" name="pt854"/>
          <p:cNvSpPr/>
          <p:nvPr/>
        </p:nvSpPr>
        <p:spPr>
          <a:xfrm>
            <a:off x="7654269" y="22896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6" name="pt855"/>
          <p:cNvSpPr/>
          <p:nvPr/>
        </p:nvSpPr>
        <p:spPr>
          <a:xfrm>
            <a:off x="7395402" y="242785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7" name="pt856"/>
          <p:cNvSpPr/>
          <p:nvPr/>
        </p:nvSpPr>
        <p:spPr>
          <a:xfrm>
            <a:off x="7625377" y="22187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8" name="pt857"/>
          <p:cNvSpPr/>
          <p:nvPr/>
        </p:nvSpPr>
        <p:spPr>
          <a:xfrm>
            <a:off x="7386430" y="26159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59" name="pt858"/>
          <p:cNvSpPr/>
          <p:nvPr/>
        </p:nvSpPr>
        <p:spPr>
          <a:xfrm>
            <a:off x="7660187" y="240267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0" name="pt859"/>
          <p:cNvSpPr/>
          <p:nvPr/>
        </p:nvSpPr>
        <p:spPr>
          <a:xfrm>
            <a:off x="7395131" y="209803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1" name="pt860"/>
          <p:cNvSpPr/>
          <p:nvPr/>
        </p:nvSpPr>
        <p:spPr>
          <a:xfrm>
            <a:off x="7592478" y="219606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2" name="pt861"/>
          <p:cNvSpPr/>
          <p:nvPr/>
        </p:nvSpPr>
        <p:spPr>
          <a:xfrm>
            <a:off x="7350545" y="23224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3" name="pt862"/>
          <p:cNvSpPr/>
          <p:nvPr/>
        </p:nvSpPr>
        <p:spPr>
          <a:xfrm>
            <a:off x="7590645" y="273769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4" name="pt863"/>
          <p:cNvSpPr/>
          <p:nvPr/>
        </p:nvSpPr>
        <p:spPr>
          <a:xfrm>
            <a:off x="7351396" y="254729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5" name="pt864"/>
          <p:cNvSpPr/>
          <p:nvPr/>
        </p:nvSpPr>
        <p:spPr>
          <a:xfrm>
            <a:off x="7598267" y="21779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6" name="pt865"/>
          <p:cNvSpPr/>
          <p:nvPr/>
        </p:nvSpPr>
        <p:spPr>
          <a:xfrm>
            <a:off x="7349098" y="19246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7" name="pt866"/>
          <p:cNvSpPr/>
          <p:nvPr/>
        </p:nvSpPr>
        <p:spPr>
          <a:xfrm>
            <a:off x="7593466" y="212187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8" name="pt867"/>
          <p:cNvSpPr/>
          <p:nvPr/>
        </p:nvSpPr>
        <p:spPr>
          <a:xfrm>
            <a:off x="7388904" y="222567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69" name="pt868"/>
          <p:cNvSpPr/>
          <p:nvPr/>
        </p:nvSpPr>
        <p:spPr>
          <a:xfrm>
            <a:off x="7574776" y="23897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0" name="pt869"/>
          <p:cNvSpPr/>
          <p:nvPr/>
        </p:nvSpPr>
        <p:spPr>
          <a:xfrm>
            <a:off x="7388261" y="239924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1" name="pt870"/>
          <p:cNvSpPr/>
          <p:nvPr/>
        </p:nvSpPr>
        <p:spPr>
          <a:xfrm>
            <a:off x="7608302" y="255803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2" name="pt871"/>
          <p:cNvSpPr/>
          <p:nvPr/>
        </p:nvSpPr>
        <p:spPr>
          <a:xfrm>
            <a:off x="7349951" y="305003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3" name="pt872"/>
          <p:cNvSpPr/>
          <p:nvPr/>
        </p:nvSpPr>
        <p:spPr>
          <a:xfrm>
            <a:off x="7668408" y="305208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4" name="pt873"/>
          <p:cNvSpPr/>
          <p:nvPr/>
        </p:nvSpPr>
        <p:spPr>
          <a:xfrm>
            <a:off x="7331001" y="37312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5" name="pt874"/>
          <p:cNvSpPr/>
          <p:nvPr/>
        </p:nvSpPr>
        <p:spPr>
          <a:xfrm>
            <a:off x="7618557" y="340530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6" name="pt875"/>
          <p:cNvSpPr/>
          <p:nvPr/>
        </p:nvSpPr>
        <p:spPr>
          <a:xfrm>
            <a:off x="7429927" y="209585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7" name="pt876"/>
          <p:cNvSpPr/>
          <p:nvPr/>
        </p:nvSpPr>
        <p:spPr>
          <a:xfrm>
            <a:off x="7607721" y="236769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8" name="pt877"/>
          <p:cNvSpPr/>
          <p:nvPr/>
        </p:nvSpPr>
        <p:spPr>
          <a:xfrm>
            <a:off x="7394343" y="174985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79" name="pt878"/>
          <p:cNvSpPr/>
          <p:nvPr/>
        </p:nvSpPr>
        <p:spPr>
          <a:xfrm>
            <a:off x="7587850" y="21299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0" name="pt879"/>
          <p:cNvSpPr/>
          <p:nvPr/>
        </p:nvSpPr>
        <p:spPr>
          <a:xfrm>
            <a:off x="7353996" y="28449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1" name="pt880"/>
          <p:cNvSpPr/>
          <p:nvPr/>
        </p:nvSpPr>
        <p:spPr>
          <a:xfrm>
            <a:off x="7665064" y="241021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2" name="pt881"/>
          <p:cNvSpPr/>
          <p:nvPr/>
        </p:nvSpPr>
        <p:spPr>
          <a:xfrm>
            <a:off x="7337593" y="256511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3" name="pt882"/>
          <p:cNvSpPr/>
          <p:nvPr/>
        </p:nvSpPr>
        <p:spPr>
          <a:xfrm>
            <a:off x="7567016" y="227397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4" name="pt883"/>
          <p:cNvSpPr/>
          <p:nvPr/>
        </p:nvSpPr>
        <p:spPr>
          <a:xfrm>
            <a:off x="7340831" y="228777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5" name="pt884"/>
          <p:cNvSpPr/>
          <p:nvPr/>
        </p:nvSpPr>
        <p:spPr>
          <a:xfrm>
            <a:off x="7576370" y="225649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6" name="pt885"/>
          <p:cNvSpPr/>
          <p:nvPr/>
        </p:nvSpPr>
        <p:spPr>
          <a:xfrm>
            <a:off x="7404324" y="253340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7" name="pt886"/>
          <p:cNvSpPr/>
          <p:nvPr/>
        </p:nvSpPr>
        <p:spPr>
          <a:xfrm>
            <a:off x="7576590" y="237988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8" name="pt887"/>
          <p:cNvSpPr/>
          <p:nvPr/>
        </p:nvSpPr>
        <p:spPr>
          <a:xfrm>
            <a:off x="7410726" y="228765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89" name="pt888"/>
          <p:cNvSpPr/>
          <p:nvPr/>
        </p:nvSpPr>
        <p:spPr>
          <a:xfrm>
            <a:off x="7624717" y="23716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0" name="pl889"/>
          <p:cNvSpPr/>
          <p:nvPr/>
        </p:nvSpPr>
        <p:spPr>
          <a:xfrm>
            <a:off x="2191722" y="2121945"/>
            <a:ext cx="0" cy="531937"/>
          </a:xfrm>
          <a:custGeom>
            <a:avLst/>
            <a:gdLst/>
            <a:ahLst/>
            <a:cxnLst/>
            <a:rect l="0" t="0" r="0" b="0"/>
            <a:pathLst>
              <a:path h="531937">
                <a:moveTo>
                  <a:pt x="0" y="53193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1" name="pl890"/>
          <p:cNvSpPr/>
          <p:nvPr/>
        </p:nvSpPr>
        <p:spPr>
          <a:xfrm>
            <a:off x="2191722" y="3127036"/>
            <a:ext cx="0" cy="682904"/>
          </a:xfrm>
          <a:custGeom>
            <a:avLst/>
            <a:gdLst/>
            <a:ahLst/>
            <a:cxnLst/>
            <a:rect l="0" t="0" r="0" b="0"/>
            <a:pathLst>
              <a:path h="682904">
                <a:moveTo>
                  <a:pt x="0" y="0"/>
                </a:moveTo>
                <a:lnTo>
                  <a:pt x="0" y="682904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2" name="pg891"/>
          <p:cNvSpPr/>
          <p:nvPr/>
        </p:nvSpPr>
        <p:spPr>
          <a:xfrm>
            <a:off x="2066500" y="2653882"/>
            <a:ext cx="250443" cy="473153"/>
          </a:xfrm>
          <a:custGeom>
            <a:avLst/>
            <a:gdLst/>
            <a:ahLst/>
            <a:cxnLst/>
            <a:rect l="0" t="0" r="0" b="0"/>
            <a:pathLst>
              <a:path w="250443" h="473153">
                <a:moveTo>
                  <a:pt x="0" y="0"/>
                </a:moveTo>
                <a:lnTo>
                  <a:pt x="0" y="473153"/>
                </a:lnTo>
                <a:lnTo>
                  <a:pt x="250443" y="473153"/>
                </a:lnTo>
                <a:lnTo>
                  <a:pt x="250443" y="0"/>
                </a:lnTo>
                <a:close/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893" name="pl892"/>
          <p:cNvSpPr/>
          <p:nvPr/>
        </p:nvSpPr>
        <p:spPr>
          <a:xfrm>
            <a:off x="2066500" y="2925396"/>
            <a:ext cx="250443" cy="0"/>
          </a:xfrm>
          <a:custGeom>
            <a:avLst/>
            <a:gdLst/>
            <a:ahLst/>
            <a:cxnLst/>
            <a:rect l="0" t="0" r="0" b="0"/>
            <a:pathLst>
              <a:path w="250443">
                <a:moveTo>
                  <a:pt x="0" y="0"/>
                </a:moveTo>
                <a:lnTo>
                  <a:pt x="250443" y="0"/>
                </a:lnTo>
              </a:path>
            </a:pathLst>
          </a:custGeom>
          <a:ln w="43362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894" name="pl893"/>
          <p:cNvSpPr/>
          <p:nvPr/>
        </p:nvSpPr>
        <p:spPr>
          <a:xfrm>
            <a:off x="3927661" y="1861947"/>
            <a:ext cx="0" cy="504935"/>
          </a:xfrm>
          <a:custGeom>
            <a:avLst/>
            <a:gdLst/>
            <a:ahLst/>
            <a:cxnLst/>
            <a:rect l="0" t="0" r="0" b="0"/>
            <a:pathLst>
              <a:path h="504935">
                <a:moveTo>
                  <a:pt x="0" y="504935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5" name="pl894"/>
          <p:cNvSpPr/>
          <p:nvPr/>
        </p:nvSpPr>
        <p:spPr>
          <a:xfrm>
            <a:off x="3927661" y="2855857"/>
            <a:ext cx="0" cy="704675"/>
          </a:xfrm>
          <a:custGeom>
            <a:avLst/>
            <a:gdLst/>
            <a:ahLst/>
            <a:cxnLst/>
            <a:rect l="0" t="0" r="0" b="0"/>
            <a:pathLst>
              <a:path h="704675">
                <a:moveTo>
                  <a:pt x="0" y="0"/>
                </a:moveTo>
                <a:lnTo>
                  <a:pt x="0" y="704675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6" name="pg895"/>
          <p:cNvSpPr/>
          <p:nvPr/>
        </p:nvSpPr>
        <p:spPr>
          <a:xfrm>
            <a:off x="3802440" y="2366882"/>
            <a:ext cx="250443" cy="488975"/>
          </a:xfrm>
          <a:custGeom>
            <a:avLst/>
            <a:gdLst/>
            <a:ahLst/>
            <a:cxnLst/>
            <a:rect l="0" t="0" r="0" b="0"/>
            <a:pathLst>
              <a:path w="250443" h="488975">
                <a:moveTo>
                  <a:pt x="0" y="0"/>
                </a:moveTo>
                <a:lnTo>
                  <a:pt x="0" y="488975"/>
                </a:lnTo>
                <a:lnTo>
                  <a:pt x="250443" y="488975"/>
                </a:lnTo>
                <a:lnTo>
                  <a:pt x="250443" y="0"/>
                </a:lnTo>
                <a:close/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897" name="pl896"/>
          <p:cNvSpPr/>
          <p:nvPr/>
        </p:nvSpPr>
        <p:spPr>
          <a:xfrm>
            <a:off x="3802440" y="2558291"/>
            <a:ext cx="250443" cy="0"/>
          </a:xfrm>
          <a:custGeom>
            <a:avLst/>
            <a:gdLst/>
            <a:ahLst/>
            <a:cxnLst/>
            <a:rect l="0" t="0" r="0" b="0"/>
            <a:pathLst>
              <a:path w="250443">
                <a:moveTo>
                  <a:pt x="0" y="0"/>
                </a:moveTo>
                <a:lnTo>
                  <a:pt x="250443" y="0"/>
                </a:lnTo>
              </a:path>
            </a:pathLst>
          </a:custGeom>
          <a:ln w="43362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898" name="pl897"/>
          <p:cNvSpPr/>
          <p:nvPr/>
        </p:nvSpPr>
        <p:spPr>
          <a:xfrm>
            <a:off x="5663601" y="1373694"/>
            <a:ext cx="0" cy="668384"/>
          </a:xfrm>
          <a:custGeom>
            <a:avLst/>
            <a:gdLst/>
            <a:ahLst/>
            <a:cxnLst/>
            <a:rect l="0" t="0" r="0" b="0"/>
            <a:pathLst>
              <a:path h="668384">
                <a:moveTo>
                  <a:pt x="0" y="668384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9" name="pl898"/>
          <p:cNvSpPr/>
          <p:nvPr/>
        </p:nvSpPr>
        <p:spPr>
          <a:xfrm>
            <a:off x="5663601" y="2659001"/>
            <a:ext cx="0" cy="920166"/>
          </a:xfrm>
          <a:custGeom>
            <a:avLst/>
            <a:gdLst/>
            <a:ahLst/>
            <a:cxnLst/>
            <a:rect l="0" t="0" r="0" b="0"/>
            <a:pathLst>
              <a:path h="920166">
                <a:moveTo>
                  <a:pt x="0" y="0"/>
                </a:moveTo>
                <a:lnTo>
                  <a:pt x="0" y="920166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00" name="pg899"/>
          <p:cNvSpPr/>
          <p:nvPr/>
        </p:nvSpPr>
        <p:spPr>
          <a:xfrm>
            <a:off x="5538380" y="2042078"/>
            <a:ext cx="250443" cy="616922"/>
          </a:xfrm>
          <a:custGeom>
            <a:avLst/>
            <a:gdLst/>
            <a:ahLst/>
            <a:cxnLst/>
            <a:rect l="0" t="0" r="0" b="0"/>
            <a:pathLst>
              <a:path w="250443" h="616922">
                <a:moveTo>
                  <a:pt x="0" y="0"/>
                </a:moveTo>
                <a:lnTo>
                  <a:pt x="0" y="616922"/>
                </a:lnTo>
                <a:lnTo>
                  <a:pt x="250443" y="616922"/>
                </a:lnTo>
                <a:lnTo>
                  <a:pt x="250443" y="0"/>
                </a:lnTo>
                <a:close/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01" name="pl900"/>
          <p:cNvSpPr/>
          <p:nvPr/>
        </p:nvSpPr>
        <p:spPr>
          <a:xfrm>
            <a:off x="5538380" y="2337826"/>
            <a:ext cx="250443" cy="0"/>
          </a:xfrm>
          <a:custGeom>
            <a:avLst/>
            <a:gdLst/>
            <a:ahLst/>
            <a:cxnLst/>
            <a:rect l="0" t="0" r="0" b="0"/>
            <a:pathLst>
              <a:path w="250443">
                <a:moveTo>
                  <a:pt x="0" y="0"/>
                </a:moveTo>
                <a:lnTo>
                  <a:pt x="250443" y="0"/>
                </a:lnTo>
              </a:path>
            </a:pathLst>
          </a:custGeom>
          <a:ln w="43362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02" name="pl901"/>
          <p:cNvSpPr/>
          <p:nvPr/>
        </p:nvSpPr>
        <p:spPr>
          <a:xfrm>
            <a:off x="7399541" y="1521382"/>
            <a:ext cx="0" cy="673674"/>
          </a:xfrm>
          <a:custGeom>
            <a:avLst/>
            <a:gdLst/>
            <a:ahLst/>
            <a:cxnLst/>
            <a:rect l="0" t="0" r="0" b="0"/>
            <a:pathLst>
              <a:path h="673674">
                <a:moveTo>
                  <a:pt x="0" y="673674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03" name="pl902"/>
          <p:cNvSpPr/>
          <p:nvPr/>
        </p:nvSpPr>
        <p:spPr>
          <a:xfrm>
            <a:off x="7399541" y="2673379"/>
            <a:ext cx="0" cy="656174"/>
          </a:xfrm>
          <a:custGeom>
            <a:avLst/>
            <a:gdLst/>
            <a:ahLst/>
            <a:cxnLst/>
            <a:rect l="0" t="0" r="0" b="0"/>
            <a:pathLst>
              <a:path h="656174">
                <a:moveTo>
                  <a:pt x="0" y="0"/>
                </a:moveTo>
                <a:lnTo>
                  <a:pt x="0" y="656174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04" name="pg903"/>
          <p:cNvSpPr/>
          <p:nvPr/>
        </p:nvSpPr>
        <p:spPr>
          <a:xfrm>
            <a:off x="7274320" y="2195056"/>
            <a:ext cx="250443" cy="478323"/>
          </a:xfrm>
          <a:custGeom>
            <a:avLst/>
            <a:gdLst/>
            <a:ahLst/>
            <a:cxnLst/>
            <a:rect l="0" t="0" r="0" b="0"/>
            <a:pathLst>
              <a:path w="250443" h="478323">
                <a:moveTo>
                  <a:pt x="0" y="0"/>
                </a:moveTo>
                <a:lnTo>
                  <a:pt x="0" y="478323"/>
                </a:lnTo>
                <a:lnTo>
                  <a:pt x="250443" y="478323"/>
                </a:lnTo>
                <a:lnTo>
                  <a:pt x="250443" y="0"/>
                </a:lnTo>
                <a:close/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05" name="pl904"/>
          <p:cNvSpPr/>
          <p:nvPr/>
        </p:nvSpPr>
        <p:spPr>
          <a:xfrm>
            <a:off x="7274320" y="2459867"/>
            <a:ext cx="250443" cy="0"/>
          </a:xfrm>
          <a:custGeom>
            <a:avLst/>
            <a:gdLst/>
            <a:ahLst/>
            <a:cxnLst/>
            <a:rect l="0" t="0" r="0" b="0"/>
            <a:pathLst>
              <a:path w="250443">
                <a:moveTo>
                  <a:pt x="0" y="0"/>
                </a:moveTo>
                <a:lnTo>
                  <a:pt x="250443" y="0"/>
                </a:lnTo>
              </a:path>
            </a:pathLst>
          </a:custGeom>
          <a:ln w="43362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06" name="pl905"/>
          <p:cNvSpPr/>
          <p:nvPr/>
        </p:nvSpPr>
        <p:spPr>
          <a:xfrm>
            <a:off x="2442165" y="2157853"/>
            <a:ext cx="0" cy="572486"/>
          </a:xfrm>
          <a:custGeom>
            <a:avLst/>
            <a:gdLst/>
            <a:ahLst/>
            <a:cxnLst/>
            <a:rect l="0" t="0" r="0" b="0"/>
            <a:pathLst>
              <a:path h="572486">
                <a:moveTo>
                  <a:pt x="0" y="572486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07" name="pl906"/>
          <p:cNvSpPr/>
          <p:nvPr/>
        </p:nvSpPr>
        <p:spPr>
          <a:xfrm>
            <a:off x="2442165" y="3120649"/>
            <a:ext cx="0" cy="342423"/>
          </a:xfrm>
          <a:custGeom>
            <a:avLst/>
            <a:gdLst/>
            <a:ahLst/>
            <a:cxnLst/>
            <a:rect l="0" t="0" r="0" b="0"/>
            <a:pathLst>
              <a:path h="342423">
                <a:moveTo>
                  <a:pt x="0" y="0"/>
                </a:moveTo>
                <a:lnTo>
                  <a:pt x="0" y="342423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08" name="pg907"/>
          <p:cNvSpPr/>
          <p:nvPr/>
        </p:nvSpPr>
        <p:spPr>
          <a:xfrm>
            <a:off x="2316943" y="2730339"/>
            <a:ext cx="250443" cy="390309"/>
          </a:xfrm>
          <a:custGeom>
            <a:avLst/>
            <a:gdLst/>
            <a:ahLst/>
            <a:cxnLst/>
            <a:rect l="0" t="0" r="0" b="0"/>
            <a:pathLst>
              <a:path w="250443" h="390309">
                <a:moveTo>
                  <a:pt x="0" y="0"/>
                </a:moveTo>
                <a:lnTo>
                  <a:pt x="0" y="390309"/>
                </a:lnTo>
                <a:lnTo>
                  <a:pt x="250443" y="390309"/>
                </a:lnTo>
                <a:lnTo>
                  <a:pt x="250443" y="0"/>
                </a:lnTo>
                <a:close/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09" name="pl908"/>
          <p:cNvSpPr/>
          <p:nvPr/>
        </p:nvSpPr>
        <p:spPr>
          <a:xfrm>
            <a:off x="2316943" y="2969007"/>
            <a:ext cx="250443" cy="0"/>
          </a:xfrm>
          <a:custGeom>
            <a:avLst/>
            <a:gdLst/>
            <a:ahLst/>
            <a:cxnLst/>
            <a:rect l="0" t="0" r="0" b="0"/>
            <a:pathLst>
              <a:path w="250443">
                <a:moveTo>
                  <a:pt x="0" y="0"/>
                </a:moveTo>
                <a:lnTo>
                  <a:pt x="250443" y="0"/>
                </a:lnTo>
              </a:path>
            </a:pathLst>
          </a:custGeom>
          <a:ln w="43362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10" name="pl909"/>
          <p:cNvSpPr/>
          <p:nvPr/>
        </p:nvSpPr>
        <p:spPr>
          <a:xfrm>
            <a:off x="4178105" y="1809159"/>
            <a:ext cx="0" cy="644080"/>
          </a:xfrm>
          <a:custGeom>
            <a:avLst/>
            <a:gdLst/>
            <a:ahLst/>
            <a:cxnLst/>
            <a:rect l="0" t="0" r="0" b="0"/>
            <a:pathLst>
              <a:path h="644080">
                <a:moveTo>
                  <a:pt x="0" y="644080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1" name="pl910"/>
          <p:cNvSpPr/>
          <p:nvPr/>
        </p:nvSpPr>
        <p:spPr>
          <a:xfrm>
            <a:off x="4178105" y="2938335"/>
            <a:ext cx="0" cy="599779"/>
          </a:xfrm>
          <a:custGeom>
            <a:avLst/>
            <a:gdLst/>
            <a:ahLst/>
            <a:cxnLst/>
            <a:rect l="0" t="0" r="0" b="0"/>
            <a:pathLst>
              <a:path h="599779">
                <a:moveTo>
                  <a:pt x="0" y="0"/>
                </a:moveTo>
                <a:lnTo>
                  <a:pt x="0" y="599779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2" name="pg911"/>
          <p:cNvSpPr/>
          <p:nvPr/>
        </p:nvSpPr>
        <p:spPr>
          <a:xfrm>
            <a:off x="4052883" y="2453240"/>
            <a:ext cx="250443" cy="485095"/>
          </a:xfrm>
          <a:custGeom>
            <a:avLst/>
            <a:gdLst/>
            <a:ahLst/>
            <a:cxnLst/>
            <a:rect l="0" t="0" r="0" b="0"/>
            <a:pathLst>
              <a:path w="250443" h="485095">
                <a:moveTo>
                  <a:pt x="0" y="0"/>
                </a:moveTo>
                <a:lnTo>
                  <a:pt x="0" y="485095"/>
                </a:lnTo>
                <a:lnTo>
                  <a:pt x="250443" y="485095"/>
                </a:lnTo>
                <a:lnTo>
                  <a:pt x="250443" y="0"/>
                </a:lnTo>
                <a:close/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13" name="pl912"/>
          <p:cNvSpPr/>
          <p:nvPr/>
        </p:nvSpPr>
        <p:spPr>
          <a:xfrm>
            <a:off x="4052883" y="2675846"/>
            <a:ext cx="250443" cy="0"/>
          </a:xfrm>
          <a:custGeom>
            <a:avLst/>
            <a:gdLst/>
            <a:ahLst/>
            <a:cxnLst/>
            <a:rect l="0" t="0" r="0" b="0"/>
            <a:pathLst>
              <a:path w="250443">
                <a:moveTo>
                  <a:pt x="0" y="0"/>
                </a:moveTo>
                <a:lnTo>
                  <a:pt x="250443" y="0"/>
                </a:lnTo>
              </a:path>
            </a:pathLst>
          </a:custGeom>
          <a:ln w="43362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14" name="pl913"/>
          <p:cNvSpPr/>
          <p:nvPr/>
        </p:nvSpPr>
        <p:spPr>
          <a:xfrm>
            <a:off x="5914045" y="1829494"/>
            <a:ext cx="0" cy="489711"/>
          </a:xfrm>
          <a:custGeom>
            <a:avLst/>
            <a:gdLst/>
            <a:ahLst/>
            <a:cxnLst/>
            <a:rect l="0" t="0" r="0" b="0"/>
            <a:pathLst>
              <a:path h="489711">
                <a:moveTo>
                  <a:pt x="0" y="489711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5" name="pl914"/>
          <p:cNvSpPr/>
          <p:nvPr/>
        </p:nvSpPr>
        <p:spPr>
          <a:xfrm>
            <a:off x="5914045" y="2839671"/>
            <a:ext cx="0" cy="553763"/>
          </a:xfrm>
          <a:custGeom>
            <a:avLst/>
            <a:gdLst/>
            <a:ahLst/>
            <a:cxnLst/>
            <a:rect l="0" t="0" r="0" b="0"/>
            <a:pathLst>
              <a:path h="553763">
                <a:moveTo>
                  <a:pt x="0" y="0"/>
                </a:moveTo>
                <a:lnTo>
                  <a:pt x="0" y="553763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6" name="pg915"/>
          <p:cNvSpPr/>
          <p:nvPr/>
        </p:nvSpPr>
        <p:spPr>
          <a:xfrm>
            <a:off x="5788823" y="2319205"/>
            <a:ext cx="250443" cy="520465"/>
          </a:xfrm>
          <a:custGeom>
            <a:avLst/>
            <a:gdLst/>
            <a:ahLst/>
            <a:cxnLst/>
            <a:rect l="0" t="0" r="0" b="0"/>
            <a:pathLst>
              <a:path w="250443" h="520465">
                <a:moveTo>
                  <a:pt x="0" y="0"/>
                </a:moveTo>
                <a:lnTo>
                  <a:pt x="0" y="520465"/>
                </a:lnTo>
                <a:lnTo>
                  <a:pt x="250443" y="520465"/>
                </a:lnTo>
                <a:lnTo>
                  <a:pt x="250443" y="0"/>
                </a:lnTo>
                <a:close/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17" name="pl916"/>
          <p:cNvSpPr/>
          <p:nvPr/>
        </p:nvSpPr>
        <p:spPr>
          <a:xfrm>
            <a:off x="5788823" y="2480728"/>
            <a:ext cx="250443" cy="0"/>
          </a:xfrm>
          <a:custGeom>
            <a:avLst/>
            <a:gdLst/>
            <a:ahLst/>
            <a:cxnLst/>
            <a:rect l="0" t="0" r="0" b="0"/>
            <a:pathLst>
              <a:path w="250443">
                <a:moveTo>
                  <a:pt x="0" y="0"/>
                </a:moveTo>
                <a:lnTo>
                  <a:pt x="250443" y="0"/>
                </a:lnTo>
              </a:path>
            </a:pathLst>
          </a:custGeom>
          <a:ln w="43362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18" name="pl917"/>
          <p:cNvSpPr/>
          <p:nvPr/>
        </p:nvSpPr>
        <p:spPr>
          <a:xfrm>
            <a:off x="7649984" y="1896085"/>
            <a:ext cx="0" cy="392415"/>
          </a:xfrm>
          <a:custGeom>
            <a:avLst/>
            <a:gdLst/>
            <a:ahLst/>
            <a:cxnLst/>
            <a:rect l="0" t="0" r="0" b="0"/>
            <a:pathLst>
              <a:path h="392415">
                <a:moveTo>
                  <a:pt x="0" y="392415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9" name="pl918"/>
          <p:cNvSpPr/>
          <p:nvPr/>
        </p:nvSpPr>
        <p:spPr>
          <a:xfrm>
            <a:off x="7649984" y="2672873"/>
            <a:ext cx="0" cy="542913"/>
          </a:xfrm>
          <a:custGeom>
            <a:avLst/>
            <a:gdLst/>
            <a:ahLst/>
            <a:cxnLst/>
            <a:rect l="0" t="0" r="0" b="0"/>
            <a:pathLst>
              <a:path h="542913">
                <a:moveTo>
                  <a:pt x="0" y="0"/>
                </a:moveTo>
                <a:lnTo>
                  <a:pt x="0" y="542913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0" name="pg919"/>
          <p:cNvSpPr/>
          <p:nvPr/>
        </p:nvSpPr>
        <p:spPr>
          <a:xfrm>
            <a:off x="7524763" y="2288501"/>
            <a:ext cx="250443" cy="384371"/>
          </a:xfrm>
          <a:custGeom>
            <a:avLst/>
            <a:gdLst/>
            <a:ahLst/>
            <a:cxnLst/>
            <a:rect l="0" t="0" r="0" b="0"/>
            <a:pathLst>
              <a:path w="250443" h="384371">
                <a:moveTo>
                  <a:pt x="0" y="0"/>
                </a:moveTo>
                <a:lnTo>
                  <a:pt x="0" y="384371"/>
                </a:lnTo>
                <a:lnTo>
                  <a:pt x="250443" y="384371"/>
                </a:lnTo>
                <a:lnTo>
                  <a:pt x="250443" y="0"/>
                </a:lnTo>
                <a:close/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21" name="pl920"/>
          <p:cNvSpPr/>
          <p:nvPr/>
        </p:nvSpPr>
        <p:spPr>
          <a:xfrm>
            <a:off x="7524763" y="2447611"/>
            <a:ext cx="250443" cy="0"/>
          </a:xfrm>
          <a:custGeom>
            <a:avLst/>
            <a:gdLst/>
            <a:ahLst/>
            <a:cxnLst/>
            <a:rect l="0" t="0" r="0" b="0"/>
            <a:pathLst>
              <a:path w="250443">
                <a:moveTo>
                  <a:pt x="0" y="0"/>
                </a:moveTo>
                <a:lnTo>
                  <a:pt x="250443" y="0"/>
                </a:lnTo>
              </a:path>
            </a:pathLst>
          </a:custGeom>
          <a:ln w="43362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22" name="pg921"/>
          <p:cNvSpPr/>
          <p:nvPr/>
        </p:nvSpPr>
        <p:spPr>
          <a:xfrm>
            <a:off x="2316943" y="2173131"/>
            <a:ext cx="5259306" cy="751248"/>
          </a:xfrm>
          <a:custGeom>
            <a:avLst/>
            <a:gdLst/>
            <a:ahLst/>
            <a:cxnLst/>
            <a:rect l="0" t="0" r="0" b="0"/>
            <a:pathLst>
              <a:path w="5259306" h="751248">
                <a:moveTo>
                  <a:pt x="0" y="375277"/>
                </a:moveTo>
                <a:lnTo>
                  <a:pt x="1302304" y="339263"/>
                </a:lnTo>
                <a:lnTo>
                  <a:pt x="2504431" y="283874"/>
                </a:lnTo>
                <a:lnTo>
                  <a:pt x="4007090" y="149249"/>
                </a:lnTo>
                <a:lnTo>
                  <a:pt x="5259306" y="0"/>
                </a:lnTo>
                <a:lnTo>
                  <a:pt x="5259306" y="336764"/>
                </a:lnTo>
                <a:lnTo>
                  <a:pt x="4007090" y="375553"/>
                </a:lnTo>
                <a:lnTo>
                  <a:pt x="2504431" y="466574"/>
                </a:lnTo>
                <a:lnTo>
                  <a:pt x="1302304" y="591703"/>
                </a:lnTo>
                <a:lnTo>
                  <a:pt x="0" y="751248"/>
                </a:lnTo>
                <a:close/>
              </a:path>
            </a:pathLst>
          </a:custGeom>
          <a:solidFill>
            <a:srgbClr val="2F7F6F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3" name="pl922"/>
          <p:cNvSpPr/>
          <p:nvPr/>
        </p:nvSpPr>
        <p:spPr>
          <a:xfrm>
            <a:off x="2316943" y="2173131"/>
            <a:ext cx="5259306" cy="375277"/>
          </a:xfrm>
          <a:custGeom>
            <a:avLst/>
            <a:gdLst/>
            <a:ahLst/>
            <a:cxnLst/>
            <a:rect l="0" t="0" r="0" b="0"/>
            <a:pathLst>
              <a:path w="5259306" h="375277">
                <a:moveTo>
                  <a:pt x="0" y="375277"/>
                </a:moveTo>
                <a:lnTo>
                  <a:pt x="1302304" y="339263"/>
                </a:lnTo>
                <a:lnTo>
                  <a:pt x="2504431" y="283874"/>
                </a:lnTo>
                <a:lnTo>
                  <a:pt x="4007090" y="149249"/>
                </a:lnTo>
                <a:lnTo>
                  <a:pt x="5259306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24" name="pl923"/>
          <p:cNvSpPr/>
          <p:nvPr/>
        </p:nvSpPr>
        <p:spPr>
          <a:xfrm>
            <a:off x="2316943" y="2509895"/>
            <a:ext cx="5259306" cy="414484"/>
          </a:xfrm>
          <a:custGeom>
            <a:avLst/>
            <a:gdLst/>
            <a:ahLst/>
            <a:cxnLst/>
            <a:rect l="0" t="0" r="0" b="0"/>
            <a:pathLst>
              <a:path w="5259306" h="414484">
                <a:moveTo>
                  <a:pt x="5259306" y="0"/>
                </a:moveTo>
                <a:lnTo>
                  <a:pt x="4007090" y="38789"/>
                </a:lnTo>
                <a:lnTo>
                  <a:pt x="2504431" y="129809"/>
                </a:lnTo>
                <a:lnTo>
                  <a:pt x="1302304" y="254938"/>
                </a:lnTo>
                <a:lnTo>
                  <a:pt x="0" y="414484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25" name="pg924"/>
          <p:cNvSpPr/>
          <p:nvPr/>
        </p:nvSpPr>
        <p:spPr>
          <a:xfrm>
            <a:off x="2316943" y="2330000"/>
            <a:ext cx="5259306" cy="680982"/>
          </a:xfrm>
          <a:custGeom>
            <a:avLst/>
            <a:gdLst/>
            <a:ahLst/>
            <a:cxnLst/>
            <a:rect l="0" t="0" r="0" b="0"/>
            <a:pathLst>
              <a:path w="5259306" h="680982">
                <a:moveTo>
                  <a:pt x="0" y="365278"/>
                </a:moveTo>
                <a:lnTo>
                  <a:pt x="1302304" y="322361"/>
                </a:lnTo>
                <a:lnTo>
                  <a:pt x="2504431" y="264296"/>
                </a:lnTo>
                <a:lnTo>
                  <a:pt x="4007090" y="137131"/>
                </a:lnTo>
                <a:lnTo>
                  <a:pt x="5259306" y="0"/>
                </a:lnTo>
                <a:lnTo>
                  <a:pt x="5259306" y="281773"/>
                </a:lnTo>
                <a:lnTo>
                  <a:pt x="4007090" y="326662"/>
                </a:lnTo>
                <a:lnTo>
                  <a:pt x="2504431" y="417922"/>
                </a:lnTo>
                <a:lnTo>
                  <a:pt x="1302304" y="534597"/>
                </a:lnTo>
                <a:lnTo>
                  <a:pt x="0" y="680982"/>
                </a:lnTo>
                <a:close/>
              </a:path>
            </a:pathLst>
          </a:custGeom>
          <a:solidFill>
            <a:srgbClr val="9C6B2F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6" name="pl925"/>
          <p:cNvSpPr/>
          <p:nvPr/>
        </p:nvSpPr>
        <p:spPr>
          <a:xfrm>
            <a:off x="2316943" y="2330000"/>
            <a:ext cx="5259306" cy="365278"/>
          </a:xfrm>
          <a:custGeom>
            <a:avLst/>
            <a:gdLst/>
            <a:ahLst/>
            <a:cxnLst/>
            <a:rect l="0" t="0" r="0" b="0"/>
            <a:pathLst>
              <a:path w="5259306" h="365278">
                <a:moveTo>
                  <a:pt x="0" y="365278"/>
                </a:moveTo>
                <a:lnTo>
                  <a:pt x="1302304" y="322361"/>
                </a:lnTo>
                <a:lnTo>
                  <a:pt x="2504431" y="264296"/>
                </a:lnTo>
                <a:lnTo>
                  <a:pt x="4007090" y="137131"/>
                </a:lnTo>
                <a:lnTo>
                  <a:pt x="5259306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27" name="pl926"/>
          <p:cNvSpPr/>
          <p:nvPr/>
        </p:nvSpPr>
        <p:spPr>
          <a:xfrm>
            <a:off x="2316943" y="2611773"/>
            <a:ext cx="5259306" cy="399209"/>
          </a:xfrm>
          <a:custGeom>
            <a:avLst/>
            <a:gdLst/>
            <a:ahLst/>
            <a:cxnLst/>
            <a:rect l="0" t="0" r="0" b="0"/>
            <a:pathLst>
              <a:path w="5259306" h="399209">
                <a:moveTo>
                  <a:pt x="5259306" y="0"/>
                </a:moveTo>
                <a:lnTo>
                  <a:pt x="4007090" y="44888"/>
                </a:lnTo>
                <a:lnTo>
                  <a:pt x="2504431" y="136149"/>
                </a:lnTo>
                <a:lnTo>
                  <a:pt x="1302304" y="252823"/>
                </a:lnTo>
                <a:lnTo>
                  <a:pt x="0" y="399209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28" name="pl927"/>
          <p:cNvSpPr/>
          <p:nvPr/>
        </p:nvSpPr>
        <p:spPr>
          <a:xfrm>
            <a:off x="2316943" y="2341513"/>
            <a:ext cx="5259306" cy="394880"/>
          </a:xfrm>
          <a:custGeom>
            <a:avLst/>
            <a:gdLst/>
            <a:ahLst/>
            <a:cxnLst/>
            <a:rect l="0" t="0" r="0" b="0"/>
            <a:pathLst>
              <a:path w="5259306" h="394880">
                <a:moveTo>
                  <a:pt x="0" y="394880"/>
                </a:moveTo>
                <a:lnTo>
                  <a:pt x="1302304" y="297100"/>
                </a:lnTo>
                <a:lnTo>
                  <a:pt x="2504431" y="206842"/>
                </a:lnTo>
                <a:lnTo>
                  <a:pt x="4007090" y="94019"/>
                </a:lnTo>
                <a:lnTo>
                  <a:pt x="5259306" y="0"/>
                </a:lnTo>
              </a:path>
            </a:pathLst>
          </a:custGeom>
          <a:ln w="3252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9" name="pl928"/>
          <p:cNvSpPr/>
          <p:nvPr/>
        </p:nvSpPr>
        <p:spPr>
          <a:xfrm>
            <a:off x="2316943" y="2470887"/>
            <a:ext cx="5259306" cy="382243"/>
          </a:xfrm>
          <a:custGeom>
            <a:avLst/>
            <a:gdLst/>
            <a:ahLst/>
            <a:cxnLst/>
            <a:rect l="0" t="0" r="0" b="0"/>
            <a:pathLst>
              <a:path w="5259306" h="382243">
                <a:moveTo>
                  <a:pt x="0" y="382243"/>
                </a:moveTo>
                <a:lnTo>
                  <a:pt x="1302304" y="287592"/>
                </a:lnTo>
                <a:lnTo>
                  <a:pt x="2504431" y="200222"/>
                </a:lnTo>
                <a:lnTo>
                  <a:pt x="4007090" y="91010"/>
                </a:lnTo>
                <a:lnTo>
                  <a:pt x="5259306" y="0"/>
                </a:lnTo>
              </a:path>
            </a:pathLst>
          </a:custGeom>
          <a:ln w="3252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0" name="tx929"/>
          <p:cNvSpPr/>
          <p:nvPr/>
        </p:nvSpPr>
        <p:spPr>
          <a:xfrm>
            <a:off x="2504633" y="1248574"/>
            <a:ext cx="2007748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Aboveground: Slope=0.06</a:t>
            </a:r>
            <a:r>
              <a:rPr lang="en-US" altLang="zh-CN" sz="1100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7</a:t>
            </a:r>
            <a:r>
              <a:rPr sz="1100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, </a:t>
            </a:r>
            <a:r>
              <a:rPr lang="en-CN" sz="1100" i="1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100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 = 0.028</a:t>
            </a:r>
          </a:p>
        </p:txBody>
      </p:sp>
      <p:sp>
        <p:nvSpPr>
          <p:cNvPr id="931" name="tx930"/>
          <p:cNvSpPr/>
          <p:nvPr/>
        </p:nvSpPr>
        <p:spPr>
          <a:xfrm>
            <a:off x="2504633" y="1412776"/>
            <a:ext cx="1995037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9C6B2F">
                    <a:alpha val="100000"/>
                  </a:srgbClr>
                </a:solidFill>
                <a:latin typeface="Helvetica"/>
                <a:cs typeface="Helvetica"/>
              </a:rPr>
              <a:t>Belowground: Slope=0.064, </a:t>
            </a:r>
            <a:r>
              <a:rPr lang="en-US" altLang="zh-CN" sz="1100" i="1" dirty="0">
                <a:solidFill>
                  <a:srgbClr val="9C6B2F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100" dirty="0">
                <a:solidFill>
                  <a:srgbClr val="9C6B2F">
                    <a:alpha val="100000"/>
                  </a:srgbClr>
                </a:solidFill>
                <a:latin typeface="Helvetica"/>
                <a:cs typeface="Helvetica"/>
              </a:rPr>
              <a:t> = 0.017</a:t>
            </a:r>
          </a:p>
        </p:txBody>
      </p:sp>
      <p:sp>
        <p:nvSpPr>
          <p:cNvPr id="932" name="tx931"/>
          <p:cNvSpPr/>
          <p:nvPr/>
        </p:nvSpPr>
        <p:spPr>
          <a:xfrm>
            <a:off x="3986223" y="1599628"/>
            <a:ext cx="133319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***</a:t>
            </a:r>
          </a:p>
        </p:txBody>
      </p:sp>
      <p:sp>
        <p:nvSpPr>
          <p:cNvPr id="933" name="tx932"/>
          <p:cNvSpPr/>
          <p:nvPr/>
        </p:nvSpPr>
        <p:spPr>
          <a:xfrm>
            <a:off x="5722163" y="1203537"/>
            <a:ext cx="133319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***</a:t>
            </a:r>
          </a:p>
        </p:txBody>
      </p:sp>
      <p:sp>
        <p:nvSpPr>
          <p:cNvPr id="934" name="tx933"/>
          <p:cNvSpPr/>
          <p:nvPr/>
        </p:nvSpPr>
        <p:spPr>
          <a:xfrm>
            <a:off x="7502543" y="1175974"/>
            <a:ext cx="44439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*</a:t>
            </a:r>
          </a:p>
        </p:txBody>
      </p:sp>
      <p:sp>
        <p:nvSpPr>
          <p:cNvPr id="935" name="rc934"/>
          <p:cNvSpPr/>
          <p:nvPr/>
        </p:nvSpPr>
        <p:spPr>
          <a:xfrm>
            <a:off x="1715530" y="1132253"/>
            <a:ext cx="6412849" cy="29655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36" name="pl935"/>
          <p:cNvSpPr/>
          <p:nvPr/>
        </p:nvSpPr>
        <p:spPr>
          <a:xfrm>
            <a:off x="1715530" y="1132253"/>
            <a:ext cx="0" cy="2965581"/>
          </a:xfrm>
          <a:custGeom>
            <a:avLst/>
            <a:gdLst/>
            <a:ahLst/>
            <a:cxnLst/>
            <a:rect l="0" t="0" r="0" b="0"/>
            <a:pathLst>
              <a:path h="2965581">
                <a:moveTo>
                  <a:pt x="0" y="2965581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7" name="tx936"/>
          <p:cNvSpPr/>
          <p:nvPr/>
        </p:nvSpPr>
        <p:spPr>
          <a:xfrm>
            <a:off x="1435340" y="3901936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0.0</a:t>
            </a:r>
          </a:p>
        </p:txBody>
      </p:sp>
      <p:sp>
        <p:nvSpPr>
          <p:cNvPr id="938" name="tx937"/>
          <p:cNvSpPr/>
          <p:nvPr/>
        </p:nvSpPr>
        <p:spPr>
          <a:xfrm>
            <a:off x="1435340" y="3337063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0.2</a:t>
            </a:r>
          </a:p>
        </p:txBody>
      </p:sp>
      <p:sp>
        <p:nvSpPr>
          <p:cNvPr id="939" name="tx938"/>
          <p:cNvSpPr/>
          <p:nvPr/>
        </p:nvSpPr>
        <p:spPr>
          <a:xfrm>
            <a:off x="1435340" y="2772190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0.4</a:t>
            </a:r>
          </a:p>
        </p:txBody>
      </p:sp>
      <p:sp>
        <p:nvSpPr>
          <p:cNvPr id="940" name="tx939"/>
          <p:cNvSpPr/>
          <p:nvPr/>
        </p:nvSpPr>
        <p:spPr>
          <a:xfrm>
            <a:off x="1435340" y="2207318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0.6</a:t>
            </a:r>
          </a:p>
        </p:txBody>
      </p:sp>
      <p:sp>
        <p:nvSpPr>
          <p:cNvPr id="941" name="tx940"/>
          <p:cNvSpPr/>
          <p:nvPr/>
        </p:nvSpPr>
        <p:spPr>
          <a:xfrm>
            <a:off x="1435340" y="1642445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0.8</a:t>
            </a:r>
          </a:p>
        </p:txBody>
      </p:sp>
      <p:sp>
        <p:nvSpPr>
          <p:cNvPr id="942" name="tx941"/>
          <p:cNvSpPr/>
          <p:nvPr/>
        </p:nvSpPr>
        <p:spPr>
          <a:xfrm>
            <a:off x="1435340" y="1077572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1.0</a:t>
            </a:r>
          </a:p>
        </p:txBody>
      </p:sp>
      <p:sp>
        <p:nvSpPr>
          <p:cNvPr id="943" name="pl942"/>
          <p:cNvSpPr/>
          <p:nvPr/>
        </p:nvSpPr>
        <p:spPr>
          <a:xfrm>
            <a:off x="1677572" y="3956617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4" name="pl943"/>
          <p:cNvSpPr/>
          <p:nvPr/>
        </p:nvSpPr>
        <p:spPr>
          <a:xfrm>
            <a:off x="1677572" y="3391744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5" name="pl944"/>
          <p:cNvSpPr/>
          <p:nvPr/>
        </p:nvSpPr>
        <p:spPr>
          <a:xfrm>
            <a:off x="1677572" y="2826871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6" name="pl945"/>
          <p:cNvSpPr/>
          <p:nvPr/>
        </p:nvSpPr>
        <p:spPr>
          <a:xfrm>
            <a:off x="1677572" y="2261999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7" name="pl946"/>
          <p:cNvSpPr/>
          <p:nvPr/>
        </p:nvSpPr>
        <p:spPr>
          <a:xfrm>
            <a:off x="1677572" y="1697126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8" name="pl947"/>
          <p:cNvSpPr/>
          <p:nvPr/>
        </p:nvSpPr>
        <p:spPr>
          <a:xfrm>
            <a:off x="1677572" y="1132253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9" name="pl948"/>
          <p:cNvSpPr/>
          <p:nvPr/>
        </p:nvSpPr>
        <p:spPr>
          <a:xfrm>
            <a:off x="1715530" y="4097835"/>
            <a:ext cx="6412849" cy="0"/>
          </a:xfrm>
          <a:custGeom>
            <a:avLst/>
            <a:gdLst/>
            <a:ahLst/>
            <a:cxnLst/>
            <a:rect l="0" t="0" r="0" b="0"/>
            <a:pathLst>
              <a:path w="6412849">
                <a:moveTo>
                  <a:pt x="0" y="0"/>
                </a:moveTo>
                <a:lnTo>
                  <a:pt x="6412849" y="0"/>
                </a:lnTo>
              </a:path>
            </a:pathLst>
          </a:custGeom>
          <a:ln w="14782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0" name="pl949"/>
          <p:cNvSpPr/>
          <p:nvPr/>
        </p:nvSpPr>
        <p:spPr>
          <a:xfrm>
            <a:off x="2316943" y="4097835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1" name="pl950"/>
          <p:cNvSpPr/>
          <p:nvPr/>
        </p:nvSpPr>
        <p:spPr>
          <a:xfrm>
            <a:off x="4052883" y="4097835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2" name="pl951"/>
          <p:cNvSpPr/>
          <p:nvPr/>
        </p:nvSpPr>
        <p:spPr>
          <a:xfrm>
            <a:off x="5788823" y="4097835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3" name="pl952"/>
          <p:cNvSpPr/>
          <p:nvPr/>
        </p:nvSpPr>
        <p:spPr>
          <a:xfrm>
            <a:off x="7524763" y="4097835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4" name="tx953"/>
          <p:cNvSpPr/>
          <p:nvPr/>
        </p:nvSpPr>
        <p:spPr>
          <a:xfrm>
            <a:off x="2274561" y="4166159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955" name="tx954"/>
          <p:cNvSpPr/>
          <p:nvPr/>
        </p:nvSpPr>
        <p:spPr>
          <a:xfrm>
            <a:off x="4010501" y="4166159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956" name="tx955"/>
          <p:cNvSpPr/>
          <p:nvPr/>
        </p:nvSpPr>
        <p:spPr>
          <a:xfrm>
            <a:off x="5746440" y="4166159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957" name="tx956"/>
          <p:cNvSpPr/>
          <p:nvPr/>
        </p:nvSpPr>
        <p:spPr>
          <a:xfrm>
            <a:off x="7482380" y="4166159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958" name="tx957"/>
          <p:cNvSpPr/>
          <p:nvPr/>
        </p:nvSpPr>
        <p:spPr>
          <a:xfrm rot="16200000">
            <a:off x="705455" y="2555837"/>
            <a:ext cx="1119499" cy="1184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Gini </a:t>
            </a:r>
            <a:r>
              <a:rPr lang="en-US" altLang="zh-CN" sz="13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</a:t>
            </a:r>
            <a:r>
              <a:rPr sz="13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oefficient</a:t>
            </a:r>
          </a:p>
        </p:txBody>
      </p:sp>
      <p:sp>
        <p:nvSpPr>
          <p:cNvPr id="959" name="tx958"/>
          <p:cNvSpPr/>
          <p:nvPr/>
        </p:nvSpPr>
        <p:spPr>
          <a:xfrm>
            <a:off x="1408494" y="836712"/>
            <a:ext cx="217170" cy="1279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(a)</a:t>
            </a:r>
          </a:p>
        </p:txBody>
      </p:sp>
      <p:sp>
        <p:nvSpPr>
          <p:cNvPr id="962" name="rc961"/>
          <p:cNvSpPr/>
          <p:nvPr/>
        </p:nvSpPr>
        <p:spPr>
          <a:xfrm>
            <a:off x="1715530" y="4527025"/>
            <a:ext cx="2810705" cy="296558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3" name="pt962"/>
          <p:cNvSpPr/>
          <p:nvPr/>
        </p:nvSpPr>
        <p:spPr>
          <a:xfrm>
            <a:off x="1926288" y="693420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4" name="pt963"/>
          <p:cNvSpPr/>
          <p:nvPr/>
        </p:nvSpPr>
        <p:spPr>
          <a:xfrm>
            <a:off x="2108788" y="729094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5" name="pt964"/>
          <p:cNvSpPr/>
          <p:nvPr/>
        </p:nvSpPr>
        <p:spPr>
          <a:xfrm>
            <a:off x="1902036" y="71829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6" name="pt965"/>
          <p:cNvSpPr/>
          <p:nvPr/>
        </p:nvSpPr>
        <p:spPr>
          <a:xfrm>
            <a:off x="2107972" y="682205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7" name="pt966"/>
          <p:cNvSpPr/>
          <p:nvPr/>
        </p:nvSpPr>
        <p:spPr>
          <a:xfrm>
            <a:off x="1953038" y="636950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8" name="pt967"/>
          <p:cNvSpPr/>
          <p:nvPr/>
        </p:nvSpPr>
        <p:spPr>
          <a:xfrm>
            <a:off x="2094024" y="666334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9" name="pt968"/>
          <p:cNvSpPr/>
          <p:nvPr/>
        </p:nvSpPr>
        <p:spPr>
          <a:xfrm>
            <a:off x="1951765" y="707061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0" name="pt969"/>
          <p:cNvSpPr/>
          <p:nvPr/>
        </p:nvSpPr>
        <p:spPr>
          <a:xfrm>
            <a:off x="2101189" y="70535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1" name="pt970"/>
          <p:cNvSpPr/>
          <p:nvPr/>
        </p:nvSpPr>
        <p:spPr>
          <a:xfrm>
            <a:off x="1893448" y="71007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2" name="pt971"/>
          <p:cNvSpPr/>
          <p:nvPr/>
        </p:nvSpPr>
        <p:spPr>
          <a:xfrm>
            <a:off x="2116089" y="713168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3" name="pt972"/>
          <p:cNvSpPr/>
          <p:nvPr/>
        </p:nvSpPr>
        <p:spPr>
          <a:xfrm>
            <a:off x="1913714" y="717774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4" name="pt973"/>
          <p:cNvSpPr/>
          <p:nvPr/>
        </p:nvSpPr>
        <p:spPr>
          <a:xfrm>
            <a:off x="2121159" y="719655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5" name="pt974"/>
          <p:cNvSpPr/>
          <p:nvPr/>
        </p:nvSpPr>
        <p:spPr>
          <a:xfrm>
            <a:off x="1931983" y="72261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6" name="pt975"/>
          <p:cNvSpPr/>
          <p:nvPr/>
        </p:nvSpPr>
        <p:spPr>
          <a:xfrm>
            <a:off x="2069808" y="72313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7" name="pt976"/>
          <p:cNvSpPr/>
          <p:nvPr/>
        </p:nvSpPr>
        <p:spPr>
          <a:xfrm>
            <a:off x="1894587" y="72382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8" name="pt977"/>
          <p:cNvSpPr/>
          <p:nvPr/>
        </p:nvSpPr>
        <p:spPr>
          <a:xfrm>
            <a:off x="2065750" y="726063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9" name="pt978"/>
          <p:cNvSpPr/>
          <p:nvPr/>
        </p:nvSpPr>
        <p:spPr>
          <a:xfrm>
            <a:off x="1903776" y="639495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0" name="pt979"/>
          <p:cNvSpPr/>
          <p:nvPr/>
        </p:nvSpPr>
        <p:spPr>
          <a:xfrm>
            <a:off x="2117703" y="572038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1" name="pt980"/>
          <p:cNvSpPr/>
          <p:nvPr/>
        </p:nvSpPr>
        <p:spPr>
          <a:xfrm>
            <a:off x="1905229" y="70902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2" name="pt981"/>
          <p:cNvSpPr/>
          <p:nvPr/>
        </p:nvSpPr>
        <p:spPr>
          <a:xfrm>
            <a:off x="2077911" y="71382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3" name="pt982"/>
          <p:cNvSpPr/>
          <p:nvPr/>
        </p:nvSpPr>
        <p:spPr>
          <a:xfrm>
            <a:off x="1916418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4" name="pt983"/>
          <p:cNvSpPr/>
          <p:nvPr/>
        </p:nvSpPr>
        <p:spPr>
          <a:xfrm>
            <a:off x="2084352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5" name="pt984"/>
          <p:cNvSpPr/>
          <p:nvPr/>
        </p:nvSpPr>
        <p:spPr>
          <a:xfrm>
            <a:off x="1954820" y="715250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6" name="pt985"/>
          <p:cNvSpPr/>
          <p:nvPr/>
        </p:nvSpPr>
        <p:spPr>
          <a:xfrm>
            <a:off x="2114627" y="714863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7" name="pt986"/>
          <p:cNvSpPr/>
          <p:nvPr/>
        </p:nvSpPr>
        <p:spPr>
          <a:xfrm>
            <a:off x="1952406" y="68814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8" name="pt987"/>
          <p:cNvSpPr/>
          <p:nvPr/>
        </p:nvSpPr>
        <p:spPr>
          <a:xfrm>
            <a:off x="2076240" y="70907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9" name="pt988"/>
          <p:cNvSpPr/>
          <p:nvPr/>
        </p:nvSpPr>
        <p:spPr>
          <a:xfrm>
            <a:off x="1933267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0" name="pt989"/>
          <p:cNvSpPr/>
          <p:nvPr/>
        </p:nvSpPr>
        <p:spPr>
          <a:xfrm>
            <a:off x="2119650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1" name="pt990"/>
          <p:cNvSpPr/>
          <p:nvPr/>
        </p:nvSpPr>
        <p:spPr>
          <a:xfrm>
            <a:off x="1922088" y="685926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2" name="pt991"/>
          <p:cNvSpPr/>
          <p:nvPr/>
        </p:nvSpPr>
        <p:spPr>
          <a:xfrm>
            <a:off x="2101799" y="72217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3" name="pt992"/>
          <p:cNvSpPr/>
          <p:nvPr/>
        </p:nvSpPr>
        <p:spPr>
          <a:xfrm>
            <a:off x="1908887" y="72660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4" name="pt993"/>
          <p:cNvSpPr/>
          <p:nvPr/>
        </p:nvSpPr>
        <p:spPr>
          <a:xfrm>
            <a:off x="2106205" y="72287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5" name="pt994"/>
          <p:cNvSpPr/>
          <p:nvPr/>
        </p:nvSpPr>
        <p:spPr>
          <a:xfrm>
            <a:off x="1912170" y="65949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6" name="pt995"/>
          <p:cNvSpPr/>
          <p:nvPr/>
        </p:nvSpPr>
        <p:spPr>
          <a:xfrm>
            <a:off x="2069689" y="724548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7" name="pt996"/>
          <p:cNvSpPr/>
          <p:nvPr/>
        </p:nvSpPr>
        <p:spPr>
          <a:xfrm>
            <a:off x="1953254" y="703551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8" name="pt997"/>
          <p:cNvSpPr/>
          <p:nvPr/>
        </p:nvSpPr>
        <p:spPr>
          <a:xfrm>
            <a:off x="2114783" y="71419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99" name="pt998"/>
          <p:cNvSpPr/>
          <p:nvPr/>
        </p:nvSpPr>
        <p:spPr>
          <a:xfrm>
            <a:off x="1915750" y="714347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0" name="pt999"/>
          <p:cNvSpPr/>
          <p:nvPr/>
        </p:nvSpPr>
        <p:spPr>
          <a:xfrm>
            <a:off x="2073868" y="714586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1" name="pt1000"/>
          <p:cNvSpPr/>
          <p:nvPr/>
        </p:nvSpPr>
        <p:spPr>
          <a:xfrm>
            <a:off x="1912394" y="693801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2" name="pt1001"/>
          <p:cNvSpPr/>
          <p:nvPr/>
        </p:nvSpPr>
        <p:spPr>
          <a:xfrm>
            <a:off x="2121204" y="70405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3" name="pt1002"/>
          <p:cNvSpPr/>
          <p:nvPr/>
        </p:nvSpPr>
        <p:spPr>
          <a:xfrm>
            <a:off x="1952877" y="69738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4" name="pt1003"/>
          <p:cNvSpPr/>
          <p:nvPr/>
        </p:nvSpPr>
        <p:spPr>
          <a:xfrm>
            <a:off x="2093939" y="709570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5" name="pt1004"/>
          <p:cNvSpPr/>
          <p:nvPr/>
        </p:nvSpPr>
        <p:spPr>
          <a:xfrm>
            <a:off x="1940435" y="727302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6" name="pt1005"/>
          <p:cNvSpPr/>
          <p:nvPr/>
        </p:nvSpPr>
        <p:spPr>
          <a:xfrm>
            <a:off x="2051033" y="719956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7" name="pt1006"/>
          <p:cNvSpPr/>
          <p:nvPr/>
        </p:nvSpPr>
        <p:spPr>
          <a:xfrm>
            <a:off x="1898086" y="682645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8" name="pt1007"/>
          <p:cNvSpPr/>
          <p:nvPr/>
        </p:nvSpPr>
        <p:spPr>
          <a:xfrm>
            <a:off x="2121402" y="698034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09" name="pt1008"/>
          <p:cNvSpPr/>
          <p:nvPr/>
        </p:nvSpPr>
        <p:spPr>
          <a:xfrm>
            <a:off x="1900311" y="699464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0" name="pt1009"/>
          <p:cNvSpPr/>
          <p:nvPr/>
        </p:nvSpPr>
        <p:spPr>
          <a:xfrm>
            <a:off x="2109092" y="649709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1" name="pt1010"/>
          <p:cNvSpPr/>
          <p:nvPr/>
        </p:nvSpPr>
        <p:spPr>
          <a:xfrm>
            <a:off x="1937121" y="726129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2" name="pt1011"/>
          <p:cNvSpPr/>
          <p:nvPr/>
        </p:nvSpPr>
        <p:spPr>
          <a:xfrm>
            <a:off x="2057047" y="729173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3" name="pt1012"/>
          <p:cNvSpPr/>
          <p:nvPr/>
        </p:nvSpPr>
        <p:spPr>
          <a:xfrm>
            <a:off x="1901640" y="675921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4" name="pt1013"/>
          <p:cNvSpPr/>
          <p:nvPr/>
        </p:nvSpPr>
        <p:spPr>
          <a:xfrm>
            <a:off x="2106578" y="728901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5" name="pt1014"/>
          <p:cNvSpPr/>
          <p:nvPr/>
        </p:nvSpPr>
        <p:spPr>
          <a:xfrm>
            <a:off x="1945319" y="666055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6" name="pt1015"/>
          <p:cNvSpPr/>
          <p:nvPr/>
        </p:nvSpPr>
        <p:spPr>
          <a:xfrm>
            <a:off x="2097644" y="691495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7" name="pt1016"/>
          <p:cNvSpPr/>
          <p:nvPr/>
        </p:nvSpPr>
        <p:spPr>
          <a:xfrm>
            <a:off x="1899410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8" name="pt1017"/>
          <p:cNvSpPr/>
          <p:nvPr/>
        </p:nvSpPr>
        <p:spPr>
          <a:xfrm>
            <a:off x="2098818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9" name="pt1018"/>
          <p:cNvSpPr/>
          <p:nvPr/>
        </p:nvSpPr>
        <p:spPr>
          <a:xfrm>
            <a:off x="1901039" y="733153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0" name="pt1019"/>
          <p:cNvSpPr/>
          <p:nvPr/>
        </p:nvSpPr>
        <p:spPr>
          <a:xfrm>
            <a:off x="2085975" y="731366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1" name="pt1020"/>
          <p:cNvSpPr/>
          <p:nvPr/>
        </p:nvSpPr>
        <p:spPr>
          <a:xfrm>
            <a:off x="1917814" y="72148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2" name="pt1021"/>
          <p:cNvSpPr/>
          <p:nvPr/>
        </p:nvSpPr>
        <p:spPr>
          <a:xfrm>
            <a:off x="2079767" y="714199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3" name="pt1022"/>
          <p:cNvSpPr/>
          <p:nvPr/>
        </p:nvSpPr>
        <p:spPr>
          <a:xfrm>
            <a:off x="1944343" y="718578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4" name="pt1023"/>
          <p:cNvSpPr/>
          <p:nvPr/>
        </p:nvSpPr>
        <p:spPr>
          <a:xfrm>
            <a:off x="2080964" y="716588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5" name="pt1024"/>
          <p:cNvSpPr/>
          <p:nvPr/>
        </p:nvSpPr>
        <p:spPr>
          <a:xfrm>
            <a:off x="1917861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6" name="pt1025"/>
          <p:cNvSpPr/>
          <p:nvPr/>
        </p:nvSpPr>
        <p:spPr>
          <a:xfrm>
            <a:off x="2082382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7" name="pt1026"/>
          <p:cNvSpPr/>
          <p:nvPr/>
        </p:nvSpPr>
        <p:spPr>
          <a:xfrm>
            <a:off x="1905242" y="73400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8" name="pt1027"/>
          <p:cNvSpPr/>
          <p:nvPr/>
        </p:nvSpPr>
        <p:spPr>
          <a:xfrm>
            <a:off x="2069164" y="731758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29" name="pt1028"/>
          <p:cNvSpPr/>
          <p:nvPr/>
        </p:nvSpPr>
        <p:spPr>
          <a:xfrm>
            <a:off x="1913859" y="669395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0" name="pt1029"/>
          <p:cNvSpPr/>
          <p:nvPr/>
        </p:nvSpPr>
        <p:spPr>
          <a:xfrm>
            <a:off x="2059054" y="59383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1" name="pt1030"/>
          <p:cNvSpPr/>
          <p:nvPr/>
        </p:nvSpPr>
        <p:spPr>
          <a:xfrm>
            <a:off x="1905646" y="707996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2" name="pt1031"/>
          <p:cNvSpPr/>
          <p:nvPr/>
        </p:nvSpPr>
        <p:spPr>
          <a:xfrm>
            <a:off x="2100289" y="703730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3" name="pt1032"/>
          <p:cNvSpPr/>
          <p:nvPr/>
        </p:nvSpPr>
        <p:spPr>
          <a:xfrm>
            <a:off x="1948403" y="716367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4" name="pt1033"/>
          <p:cNvSpPr/>
          <p:nvPr/>
        </p:nvSpPr>
        <p:spPr>
          <a:xfrm>
            <a:off x="2050879" y="72498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5" name="pt1034"/>
          <p:cNvSpPr/>
          <p:nvPr/>
        </p:nvSpPr>
        <p:spPr>
          <a:xfrm>
            <a:off x="1925249" y="65240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6" name="pt1035"/>
          <p:cNvSpPr/>
          <p:nvPr/>
        </p:nvSpPr>
        <p:spPr>
          <a:xfrm>
            <a:off x="2118066" y="672498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7" name="pt1036"/>
          <p:cNvSpPr/>
          <p:nvPr/>
        </p:nvSpPr>
        <p:spPr>
          <a:xfrm>
            <a:off x="1911536" y="65347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8" name="pt1037"/>
          <p:cNvSpPr/>
          <p:nvPr/>
        </p:nvSpPr>
        <p:spPr>
          <a:xfrm>
            <a:off x="2059622" y="65021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9" name="pt1038"/>
          <p:cNvSpPr/>
          <p:nvPr/>
        </p:nvSpPr>
        <p:spPr>
          <a:xfrm>
            <a:off x="1913141" y="628650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40" name="pt1039"/>
          <p:cNvSpPr/>
          <p:nvPr/>
        </p:nvSpPr>
        <p:spPr>
          <a:xfrm>
            <a:off x="2073165" y="613612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41" name="pt1040"/>
          <p:cNvSpPr/>
          <p:nvPr/>
        </p:nvSpPr>
        <p:spPr>
          <a:xfrm>
            <a:off x="1958162" y="717428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42" name="pt1041"/>
          <p:cNvSpPr/>
          <p:nvPr/>
        </p:nvSpPr>
        <p:spPr>
          <a:xfrm>
            <a:off x="2111836" y="710176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43" name="pt1042"/>
          <p:cNvSpPr/>
          <p:nvPr/>
        </p:nvSpPr>
        <p:spPr>
          <a:xfrm>
            <a:off x="1923553" y="715085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44" name="pt1043"/>
          <p:cNvSpPr/>
          <p:nvPr/>
        </p:nvSpPr>
        <p:spPr>
          <a:xfrm>
            <a:off x="2115685" y="719973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45" name="pt1044"/>
          <p:cNvSpPr/>
          <p:nvPr/>
        </p:nvSpPr>
        <p:spPr>
          <a:xfrm>
            <a:off x="1944601" y="675888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46" name="pt1045"/>
          <p:cNvSpPr/>
          <p:nvPr/>
        </p:nvSpPr>
        <p:spPr>
          <a:xfrm>
            <a:off x="2066990" y="691202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47" name="pt1046"/>
          <p:cNvSpPr/>
          <p:nvPr/>
        </p:nvSpPr>
        <p:spPr>
          <a:xfrm>
            <a:off x="1933215" y="67793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48" name="pt1047"/>
          <p:cNvSpPr/>
          <p:nvPr/>
        </p:nvSpPr>
        <p:spPr>
          <a:xfrm>
            <a:off x="2050586" y="624709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49" name="pt1048"/>
          <p:cNvSpPr/>
          <p:nvPr/>
        </p:nvSpPr>
        <p:spPr>
          <a:xfrm>
            <a:off x="1891405" y="708257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0" name="pt1049"/>
          <p:cNvSpPr/>
          <p:nvPr/>
        </p:nvSpPr>
        <p:spPr>
          <a:xfrm>
            <a:off x="2058067" y="670681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1" name="pt1050"/>
          <p:cNvSpPr/>
          <p:nvPr/>
        </p:nvSpPr>
        <p:spPr>
          <a:xfrm>
            <a:off x="1907261" y="68612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2" name="pt1051"/>
          <p:cNvSpPr/>
          <p:nvPr/>
        </p:nvSpPr>
        <p:spPr>
          <a:xfrm>
            <a:off x="2067028" y="68955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3" name="pt1052"/>
          <p:cNvSpPr/>
          <p:nvPr/>
        </p:nvSpPr>
        <p:spPr>
          <a:xfrm>
            <a:off x="1956526" y="726952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4" name="pt1053"/>
          <p:cNvSpPr/>
          <p:nvPr/>
        </p:nvSpPr>
        <p:spPr>
          <a:xfrm>
            <a:off x="2069956" y="688042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5" name="pt1054"/>
          <p:cNvSpPr/>
          <p:nvPr/>
        </p:nvSpPr>
        <p:spPr>
          <a:xfrm>
            <a:off x="1917402" y="720411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6" name="pt1055"/>
          <p:cNvSpPr/>
          <p:nvPr/>
        </p:nvSpPr>
        <p:spPr>
          <a:xfrm>
            <a:off x="2075000" y="657722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7" name="pt1056"/>
          <p:cNvSpPr/>
          <p:nvPr/>
        </p:nvSpPr>
        <p:spPr>
          <a:xfrm>
            <a:off x="1916527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8" name="pt1057"/>
          <p:cNvSpPr/>
          <p:nvPr/>
        </p:nvSpPr>
        <p:spPr>
          <a:xfrm>
            <a:off x="2110276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9" name="pt1058"/>
          <p:cNvSpPr/>
          <p:nvPr/>
        </p:nvSpPr>
        <p:spPr>
          <a:xfrm>
            <a:off x="1904856" y="689151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0" name="pt1059"/>
          <p:cNvSpPr/>
          <p:nvPr/>
        </p:nvSpPr>
        <p:spPr>
          <a:xfrm>
            <a:off x="2117104" y="675202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1" name="pt1060"/>
          <p:cNvSpPr/>
          <p:nvPr/>
        </p:nvSpPr>
        <p:spPr>
          <a:xfrm>
            <a:off x="1948583" y="688356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2" name="pt1061"/>
          <p:cNvSpPr/>
          <p:nvPr/>
        </p:nvSpPr>
        <p:spPr>
          <a:xfrm>
            <a:off x="2095011" y="67994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3" name="pt1062"/>
          <p:cNvSpPr/>
          <p:nvPr/>
        </p:nvSpPr>
        <p:spPr>
          <a:xfrm>
            <a:off x="1936855" y="733934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4" name="pt1063"/>
          <p:cNvSpPr/>
          <p:nvPr/>
        </p:nvSpPr>
        <p:spPr>
          <a:xfrm>
            <a:off x="2081582" y="732976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5" name="pt1064"/>
          <p:cNvSpPr/>
          <p:nvPr/>
        </p:nvSpPr>
        <p:spPr>
          <a:xfrm>
            <a:off x="1916536" y="682559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6" name="pt1065"/>
          <p:cNvSpPr/>
          <p:nvPr/>
        </p:nvSpPr>
        <p:spPr>
          <a:xfrm>
            <a:off x="2075627" y="660521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7" name="pt1066"/>
          <p:cNvSpPr/>
          <p:nvPr/>
        </p:nvSpPr>
        <p:spPr>
          <a:xfrm>
            <a:off x="1908388" y="681720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8" name="pt1067"/>
          <p:cNvSpPr/>
          <p:nvPr/>
        </p:nvSpPr>
        <p:spPr>
          <a:xfrm>
            <a:off x="2082951" y="70758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69" name="pt1068"/>
          <p:cNvSpPr/>
          <p:nvPr/>
        </p:nvSpPr>
        <p:spPr>
          <a:xfrm>
            <a:off x="1960441" y="583700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70" name="pt1069"/>
          <p:cNvSpPr/>
          <p:nvPr/>
        </p:nvSpPr>
        <p:spPr>
          <a:xfrm>
            <a:off x="2111817" y="538404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71" name="pt1070"/>
          <p:cNvSpPr/>
          <p:nvPr/>
        </p:nvSpPr>
        <p:spPr>
          <a:xfrm>
            <a:off x="1952043" y="698140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72" name="pt1071"/>
          <p:cNvSpPr/>
          <p:nvPr/>
        </p:nvSpPr>
        <p:spPr>
          <a:xfrm>
            <a:off x="2073740" y="642752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73" name="pt1072"/>
          <p:cNvSpPr/>
          <p:nvPr/>
        </p:nvSpPr>
        <p:spPr>
          <a:xfrm>
            <a:off x="1907868" y="666561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74" name="pt1073"/>
          <p:cNvSpPr/>
          <p:nvPr/>
        </p:nvSpPr>
        <p:spPr>
          <a:xfrm>
            <a:off x="2077561" y="687692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75" name="pt1074"/>
          <p:cNvSpPr/>
          <p:nvPr/>
        </p:nvSpPr>
        <p:spPr>
          <a:xfrm>
            <a:off x="1922304" y="61713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76" name="pt1075"/>
          <p:cNvSpPr/>
          <p:nvPr/>
        </p:nvSpPr>
        <p:spPr>
          <a:xfrm>
            <a:off x="2047059" y="699262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77" name="pt1076"/>
          <p:cNvSpPr/>
          <p:nvPr/>
        </p:nvSpPr>
        <p:spPr>
          <a:xfrm>
            <a:off x="1910860" y="619995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78" name="pt1077"/>
          <p:cNvSpPr/>
          <p:nvPr/>
        </p:nvSpPr>
        <p:spPr>
          <a:xfrm>
            <a:off x="2089377" y="65399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79" name="pt1078"/>
          <p:cNvSpPr/>
          <p:nvPr/>
        </p:nvSpPr>
        <p:spPr>
          <a:xfrm>
            <a:off x="1935442" y="69099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0" name="pt1079"/>
          <p:cNvSpPr/>
          <p:nvPr/>
        </p:nvSpPr>
        <p:spPr>
          <a:xfrm>
            <a:off x="2094973" y="706505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1" name="pt1080"/>
          <p:cNvSpPr/>
          <p:nvPr/>
        </p:nvSpPr>
        <p:spPr>
          <a:xfrm>
            <a:off x="1889371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2" name="pt1081"/>
          <p:cNvSpPr/>
          <p:nvPr/>
        </p:nvSpPr>
        <p:spPr>
          <a:xfrm>
            <a:off x="2045400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3" name="pt1082"/>
          <p:cNvSpPr/>
          <p:nvPr/>
        </p:nvSpPr>
        <p:spPr>
          <a:xfrm>
            <a:off x="1942736" y="70831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4" name="pt1083"/>
          <p:cNvSpPr/>
          <p:nvPr/>
        </p:nvSpPr>
        <p:spPr>
          <a:xfrm>
            <a:off x="2080688" y="709657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5" name="pt1084"/>
          <p:cNvSpPr/>
          <p:nvPr/>
        </p:nvSpPr>
        <p:spPr>
          <a:xfrm>
            <a:off x="1930995" y="697337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6" name="pt1085"/>
          <p:cNvSpPr/>
          <p:nvPr/>
        </p:nvSpPr>
        <p:spPr>
          <a:xfrm>
            <a:off x="2097925" y="69892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7" name="pt1086"/>
          <p:cNvSpPr/>
          <p:nvPr/>
        </p:nvSpPr>
        <p:spPr>
          <a:xfrm>
            <a:off x="1901652" y="662445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8" name="pt1087"/>
          <p:cNvSpPr/>
          <p:nvPr/>
        </p:nvSpPr>
        <p:spPr>
          <a:xfrm>
            <a:off x="2121826" y="707190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89" name="pt1088"/>
          <p:cNvSpPr/>
          <p:nvPr/>
        </p:nvSpPr>
        <p:spPr>
          <a:xfrm>
            <a:off x="1928830" y="620667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0" name="pt1089"/>
          <p:cNvSpPr/>
          <p:nvPr/>
        </p:nvSpPr>
        <p:spPr>
          <a:xfrm>
            <a:off x="2085321" y="671242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1" name="pt1090"/>
          <p:cNvSpPr/>
          <p:nvPr/>
        </p:nvSpPr>
        <p:spPr>
          <a:xfrm>
            <a:off x="1936786" y="71495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2" name="pt1091"/>
          <p:cNvSpPr/>
          <p:nvPr/>
        </p:nvSpPr>
        <p:spPr>
          <a:xfrm>
            <a:off x="2099033" y="69381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3" name="pt1092"/>
          <p:cNvSpPr/>
          <p:nvPr/>
        </p:nvSpPr>
        <p:spPr>
          <a:xfrm>
            <a:off x="1924976" y="717057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4" name="pt1093"/>
          <p:cNvSpPr/>
          <p:nvPr/>
        </p:nvSpPr>
        <p:spPr>
          <a:xfrm>
            <a:off x="2065546" y="70796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5" name="pt1094"/>
          <p:cNvSpPr/>
          <p:nvPr/>
        </p:nvSpPr>
        <p:spPr>
          <a:xfrm>
            <a:off x="1908502" y="70408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6" name="pt1095"/>
          <p:cNvSpPr/>
          <p:nvPr/>
        </p:nvSpPr>
        <p:spPr>
          <a:xfrm>
            <a:off x="2064684" y="71175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7" name="pt1096"/>
          <p:cNvSpPr/>
          <p:nvPr/>
        </p:nvSpPr>
        <p:spPr>
          <a:xfrm>
            <a:off x="1908830" y="67134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8" name="pt1097"/>
          <p:cNvSpPr/>
          <p:nvPr/>
        </p:nvSpPr>
        <p:spPr>
          <a:xfrm>
            <a:off x="2093992" y="708572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99" name="pt1098"/>
          <p:cNvSpPr/>
          <p:nvPr/>
        </p:nvSpPr>
        <p:spPr>
          <a:xfrm>
            <a:off x="1908219" y="708102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0" name="pt1099"/>
          <p:cNvSpPr/>
          <p:nvPr/>
        </p:nvSpPr>
        <p:spPr>
          <a:xfrm>
            <a:off x="2116860" y="717168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1" name="pt1100"/>
          <p:cNvSpPr/>
          <p:nvPr/>
        </p:nvSpPr>
        <p:spPr>
          <a:xfrm>
            <a:off x="1917726" y="670998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2" name="pt1101"/>
          <p:cNvSpPr/>
          <p:nvPr/>
        </p:nvSpPr>
        <p:spPr>
          <a:xfrm>
            <a:off x="2097052" y="69660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3" name="pt1102"/>
          <p:cNvSpPr/>
          <p:nvPr/>
        </p:nvSpPr>
        <p:spPr>
          <a:xfrm>
            <a:off x="1903448" y="684531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4" name="pt1103"/>
          <p:cNvSpPr/>
          <p:nvPr/>
        </p:nvSpPr>
        <p:spPr>
          <a:xfrm>
            <a:off x="2076606" y="70347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5" name="pt1104"/>
          <p:cNvSpPr/>
          <p:nvPr/>
        </p:nvSpPr>
        <p:spPr>
          <a:xfrm>
            <a:off x="1910605" y="718308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6" name="pt1105"/>
          <p:cNvSpPr/>
          <p:nvPr/>
        </p:nvSpPr>
        <p:spPr>
          <a:xfrm>
            <a:off x="2103403" y="667215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7" name="pt1106"/>
          <p:cNvSpPr/>
          <p:nvPr/>
        </p:nvSpPr>
        <p:spPr>
          <a:xfrm>
            <a:off x="1929317" y="71626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8" name="pt1107"/>
          <p:cNvSpPr/>
          <p:nvPr/>
        </p:nvSpPr>
        <p:spPr>
          <a:xfrm>
            <a:off x="2064203" y="700760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9" name="pt1108"/>
          <p:cNvSpPr/>
          <p:nvPr/>
        </p:nvSpPr>
        <p:spPr>
          <a:xfrm>
            <a:off x="1895575" y="722389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10" name="pt1109"/>
          <p:cNvSpPr/>
          <p:nvPr/>
        </p:nvSpPr>
        <p:spPr>
          <a:xfrm>
            <a:off x="2100515" y="725195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11" name="pt1110"/>
          <p:cNvSpPr/>
          <p:nvPr/>
        </p:nvSpPr>
        <p:spPr>
          <a:xfrm>
            <a:off x="1952786" y="714809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12" name="pt1111"/>
          <p:cNvSpPr/>
          <p:nvPr/>
        </p:nvSpPr>
        <p:spPr>
          <a:xfrm>
            <a:off x="2087289" y="704338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13" name="pt1112"/>
          <p:cNvSpPr/>
          <p:nvPr/>
        </p:nvSpPr>
        <p:spPr>
          <a:xfrm>
            <a:off x="1904514" y="713555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14" name="pt1113"/>
          <p:cNvSpPr/>
          <p:nvPr/>
        </p:nvSpPr>
        <p:spPr>
          <a:xfrm>
            <a:off x="2061737" y="709682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15" name="pt1114"/>
          <p:cNvSpPr/>
          <p:nvPr/>
        </p:nvSpPr>
        <p:spPr>
          <a:xfrm>
            <a:off x="1901540" y="69769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16" name="pt1115"/>
          <p:cNvSpPr/>
          <p:nvPr/>
        </p:nvSpPr>
        <p:spPr>
          <a:xfrm>
            <a:off x="2122759" y="71243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17" name="pt1116"/>
          <p:cNvSpPr/>
          <p:nvPr/>
        </p:nvSpPr>
        <p:spPr>
          <a:xfrm>
            <a:off x="1897811" y="694953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18" name="pt1117"/>
          <p:cNvSpPr/>
          <p:nvPr/>
        </p:nvSpPr>
        <p:spPr>
          <a:xfrm>
            <a:off x="2122421" y="716972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19" name="pt1118"/>
          <p:cNvSpPr/>
          <p:nvPr/>
        </p:nvSpPr>
        <p:spPr>
          <a:xfrm>
            <a:off x="1893828" y="687836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0" name="pt1119"/>
          <p:cNvSpPr/>
          <p:nvPr/>
        </p:nvSpPr>
        <p:spPr>
          <a:xfrm>
            <a:off x="2050170" y="710158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1" name="pt1120"/>
          <p:cNvSpPr/>
          <p:nvPr/>
        </p:nvSpPr>
        <p:spPr>
          <a:xfrm>
            <a:off x="1927823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2" name="pt1121"/>
          <p:cNvSpPr/>
          <p:nvPr/>
        </p:nvSpPr>
        <p:spPr>
          <a:xfrm>
            <a:off x="2046327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3" name="pt1122"/>
          <p:cNvSpPr/>
          <p:nvPr/>
        </p:nvSpPr>
        <p:spPr>
          <a:xfrm>
            <a:off x="1939292" y="65822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4" name="pt1123"/>
          <p:cNvSpPr/>
          <p:nvPr/>
        </p:nvSpPr>
        <p:spPr>
          <a:xfrm>
            <a:off x="2080849" y="718811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5" name="pt1124"/>
          <p:cNvSpPr/>
          <p:nvPr/>
        </p:nvSpPr>
        <p:spPr>
          <a:xfrm>
            <a:off x="1964739" y="732290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6" name="pt1125"/>
          <p:cNvSpPr/>
          <p:nvPr/>
        </p:nvSpPr>
        <p:spPr>
          <a:xfrm>
            <a:off x="2075253" y="726374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7" name="pt1126"/>
          <p:cNvSpPr/>
          <p:nvPr/>
        </p:nvSpPr>
        <p:spPr>
          <a:xfrm>
            <a:off x="1913150" y="718935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8" name="pt1127"/>
          <p:cNvSpPr/>
          <p:nvPr/>
        </p:nvSpPr>
        <p:spPr>
          <a:xfrm>
            <a:off x="2082737" y="713797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29" name="pt1128"/>
          <p:cNvSpPr/>
          <p:nvPr/>
        </p:nvSpPr>
        <p:spPr>
          <a:xfrm>
            <a:off x="1954577" y="70931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0" name="pt1129"/>
          <p:cNvSpPr/>
          <p:nvPr/>
        </p:nvSpPr>
        <p:spPr>
          <a:xfrm>
            <a:off x="2106518" y="715365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1" name="pt1130"/>
          <p:cNvSpPr/>
          <p:nvPr/>
        </p:nvSpPr>
        <p:spPr>
          <a:xfrm>
            <a:off x="1945497" y="714465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2" name="pt1131"/>
          <p:cNvSpPr/>
          <p:nvPr/>
        </p:nvSpPr>
        <p:spPr>
          <a:xfrm>
            <a:off x="2048647" y="715886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3" name="pt1132"/>
          <p:cNvSpPr/>
          <p:nvPr/>
        </p:nvSpPr>
        <p:spPr>
          <a:xfrm>
            <a:off x="1957948" y="60319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4" name="pt1133"/>
          <p:cNvSpPr/>
          <p:nvPr/>
        </p:nvSpPr>
        <p:spPr>
          <a:xfrm>
            <a:off x="2076266" y="623781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5" name="pt1134"/>
          <p:cNvSpPr/>
          <p:nvPr/>
        </p:nvSpPr>
        <p:spPr>
          <a:xfrm>
            <a:off x="1941086" y="68209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6" name="pt1135"/>
          <p:cNvSpPr/>
          <p:nvPr/>
        </p:nvSpPr>
        <p:spPr>
          <a:xfrm>
            <a:off x="2055819" y="66438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7" name="pt1136"/>
          <p:cNvSpPr/>
          <p:nvPr/>
        </p:nvSpPr>
        <p:spPr>
          <a:xfrm>
            <a:off x="1908481" y="646760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8" name="pt1137"/>
          <p:cNvSpPr/>
          <p:nvPr/>
        </p:nvSpPr>
        <p:spPr>
          <a:xfrm>
            <a:off x="2086592" y="59456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39" name="pt1138"/>
          <p:cNvSpPr/>
          <p:nvPr/>
        </p:nvSpPr>
        <p:spPr>
          <a:xfrm>
            <a:off x="1913000" y="641153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0" name="pt1139"/>
          <p:cNvSpPr/>
          <p:nvPr/>
        </p:nvSpPr>
        <p:spPr>
          <a:xfrm>
            <a:off x="2085586" y="641113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1" name="pt1140"/>
          <p:cNvSpPr/>
          <p:nvPr/>
        </p:nvSpPr>
        <p:spPr>
          <a:xfrm>
            <a:off x="1896297" y="643708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2" name="pt1141"/>
          <p:cNvSpPr/>
          <p:nvPr/>
        </p:nvSpPr>
        <p:spPr>
          <a:xfrm>
            <a:off x="2048571" y="613117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3" name="pt1142"/>
          <p:cNvSpPr/>
          <p:nvPr/>
        </p:nvSpPr>
        <p:spPr>
          <a:xfrm>
            <a:off x="1917447" y="706035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4" name="pt1143"/>
          <p:cNvSpPr/>
          <p:nvPr/>
        </p:nvSpPr>
        <p:spPr>
          <a:xfrm>
            <a:off x="2088827" y="71982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5" name="pt1144"/>
          <p:cNvSpPr/>
          <p:nvPr/>
        </p:nvSpPr>
        <p:spPr>
          <a:xfrm>
            <a:off x="1901639" y="68539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6" name="pt1145"/>
          <p:cNvSpPr/>
          <p:nvPr/>
        </p:nvSpPr>
        <p:spPr>
          <a:xfrm>
            <a:off x="2062840" y="71011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7" name="pt1146"/>
          <p:cNvSpPr/>
          <p:nvPr/>
        </p:nvSpPr>
        <p:spPr>
          <a:xfrm>
            <a:off x="1964387" y="58341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8" name="pt1147"/>
          <p:cNvSpPr/>
          <p:nvPr/>
        </p:nvSpPr>
        <p:spPr>
          <a:xfrm>
            <a:off x="2103317" y="680333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49" name="pt1148"/>
          <p:cNvSpPr/>
          <p:nvPr/>
        </p:nvSpPr>
        <p:spPr>
          <a:xfrm>
            <a:off x="1919696" y="733548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0" name="pt1149"/>
          <p:cNvSpPr/>
          <p:nvPr/>
        </p:nvSpPr>
        <p:spPr>
          <a:xfrm>
            <a:off x="2111953" y="728416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1" name="pt1150"/>
          <p:cNvSpPr/>
          <p:nvPr/>
        </p:nvSpPr>
        <p:spPr>
          <a:xfrm>
            <a:off x="3006342" y="68758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2" name="pt1151"/>
          <p:cNvSpPr/>
          <p:nvPr/>
        </p:nvSpPr>
        <p:spPr>
          <a:xfrm>
            <a:off x="3167709" y="700386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3" name="pt1152"/>
          <p:cNvSpPr/>
          <p:nvPr/>
        </p:nvSpPr>
        <p:spPr>
          <a:xfrm>
            <a:off x="3031551" y="71861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4" name="pt1153"/>
          <p:cNvSpPr/>
          <p:nvPr/>
        </p:nvSpPr>
        <p:spPr>
          <a:xfrm>
            <a:off x="3192988" y="728892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5" name="pt1154"/>
          <p:cNvSpPr/>
          <p:nvPr/>
        </p:nvSpPr>
        <p:spPr>
          <a:xfrm>
            <a:off x="3044453" y="72879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6" name="pt1155"/>
          <p:cNvSpPr/>
          <p:nvPr/>
        </p:nvSpPr>
        <p:spPr>
          <a:xfrm>
            <a:off x="3191962" y="72772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7" name="pt1156"/>
          <p:cNvSpPr/>
          <p:nvPr/>
        </p:nvSpPr>
        <p:spPr>
          <a:xfrm>
            <a:off x="3016156" y="688712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8" name="pt1157"/>
          <p:cNvSpPr/>
          <p:nvPr/>
        </p:nvSpPr>
        <p:spPr>
          <a:xfrm>
            <a:off x="3170516" y="694936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59" name="pt1158"/>
          <p:cNvSpPr/>
          <p:nvPr/>
        </p:nvSpPr>
        <p:spPr>
          <a:xfrm>
            <a:off x="3006992" y="723723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0" name="pt1159"/>
          <p:cNvSpPr/>
          <p:nvPr/>
        </p:nvSpPr>
        <p:spPr>
          <a:xfrm>
            <a:off x="3135069" y="72413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1" name="pt1160"/>
          <p:cNvSpPr/>
          <p:nvPr/>
        </p:nvSpPr>
        <p:spPr>
          <a:xfrm>
            <a:off x="3043864" y="727326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2" name="pt1161"/>
          <p:cNvSpPr/>
          <p:nvPr/>
        </p:nvSpPr>
        <p:spPr>
          <a:xfrm>
            <a:off x="3194396" y="731135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3" name="pt1162"/>
          <p:cNvSpPr/>
          <p:nvPr/>
        </p:nvSpPr>
        <p:spPr>
          <a:xfrm>
            <a:off x="2982103" y="730505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4" name="pt1163"/>
          <p:cNvSpPr/>
          <p:nvPr/>
        </p:nvSpPr>
        <p:spPr>
          <a:xfrm>
            <a:off x="3134938" y="728380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5" name="pt1164"/>
          <p:cNvSpPr/>
          <p:nvPr/>
        </p:nvSpPr>
        <p:spPr>
          <a:xfrm>
            <a:off x="2986307" y="705308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6" name="pt1165"/>
          <p:cNvSpPr/>
          <p:nvPr/>
        </p:nvSpPr>
        <p:spPr>
          <a:xfrm>
            <a:off x="3203033" y="71754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7" name="pt1166"/>
          <p:cNvSpPr/>
          <p:nvPr/>
        </p:nvSpPr>
        <p:spPr>
          <a:xfrm>
            <a:off x="3038622" y="719774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8" name="pt1167"/>
          <p:cNvSpPr/>
          <p:nvPr/>
        </p:nvSpPr>
        <p:spPr>
          <a:xfrm>
            <a:off x="3203144" y="72881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69" name="pt1168"/>
          <p:cNvSpPr/>
          <p:nvPr/>
        </p:nvSpPr>
        <p:spPr>
          <a:xfrm>
            <a:off x="3011478" y="72418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0" name="pt1169"/>
          <p:cNvSpPr/>
          <p:nvPr/>
        </p:nvSpPr>
        <p:spPr>
          <a:xfrm>
            <a:off x="3153410" y="72651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1" name="pt1170"/>
          <p:cNvSpPr/>
          <p:nvPr/>
        </p:nvSpPr>
        <p:spPr>
          <a:xfrm>
            <a:off x="3012537" y="727648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2" name="pt1171"/>
          <p:cNvSpPr/>
          <p:nvPr/>
        </p:nvSpPr>
        <p:spPr>
          <a:xfrm>
            <a:off x="3186502" y="728991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3" name="pt1172"/>
          <p:cNvSpPr/>
          <p:nvPr/>
        </p:nvSpPr>
        <p:spPr>
          <a:xfrm>
            <a:off x="3016634" y="72740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4" name="pt1173"/>
          <p:cNvSpPr/>
          <p:nvPr/>
        </p:nvSpPr>
        <p:spPr>
          <a:xfrm>
            <a:off x="3157044" y="728984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5" name="pt1174"/>
          <p:cNvSpPr/>
          <p:nvPr/>
        </p:nvSpPr>
        <p:spPr>
          <a:xfrm>
            <a:off x="2975549" y="710294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6" name="pt1175"/>
          <p:cNvSpPr/>
          <p:nvPr/>
        </p:nvSpPr>
        <p:spPr>
          <a:xfrm>
            <a:off x="3140907" y="718666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7" name="pt1176"/>
          <p:cNvSpPr/>
          <p:nvPr/>
        </p:nvSpPr>
        <p:spPr>
          <a:xfrm>
            <a:off x="3006394" y="700290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8" name="pt1177"/>
          <p:cNvSpPr/>
          <p:nvPr/>
        </p:nvSpPr>
        <p:spPr>
          <a:xfrm>
            <a:off x="3128592" y="718611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79" name="pt1178"/>
          <p:cNvSpPr/>
          <p:nvPr/>
        </p:nvSpPr>
        <p:spPr>
          <a:xfrm>
            <a:off x="3026484" y="70895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0" name="pt1179"/>
          <p:cNvSpPr/>
          <p:nvPr/>
        </p:nvSpPr>
        <p:spPr>
          <a:xfrm>
            <a:off x="3128863" y="721320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1" name="pt1180"/>
          <p:cNvSpPr/>
          <p:nvPr/>
        </p:nvSpPr>
        <p:spPr>
          <a:xfrm>
            <a:off x="3024599" y="722159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2" name="pt1181"/>
          <p:cNvSpPr/>
          <p:nvPr/>
        </p:nvSpPr>
        <p:spPr>
          <a:xfrm>
            <a:off x="3203214" y="722395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3" name="pt1182"/>
          <p:cNvSpPr/>
          <p:nvPr/>
        </p:nvSpPr>
        <p:spPr>
          <a:xfrm>
            <a:off x="2972049" y="71068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4" name="pt1183"/>
          <p:cNvSpPr/>
          <p:nvPr/>
        </p:nvSpPr>
        <p:spPr>
          <a:xfrm>
            <a:off x="3169593" y="708893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5" name="pt1184"/>
          <p:cNvSpPr/>
          <p:nvPr/>
        </p:nvSpPr>
        <p:spPr>
          <a:xfrm>
            <a:off x="3011121" y="723388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6" name="pt1185"/>
          <p:cNvSpPr/>
          <p:nvPr/>
        </p:nvSpPr>
        <p:spPr>
          <a:xfrm>
            <a:off x="3203082" y="72764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7" name="pt1186"/>
          <p:cNvSpPr/>
          <p:nvPr/>
        </p:nvSpPr>
        <p:spPr>
          <a:xfrm>
            <a:off x="2972450" y="71555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8" name="pt1187"/>
          <p:cNvSpPr/>
          <p:nvPr/>
        </p:nvSpPr>
        <p:spPr>
          <a:xfrm>
            <a:off x="3195103" y="71721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89" name="pt1188"/>
          <p:cNvSpPr/>
          <p:nvPr/>
        </p:nvSpPr>
        <p:spPr>
          <a:xfrm>
            <a:off x="3041128" y="72620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0" name="pt1189"/>
          <p:cNvSpPr/>
          <p:nvPr/>
        </p:nvSpPr>
        <p:spPr>
          <a:xfrm>
            <a:off x="3157469" y="731099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1" name="pt1190"/>
          <p:cNvSpPr/>
          <p:nvPr/>
        </p:nvSpPr>
        <p:spPr>
          <a:xfrm>
            <a:off x="2995255" y="724242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2" name="pt1191"/>
          <p:cNvSpPr/>
          <p:nvPr/>
        </p:nvSpPr>
        <p:spPr>
          <a:xfrm>
            <a:off x="3177104" y="731768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3" name="pt1192"/>
          <p:cNvSpPr/>
          <p:nvPr/>
        </p:nvSpPr>
        <p:spPr>
          <a:xfrm>
            <a:off x="3024224" y="722850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4" name="pt1193"/>
          <p:cNvSpPr/>
          <p:nvPr/>
        </p:nvSpPr>
        <p:spPr>
          <a:xfrm>
            <a:off x="3195005" y="72845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5" name="pt1194"/>
          <p:cNvSpPr/>
          <p:nvPr/>
        </p:nvSpPr>
        <p:spPr>
          <a:xfrm>
            <a:off x="3019204" y="66483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6" name="pt1195"/>
          <p:cNvSpPr/>
          <p:nvPr/>
        </p:nvSpPr>
        <p:spPr>
          <a:xfrm>
            <a:off x="3203800" y="68425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7" name="pt1196"/>
          <p:cNvSpPr/>
          <p:nvPr/>
        </p:nvSpPr>
        <p:spPr>
          <a:xfrm>
            <a:off x="2994396" y="72379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8" name="pt1197"/>
          <p:cNvSpPr/>
          <p:nvPr/>
        </p:nvSpPr>
        <p:spPr>
          <a:xfrm>
            <a:off x="3193175" y="731054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99" name="pt1198"/>
          <p:cNvSpPr/>
          <p:nvPr/>
        </p:nvSpPr>
        <p:spPr>
          <a:xfrm>
            <a:off x="3019424" y="68248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0" name="pt1199"/>
          <p:cNvSpPr/>
          <p:nvPr/>
        </p:nvSpPr>
        <p:spPr>
          <a:xfrm>
            <a:off x="3177858" y="665875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1" name="pt1200"/>
          <p:cNvSpPr/>
          <p:nvPr/>
        </p:nvSpPr>
        <p:spPr>
          <a:xfrm>
            <a:off x="3031350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2" name="pt1201"/>
          <p:cNvSpPr/>
          <p:nvPr/>
        </p:nvSpPr>
        <p:spPr>
          <a:xfrm>
            <a:off x="3161301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3" name="pt1202"/>
          <p:cNvSpPr/>
          <p:nvPr/>
        </p:nvSpPr>
        <p:spPr>
          <a:xfrm>
            <a:off x="3011329" y="695940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4" name="pt1203"/>
          <p:cNvSpPr/>
          <p:nvPr/>
        </p:nvSpPr>
        <p:spPr>
          <a:xfrm>
            <a:off x="3145712" y="72350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5" name="pt1204"/>
          <p:cNvSpPr/>
          <p:nvPr/>
        </p:nvSpPr>
        <p:spPr>
          <a:xfrm>
            <a:off x="3009721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6" name="pt1205"/>
          <p:cNvSpPr/>
          <p:nvPr/>
        </p:nvSpPr>
        <p:spPr>
          <a:xfrm>
            <a:off x="3148484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7" name="pt1206"/>
          <p:cNvSpPr/>
          <p:nvPr/>
        </p:nvSpPr>
        <p:spPr>
          <a:xfrm>
            <a:off x="3039346" y="72186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8" name="pt1207"/>
          <p:cNvSpPr/>
          <p:nvPr/>
        </p:nvSpPr>
        <p:spPr>
          <a:xfrm>
            <a:off x="3153024" y="718900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09" name="pt1208"/>
          <p:cNvSpPr/>
          <p:nvPr/>
        </p:nvSpPr>
        <p:spPr>
          <a:xfrm>
            <a:off x="2990591" y="73348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0" name="pt1209"/>
          <p:cNvSpPr/>
          <p:nvPr/>
        </p:nvSpPr>
        <p:spPr>
          <a:xfrm>
            <a:off x="3155441" y="733994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1" name="pt1210"/>
          <p:cNvSpPr/>
          <p:nvPr/>
        </p:nvSpPr>
        <p:spPr>
          <a:xfrm>
            <a:off x="2997268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2" name="pt1211"/>
          <p:cNvSpPr/>
          <p:nvPr/>
        </p:nvSpPr>
        <p:spPr>
          <a:xfrm>
            <a:off x="3152873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3" name="pt1212"/>
          <p:cNvSpPr/>
          <p:nvPr/>
        </p:nvSpPr>
        <p:spPr>
          <a:xfrm>
            <a:off x="3031562" y="67253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4" name="pt1213"/>
          <p:cNvSpPr/>
          <p:nvPr/>
        </p:nvSpPr>
        <p:spPr>
          <a:xfrm>
            <a:off x="3137845" y="67026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5" name="pt1214"/>
          <p:cNvSpPr/>
          <p:nvPr/>
        </p:nvSpPr>
        <p:spPr>
          <a:xfrm>
            <a:off x="2983350" y="73389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6" name="pt1215"/>
          <p:cNvSpPr/>
          <p:nvPr/>
        </p:nvSpPr>
        <p:spPr>
          <a:xfrm>
            <a:off x="3199708" y="73316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7" name="pt1216"/>
          <p:cNvSpPr/>
          <p:nvPr/>
        </p:nvSpPr>
        <p:spPr>
          <a:xfrm>
            <a:off x="2981136" y="69562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8" name="pt1217"/>
          <p:cNvSpPr/>
          <p:nvPr/>
        </p:nvSpPr>
        <p:spPr>
          <a:xfrm>
            <a:off x="3180163" y="657136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19" name="pt1218"/>
          <p:cNvSpPr/>
          <p:nvPr/>
        </p:nvSpPr>
        <p:spPr>
          <a:xfrm>
            <a:off x="3036290" y="71231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0" name="pt1219"/>
          <p:cNvSpPr/>
          <p:nvPr/>
        </p:nvSpPr>
        <p:spPr>
          <a:xfrm>
            <a:off x="3171050" y="709905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1" name="pt1220"/>
          <p:cNvSpPr/>
          <p:nvPr/>
        </p:nvSpPr>
        <p:spPr>
          <a:xfrm>
            <a:off x="3022876" y="65630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2" name="pt1221"/>
          <p:cNvSpPr/>
          <p:nvPr/>
        </p:nvSpPr>
        <p:spPr>
          <a:xfrm>
            <a:off x="3152735" y="647017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3" name="pt1222"/>
          <p:cNvSpPr/>
          <p:nvPr/>
        </p:nvSpPr>
        <p:spPr>
          <a:xfrm>
            <a:off x="3006359" y="73398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4" name="pt1223"/>
          <p:cNvSpPr/>
          <p:nvPr/>
        </p:nvSpPr>
        <p:spPr>
          <a:xfrm>
            <a:off x="3136746" y="73390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5" name="pt1224"/>
          <p:cNvSpPr/>
          <p:nvPr/>
        </p:nvSpPr>
        <p:spPr>
          <a:xfrm>
            <a:off x="2975417" y="706271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6" name="pt1225"/>
          <p:cNvSpPr/>
          <p:nvPr/>
        </p:nvSpPr>
        <p:spPr>
          <a:xfrm>
            <a:off x="3174021" y="710818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7" name="pt1226"/>
          <p:cNvSpPr/>
          <p:nvPr/>
        </p:nvSpPr>
        <p:spPr>
          <a:xfrm>
            <a:off x="2984730" y="723023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8" name="pt1227"/>
          <p:cNvSpPr/>
          <p:nvPr/>
        </p:nvSpPr>
        <p:spPr>
          <a:xfrm>
            <a:off x="3160665" y="717772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29" name="pt1228"/>
          <p:cNvSpPr/>
          <p:nvPr/>
        </p:nvSpPr>
        <p:spPr>
          <a:xfrm>
            <a:off x="2995376" y="714983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0" name="pt1229"/>
          <p:cNvSpPr/>
          <p:nvPr/>
        </p:nvSpPr>
        <p:spPr>
          <a:xfrm>
            <a:off x="3149467" y="726119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1" name="pt1230"/>
          <p:cNvSpPr/>
          <p:nvPr/>
        </p:nvSpPr>
        <p:spPr>
          <a:xfrm>
            <a:off x="3019979" y="703416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2" name="pt1231"/>
          <p:cNvSpPr/>
          <p:nvPr/>
        </p:nvSpPr>
        <p:spPr>
          <a:xfrm>
            <a:off x="3193750" y="72069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3" name="pt1232"/>
          <p:cNvSpPr/>
          <p:nvPr/>
        </p:nvSpPr>
        <p:spPr>
          <a:xfrm>
            <a:off x="3010887" y="711432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4" name="pt1233"/>
          <p:cNvSpPr/>
          <p:nvPr/>
        </p:nvSpPr>
        <p:spPr>
          <a:xfrm>
            <a:off x="3165748" y="695858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5" name="pt1234"/>
          <p:cNvSpPr/>
          <p:nvPr/>
        </p:nvSpPr>
        <p:spPr>
          <a:xfrm>
            <a:off x="3002490" y="721264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6" name="pt1235"/>
          <p:cNvSpPr/>
          <p:nvPr/>
        </p:nvSpPr>
        <p:spPr>
          <a:xfrm>
            <a:off x="3131156" y="724888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7" name="pt1236"/>
          <p:cNvSpPr/>
          <p:nvPr/>
        </p:nvSpPr>
        <p:spPr>
          <a:xfrm>
            <a:off x="3049350" y="691195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8" name="pt1237"/>
          <p:cNvSpPr/>
          <p:nvPr/>
        </p:nvSpPr>
        <p:spPr>
          <a:xfrm>
            <a:off x="3177973" y="704340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39" name="pt1238"/>
          <p:cNvSpPr/>
          <p:nvPr/>
        </p:nvSpPr>
        <p:spPr>
          <a:xfrm>
            <a:off x="3031718" y="692364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0" name="pt1239"/>
          <p:cNvSpPr/>
          <p:nvPr/>
        </p:nvSpPr>
        <p:spPr>
          <a:xfrm>
            <a:off x="3161376" y="650971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1" name="pt1240"/>
          <p:cNvSpPr/>
          <p:nvPr/>
        </p:nvSpPr>
        <p:spPr>
          <a:xfrm>
            <a:off x="3030237" y="712002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2" name="pt1241"/>
          <p:cNvSpPr/>
          <p:nvPr/>
        </p:nvSpPr>
        <p:spPr>
          <a:xfrm>
            <a:off x="3191101" y="71812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3" name="pt1242"/>
          <p:cNvSpPr/>
          <p:nvPr/>
        </p:nvSpPr>
        <p:spPr>
          <a:xfrm>
            <a:off x="3012823" y="67021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4" name="pt1243"/>
          <p:cNvSpPr/>
          <p:nvPr/>
        </p:nvSpPr>
        <p:spPr>
          <a:xfrm>
            <a:off x="3129477" y="67918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5" name="pt1244"/>
          <p:cNvSpPr/>
          <p:nvPr/>
        </p:nvSpPr>
        <p:spPr>
          <a:xfrm>
            <a:off x="3046429" y="710508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6" name="pt1245"/>
          <p:cNvSpPr/>
          <p:nvPr/>
        </p:nvSpPr>
        <p:spPr>
          <a:xfrm>
            <a:off x="3146266" y="706602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7" name="pt1246"/>
          <p:cNvSpPr/>
          <p:nvPr/>
        </p:nvSpPr>
        <p:spPr>
          <a:xfrm>
            <a:off x="3011072" y="660234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8" name="pt1247"/>
          <p:cNvSpPr/>
          <p:nvPr/>
        </p:nvSpPr>
        <p:spPr>
          <a:xfrm>
            <a:off x="3158104" y="68987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9" name="pt1248"/>
          <p:cNvSpPr/>
          <p:nvPr/>
        </p:nvSpPr>
        <p:spPr>
          <a:xfrm>
            <a:off x="3032926" y="70735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0" name="pt1249"/>
          <p:cNvSpPr/>
          <p:nvPr/>
        </p:nvSpPr>
        <p:spPr>
          <a:xfrm>
            <a:off x="3191356" y="716024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1" name="pt1250"/>
          <p:cNvSpPr/>
          <p:nvPr/>
        </p:nvSpPr>
        <p:spPr>
          <a:xfrm>
            <a:off x="3005993" y="721743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2" name="pt1251"/>
          <p:cNvSpPr/>
          <p:nvPr/>
        </p:nvSpPr>
        <p:spPr>
          <a:xfrm>
            <a:off x="3158598" y="726648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3" name="pt1252"/>
          <p:cNvSpPr/>
          <p:nvPr/>
        </p:nvSpPr>
        <p:spPr>
          <a:xfrm>
            <a:off x="3006945" y="655134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4" name="pt1253"/>
          <p:cNvSpPr/>
          <p:nvPr/>
        </p:nvSpPr>
        <p:spPr>
          <a:xfrm>
            <a:off x="3194927" y="633632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5" name="pt1254"/>
          <p:cNvSpPr/>
          <p:nvPr/>
        </p:nvSpPr>
        <p:spPr>
          <a:xfrm>
            <a:off x="3029827" y="63816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6" name="pt1255"/>
          <p:cNvSpPr/>
          <p:nvPr/>
        </p:nvSpPr>
        <p:spPr>
          <a:xfrm>
            <a:off x="3200047" y="559683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7" name="pt1256"/>
          <p:cNvSpPr/>
          <p:nvPr/>
        </p:nvSpPr>
        <p:spPr>
          <a:xfrm>
            <a:off x="3015158" y="66801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8" name="pt1257"/>
          <p:cNvSpPr/>
          <p:nvPr/>
        </p:nvSpPr>
        <p:spPr>
          <a:xfrm>
            <a:off x="3162691" y="696627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59" name="pt1258"/>
          <p:cNvSpPr/>
          <p:nvPr/>
        </p:nvSpPr>
        <p:spPr>
          <a:xfrm>
            <a:off x="3015306" y="71982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0" name="pt1259"/>
          <p:cNvSpPr/>
          <p:nvPr/>
        </p:nvSpPr>
        <p:spPr>
          <a:xfrm>
            <a:off x="3145909" y="719782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1" name="pt1260"/>
          <p:cNvSpPr/>
          <p:nvPr/>
        </p:nvSpPr>
        <p:spPr>
          <a:xfrm>
            <a:off x="3037386" y="720741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2" name="pt1261"/>
          <p:cNvSpPr/>
          <p:nvPr/>
        </p:nvSpPr>
        <p:spPr>
          <a:xfrm>
            <a:off x="3183205" y="71328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3" name="pt1262"/>
          <p:cNvSpPr/>
          <p:nvPr/>
        </p:nvSpPr>
        <p:spPr>
          <a:xfrm>
            <a:off x="3043167" y="722151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4" name="pt1263"/>
          <p:cNvSpPr/>
          <p:nvPr/>
        </p:nvSpPr>
        <p:spPr>
          <a:xfrm>
            <a:off x="3189735" y="723237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5" name="pt1264"/>
          <p:cNvSpPr/>
          <p:nvPr/>
        </p:nvSpPr>
        <p:spPr>
          <a:xfrm>
            <a:off x="3027498" y="684645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6" name="pt1265"/>
          <p:cNvSpPr/>
          <p:nvPr/>
        </p:nvSpPr>
        <p:spPr>
          <a:xfrm>
            <a:off x="3186769" y="672343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7" name="pt1266"/>
          <p:cNvSpPr/>
          <p:nvPr/>
        </p:nvSpPr>
        <p:spPr>
          <a:xfrm>
            <a:off x="3009058" y="726209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8" name="pt1267"/>
          <p:cNvSpPr/>
          <p:nvPr/>
        </p:nvSpPr>
        <p:spPr>
          <a:xfrm>
            <a:off x="3152214" y="733174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69" name="pt1268"/>
          <p:cNvSpPr/>
          <p:nvPr/>
        </p:nvSpPr>
        <p:spPr>
          <a:xfrm>
            <a:off x="2985203" y="71151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0" name="pt1269"/>
          <p:cNvSpPr/>
          <p:nvPr/>
        </p:nvSpPr>
        <p:spPr>
          <a:xfrm>
            <a:off x="3150408" y="70921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1" name="pt1270"/>
          <p:cNvSpPr/>
          <p:nvPr/>
        </p:nvSpPr>
        <p:spPr>
          <a:xfrm>
            <a:off x="3034584" y="722592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2" name="pt1271"/>
          <p:cNvSpPr/>
          <p:nvPr/>
        </p:nvSpPr>
        <p:spPr>
          <a:xfrm>
            <a:off x="3204667" y="72957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3" name="pt1272"/>
          <p:cNvSpPr/>
          <p:nvPr/>
        </p:nvSpPr>
        <p:spPr>
          <a:xfrm>
            <a:off x="3030979" y="681590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4" name="pt1273"/>
          <p:cNvSpPr/>
          <p:nvPr/>
        </p:nvSpPr>
        <p:spPr>
          <a:xfrm>
            <a:off x="3177762" y="69069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5" name="pt1274"/>
          <p:cNvSpPr/>
          <p:nvPr/>
        </p:nvSpPr>
        <p:spPr>
          <a:xfrm>
            <a:off x="2992725" y="69915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6" name="pt1275"/>
          <p:cNvSpPr/>
          <p:nvPr/>
        </p:nvSpPr>
        <p:spPr>
          <a:xfrm>
            <a:off x="3200050" y="706782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7" name="pt1276"/>
          <p:cNvSpPr/>
          <p:nvPr/>
        </p:nvSpPr>
        <p:spPr>
          <a:xfrm>
            <a:off x="3043422" y="71308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8" name="pt1277"/>
          <p:cNvSpPr/>
          <p:nvPr/>
        </p:nvSpPr>
        <p:spPr>
          <a:xfrm>
            <a:off x="3198203" y="713615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79" name="pt1278"/>
          <p:cNvSpPr/>
          <p:nvPr/>
        </p:nvSpPr>
        <p:spPr>
          <a:xfrm>
            <a:off x="3002691" y="698662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0" name="pt1279"/>
          <p:cNvSpPr/>
          <p:nvPr/>
        </p:nvSpPr>
        <p:spPr>
          <a:xfrm>
            <a:off x="3165631" y="707087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1" name="pt1280"/>
          <p:cNvSpPr/>
          <p:nvPr/>
        </p:nvSpPr>
        <p:spPr>
          <a:xfrm>
            <a:off x="2998997" y="721015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2" name="pt1281"/>
          <p:cNvSpPr/>
          <p:nvPr/>
        </p:nvSpPr>
        <p:spPr>
          <a:xfrm>
            <a:off x="3155571" y="72716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3" name="pt1282"/>
          <p:cNvSpPr/>
          <p:nvPr/>
        </p:nvSpPr>
        <p:spPr>
          <a:xfrm>
            <a:off x="3039997" y="675538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4" name="pt1283"/>
          <p:cNvSpPr/>
          <p:nvPr/>
        </p:nvSpPr>
        <p:spPr>
          <a:xfrm>
            <a:off x="3165040" y="714861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5" name="pt1284"/>
          <p:cNvSpPr/>
          <p:nvPr/>
        </p:nvSpPr>
        <p:spPr>
          <a:xfrm>
            <a:off x="3012633" y="689126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6" name="pt1285"/>
          <p:cNvSpPr/>
          <p:nvPr/>
        </p:nvSpPr>
        <p:spPr>
          <a:xfrm>
            <a:off x="3137544" y="71984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7" name="pt1286"/>
          <p:cNvSpPr/>
          <p:nvPr/>
        </p:nvSpPr>
        <p:spPr>
          <a:xfrm>
            <a:off x="3022039" y="71894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8" name="pt1287"/>
          <p:cNvSpPr/>
          <p:nvPr/>
        </p:nvSpPr>
        <p:spPr>
          <a:xfrm>
            <a:off x="3183923" y="72857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89" name="pt1288"/>
          <p:cNvSpPr/>
          <p:nvPr/>
        </p:nvSpPr>
        <p:spPr>
          <a:xfrm>
            <a:off x="3032637" y="68058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0" name="pt1289"/>
          <p:cNvSpPr/>
          <p:nvPr/>
        </p:nvSpPr>
        <p:spPr>
          <a:xfrm>
            <a:off x="3131312" y="61263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1" name="pt1290"/>
          <p:cNvSpPr/>
          <p:nvPr/>
        </p:nvSpPr>
        <p:spPr>
          <a:xfrm>
            <a:off x="3026358" y="715805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2" name="pt1291"/>
          <p:cNvSpPr/>
          <p:nvPr/>
        </p:nvSpPr>
        <p:spPr>
          <a:xfrm>
            <a:off x="3139882" y="72495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3" name="pt1292"/>
          <p:cNvSpPr/>
          <p:nvPr/>
        </p:nvSpPr>
        <p:spPr>
          <a:xfrm>
            <a:off x="3005654" y="725460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4" name="pt1293"/>
          <p:cNvSpPr/>
          <p:nvPr/>
        </p:nvSpPr>
        <p:spPr>
          <a:xfrm>
            <a:off x="3130303" y="719998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5" name="pt1294"/>
          <p:cNvSpPr/>
          <p:nvPr/>
        </p:nvSpPr>
        <p:spPr>
          <a:xfrm>
            <a:off x="2984569" y="59496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6" name="pt1295"/>
          <p:cNvSpPr/>
          <p:nvPr/>
        </p:nvSpPr>
        <p:spPr>
          <a:xfrm>
            <a:off x="3163589" y="593845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7" name="pt1296"/>
          <p:cNvSpPr/>
          <p:nvPr/>
        </p:nvSpPr>
        <p:spPr>
          <a:xfrm>
            <a:off x="3043929" y="71090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8" name="pt1297"/>
          <p:cNvSpPr/>
          <p:nvPr/>
        </p:nvSpPr>
        <p:spPr>
          <a:xfrm>
            <a:off x="3133656" y="694701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9" name="pt1298"/>
          <p:cNvSpPr/>
          <p:nvPr/>
        </p:nvSpPr>
        <p:spPr>
          <a:xfrm>
            <a:off x="2992158" y="722991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0" name="pt1299"/>
          <p:cNvSpPr/>
          <p:nvPr/>
        </p:nvSpPr>
        <p:spPr>
          <a:xfrm>
            <a:off x="3168635" y="677580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1" name="pt1300"/>
          <p:cNvSpPr/>
          <p:nvPr/>
        </p:nvSpPr>
        <p:spPr>
          <a:xfrm>
            <a:off x="3011775" y="729184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2" name="pt1301"/>
          <p:cNvSpPr/>
          <p:nvPr/>
        </p:nvSpPr>
        <p:spPr>
          <a:xfrm>
            <a:off x="3187149" y="727843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3" name="pt1302"/>
          <p:cNvSpPr/>
          <p:nvPr/>
        </p:nvSpPr>
        <p:spPr>
          <a:xfrm>
            <a:off x="3029314" y="677841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4" name="pt1303"/>
          <p:cNvSpPr/>
          <p:nvPr/>
        </p:nvSpPr>
        <p:spPr>
          <a:xfrm>
            <a:off x="3153400" y="710873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5" name="pt1304"/>
          <p:cNvSpPr/>
          <p:nvPr/>
        </p:nvSpPr>
        <p:spPr>
          <a:xfrm>
            <a:off x="3017913" y="716592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6" name="pt1305"/>
          <p:cNvSpPr/>
          <p:nvPr/>
        </p:nvSpPr>
        <p:spPr>
          <a:xfrm>
            <a:off x="3155996" y="712465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7" name="pt1306"/>
          <p:cNvSpPr/>
          <p:nvPr/>
        </p:nvSpPr>
        <p:spPr>
          <a:xfrm>
            <a:off x="3040211" y="699885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8" name="pt1307"/>
          <p:cNvSpPr/>
          <p:nvPr/>
        </p:nvSpPr>
        <p:spPr>
          <a:xfrm>
            <a:off x="3130580" y="69595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09" name="pt1308"/>
          <p:cNvSpPr/>
          <p:nvPr/>
        </p:nvSpPr>
        <p:spPr>
          <a:xfrm>
            <a:off x="3021236" y="650819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0" name="pt1309"/>
          <p:cNvSpPr/>
          <p:nvPr/>
        </p:nvSpPr>
        <p:spPr>
          <a:xfrm>
            <a:off x="3159752" y="67274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1" name="pt1310"/>
          <p:cNvSpPr/>
          <p:nvPr/>
        </p:nvSpPr>
        <p:spPr>
          <a:xfrm>
            <a:off x="3035657" y="711963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2" name="pt1311"/>
          <p:cNvSpPr/>
          <p:nvPr/>
        </p:nvSpPr>
        <p:spPr>
          <a:xfrm>
            <a:off x="3194429" y="697486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3" name="pt1312"/>
          <p:cNvSpPr/>
          <p:nvPr/>
        </p:nvSpPr>
        <p:spPr>
          <a:xfrm>
            <a:off x="3001985" y="725085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4" name="pt1313"/>
          <p:cNvSpPr/>
          <p:nvPr/>
        </p:nvSpPr>
        <p:spPr>
          <a:xfrm>
            <a:off x="3152042" y="716520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5" name="pt1314"/>
          <p:cNvSpPr/>
          <p:nvPr/>
        </p:nvSpPr>
        <p:spPr>
          <a:xfrm>
            <a:off x="2983562" y="695144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6" name="pt1315"/>
          <p:cNvSpPr/>
          <p:nvPr/>
        </p:nvSpPr>
        <p:spPr>
          <a:xfrm>
            <a:off x="3182433" y="694998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7" name="pt1316"/>
          <p:cNvSpPr/>
          <p:nvPr/>
        </p:nvSpPr>
        <p:spPr>
          <a:xfrm>
            <a:off x="3033830" y="688366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8" name="pt1317"/>
          <p:cNvSpPr/>
          <p:nvPr/>
        </p:nvSpPr>
        <p:spPr>
          <a:xfrm>
            <a:off x="3146074" y="676145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19" name="pt1318"/>
          <p:cNvSpPr/>
          <p:nvPr/>
        </p:nvSpPr>
        <p:spPr>
          <a:xfrm>
            <a:off x="3022325" y="65787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0" name="pt1319"/>
          <p:cNvSpPr/>
          <p:nvPr/>
        </p:nvSpPr>
        <p:spPr>
          <a:xfrm>
            <a:off x="3154265" y="68931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1" name="pt1320"/>
          <p:cNvSpPr/>
          <p:nvPr/>
        </p:nvSpPr>
        <p:spPr>
          <a:xfrm>
            <a:off x="2982902" y="57468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2" name="pt1321"/>
          <p:cNvSpPr/>
          <p:nvPr/>
        </p:nvSpPr>
        <p:spPr>
          <a:xfrm>
            <a:off x="3171425" y="51075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3" name="pt1322"/>
          <p:cNvSpPr/>
          <p:nvPr/>
        </p:nvSpPr>
        <p:spPr>
          <a:xfrm>
            <a:off x="3015371" y="722571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4" name="pt1323"/>
          <p:cNvSpPr/>
          <p:nvPr/>
        </p:nvSpPr>
        <p:spPr>
          <a:xfrm>
            <a:off x="3154550" y="724747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5" name="pt1324"/>
          <p:cNvSpPr/>
          <p:nvPr/>
        </p:nvSpPr>
        <p:spPr>
          <a:xfrm>
            <a:off x="2991749" y="708796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6" name="pt1325"/>
          <p:cNvSpPr/>
          <p:nvPr/>
        </p:nvSpPr>
        <p:spPr>
          <a:xfrm>
            <a:off x="3170537" y="70044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7" name="pt1326"/>
          <p:cNvSpPr/>
          <p:nvPr/>
        </p:nvSpPr>
        <p:spPr>
          <a:xfrm>
            <a:off x="3033232" y="714619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8" name="pt1327"/>
          <p:cNvSpPr/>
          <p:nvPr/>
        </p:nvSpPr>
        <p:spPr>
          <a:xfrm>
            <a:off x="3130664" y="69089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29" name="pt1328"/>
          <p:cNvSpPr/>
          <p:nvPr/>
        </p:nvSpPr>
        <p:spPr>
          <a:xfrm>
            <a:off x="3046034" y="68487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0" name="pt1329"/>
          <p:cNvSpPr/>
          <p:nvPr/>
        </p:nvSpPr>
        <p:spPr>
          <a:xfrm>
            <a:off x="3201849" y="632443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1" name="pt1330"/>
          <p:cNvSpPr/>
          <p:nvPr/>
        </p:nvSpPr>
        <p:spPr>
          <a:xfrm>
            <a:off x="2998872" y="619542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2" name="pt1331"/>
          <p:cNvSpPr/>
          <p:nvPr/>
        </p:nvSpPr>
        <p:spPr>
          <a:xfrm>
            <a:off x="3154111" y="61611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3" name="pt1332"/>
          <p:cNvSpPr/>
          <p:nvPr/>
        </p:nvSpPr>
        <p:spPr>
          <a:xfrm>
            <a:off x="3020238" y="703255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4" name="pt1333"/>
          <p:cNvSpPr/>
          <p:nvPr/>
        </p:nvSpPr>
        <p:spPr>
          <a:xfrm>
            <a:off x="3133972" y="653558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5" name="pt1334"/>
          <p:cNvSpPr/>
          <p:nvPr/>
        </p:nvSpPr>
        <p:spPr>
          <a:xfrm>
            <a:off x="2996414" y="712455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6" name="pt1335"/>
          <p:cNvSpPr/>
          <p:nvPr/>
        </p:nvSpPr>
        <p:spPr>
          <a:xfrm>
            <a:off x="3181482" y="716012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7" name="pt1336"/>
          <p:cNvSpPr/>
          <p:nvPr/>
        </p:nvSpPr>
        <p:spPr>
          <a:xfrm>
            <a:off x="2989500" y="731843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8" name="pt1337"/>
          <p:cNvSpPr/>
          <p:nvPr/>
        </p:nvSpPr>
        <p:spPr>
          <a:xfrm>
            <a:off x="3179806" y="730357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39" name="pt1338"/>
          <p:cNvSpPr/>
          <p:nvPr/>
        </p:nvSpPr>
        <p:spPr>
          <a:xfrm>
            <a:off x="3023265" y="73324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0" name="pt1339"/>
          <p:cNvSpPr/>
          <p:nvPr/>
        </p:nvSpPr>
        <p:spPr>
          <a:xfrm>
            <a:off x="3198067" y="718573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1" name="pt1340"/>
          <p:cNvSpPr/>
          <p:nvPr/>
        </p:nvSpPr>
        <p:spPr>
          <a:xfrm>
            <a:off x="3049291" y="685054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2" name="pt1341"/>
          <p:cNvSpPr/>
          <p:nvPr/>
        </p:nvSpPr>
        <p:spPr>
          <a:xfrm>
            <a:off x="3193784" y="677365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3" name="pt1342"/>
          <p:cNvSpPr/>
          <p:nvPr/>
        </p:nvSpPr>
        <p:spPr>
          <a:xfrm>
            <a:off x="3004451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4" name="pt1343"/>
          <p:cNvSpPr/>
          <p:nvPr/>
        </p:nvSpPr>
        <p:spPr>
          <a:xfrm>
            <a:off x="3163192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5" name="pt1344"/>
          <p:cNvSpPr/>
          <p:nvPr/>
        </p:nvSpPr>
        <p:spPr>
          <a:xfrm>
            <a:off x="3034398" y="691859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6" name="pt1345"/>
          <p:cNvSpPr/>
          <p:nvPr/>
        </p:nvSpPr>
        <p:spPr>
          <a:xfrm>
            <a:off x="3157348" y="703890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7" name="pt1346"/>
          <p:cNvSpPr/>
          <p:nvPr/>
        </p:nvSpPr>
        <p:spPr>
          <a:xfrm>
            <a:off x="2982427" y="68104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8" name="pt1347"/>
          <p:cNvSpPr/>
          <p:nvPr/>
        </p:nvSpPr>
        <p:spPr>
          <a:xfrm>
            <a:off x="3172700" y="656710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49" name="pt1348"/>
          <p:cNvSpPr/>
          <p:nvPr/>
        </p:nvSpPr>
        <p:spPr>
          <a:xfrm>
            <a:off x="2978799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0" name="pt1349"/>
          <p:cNvSpPr/>
          <p:nvPr/>
        </p:nvSpPr>
        <p:spPr>
          <a:xfrm>
            <a:off x="3133244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1" name="pt1350"/>
          <p:cNvSpPr/>
          <p:nvPr/>
        </p:nvSpPr>
        <p:spPr>
          <a:xfrm>
            <a:off x="3040173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2" name="pt1351"/>
          <p:cNvSpPr/>
          <p:nvPr/>
        </p:nvSpPr>
        <p:spPr>
          <a:xfrm>
            <a:off x="3157989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3" name="pt1352"/>
          <p:cNvSpPr/>
          <p:nvPr/>
        </p:nvSpPr>
        <p:spPr>
          <a:xfrm>
            <a:off x="4089626" y="714343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4" name="pt1353"/>
          <p:cNvSpPr/>
          <p:nvPr/>
        </p:nvSpPr>
        <p:spPr>
          <a:xfrm>
            <a:off x="4248082" y="69997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5" name="pt1354"/>
          <p:cNvSpPr/>
          <p:nvPr/>
        </p:nvSpPr>
        <p:spPr>
          <a:xfrm>
            <a:off x="4105607" y="728085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6" name="pt1355"/>
          <p:cNvSpPr/>
          <p:nvPr/>
        </p:nvSpPr>
        <p:spPr>
          <a:xfrm>
            <a:off x="4238716" y="728728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7" name="pt1356"/>
          <p:cNvSpPr/>
          <p:nvPr/>
        </p:nvSpPr>
        <p:spPr>
          <a:xfrm>
            <a:off x="4108697" y="723437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8" name="pt1357"/>
          <p:cNvSpPr/>
          <p:nvPr/>
        </p:nvSpPr>
        <p:spPr>
          <a:xfrm>
            <a:off x="4249583" y="719945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59" name="pt1358"/>
          <p:cNvSpPr/>
          <p:nvPr/>
        </p:nvSpPr>
        <p:spPr>
          <a:xfrm>
            <a:off x="4059295" y="719305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0" name="pt1359"/>
          <p:cNvSpPr/>
          <p:nvPr/>
        </p:nvSpPr>
        <p:spPr>
          <a:xfrm>
            <a:off x="4281441" y="724115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1" name="pt1360"/>
          <p:cNvSpPr/>
          <p:nvPr/>
        </p:nvSpPr>
        <p:spPr>
          <a:xfrm>
            <a:off x="4069475" y="70858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2" name="pt1361"/>
          <p:cNvSpPr/>
          <p:nvPr/>
        </p:nvSpPr>
        <p:spPr>
          <a:xfrm>
            <a:off x="4218897" y="70298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3" name="pt1362"/>
          <p:cNvSpPr/>
          <p:nvPr/>
        </p:nvSpPr>
        <p:spPr>
          <a:xfrm>
            <a:off x="4127333" y="698686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4" name="pt1363"/>
          <p:cNvSpPr/>
          <p:nvPr/>
        </p:nvSpPr>
        <p:spPr>
          <a:xfrm>
            <a:off x="4270805" y="69869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5" name="pt1364"/>
          <p:cNvSpPr/>
          <p:nvPr/>
        </p:nvSpPr>
        <p:spPr>
          <a:xfrm>
            <a:off x="4131794" y="73017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6" name="pt1365"/>
          <p:cNvSpPr/>
          <p:nvPr/>
        </p:nvSpPr>
        <p:spPr>
          <a:xfrm>
            <a:off x="4231487" y="732068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7" name="pt1366"/>
          <p:cNvSpPr/>
          <p:nvPr/>
        </p:nvSpPr>
        <p:spPr>
          <a:xfrm>
            <a:off x="4111424" y="727619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8" name="pt1367"/>
          <p:cNvSpPr/>
          <p:nvPr/>
        </p:nvSpPr>
        <p:spPr>
          <a:xfrm>
            <a:off x="4214529" y="72790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9" name="pt1368"/>
          <p:cNvSpPr/>
          <p:nvPr/>
        </p:nvSpPr>
        <p:spPr>
          <a:xfrm>
            <a:off x="4079872" y="724964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0" name="pt1369"/>
          <p:cNvSpPr/>
          <p:nvPr/>
        </p:nvSpPr>
        <p:spPr>
          <a:xfrm>
            <a:off x="4219887" y="72178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1" name="pt1370"/>
          <p:cNvSpPr/>
          <p:nvPr/>
        </p:nvSpPr>
        <p:spPr>
          <a:xfrm>
            <a:off x="4068012" y="72790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2" name="pt1371"/>
          <p:cNvSpPr/>
          <p:nvPr/>
        </p:nvSpPr>
        <p:spPr>
          <a:xfrm>
            <a:off x="4258946" y="729378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3" name="pt1372"/>
          <p:cNvSpPr/>
          <p:nvPr/>
        </p:nvSpPr>
        <p:spPr>
          <a:xfrm>
            <a:off x="4055403" y="732242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4" name="pt1373"/>
          <p:cNvSpPr/>
          <p:nvPr/>
        </p:nvSpPr>
        <p:spPr>
          <a:xfrm>
            <a:off x="4227767" y="733967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5" name="pt1374"/>
          <p:cNvSpPr/>
          <p:nvPr/>
        </p:nvSpPr>
        <p:spPr>
          <a:xfrm>
            <a:off x="4080068" y="73329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6" name="pt1375"/>
          <p:cNvSpPr/>
          <p:nvPr/>
        </p:nvSpPr>
        <p:spPr>
          <a:xfrm>
            <a:off x="4244210" y="73286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7" name="pt1376"/>
          <p:cNvSpPr/>
          <p:nvPr/>
        </p:nvSpPr>
        <p:spPr>
          <a:xfrm>
            <a:off x="4072055" y="732134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8" name="pt1377"/>
          <p:cNvSpPr/>
          <p:nvPr/>
        </p:nvSpPr>
        <p:spPr>
          <a:xfrm>
            <a:off x="4225968" y="73303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79" name="pt1378"/>
          <p:cNvSpPr/>
          <p:nvPr/>
        </p:nvSpPr>
        <p:spPr>
          <a:xfrm>
            <a:off x="4130206" y="728342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0" name="pt1379"/>
          <p:cNvSpPr/>
          <p:nvPr/>
        </p:nvSpPr>
        <p:spPr>
          <a:xfrm>
            <a:off x="4261669" y="732228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1" name="pt1380"/>
          <p:cNvSpPr/>
          <p:nvPr/>
        </p:nvSpPr>
        <p:spPr>
          <a:xfrm>
            <a:off x="4101244" y="715630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2" name="pt1381"/>
          <p:cNvSpPr/>
          <p:nvPr/>
        </p:nvSpPr>
        <p:spPr>
          <a:xfrm>
            <a:off x="4255488" y="72169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3" name="pt1382"/>
          <p:cNvSpPr/>
          <p:nvPr/>
        </p:nvSpPr>
        <p:spPr>
          <a:xfrm>
            <a:off x="4092691" y="73003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4" name="pt1383"/>
          <p:cNvSpPr/>
          <p:nvPr/>
        </p:nvSpPr>
        <p:spPr>
          <a:xfrm>
            <a:off x="4253806" y="728894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5" name="pt1384"/>
          <p:cNvSpPr/>
          <p:nvPr/>
        </p:nvSpPr>
        <p:spPr>
          <a:xfrm>
            <a:off x="4100011" y="733537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6" name="pt1385"/>
          <p:cNvSpPr/>
          <p:nvPr/>
        </p:nvSpPr>
        <p:spPr>
          <a:xfrm>
            <a:off x="4283533" y="732710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7" name="pt1386"/>
          <p:cNvSpPr/>
          <p:nvPr/>
        </p:nvSpPr>
        <p:spPr>
          <a:xfrm>
            <a:off x="4127443" y="73141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8" name="pt1387"/>
          <p:cNvSpPr/>
          <p:nvPr/>
        </p:nvSpPr>
        <p:spPr>
          <a:xfrm>
            <a:off x="4263115" y="704271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89" name="pt1388"/>
          <p:cNvSpPr/>
          <p:nvPr/>
        </p:nvSpPr>
        <p:spPr>
          <a:xfrm>
            <a:off x="4095404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0" name="pt1389"/>
          <p:cNvSpPr/>
          <p:nvPr/>
        </p:nvSpPr>
        <p:spPr>
          <a:xfrm>
            <a:off x="4231428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1" name="pt1390"/>
          <p:cNvSpPr/>
          <p:nvPr/>
        </p:nvSpPr>
        <p:spPr>
          <a:xfrm>
            <a:off x="4086052" y="73014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2" name="pt1391"/>
          <p:cNvSpPr/>
          <p:nvPr/>
        </p:nvSpPr>
        <p:spPr>
          <a:xfrm>
            <a:off x="4224755" y="732783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3" name="pt1392"/>
          <p:cNvSpPr/>
          <p:nvPr/>
        </p:nvSpPr>
        <p:spPr>
          <a:xfrm>
            <a:off x="4080129" y="71798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4" name="pt1393"/>
          <p:cNvSpPr/>
          <p:nvPr/>
        </p:nvSpPr>
        <p:spPr>
          <a:xfrm>
            <a:off x="4228335" y="70641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5" name="pt1394"/>
          <p:cNvSpPr/>
          <p:nvPr/>
        </p:nvSpPr>
        <p:spPr>
          <a:xfrm>
            <a:off x="4118337" y="69459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6" name="pt1395"/>
          <p:cNvSpPr/>
          <p:nvPr/>
        </p:nvSpPr>
        <p:spPr>
          <a:xfrm>
            <a:off x="4223077" y="70096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7" name="pt1396"/>
          <p:cNvSpPr/>
          <p:nvPr/>
        </p:nvSpPr>
        <p:spPr>
          <a:xfrm>
            <a:off x="4118929" y="731721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8" name="pt1397"/>
          <p:cNvSpPr/>
          <p:nvPr/>
        </p:nvSpPr>
        <p:spPr>
          <a:xfrm>
            <a:off x="4281482" y="729076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99" name="pt1398"/>
          <p:cNvSpPr/>
          <p:nvPr/>
        </p:nvSpPr>
        <p:spPr>
          <a:xfrm>
            <a:off x="4088659" y="72773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0" name="pt1399"/>
          <p:cNvSpPr/>
          <p:nvPr/>
        </p:nvSpPr>
        <p:spPr>
          <a:xfrm>
            <a:off x="4258018" y="729982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1" name="pt1400"/>
          <p:cNvSpPr/>
          <p:nvPr/>
        </p:nvSpPr>
        <p:spPr>
          <a:xfrm>
            <a:off x="4060795" y="73131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2" name="pt1401"/>
          <p:cNvSpPr/>
          <p:nvPr/>
        </p:nvSpPr>
        <p:spPr>
          <a:xfrm>
            <a:off x="4283843" y="726631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3" name="pt1402"/>
          <p:cNvSpPr/>
          <p:nvPr/>
        </p:nvSpPr>
        <p:spPr>
          <a:xfrm>
            <a:off x="4123396" y="733262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4" name="pt1403"/>
          <p:cNvSpPr/>
          <p:nvPr/>
        </p:nvSpPr>
        <p:spPr>
          <a:xfrm>
            <a:off x="4228095" y="72998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5" name="pt1404"/>
          <p:cNvSpPr/>
          <p:nvPr/>
        </p:nvSpPr>
        <p:spPr>
          <a:xfrm>
            <a:off x="4109239" y="73258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6" name="pt1405"/>
          <p:cNvSpPr/>
          <p:nvPr/>
        </p:nvSpPr>
        <p:spPr>
          <a:xfrm>
            <a:off x="4266061" y="733970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7" name="pt1406"/>
          <p:cNvSpPr/>
          <p:nvPr/>
        </p:nvSpPr>
        <p:spPr>
          <a:xfrm>
            <a:off x="4126159" y="73118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8" name="pt1407"/>
          <p:cNvSpPr/>
          <p:nvPr/>
        </p:nvSpPr>
        <p:spPr>
          <a:xfrm>
            <a:off x="4268738" y="733481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09" name="pt1408"/>
          <p:cNvSpPr/>
          <p:nvPr/>
        </p:nvSpPr>
        <p:spPr>
          <a:xfrm>
            <a:off x="4096667" y="731980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0" name="pt1409"/>
          <p:cNvSpPr/>
          <p:nvPr/>
        </p:nvSpPr>
        <p:spPr>
          <a:xfrm>
            <a:off x="4279432" y="729930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1" name="pt1410"/>
          <p:cNvSpPr/>
          <p:nvPr/>
        </p:nvSpPr>
        <p:spPr>
          <a:xfrm>
            <a:off x="4068297" y="705681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2" name="pt1411"/>
          <p:cNvSpPr/>
          <p:nvPr/>
        </p:nvSpPr>
        <p:spPr>
          <a:xfrm>
            <a:off x="4284255" y="66894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3" name="pt1412"/>
          <p:cNvSpPr/>
          <p:nvPr/>
        </p:nvSpPr>
        <p:spPr>
          <a:xfrm>
            <a:off x="4120252" y="729488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4" name="pt1413"/>
          <p:cNvSpPr/>
          <p:nvPr/>
        </p:nvSpPr>
        <p:spPr>
          <a:xfrm>
            <a:off x="4257228" y="729788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5" name="pt1414"/>
          <p:cNvSpPr/>
          <p:nvPr/>
        </p:nvSpPr>
        <p:spPr>
          <a:xfrm>
            <a:off x="4080643" y="731578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6" name="pt1415"/>
          <p:cNvSpPr/>
          <p:nvPr/>
        </p:nvSpPr>
        <p:spPr>
          <a:xfrm>
            <a:off x="4275085" y="728606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7" name="pt1416"/>
          <p:cNvSpPr/>
          <p:nvPr/>
        </p:nvSpPr>
        <p:spPr>
          <a:xfrm>
            <a:off x="4066522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8" name="pt1417"/>
          <p:cNvSpPr/>
          <p:nvPr/>
        </p:nvSpPr>
        <p:spPr>
          <a:xfrm>
            <a:off x="4233550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19" name="pt1418"/>
          <p:cNvSpPr/>
          <p:nvPr/>
        </p:nvSpPr>
        <p:spPr>
          <a:xfrm>
            <a:off x="4067188" y="727558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0" name="pt1419"/>
          <p:cNvSpPr/>
          <p:nvPr/>
        </p:nvSpPr>
        <p:spPr>
          <a:xfrm>
            <a:off x="4279573" y="728335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1" name="pt1420"/>
          <p:cNvSpPr/>
          <p:nvPr/>
        </p:nvSpPr>
        <p:spPr>
          <a:xfrm>
            <a:off x="4056119" y="715361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2" name="pt1421"/>
          <p:cNvSpPr/>
          <p:nvPr/>
        </p:nvSpPr>
        <p:spPr>
          <a:xfrm>
            <a:off x="4272290" y="730933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3" name="pt1422"/>
          <p:cNvSpPr/>
          <p:nvPr/>
        </p:nvSpPr>
        <p:spPr>
          <a:xfrm>
            <a:off x="4112112" y="733917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4" name="pt1423"/>
          <p:cNvSpPr/>
          <p:nvPr/>
        </p:nvSpPr>
        <p:spPr>
          <a:xfrm>
            <a:off x="4242345" y="73400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5" name="pt1424"/>
          <p:cNvSpPr/>
          <p:nvPr/>
        </p:nvSpPr>
        <p:spPr>
          <a:xfrm>
            <a:off x="4090479" y="70334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6" name="pt1425"/>
          <p:cNvSpPr/>
          <p:nvPr/>
        </p:nvSpPr>
        <p:spPr>
          <a:xfrm>
            <a:off x="4231156" y="675206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7" name="pt1426"/>
          <p:cNvSpPr/>
          <p:nvPr/>
        </p:nvSpPr>
        <p:spPr>
          <a:xfrm>
            <a:off x="4128622" y="733150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8" name="pt1427"/>
          <p:cNvSpPr/>
          <p:nvPr/>
        </p:nvSpPr>
        <p:spPr>
          <a:xfrm>
            <a:off x="4285908" y="73365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29" name="pt1428"/>
          <p:cNvSpPr/>
          <p:nvPr/>
        </p:nvSpPr>
        <p:spPr>
          <a:xfrm>
            <a:off x="4094326" y="70434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0" name="pt1429"/>
          <p:cNvSpPr/>
          <p:nvPr/>
        </p:nvSpPr>
        <p:spPr>
          <a:xfrm>
            <a:off x="4287365" y="70558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1" name="pt1430"/>
          <p:cNvSpPr/>
          <p:nvPr/>
        </p:nvSpPr>
        <p:spPr>
          <a:xfrm>
            <a:off x="4079689" y="724690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2" name="pt1431"/>
          <p:cNvSpPr/>
          <p:nvPr/>
        </p:nvSpPr>
        <p:spPr>
          <a:xfrm>
            <a:off x="4283582" y="71836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3" name="pt1432"/>
          <p:cNvSpPr/>
          <p:nvPr/>
        </p:nvSpPr>
        <p:spPr>
          <a:xfrm>
            <a:off x="4066859" y="725894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4" name="pt1433"/>
          <p:cNvSpPr/>
          <p:nvPr/>
        </p:nvSpPr>
        <p:spPr>
          <a:xfrm>
            <a:off x="4227579" y="71774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5" name="pt1434"/>
          <p:cNvSpPr/>
          <p:nvPr/>
        </p:nvSpPr>
        <p:spPr>
          <a:xfrm>
            <a:off x="4084392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6" name="pt1435"/>
          <p:cNvSpPr/>
          <p:nvPr/>
        </p:nvSpPr>
        <p:spPr>
          <a:xfrm>
            <a:off x="4271037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7" name="pt1436"/>
          <p:cNvSpPr/>
          <p:nvPr/>
        </p:nvSpPr>
        <p:spPr>
          <a:xfrm>
            <a:off x="4119762" y="72800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8" name="pt1437"/>
          <p:cNvSpPr/>
          <p:nvPr/>
        </p:nvSpPr>
        <p:spPr>
          <a:xfrm>
            <a:off x="4236849" y="728423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39" name="pt1438"/>
          <p:cNvSpPr/>
          <p:nvPr/>
        </p:nvSpPr>
        <p:spPr>
          <a:xfrm>
            <a:off x="4112807" y="731368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0" name="pt1439"/>
          <p:cNvSpPr/>
          <p:nvPr/>
        </p:nvSpPr>
        <p:spPr>
          <a:xfrm>
            <a:off x="4230497" y="73194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1" name="pt1440"/>
          <p:cNvSpPr/>
          <p:nvPr/>
        </p:nvSpPr>
        <p:spPr>
          <a:xfrm>
            <a:off x="4093661" y="724253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2" name="pt1441"/>
          <p:cNvSpPr/>
          <p:nvPr/>
        </p:nvSpPr>
        <p:spPr>
          <a:xfrm>
            <a:off x="4246053" y="72634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3" name="pt1442"/>
          <p:cNvSpPr/>
          <p:nvPr/>
        </p:nvSpPr>
        <p:spPr>
          <a:xfrm>
            <a:off x="4061910" y="67370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4" name="pt1443"/>
          <p:cNvSpPr/>
          <p:nvPr/>
        </p:nvSpPr>
        <p:spPr>
          <a:xfrm>
            <a:off x="4211713" y="675953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5" name="pt1444"/>
          <p:cNvSpPr/>
          <p:nvPr/>
        </p:nvSpPr>
        <p:spPr>
          <a:xfrm>
            <a:off x="4108640" y="638787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6" name="pt1445"/>
          <p:cNvSpPr/>
          <p:nvPr/>
        </p:nvSpPr>
        <p:spPr>
          <a:xfrm>
            <a:off x="4286384" y="650501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7" name="pt1446"/>
          <p:cNvSpPr/>
          <p:nvPr/>
        </p:nvSpPr>
        <p:spPr>
          <a:xfrm>
            <a:off x="4126337" y="714159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8" name="pt1447"/>
          <p:cNvSpPr/>
          <p:nvPr/>
        </p:nvSpPr>
        <p:spPr>
          <a:xfrm>
            <a:off x="4238541" y="719752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49" name="pt1448"/>
          <p:cNvSpPr/>
          <p:nvPr/>
        </p:nvSpPr>
        <p:spPr>
          <a:xfrm>
            <a:off x="4119910" y="701958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0" name="pt1449"/>
          <p:cNvSpPr/>
          <p:nvPr/>
        </p:nvSpPr>
        <p:spPr>
          <a:xfrm>
            <a:off x="4219578" y="715548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1" name="pt1450"/>
          <p:cNvSpPr/>
          <p:nvPr/>
        </p:nvSpPr>
        <p:spPr>
          <a:xfrm>
            <a:off x="4102578" y="716017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2" name="pt1451"/>
          <p:cNvSpPr/>
          <p:nvPr/>
        </p:nvSpPr>
        <p:spPr>
          <a:xfrm>
            <a:off x="4265423" y="71506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3" name="pt1452"/>
          <p:cNvSpPr/>
          <p:nvPr/>
        </p:nvSpPr>
        <p:spPr>
          <a:xfrm>
            <a:off x="4109890" y="64199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4" name="pt1453"/>
          <p:cNvSpPr/>
          <p:nvPr/>
        </p:nvSpPr>
        <p:spPr>
          <a:xfrm>
            <a:off x="4258492" y="72981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5" name="pt1454"/>
          <p:cNvSpPr/>
          <p:nvPr/>
        </p:nvSpPr>
        <p:spPr>
          <a:xfrm>
            <a:off x="4078830" y="727258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6" name="pt1455"/>
          <p:cNvSpPr/>
          <p:nvPr/>
        </p:nvSpPr>
        <p:spPr>
          <a:xfrm>
            <a:off x="4240872" y="732360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7" name="pt1456"/>
          <p:cNvSpPr/>
          <p:nvPr/>
        </p:nvSpPr>
        <p:spPr>
          <a:xfrm>
            <a:off x="4063102" y="731289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8" name="pt1457"/>
          <p:cNvSpPr/>
          <p:nvPr/>
        </p:nvSpPr>
        <p:spPr>
          <a:xfrm>
            <a:off x="4228382" y="732111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59" name="pt1458"/>
          <p:cNvSpPr/>
          <p:nvPr/>
        </p:nvSpPr>
        <p:spPr>
          <a:xfrm>
            <a:off x="4073775" y="727906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0" name="pt1459"/>
          <p:cNvSpPr/>
          <p:nvPr/>
        </p:nvSpPr>
        <p:spPr>
          <a:xfrm>
            <a:off x="4241997" y="724579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1" name="pt1460"/>
          <p:cNvSpPr/>
          <p:nvPr/>
        </p:nvSpPr>
        <p:spPr>
          <a:xfrm>
            <a:off x="4106402" y="732101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2" name="pt1461"/>
          <p:cNvSpPr/>
          <p:nvPr/>
        </p:nvSpPr>
        <p:spPr>
          <a:xfrm>
            <a:off x="4276110" y="72791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3" name="pt1462"/>
          <p:cNvSpPr/>
          <p:nvPr/>
        </p:nvSpPr>
        <p:spPr>
          <a:xfrm>
            <a:off x="4129329" y="727319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4" name="pt1463"/>
          <p:cNvSpPr/>
          <p:nvPr/>
        </p:nvSpPr>
        <p:spPr>
          <a:xfrm>
            <a:off x="4224857" y="71453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5" name="pt1464"/>
          <p:cNvSpPr/>
          <p:nvPr/>
        </p:nvSpPr>
        <p:spPr>
          <a:xfrm>
            <a:off x="4110054" y="727940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6" name="pt1465"/>
          <p:cNvSpPr/>
          <p:nvPr/>
        </p:nvSpPr>
        <p:spPr>
          <a:xfrm>
            <a:off x="4253763" y="731458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7" name="pt1466"/>
          <p:cNvSpPr/>
          <p:nvPr/>
        </p:nvSpPr>
        <p:spPr>
          <a:xfrm>
            <a:off x="4114262" y="718768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8" name="pt1467"/>
          <p:cNvSpPr/>
          <p:nvPr/>
        </p:nvSpPr>
        <p:spPr>
          <a:xfrm>
            <a:off x="4255954" y="722464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69" name="pt1468"/>
          <p:cNvSpPr/>
          <p:nvPr/>
        </p:nvSpPr>
        <p:spPr>
          <a:xfrm>
            <a:off x="4067617" y="727743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0" name="pt1469"/>
          <p:cNvSpPr/>
          <p:nvPr/>
        </p:nvSpPr>
        <p:spPr>
          <a:xfrm>
            <a:off x="4231635" y="73266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1" name="pt1470"/>
          <p:cNvSpPr/>
          <p:nvPr/>
        </p:nvSpPr>
        <p:spPr>
          <a:xfrm>
            <a:off x="4103047" y="732655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2" name="pt1471"/>
          <p:cNvSpPr/>
          <p:nvPr/>
        </p:nvSpPr>
        <p:spPr>
          <a:xfrm>
            <a:off x="4245504" y="732208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3" name="pt1472"/>
          <p:cNvSpPr/>
          <p:nvPr/>
        </p:nvSpPr>
        <p:spPr>
          <a:xfrm>
            <a:off x="4071258" y="731629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4" name="pt1473"/>
          <p:cNvSpPr/>
          <p:nvPr/>
        </p:nvSpPr>
        <p:spPr>
          <a:xfrm>
            <a:off x="4244679" y="732238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5" name="pt1474"/>
          <p:cNvSpPr/>
          <p:nvPr/>
        </p:nvSpPr>
        <p:spPr>
          <a:xfrm>
            <a:off x="4122864" y="700213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6" name="pt1475"/>
          <p:cNvSpPr/>
          <p:nvPr/>
        </p:nvSpPr>
        <p:spPr>
          <a:xfrm>
            <a:off x="4241620" y="702707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7" name="pt1476"/>
          <p:cNvSpPr/>
          <p:nvPr/>
        </p:nvSpPr>
        <p:spPr>
          <a:xfrm>
            <a:off x="4104743" y="718164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8" name="pt1477"/>
          <p:cNvSpPr/>
          <p:nvPr/>
        </p:nvSpPr>
        <p:spPr>
          <a:xfrm>
            <a:off x="4243834" y="685820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79" name="pt1478"/>
          <p:cNvSpPr/>
          <p:nvPr/>
        </p:nvSpPr>
        <p:spPr>
          <a:xfrm>
            <a:off x="4098210" y="71563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0" name="pt1479"/>
          <p:cNvSpPr/>
          <p:nvPr/>
        </p:nvSpPr>
        <p:spPr>
          <a:xfrm>
            <a:off x="4235230" y="70516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1" name="pt1480"/>
          <p:cNvSpPr/>
          <p:nvPr/>
        </p:nvSpPr>
        <p:spPr>
          <a:xfrm>
            <a:off x="4054660" y="730050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2" name="pt1481"/>
          <p:cNvSpPr/>
          <p:nvPr/>
        </p:nvSpPr>
        <p:spPr>
          <a:xfrm>
            <a:off x="4279342" y="727600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3" name="pt1482"/>
          <p:cNvSpPr/>
          <p:nvPr/>
        </p:nvSpPr>
        <p:spPr>
          <a:xfrm>
            <a:off x="4125588" y="711630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4" name="pt1483"/>
          <p:cNvSpPr/>
          <p:nvPr/>
        </p:nvSpPr>
        <p:spPr>
          <a:xfrm>
            <a:off x="4266216" y="719352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5" name="pt1484"/>
          <p:cNvSpPr/>
          <p:nvPr/>
        </p:nvSpPr>
        <p:spPr>
          <a:xfrm>
            <a:off x="4081823" y="732046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6" name="pt1485"/>
          <p:cNvSpPr/>
          <p:nvPr/>
        </p:nvSpPr>
        <p:spPr>
          <a:xfrm>
            <a:off x="4281937" y="73054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7" name="pt1486"/>
          <p:cNvSpPr/>
          <p:nvPr/>
        </p:nvSpPr>
        <p:spPr>
          <a:xfrm>
            <a:off x="4064728" y="713267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8" name="pt1487"/>
          <p:cNvSpPr/>
          <p:nvPr/>
        </p:nvSpPr>
        <p:spPr>
          <a:xfrm>
            <a:off x="4250374" y="732759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89" name="pt1488"/>
          <p:cNvSpPr/>
          <p:nvPr/>
        </p:nvSpPr>
        <p:spPr>
          <a:xfrm>
            <a:off x="4081723" y="712884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0" name="pt1489"/>
          <p:cNvSpPr/>
          <p:nvPr/>
        </p:nvSpPr>
        <p:spPr>
          <a:xfrm>
            <a:off x="4222596" y="709931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1" name="pt1490"/>
          <p:cNvSpPr/>
          <p:nvPr/>
        </p:nvSpPr>
        <p:spPr>
          <a:xfrm>
            <a:off x="4103978" y="72612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2" name="pt1491"/>
          <p:cNvSpPr/>
          <p:nvPr/>
        </p:nvSpPr>
        <p:spPr>
          <a:xfrm>
            <a:off x="4217131" y="729758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3" name="pt1492"/>
          <p:cNvSpPr/>
          <p:nvPr/>
        </p:nvSpPr>
        <p:spPr>
          <a:xfrm>
            <a:off x="4121568" y="731057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4" name="pt1493"/>
          <p:cNvSpPr/>
          <p:nvPr/>
        </p:nvSpPr>
        <p:spPr>
          <a:xfrm>
            <a:off x="4265543" y="733405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5" name="pt1494"/>
          <p:cNvSpPr/>
          <p:nvPr/>
        </p:nvSpPr>
        <p:spPr>
          <a:xfrm>
            <a:off x="4098643" y="694090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6" name="pt1495"/>
          <p:cNvSpPr/>
          <p:nvPr/>
        </p:nvSpPr>
        <p:spPr>
          <a:xfrm>
            <a:off x="4268638" y="70904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7" name="pt1496"/>
          <p:cNvSpPr/>
          <p:nvPr/>
        </p:nvSpPr>
        <p:spPr>
          <a:xfrm>
            <a:off x="4105884" y="71808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8" name="pt1497"/>
          <p:cNvSpPr/>
          <p:nvPr/>
        </p:nvSpPr>
        <p:spPr>
          <a:xfrm>
            <a:off x="4210894" y="729901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99" name="pt1498"/>
          <p:cNvSpPr/>
          <p:nvPr/>
        </p:nvSpPr>
        <p:spPr>
          <a:xfrm>
            <a:off x="4076812" y="73345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0" name="pt1499"/>
          <p:cNvSpPr/>
          <p:nvPr/>
        </p:nvSpPr>
        <p:spPr>
          <a:xfrm>
            <a:off x="4212478" y="73388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1" name="pt1500"/>
          <p:cNvSpPr/>
          <p:nvPr/>
        </p:nvSpPr>
        <p:spPr>
          <a:xfrm>
            <a:off x="4120373" y="68212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2" name="pt1501"/>
          <p:cNvSpPr/>
          <p:nvPr/>
        </p:nvSpPr>
        <p:spPr>
          <a:xfrm>
            <a:off x="4272797" y="709035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3" name="pt1502"/>
          <p:cNvSpPr/>
          <p:nvPr/>
        </p:nvSpPr>
        <p:spPr>
          <a:xfrm>
            <a:off x="4061846" y="715331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4" name="pt1503"/>
          <p:cNvSpPr/>
          <p:nvPr/>
        </p:nvSpPr>
        <p:spPr>
          <a:xfrm>
            <a:off x="4282774" y="687900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5" name="pt1504"/>
          <p:cNvSpPr/>
          <p:nvPr/>
        </p:nvSpPr>
        <p:spPr>
          <a:xfrm>
            <a:off x="4066790" y="689193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6" name="pt1505"/>
          <p:cNvSpPr/>
          <p:nvPr/>
        </p:nvSpPr>
        <p:spPr>
          <a:xfrm>
            <a:off x="4253621" y="716284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7" name="pt1506"/>
          <p:cNvSpPr/>
          <p:nvPr/>
        </p:nvSpPr>
        <p:spPr>
          <a:xfrm>
            <a:off x="4095491" y="729266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8" name="pt1507"/>
          <p:cNvSpPr/>
          <p:nvPr/>
        </p:nvSpPr>
        <p:spPr>
          <a:xfrm>
            <a:off x="4242734" y="725790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09" name="pt1508"/>
          <p:cNvSpPr/>
          <p:nvPr/>
        </p:nvSpPr>
        <p:spPr>
          <a:xfrm>
            <a:off x="4123506" y="730256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0" name="pt1509"/>
          <p:cNvSpPr/>
          <p:nvPr/>
        </p:nvSpPr>
        <p:spPr>
          <a:xfrm>
            <a:off x="4252600" y="733985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1" name="pt1510"/>
          <p:cNvSpPr/>
          <p:nvPr/>
        </p:nvSpPr>
        <p:spPr>
          <a:xfrm>
            <a:off x="4071269" y="71992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2" name="pt1511"/>
          <p:cNvSpPr/>
          <p:nvPr/>
        </p:nvSpPr>
        <p:spPr>
          <a:xfrm>
            <a:off x="4285993" y="717945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3" name="pt1512"/>
          <p:cNvSpPr/>
          <p:nvPr/>
        </p:nvSpPr>
        <p:spPr>
          <a:xfrm>
            <a:off x="4088849" y="732708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4" name="pt1513"/>
          <p:cNvSpPr/>
          <p:nvPr/>
        </p:nvSpPr>
        <p:spPr>
          <a:xfrm>
            <a:off x="4226934" y="724768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5" name="pt1514"/>
          <p:cNvSpPr/>
          <p:nvPr/>
        </p:nvSpPr>
        <p:spPr>
          <a:xfrm>
            <a:off x="4103135" y="622356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6" name="pt1515"/>
          <p:cNvSpPr/>
          <p:nvPr/>
        </p:nvSpPr>
        <p:spPr>
          <a:xfrm>
            <a:off x="4233504" y="601704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7" name="pt1516"/>
          <p:cNvSpPr/>
          <p:nvPr/>
        </p:nvSpPr>
        <p:spPr>
          <a:xfrm>
            <a:off x="4060131" y="730537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8" name="pt1517"/>
          <p:cNvSpPr/>
          <p:nvPr/>
        </p:nvSpPr>
        <p:spPr>
          <a:xfrm>
            <a:off x="4238258" y="733159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19" name="pt1518"/>
          <p:cNvSpPr/>
          <p:nvPr/>
        </p:nvSpPr>
        <p:spPr>
          <a:xfrm>
            <a:off x="4090175" y="717539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0" name="pt1519"/>
          <p:cNvSpPr/>
          <p:nvPr/>
        </p:nvSpPr>
        <p:spPr>
          <a:xfrm>
            <a:off x="4246744" y="729524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1" name="pt1520"/>
          <p:cNvSpPr/>
          <p:nvPr/>
        </p:nvSpPr>
        <p:spPr>
          <a:xfrm>
            <a:off x="4078028" y="693772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2" name="pt1521"/>
          <p:cNvSpPr/>
          <p:nvPr/>
        </p:nvSpPr>
        <p:spPr>
          <a:xfrm>
            <a:off x="4213156" y="717060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3" name="pt1522"/>
          <p:cNvSpPr/>
          <p:nvPr/>
        </p:nvSpPr>
        <p:spPr>
          <a:xfrm>
            <a:off x="4054573" y="683787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4" name="pt1523"/>
          <p:cNvSpPr/>
          <p:nvPr/>
        </p:nvSpPr>
        <p:spPr>
          <a:xfrm>
            <a:off x="4277251" y="692849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5" name="pt1524"/>
          <p:cNvSpPr/>
          <p:nvPr/>
        </p:nvSpPr>
        <p:spPr>
          <a:xfrm>
            <a:off x="4087839" y="719264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6" name="pt1525"/>
          <p:cNvSpPr/>
          <p:nvPr/>
        </p:nvSpPr>
        <p:spPr>
          <a:xfrm>
            <a:off x="4272400" y="72834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7" name="pt1526"/>
          <p:cNvSpPr/>
          <p:nvPr/>
        </p:nvSpPr>
        <p:spPr>
          <a:xfrm>
            <a:off x="4080338" y="721311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8" name="pt1527"/>
          <p:cNvSpPr/>
          <p:nvPr/>
        </p:nvSpPr>
        <p:spPr>
          <a:xfrm>
            <a:off x="4233224" y="73158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29" name="pt1528"/>
          <p:cNvSpPr/>
          <p:nvPr/>
        </p:nvSpPr>
        <p:spPr>
          <a:xfrm>
            <a:off x="4056308" y="716771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0" name="pt1529"/>
          <p:cNvSpPr/>
          <p:nvPr/>
        </p:nvSpPr>
        <p:spPr>
          <a:xfrm>
            <a:off x="4232492" y="722283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1" name="pt1530"/>
          <p:cNvSpPr/>
          <p:nvPr/>
        </p:nvSpPr>
        <p:spPr>
          <a:xfrm>
            <a:off x="4066478" y="698495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2" name="pt1531"/>
          <p:cNvSpPr/>
          <p:nvPr/>
        </p:nvSpPr>
        <p:spPr>
          <a:xfrm>
            <a:off x="4237591" y="665962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3" name="pt1532"/>
          <p:cNvSpPr/>
          <p:nvPr/>
        </p:nvSpPr>
        <p:spPr>
          <a:xfrm>
            <a:off x="4099919" y="68091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4" name="pt1533"/>
          <p:cNvSpPr/>
          <p:nvPr/>
        </p:nvSpPr>
        <p:spPr>
          <a:xfrm>
            <a:off x="4267174" y="69296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5" name="pt1534"/>
          <p:cNvSpPr/>
          <p:nvPr/>
        </p:nvSpPr>
        <p:spPr>
          <a:xfrm>
            <a:off x="4067075" y="708376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6" name="pt1535"/>
          <p:cNvSpPr/>
          <p:nvPr/>
        </p:nvSpPr>
        <p:spPr>
          <a:xfrm>
            <a:off x="4213398" y="714839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7" name="pt1536"/>
          <p:cNvSpPr/>
          <p:nvPr/>
        </p:nvSpPr>
        <p:spPr>
          <a:xfrm>
            <a:off x="4129943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8" name="pt1537"/>
          <p:cNvSpPr/>
          <p:nvPr/>
        </p:nvSpPr>
        <p:spPr>
          <a:xfrm>
            <a:off x="4240528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39" name="pt1538"/>
          <p:cNvSpPr/>
          <p:nvPr/>
        </p:nvSpPr>
        <p:spPr>
          <a:xfrm>
            <a:off x="4111288" y="733986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0" name="pt1539"/>
          <p:cNvSpPr/>
          <p:nvPr/>
        </p:nvSpPr>
        <p:spPr>
          <a:xfrm>
            <a:off x="4254229" y="733882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1" name="pt1540"/>
          <p:cNvSpPr/>
          <p:nvPr/>
        </p:nvSpPr>
        <p:spPr>
          <a:xfrm>
            <a:off x="4071725" y="702787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2" name="pt1541"/>
          <p:cNvSpPr/>
          <p:nvPr/>
        </p:nvSpPr>
        <p:spPr>
          <a:xfrm>
            <a:off x="4239313" y="696751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3" name="pt1542"/>
          <p:cNvSpPr/>
          <p:nvPr/>
        </p:nvSpPr>
        <p:spPr>
          <a:xfrm>
            <a:off x="4066649" y="699358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4" name="pt1543"/>
          <p:cNvSpPr/>
          <p:nvPr/>
        </p:nvSpPr>
        <p:spPr>
          <a:xfrm>
            <a:off x="4226112" y="68633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5" name="pt1544"/>
          <p:cNvSpPr/>
          <p:nvPr/>
        </p:nvSpPr>
        <p:spPr>
          <a:xfrm>
            <a:off x="4065221" y="725311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6" name="pt1545"/>
          <p:cNvSpPr/>
          <p:nvPr/>
        </p:nvSpPr>
        <p:spPr>
          <a:xfrm>
            <a:off x="4223320" y="70846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7" name="pt1546"/>
          <p:cNvSpPr/>
          <p:nvPr/>
        </p:nvSpPr>
        <p:spPr>
          <a:xfrm>
            <a:off x="4110366" y="73313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8" name="pt1547"/>
          <p:cNvSpPr/>
          <p:nvPr/>
        </p:nvSpPr>
        <p:spPr>
          <a:xfrm>
            <a:off x="4280869" y="732107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49" name="pt1548"/>
          <p:cNvSpPr/>
          <p:nvPr/>
        </p:nvSpPr>
        <p:spPr>
          <a:xfrm>
            <a:off x="4098553" y="733738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0" name="pt1549"/>
          <p:cNvSpPr/>
          <p:nvPr/>
        </p:nvSpPr>
        <p:spPr>
          <a:xfrm>
            <a:off x="4255240" y="73398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1" name="pt1550"/>
          <p:cNvSpPr/>
          <p:nvPr/>
        </p:nvSpPr>
        <p:spPr>
          <a:xfrm>
            <a:off x="4079822" y="723578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2" name="pt1551"/>
          <p:cNvSpPr/>
          <p:nvPr/>
        </p:nvSpPr>
        <p:spPr>
          <a:xfrm>
            <a:off x="4238857" y="732836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3" name="pt1552"/>
          <p:cNvSpPr/>
          <p:nvPr/>
        </p:nvSpPr>
        <p:spPr>
          <a:xfrm>
            <a:off x="4089331" y="73365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4" name="pt1553"/>
          <p:cNvSpPr/>
          <p:nvPr/>
        </p:nvSpPr>
        <p:spPr>
          <a:xfrm>
            <a:off x="4281462" y="733686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5" name="pt1554"/>
          <p:cNvSpPr/>
          <p:nvPr/>
        </p:nvSpPr>
        <p:spPr>
          <a:xfrm>
            <a:off x="4094470" y="733662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6" name="pt1555"/>
          <p:cNvSpPr/>
          <p:nvPr/>
        </p:nvSpPr>
        <p:spPr>
          <a:xfrm>
            <a:off x="4236449" y="73292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7" name="pt1556"/>
          <p:cNvSpPr/>
          <p:nvPr/>
        </p:nvSpPr>
        <p:spPr>
          <a:xfrm>
            <a:off x="4085051" y="730367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8" name="pt1557"/>
          <p:cNvSpPr/>
          <p:nvPr/>
        </p:nvSpPr>
        <p:spPr>
          <a:xfrm>
            <a:off x="4213051" y="723248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9" name="pt1558"/>
          <p:cNvSpPr/>
          <p:nvPr/>
        </p:nvSpPr>
        <p:spPr>
          <a:xfrm>
            <a:off x="4073485" y="726472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0" name="pt1559"/>
          <p:cNvSpPr/>
          <p:nvPr/>
        </p:nvSpPr>
        <p:spPr>
          <a:xfrm>
            <a:off x="4252524" y="711510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1" name="pt1560"/>
          <p:cNvSpPr/>
          <p:nvPr/>
        </p:nvSpPr>
        <p:spPr>
          <a:xfrm>
            <a:off x="4108816" y="73363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2" name="pt1561"/>
          <p:cNvSpPr/>
          <p:nvPr/>
        </p:nvSpPr>
        <p:spPr>
          <a:xfrm>
            <a:off x="4235944" y="733999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3" name="pt1562"/>
          <p:cNvSpPr/>
          <p:nvPr/>
        </p:nvSpPr>
        <p:spPr>
          <a:xfrm>
            <a:off x="4102292" y="69183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4" name="pt1563"/>
          <p:cNvSpPr/>
          <p:nvPr/>
        </p:nvSpPr>
        <p:spPr>
          <a:xfrm>
            <a:off x="4246220" y="713362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5" name="pt1564"/>
          <p:cNvSpPr/>
          <p:nvPr/>
        </p:nvSpPr>
        <p:spPr>
          <a:xfrm>
            <a:off x="4056364" y="72341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6" name="pt1565"/>
          <p:cNvSpPr/>
          <p:nvPr/>
        </p:nvSpPr>
        <p:spPr>
          <a:xfrm>
            <a:off x="4246721" y="72350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7" name="pt1566"/>
          <p:cNvSpPr/>
          <p:nvPr/>
        </p:nvSpPr>
        <p:spPr>
          <a:xfrm>
            <a:off x="4078726" y="730224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8" name="pt1567"/>
          <p:cNvSpPr/>
          <p:nvPr/>
        </p:nvSpPr>
        <p:spPr>
          <a:xfrm>
            <a:off x="4217095" y="73196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69" name="pt1568"/>
          <p:cNvSpPr/>
          <p:nvPr/>
        </p:nvSpPr>
        <p:spPr>
          <a:xfrm>
            <a:off x="4075399" y="733038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0" name="pt1569"/>
          <p:cNvSpPr/>
          <p:nvPr/>
        </p:nvSpPr>
        <p:spPr>
          <a:xfrm>
            <a:off x="4232384" y="731615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1" name="pt1570"/>
          <p:cNvSpPr/>
          <p:nvPr/>
        </p:nvSpPr>
        <p:spPr>
          <a:xfrm>
            <a:off x="4111952" y="713583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2" name="pt1571"/>
          <p:cNvSpPr/>
          <p:nvPr/>
        </p:nvSpPr>
        <p:spPr>
          <a:xfrm>
            <a:off x="4258468" y="71769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3" name="pt1572"/>
          <p:cNvSpPr/>
          <p:nvPr/>
        </p:nvSpPr>
        <p:spPr>
          <a:xfrm>
            <a:off x="4067839" y="73400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4" name="pt1573"/>
          <p:cNvSpPr/>
          <p:nvPr/>
        </p:nvSpPr>
        <p:spPr>
          <a:xfrm>
            <a:off x="4227791" y="73400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5" name="pt1574"/>
          <p:cNvSpPr/>
          <p:nvPr/>
        </p:nvSpPr>
        <p:spPr>
          <a:xfrm>
            <a:off x="4074850" y="730505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6" name="pt1575"/>
          <p:cNvSpPr/>
          <p:nvPr/>
        </p:nvSpPr>
        <p:spPr>
          <a:xfrm>
            <a:off x="4279550" y="728725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7" name="pt1576"/>
          <p:cNvSpPr/>
          <p:nvPr/>
        </p:nvSpPr>
        <p:spPr>
          <a:xfrm>
            <a:off x="4122839" y="687205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8" name="pt1577"/>
          <p:cNvSpPr/>
          <p:nvPr/>
        </p:nvSpPr>
        <p:spPr>
          <a:xfrm>
            <a:off x="4210832" y="710208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9" name="pt1578"/>
          <p:cNvSpPr/>
          <p:nvPr/>
        </p:nvSpPr>
        <p:spPr>
          <a:xfrm>
            <a:off x="4123744" y="73164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80" name="pt1579"/>
          <p:cNvSpPr/>
          <p:nvPr/>
        </p:nvSpPr>
        <p:spPr>
          <a:xfrm>
            <a:off x="4288374" y="732784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81" name="pt1580"/>
          <p:cNvSpPr/>
          <p:nvPr/>
        </p:nvSpPr>
        <p:spPr>
          <a:xfrm>
            <a:off x="4123661" y="73310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82" name="pt1581"/>
          <p:cNvSpPr/>
          <p:nvPr/>
        </p:nvSpPr>
        <p:spPr>
          <a:xfrm>
            <a:off x="4288317" y="73400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83" name="pt1582"/>
          <p:cNvSpPr/>
          <p:nvPr/>
        </p:nvSpPr>
        <p:spPr>
          <a:xfrm>
            <a:off x="4101941" y="697912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84" name="pt1583"/>
          <p:cNvSpPr/>
          <p:nvPr/>
        </p:nvSpPr>
        <p:spPr>
          <a:xfrm>
            <a:off x="4280472" y="71078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85" name="pl1584"/>
          <p:cNvSpPr/>
          <p:nvPr/>
        </p:nvSpPr>
        <p:spPr>
          <a:xfrm>
            <a:off x="1960007" y="6203337"/>
            <a:ext cx="0" cy="592919"/>
          </a:xfrm>
          <a:custGeom>
            <a:avLst/>
            <a:gdLst/>
            <a:ahLst/>
            <a:cxnLst/>
            <a:rect l="0" t="0" r="0" b="0"/>
            <a:pathLst>
              <a:path h="592919">
                <a:moveTo>
                  <a:pt x="0" y="592919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86" name="pl1585"/>
          <p:cNvSpPr/>
          <p:nvPr/>
        </p:nvSpPr>
        <p:spPr>
          <a:xfrm>
            <a:off x="1960007" y="7215059"/>
            <a:ext cx="0" cy="156994"/>
          </a:xfrm>
          <a:custGeom>
            <a:avLst/>
            <a:gdLst/>
            <a:ahLst/>
            <a:cxnLst/>
            <a:rect l="0" t="0" r="0" b="0"/>
            <a:pathLst>
              <a:path h="156994">
                <a:moveTo>
                  <a:pt x="0" y="0"/>
                </a:moveTo>
                <a:lnTo>
                  <a:pt x="0" y="156994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87" name="pg1586"/>
          <p:cNvSpPr/>
          <p:nvPr/>
        </p:nvSpPr>
        <p:spPr>
          <a:xfrm>
            <a:off x="1881915" y="6796256"/>
            <a:ext cx="156183" cy="418803"/>
          </a:xfrm>
          <a:custGeom>
            <a:avLst/>
            <a:gdLst/>
            <a:ahLst/>
            <a:cxnLst/>
            <a:rect l="0" t="0" r="0" b="0"/>
            <a:pathLst>
              <a:path w="156183" h="418803">
                <a:moveTo>
                  <a:pt x="0" y="0"/>
                </a:moveTo>
                <a:lnTo>
                  <a:pt x="0" y="418803"/>
                </a:lnTo>
                <a:lnTo>
                  <a:pt x="156183" y="418803"/>
                </a:lnTo>
                <a:lnTo>
                  <a:pt x="156183" y="0"/>
                </a:lnTo>
                <a:close/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88" name="pl1587"/>
          <p:cNvSpPr/>
          <p:nvPr/>
        </p:nvSpPr>
        <p:spPr>
          <a:xfrm>
            <a:off x="1881915" y="7070206"/>
            <a:ext cx="156183" cy="0"/>
          </a:xfrm>
          <a:custGeom>
            <a:avLst/>
            <a:gdLst/>
            <a:ahLst/>
            <a:cxnLst/>
            <a:rect l="0" t="0" r="0" b="0"/>
            <a:pathLst>
              <a:path w="156183">
                <a:moveTo>
                  <a:pt x="0" y="0"/>
                </a:moveTo>
                <a:lnTo>
                  <a:pt x="156183" y="0"/>
                </a:lnTo>
              </a:path>
            </a:pathLst>
          </a:custGeom>
          <a:ln w="43362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89" name="pl1588"/>
          <p:cNvSpPr/>
          <p:nvPr/>
        </p:nvSpPr>
        <p:spPr>
          <a:xfrm>
            <a:off x="3042588" y="6413612"/>
            <a:ext cx="0" cy="509658"/>
          </a:xfrm>
          <a:custGeom>
            <a:avLst/>
            <a:gdLst/>
            <a:ahLst/>
            <a:cxnLst/>
            <a:rect l="0" t="0" r="0" b="0"/>
            <a:pathLst>
              <a:path h="509658">
                <a:moveTo>
                  <a:pt x="0" y="50965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0" name="pl1589"/>
          <p:cNvSpPr/>
          <p:nvPr/>
        </p:nvSpPr>
        <p:spPr>
          <a:xfrm>
            <a:off x="3042588" y="7265894"/>
            <a:ext cx="0" cy="106160"/>
          </a:xfrm>
          <a:custGeom>
            <a:avLst/>
            <a:gdLst/>
            <a:ahLst/>
            <a:cxnLst/>
            <a:rect l="0" t="0" r="0" b="0"/>
            <a:pathLst>
              <a:path h="106160">
                <a:moveTo>
                  <a:pt x="0" y="0"/>
                </a:moveTo>
                <a:lnTo>
                  <a:pt x="0" y="10616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1" name="pg1590"/>
          <p:cNvSpPr/>
          <p:nvPr/>
        </p:nvSpPr>
        <p:spPr>
          <a:xfrm>
            <a:off x="2964496" y="6923271"/>
            <a:ext cx="156183" cy="342623"/>
          </a:xfrm>
          <a:custGeom>
            <a:avLst/>
            <a:gdLst/>
            <a:ahLst/>
            <a:cxnLst/>
            <a:rect l="0" t="0" r="0" b="0"/>
            <a:pathLst>
              <a:path w="156183" h="342623">
                <a:moveTo>
                  <a:pt x="0" y="0"/>
                </a:moveTo>
                <a:lnTo>
                  <a:pt x="0" y="342623"/>
                </a:lnTo>
                <a:lnTo>
                  <a:pt x="156183" y="342623"/>
                </a:lnTo>
                <a:lnTo>
                  <a:pt x="156183" y="0"/>
                </a:lnTo>
                <a:close/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92" name="pl1591"/>
          <p:cNvSpPr/>
          <p:nvPr/>
        </p:nvSpPr>
        <p:spPr>
          <a:xfrm>
            <a:off x="2964496" y="7152039"/>
            <a:ext cx="156183" cy="0"/>
          </a:xfrm>
          <a:custGeom>
            <a:avLst/>
            <a:gdLst/>
            <a:ahLst/>
            <a:cxnLst/>
            <a:rect l="0" t="0" r="0" b="0"/>
            <a:pathLst>
              <a:path w="156183">
                <a:moveTo>
                  <a:pt x="0" y="0"/>
                </a:moveTo>
                <a:lnTo>
                  <a:pt x="156183" y="0"/>
                </a:lnTo>
              </a:path>
            </a:pathLst>
          </a:custGeom>
          <a:ln w="43362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93" name="pl1592"/>
          <p:cNvSpPr/>
          <p:nvPr/>
        </p:nvSpPr>
        <p:spPr>
          <a:xfrm>
            <a:off x="4125169" y="6923942"/>
            <a:ext cx="0" cy="248226"/>
          </a:xfrm>
          <a:custGeom>
            <a:avLst/>
            <a:gdLst/>
            <a:ahLst/>
            <a:cxnLst/>
            <a:rect l="0" t="0" r="0" b="0"/>
            <a:pathLst>
              <a:path h="248226">
                <a:moveTo>
                  <a:pt x="0" y="248226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4" name="pl1593"/>
          <p:cNvSpPr/>
          <p:nvPr/>
        </p:nvSpPr>
        <p:spPr>
          <a:xfrm>
            <a:off x="4125169" y="7348349"/>
            <a:ext cx="0" cy="23705"/>
          </a:xfrm>
          <a:custGeom>
            <a:avLst/>
            <a:gdLst/>
            <a:ahLst/>
            <a:cxnLst/>
            <a:rect l="0" t="0" r="0" b="0"/>
            <a:pathLst>
              <a:path h="23705">
                <a:moveTo>
                  <a:pt x="0" y="0"/>
                </a:moveTo>
                <a:lnTo>
                  <a:pt x="0" y="23705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5" name="pg1594"/>
          <p:cNvSpPr/>
          <p:nvPr/>
        </p:nvSpPr>
        <p:spPr>
          <a:xfrm>
            <a:off x="4047078" y="7172169"/>
            <a:ext cx="156183" cy="176179"/>
          </a:xfrm>
          <a:custGeom>
            <a:avLst/>
            <a:gdLst/>
            <a:ahLst/>
            <a:cxnLst/>
            <a:rect l="0" t="0" r="0" b="0"/>
            <a:pathLst>
              <a:path w="156183" h="176179">
                <a:moveTo>
                  <a:pt x="0" y="0"/>
                </a:moveTo>
                <a:lnTo>
                  <a:pt x="0" y="176179"/>
                </a:lnTo>
                <a:lnTo>
                  <a:pt x="156183" y="176179"/>
                </a:lnTo>
                <a:lnTo>
                  <a:pt x="156183" y="0"/>
                </a:lnTo>
                <a:close/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96" name="pl1595"/>
          <p:cNvSpPr/>
          <p:nvPr/>
        </p:nvSpPr>
        <p:spPr>
          <a:xfrm>
            <a:off x="4047078" y="7306401"/>
            <a:ext cx="156183" cy="0"/>
          </a:xfrm>
          <a:custGeom>
            <a:avLst/>
            <a:gdLst/>
            <a:ahLst/>
            <a:cxnLst/>
            <a:rect l="0" t="0" r="0" b="0"/>
            <a:pathLst>
              <a:path w="156183">
                <a:moveTo>
                  <a:pt x="0" y="0"/>
                </a:moveTo>
                <a:lnTo>
                  <a:pt x="156183" y="0"/>
                </a:lnTo>
              </a:path>
            </a:pathLst>
          </a:custGeom>
          <a:ln w="43362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97" name="pl1596"/>
          <p:cNvSpPr/>
          <p:nvPr/>
        </p:nvSpPr>
        <p:spPr>
          <a:xfrm>
            <a:off x="2116191" y="6269821"/>
            <a:ext cx="0" cy="570206"/>
          </a:xfrm>
          <a:custGeom>
            <a:avLst/>
            <a:gdLst/>
            <a:ahLst/>
            <a:cxnLst/>
            <a:rect l="0" t="0" r="0" b="0"/>
            <a:pathLst>
              <a:path h="570206">
                <a:moveTo>
                  <a:pt x="0" y="570206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8" name="pl1597"/>
          <p:cNvSpPr/>
          <p:nvPr/>
        </p:nvSpPr>
        <p:spPr>
          <a:xfrm>
            <a:off x="2116191" y="7231257"/>
            <a:ext cx="0" cy="140797"/>
          </a:xfrm>
          <a:custGeom>
            <a:avLst/>
            <a:gdLst/>
            <a:ahLst/>
            <a:cxnLst/>
            <a:rect l="0" t="0" r="0" b="0"/>
            <a:pathLst>
              <a:path h="140797">
                <a:moveTo>
                  <a:pt x="0" y="0"/>
                </a:moveTo>
                <a:lnTo>
                  <a:pt x="0" y="140797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9" name="pg1598"/>
          <p:cNvSpPr/>
          <p:nvPr/>
        </p:nvSpPr>
        <p:spPr>
          <a:xfrm>
            <a:off x="2038099" y="6840027"/>
            <a:ext cx="156183" cy="391230"/>
          </a:xfrm>
          <a:custGeom>
            <a:avLst/>
            <a:gdLst/>
            <a:ahLst/>
            <a:cxnLst/>
            <a:rect l="0" t="0" r="0" b="0"/>
            <a:pathLst>
              <a:path w="156183" h="391230">
                <a:moveTo>
                  <a:pt x="0" y="0"/>
                </a:moveTo>
                <a:lnTo>
                  <a:pt x="0" y="391230"/>
                </a:lnTo>
                <a:lnTo>
                  <a:pt x="156183" y="391230"/>
                </a:lnTo>
                <a:lnTo>
                  <a:pt x="156183" y="0"/>
                </a:lnTo>
                <a:close/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00" name="pl1599"/>
          <p:cNvSpPr/>
          <p:nvPr/>
        </p:nvSpPr>
        <p:spPr>
          <a:xfrm>
            <a:off x="2038099" y="7125226"/>
            <a:ext cx="156183" cy="0"/>
          </a:xfrm>
          <a:custGeom>
            <a:avLst/>
            <a:gdLst/>
            <a:ahLst/>
            <a:cxnLst/>
            <a:rect l="0" t="0" r="0" b="0"/>
            <a:pathLst>
              <a:path w="156183">
                <a:moveTo>
                  <a:pt x="0" y="0"/>
                </a:moveTo>
                <a:lnTo>
                  <a:pt x="156183" y="0"/>
                </a:lnTo>
              </a:path>
            </a:pathLst>
          </a:custGeom>
          <a:ln w="43362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01" name="pl1600"/>
          <p:cNvSpPr/>
          <p:nvPr/>
        </p:nvSpPr>
        <p:spPr>
          <a:xfrm>
            <a:off x="3198772" y="6502183"/>
            <a:ext cx="0" cy="476845"/>
          </a:xfrm>
          <a:custGeom>
            <a:avLst/>
            <a:gdLst/>
            <a:ahLst/>
            <a:cxnLst/>
            <a:rect l="0" t="0" r="0" b="0"/>
            <a:pathLst>
              <a:path h="476845">
                <a:moveTo>
                  <a:pt x="0" y="476845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02" name="pl1601"/>
          <p:cNvSpPr/>
          <p:nvPr/>
        </p:nvSpPr>
        <p:spPr>
          <a:xfrm>
            <a:off x="3198772" y="7308426"/>
            <a:ext cx="0" cy="63627"/>
          </a:xfrm>
          <a:custGeom>
            <a:avLst/>
            <a:gdLst/>
            <a:ahLst/>
            <a:cxnLst/>
            <a:rect l="0" t="0" r="0" b="0"/>
            <a:pathLst>
              <a:path h="63627">
                <a:moveTo>
                  <a:pt x="0" y="0"/>
                </a:moveTo>
                <a:lnTo>
                  <a:pt x="0" y="63627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03" name="pg1602"/>
          <p:cNvSpPr/>
          <p:nvPr/>
        </p:nvSpPr>
        <p:spPr>
          <a:xfrm>
            <a:off x="3120680" y="6979028"/>
            <a:ext cx="156183" cy="329397"/>
          </a:xfrm>
          <a:custGeom>
            <a:avLst/>
            <a:gdLst/>
            <a:ahLst/>
            <a:cxnLst/>
            <a:rect l="0" t="0" r="0" b="0"/>
            <a:pathLst>
              <a:path w="156183" h="329397">
                <a:moveTo>
                  <a:pt x="0" y="0"/>
                </a:moveTo>
                <a:lnTo>
                  <a:pt x="0" y="329397"/>
                </a:lnTo>
                <a:lnTo>
                  <a:pt x="156183" y="329397"/>
                </a:lnTo>
                <a:lnTo>
                  <a:pt x="156183" y="0"/>
                </a:lnTo>
                <a:close/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04" name="pl1603"/>
          <p:cNvSpPr/>
          <p:nvPr/>
        </p:nvSpPr>
        <p:spPr>
          <a:xfrm>
            <a:off x="3120680" y="7197214"/>
            <a:ext cx="156183" cy="0"/>
          </a:xfrm>
          <a:custGeom>
            <a:avLst/>
            <a:gdLst/>
            <a:ahLst/>
            <a:cxnLst/>
            <a:rect l="0" t="0" r="0" b="0"/>
            <a:pathLst>
              <a:path w="156183">
                <a:moveTo>
                  <a:pt x="0" y="0"/>
                </a:moveTo>
                <a:lnTo>
                  <a:pt x="156183" y="0"/>
                </a:lnTo>
              </a:path>
            </a:pathLst>
          </a:custGeom>
          <a:ln w="43362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05" name="pl1604"/>
          <p:cNvSpPr/>
          <p:nvPr/>
        </p:nvSpPr>
        <p:spPr>
          <a:xfrm>
            <a:off x="4281353" y="6911010"/>
            <a:ext cx="0" cy="263437"/>
          </a:xfrm>
          <a:custGeom>
            <a:avLst/>
            <a:gdLst/>
            <a:ahLst/>
            <a:cxnLst/>
            <a:rect l="0" t="0" r="0" b="0"/>
            <a:pathLst>
              <a:path h="263437">
                <a:moveTo>
                  <a:pt x="0" y="26343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06" name="pl1605"/>
          <p:cNvSpPr/>
          <p:nvPr/>
        </p:nvSpPr>
        <p:spPr>
          <a:xfrm>
            <a:off x="4281353" y="7354697"/>
            <a:ext cx="0" cy="17357"/>
          </a:xfrm>
          <a:custGeom>
            <a:avLst/>
            <a:gdLst/>
            <a:ahLst/>
            <a:cxnLst/>
            <a:rect l="0" t="0" r="0" b="0"/>
            <a:pathLst>
              <a:path h="17357">
                <a:moveTo>
                  <a:pt x="0" y="0"/>
                </a:moveTo>
                <a:lnTo>
                  <a:pt x="0" y="17357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07" name="pg1606"/>
          <p:cNvSpPr/>
          <p:nvPr/>
        </p:nvSpPr>
        <p:spPr>
          <a:xfrm>
            <a:off x="4203261" y="7174447"/>
            <a:ext cx="156183" cy="180249"/>
          </a:xfrm>
          <a:custGeom>
            <a:avLst/>
            <a:gdLst/>
            <a:ahLst/>
            <a:cxnLst/>
            <a:rect l="0" t="0" r="0" b="0"/>
            <a:pathLst>
              <a:path w="156183" h="180249">
                <a:moveTo>
                  <a:pt x="0" y="0"/>
                </a:moveTo>
                <a:lnTo>
                  <a:pt x="0" y="180249"/>
                </a:lnTo>
                <a:lnTo>
                  <a:pt x="156183" y="180249"/>
                </a:lnTo>
                <a:lnTo>
                  <a:pt x="156183" y="0"/>
                </a:lnTo>
                <a:close/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08" name="pl1607"/>
          <p:cNvSpPr/>
          <p:nvPr/>
        </p:nvSpPr>
        <p:spPr>
          <a:xfrm>
            <a:off x="4203261" y="7315396"/>
            <a:ext cx="156183" cy="0"/>
          </a:xfrm>
          <a:custGeom>
            <a:avLst/>
            <a:gdLst/>
            <a:ahLst/>
            <a:cxnLst/>
            <a:rect l="0" t="0" r="0" b="0"/>
            <a:pathLst>
              <a:path w="156183">
                <a:moveTo>
                  <a:pt x="0" y="0"/>
                </a:moveTo>
                <a:lnTo>
                  <a:pt x="156183" y="0"/>
                </a:lnTo>
              </a:path>
            </a:pathLst>
          </a:custGeom>
          <a:ln w="43362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09" name="pg1608"/>
          <p:cNvSpPr/>
          <p:nvPr/>
        </p:nvSpPr>
        <p:spPr>
          <a:xfrm>
            <a:off x="2038099" y="6833437"/>
            <a:ext cx="2186568" cy="462837"/>
          </a:xfrm>
          <a:custGeom>
            <a:avLst/>
            <a:gdLst/>
            <a:ahLst/>
            <a:cxnLst/>
            <a:rect l="0" t="0" r="0" b="0"/>
            <a:pathLst>
              <a:path w="2186568" h="462837">
                <a:moveTo>
                  <a:pt x="0" y="0"/>
                </a:moveTo>
                <a:lnTo>
                  <a:pt x="546642" y="101300"/>
                </a:lnTo>
                <a:lnTo>
                  <a:pt x="1077665" y="190949"/>
                </a:lnTo>
                <a:lnTo>
                  <a:pt x="1561834" y="253800"/>
                </a:lnTo>
                <a:lnTo>
                  <a:pt x="2186568" y="305491"/>
                </a:lnTo>
                <a:lnTo>
                  <a:pt x="2186568" y="462837"/>
                </a:lnTo>
                <a:lnTo>
                  <a:pt x="1561834" y="360749"/>
                </a:lnTo>
                <a:lnTo>
                  <a:pt x="1077665" y="304422"/>
                </a:lnTo>
                <a:lnTo>
                  <a:pt x="546642" y="263359"/>
                </a:lnTo>
                <a:lnTo>
                  <a:pt x="0" y="230104"/>
                </a:lnTo>
                <a:close/>
              </a:path>
            </a:pathLst>
          </a:custGeom>
          <a:solidFill>
            <a:srgbClr val="2F7F6F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10" name="pl1609"/>
          <p:cNvSpPr/>
          <p:nvPr/>
        </p:nvSpPr>
        <p:spPr>
          <a:xfrm>
            <a:off x="2038099" y="6833437"/>
            <a:ext cx="2186568" cy="305491"/>
          </a:xfrm>
          <a:custGeom>
            <a:avLst/>
            <a:gdLst/>
            <a:ahLst/>
            <a:cxnLst/>
            <a:rect l="0" t="0" r="0" b="0"/>
            <a:pathLst>
              <a:path w="2186568" h="305491">
                <a:moveTo>
                  <a:pt x="0" y="0"/>
                </a:moveTo>
                <a:lnTo>
                  <a:pt x="546642" y="101300"/>
                </a:lnTo>
                <a:lnTo>
                  <a:pt x="1077665" y="190949"/>
                </a:lnTo>
                <a:lnTo>
                  <a:pt x="1561834" y="253800"/>
                </a:lnTo>
                <a:lnTo>
                  <a:pt x="2186568" y="305491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611" name="pl1610"/>
          <p:cNvSpPr/>
          <p:nvPr/>
        </p:nvSpPr>
        <p:spPr>
          <a:xfrm>
            <a:off x="2038099" y="7063541"/>
            <a:ext cx="2186568" cy="232732"/>
          </a:xfrm>
          <a:custGeom>
            <a:avLst/>
            <a:gdLst/>
            <a:ahLst/>
            <a:cxnLst/>
            <a:rect l="0" t="0" r="0" b="0"/>
            <a:pathLst>
              <a:path w="2186568" h="232732">
                <a:moveTo>
                  <a:pt x="2186568" y="232732"/>
                </a:moveTo>
                <a:lnTo>
                  <a:pt x="1561834" y="130644"/>
                </a:lnTo>
                <a:lnTo>
                  <a:pt x="1077665" y="74318"/>
                </a:lnTo>
                <a:lnTo>
                  <a:pt x="546642" y="33255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612" name="pg1611"/>
          <p:cNvSpPr/>
          <p:nvPr/>
        </p:nvSpPr>
        <p:spPr>
          <a:xfrm>
            <a:off x="2038099" y="6790954"/>
            <a:ext cx="2186568" cy="530179"/>
          </a:xfrm>
          <a:custGeom>
            <a:avLst/>
            <a:gdLst/>
            <a:ahLst/>
            <a:cxnLst/>
            <a:rect l="0" t="0" r="0" b="0"/>
            <a:pathLst>
              <a:path w="2186568" h="530179">
                <a:moveTo>
                  <a:pt x="0" y="0"/>
                </a:moveTo>
                <a:lnTo>
                  <a:pt x="546642" y="114402"/>
                </a:lnTo>
                <a:lnTo>
                  <a:pt x="1077665" y="214215"/>
                </a:lnTo>
                <a:lnTo>
                  <a:pt x="1561834" y="280089"/>
                </a:lnTo>
                <a:lnTo>
                  <a:pt x="2186568" y="325669"/>
                </a:lnTo>
                <a:lnTo>
                  <a:pt x="2186568" y="530179"/>
                </a:lnTo>
                <a:lnTo>
                  <a:pt x="1561834" y="417375"/>
                </a:lnTo>
                <a:lnTo>
                  <a:pt x="1077665" y="360501"/>
                </a:lnTo>
                <a:lnTo>
                  <a:pt x="546642" y="325686"/>
                </a:lnTo>
                <a:lnTo>
                  <a:pt x="0" y="301503"/>
                </a:lnTo>
                <a:close/>
              </a:path>
            </a:pathLst>
          </a:custGeom>
          <a:solidFill>
            <a:srgbClr val="9C6B2F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13" name="pl1612"/>
          <p:cNvSpPr/>
          <p:nvPr/>
        </p:nvSpPr>
        <p:spPr>
          <a:xfrm>
            <a:off x="2038099" y="6790954"/>
            <a:ext cx="2186568" cy="325669"/>
          </a:xfrm>
          <a:custGeom>
            <a:avLst/>
            <a:gdLst/>
            <a:ahLst/>
            <a:cxnLst/>
            <a:rect l="0" t="0" r="0" b="0"/>
            <a:pathLst>
              <a:path w="2186568" h="325669">
                <a:moveTo>
                  <a:pt x="0" y="0"/>
                </a:moveTo>
                <a:lnTo>
                  <a:pt x="546642" y="114402"/>
                </a:lnTo>
                <a:lnTo>
                  <a:pt x="1077665" y="214215"/>
                </a:lnTo>
                <a:lnTo>
                  <a:pt x="1561834" y="280089"/>
                </a:lnTo>
                <a:lnTo>
                  <a:pt x="2186568" y="325669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614" name="pl1613"/>
          <p:cNvSpPr/>
          <p:nvPr/>
        </p:nvSpPr>
        <p:spPr>
          <a:xfrm>
            <a:off x="2038099" y="7092457"/>
            <a:ext cx="2186568" cy="228676"/>
          </a:xfrm>
          <a:custGeom>
            <a:avLst/>
            <a:gdLst/>
            <a:ahLst/>
            <a:cxnLst/>
            <a:rect l="0" t="0" r="0" b="0"/>
            <a:pathLst>
              <a:path w="2186568" h="228676">
                <a:moveTo>
                  <a:pt x="2186568" y="228676"/>
                </a:moveTo>
                <a:lnTo>
                  <a:pt x="1561834" y="115872"/>
                </a:lnTo>
                <a:lnTo>
                  <a:pt x="1077665" y="58997"/>
                </a:lnTo>
                <a:lnTo>
                  <a:pt x="546642" y="24183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615" name="pl1614"/>
          <p:cNvSpPr/>
          <p:nvPr/>
        </p:nvSpPr>
        <p:spPr>
          <a:xfrm>
            <a:off x="2038099" y="6948489"/>
            <a:ext cx="2186568" cy="269111"/>
          </a:xfrm>
          <a:custGeom>
            <a:avLst/>
            <a:gdLst/>
            <a:ahLst/>
            <a:cxnLst/>
            <a:rect l="0" t="0" r="0" b="0"/>
            <a:pathLst>
              <a:path w="2186568" h="269111">
                <a:moveTo>
                  <a:pt x="0" y="0"/>
                </a:moveTo>
                <a:lnTo>
                  <a:pt x="546642" y="67277"/>
                </a:lnTo>
                <a:lnTo>
                  <a:pt x="1077665" y="132633"/>
                </a:lnTo>
                <a:lnTo>
                  <a:pt x="1561834" y="192222"/>
                </a:lnTo>
                <a:lnTo>
                  <a:pt x="2186568" y="269111"/>
                </a:lnTo>
              </a:path>
            </a:pathLst>
          </a:custGeom>
          <a:ln w="3252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16" name="pl1615"/>
          <p:cNvSpPr/>
          <p:nvPr/>
        </p:nvSpPr>
        <p:spPr>
          <a:xfrm>
            <a:off x="2038099" y="6941705"/>
            <a:ext cx="2186568" cy="277172"/>
          </a:xfrm>
          <a:custGeom>
            <a:avLst/>
            <a:gdLst/>
            <a:ahLst/>
            <a:cxnLst/>
            <a:rect l="0" t="0" r="0" b="0"/>
            <a:pathLst>
              <a:path w="2186568" h="277172">
                <a:moveTo>
                  <a:pt x="0" y="0"/>
                </a:moveTo>
                <a:lnTo>
                  <a:pt x="546642" y="69293"/>
                </a:lnTo>
                <a:lnTo>
                  <a:pt x="1077665" y="136606"/>
                </a:lnTo>
                <a:lnTo>
                  <a:pt x="1561834" y="197980"/>
                </a:lnTo>
                <a:lnTo>
                  <a:pt x="2186568" y="277172"/>
                </a:lnTo>
              </a:path>
            </a:pathLst>
          </a:custGeom>
          <a:ln w="3252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17" name="tx1616"/>
          <p:cNvSpPr/>
          <p:nvPr/>
        </p:nvSpPr>
        <p:spPr>
          <a:xfrm>
            <a:off x="2038099" y="4581128"/>
            <a:ext cx="2045787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Aboveground: Slope=-1.488, </a:t>
            </a:r>
            <a:r>
              <a:rPr lang="en-US" altLang="zh-CN" sz="1100" i="1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100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 = 0.017</a:t>
            </a:r>
          </a:p>
        </p:txBody>
      </p:sp>
      <p:sp>
        <p:nvSpPr>
          <p:cNvPr id="1618" name="tx1617"/>
          <p:cNvSpPr/>
          <p:nvPr/>
        </p:nvSpPr>
        <p:spPr>
          <a:xfrm>
            <a:off x="2038099" y="4725144"/>
            <a:ext cx="2033076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9C6B2F">
                    <a:alpha val="100000"/>
                  </a:srgbClr>
                </a:solidFill>
                <a:latin typeface="Helvetica"/>
                <a:cs typeface="Helvetica"/>
              </a:rPr>
              <a:t>Belowground: Slope=-1.53</a:t>
            </a:r>
            <a:r>
              <a:rPr lang="en-US" altLang="zh-CN" sz="1100" dirty="0">
                <a:solidFill>
                  <a:srgbClr val="9C6B2F">
                    <a:alpha val="100000"/>
                  </a:srgbClr>
                </a:solidFill>
                <a:latin typeface="Helvetica"/>
                <a:cs typeface="Helvetica"/>
              </a:rPr>
              <a:t>3</a:t>
            </a:r>
            <a:r>
              <a:rPr sz="1100" dirty="0">
                <a:solidFill>
                  <a:srgbClr val="9C6B2F">
                    <a:alpha val="100000"/>
                  </a:srgbClr>
                </a:solidFill>
                <a:latin typeface="Helvetica"/>
                <a:cs typeface="Helvetica"/>
              </a:rPr>
              <a:t>, </a:t>
            </a:r>
            <a:r>
              <a:rPr lang="en-US" altLang="zh-CN" sz="1100" i="1" dirty="0">
                <a:solidFill>
                  <a:srgbClr val="9C6B2F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100" dirty="0">
                <a:solidFill>
                  <a:srgbClr val="9C6B2F">
                    <a:alpha val="100000"/>
                  </a:srgbClr>
                </a:solidFill>
                <a:latin typeface="Helvetica"/>
                <a:cs typeface="Helvetica"/>
              </a:rPr>
              <a:t> = 0.038</a:t>
            </a:r>
          </a:p>
        </p:txBody>
      </p:sp>
      <p:sp>
        <p:nvSpPr>
          <p:cNvPr id="1619" name="rc1618"/>
          <p:cNvSpPr/>
          <p:nvPr/>
        </p:nvSpPr>
        <p:spPr>
          <a:xfrm>
            <a:off x="1715530" y="4527025"/>
            <a:ext cx="2810705" cy="29655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20" name="pl1619"/>
          <p:cNvSpPr/>
          <p:nvPr/>
        </p:nvSpPr>
        <p:spPr>
          <a:xfrm>
            <a:off x="1715530" y="4527025"/>
            <a:ext cx="0" cy="2965581"/>
          </a:xfrm>
          <a:custGeom>
            <a:avLst/>
            <a:gdLst/>
            <a:ahLst/>
            <a:cxnLst/>
            <a:rect l="0" t="0" r="0" b="0"/>
            <a:pathLst>
              <a:path h="2965581">
                <a:moveTo>
                  <a:pt x="0" y="2965581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21" name="tx1620"/>
          <p:cNvSpPr/>
          <p:nvPr/>
        </p:nvSpPr>
        <p:spPr>
          <a:xfrm>
            <a:off x="1562441" y="7317373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0</a:t>
            </a:r>
          </a:p>
        </p:txBody>
      </p:sp>
      <p:sp>
        <p:nvSpPr>
          <p:cNvPr id="1622" name="tx1621"/>
          <p:cNvSpPr/>
          <p:nvPr/>
        </p:nvSpPr>
        <p:spPr>
          <a:xfrm>
            <a:off x="1562441" y="6671451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5</a:t>
            </a:r>
          </a:p>
        </p:txBody>
      </p:sp>
      <p:sp>
        <p:nvSpPr>
          <p:cNvPr id="1623" name="tx1622"/>
          <p:cNvSpPr/>
          <p:nvPr/>
        </p:nvSpPr>
        <p:spPr>
          <a:xfrm>
            <a:off x="1477676" y="6025528"/>
            <a:ext cx="169529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10</a:t>
            </a:r>
          </a:p>
        </p:txBody>
      </p:sp>
      <p:sp>
        <p:nvSpPr>
          <p:cNvPr id="1624" name="tx1623"/>
          <p:cNvSpPr/>
          <p:nvPr/>
        </p:nvSpPr>
        <p:spPr>
          <a:xfrm>
            <a:off x="1477676" y="5379606"/>
            <a:ext cx="169529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15</a:t>
            </a:r>
          </a:p>
        </p:txBody>
      </p:sp>
      <p:sp>
        <p:nvSpPr>
          <p:cNvPr id="1625" name="tx1624"/>
          <p:cNvSpPr/>
          <p:nvPr/>
        </p:nvSpPr>
        <p:spPr>
          <a:xfrm>
            <a:off x="1477676" y="4733684"/>
            <a:ext cx="169529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20</a:t>
            </a:r>
          </a:p>
        </p:txBody>
      </p:sp>
      <p:sp>
        <p:nvSpPr>
          <p:cNvPr id="1626" name="pl1625"/>
          <p:cNvSpPr/>
          <p:nvPr/>
        </p:nvSpPr>
        <p:spPr>
          <a:xfrm>
            <a:off x="1677572" y="7372054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27" name="pl1626"/>
          <p:cNvSpPr/>
          <p:nvPr/>
        </p:nvSpPr>
        <p:spPr>
          <a:xfrm>
            <a:off x="1677572" y="6726132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28" name="pl1627"/>
          <p:cNvSpPr/>
          <p:nvPr/>
        </p:nvSpPr>
        <p:spPr>
          <a:xfrm>
            <a:off x="1677572" y="6080210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29" name="pl1628"/>
          <p:cNvSpPr/>
          <p:nvPr/>
        </p:nvSpPr>
        <p:spPr>
          <a:xfrm>
            <a:off x="1677572" y="5434287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0" name="pl1629"/>
          <p:cNvSpPr/>
          <p:nvPr/>
        </p:nvSpPr>
        <p:spPr>
          <a:xfrm>
            <a:off x="1677572" y="4788365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1" name="pl1630"/>
          <p:cNvSpPr/>
          <p:nvPr/>
        </p:nvSpPr>
        <p:spPr>
          <a:xfrm>
            <a:off x="1715530" y="7492606"/>
            <a:ext cx="2810705" cy="0"/>
          </a:xfrm>
          <a:custGeom>
            <a:avLst/>
            <a:gdLst/>
            <a:ahLst/>
            <a:cxnLst/>
            <a:rect l="0" t="0" r="0" b="0"/>
            <a:pathLst>
              <a:path w="2810705">
                <a:moveTo>
                  <a:pt x="0" y="0"/>
                </a:moveTo>
                <a:lnTo>
                  <a:pt x="2810705" y="0"/>
                </a:lnTo>
              </a:path>
            </a:pathLst>
          </a:custGeom>
          <a:ln w="14782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2" name="pl1631"/>
          <p:cNvSpPr/>
          <p:nvPr/>
        </p:nvSpPr>
        <p:spPr>
          <a:xfrm>
            <a:off x="2038099" y="7492606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3" name="pl1632"/>
          <p:cNvSpPr/>
          <p:nvPr/>
        </p:nvSpPr>
        <p:spPr>
          <a:xfrm>
            <a:off x="3120680" y="7492606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4" name="pl1633"/>
          <p:cNvSpPr/>
          <p:nvPr/>
        </p:nvSpPr>
        <p:spPr>
          <a:xfrm>
            <a:off x="4203261" y="7492606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5" name="tx1634"/>
          <p:cNvSpPr/>
          <p:nvPr/>
        </p:nvSpPr>
        <p:spPr>
          <a:xfrm>
            <a:off x="1995716" y="7560930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</a:p>
        </p:txBody>
      </p:sp>
      <p:sp>
        <p:nvSpPr>
          <p:cNvPr id="1636" name="tx1635"/>
          <p:cNvSpPr/>
          <p:nvPr/>
        </p:nvSpPr>
        <p:spPr>
          <a:xfrm>
            <a:off x="3078297" y="7560930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1637" name="tx1636"/>
          <p:cNvSpPr/>
          <p:nvPr/>
        </p:nvSpPr>
        <p:spPr>
          <a:xfrm>
            <a:off x="4160879" y="7560930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1639" name="tx1638"/>
          <p:cNvSpPr/>
          <p:nvPr/>
        </p:nvSpPr>
        <p:spPr>
          <a:xfrm rot="16200000">
            <a:off x="72553" y="5950608"/>
            <a:ext cx="2385303" cy="1184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Within-species SS (log-biomass)</a:t>
            </a:r>
          </a:p>
        </p:txBody>
      </p:sp>
      <p:sp>
        <p:nvSpPr>
          <p:cNvPr id="1640" name="tx1639"/>
          <p:cNvSpPr/>
          <p:nvPr/>
        </p:nvSpPr>
        <p:spPr>
          <a:xfrm>
            <a:off x="1403648" y="4379441"/>
            <a:ext cx="226862" cy="1279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(b)</a:t>
            </a:r>
          </a:p>
        </p:txBody>
      </p:sp>
      <p:sp>
        <p:nvSpPr>
          <p:cNvPr id="1641" name="rc1640"/>
          <p:cNvSpPr/>
          <p:nvPr/>
        </p:nvSpPr>
        <p:spPr>
          <a:xfrm>
            <a:off x="5317673" y="4527025"/>
            <a:ext cx="2810705" cy="296558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42" name="pt1641"/>
          <p:cNvSpPr/>
          <p:nvPr/>
        </p:nvSpPr>
        <p:spPr>
          <a:xfrm>
            <a:off x="5552275" y="57561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43" name="pt1642"/>
          <p:cNvSpPr/>
          <p:nvPr/>
        </p:nvSpPr>
        <p:spPr>
          <a:xfrm>
            <a:off x="5665059" y="579216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44" name="pt1643"/>
          <p:cNvSpPr/>
          <p:nvPr/>
        </p:nvSpPr>
        <p:spPr>
          <a:xfrm>
            <a:off x="5524422" y="530523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45" name="pt1644"/>
          <p:cNvSpPr/>
          <p:nvPr/>
        </p:nvSpPr>
        <p:spPr>
          <a:xfrm>
            <a:off x="5654330" y="541803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46" name="pt1645"/>
          <p:cNvSpPr/>
          <p:nvPr/>
        </p:nvSpPr>
        <p:spPr>
          <a:xfrm>
            <a:off x="5503911" y="527675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47" name="pt1646"/>
          <p:cNvSpPr/>
          <p:nvPr/>
        </p:nvSpPr>
        <p:spPr>
          <a:xfrm>
            <a:off x="5718745" y="53918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48" name="pt1647"/>
          <p:cNvSpPr/>
          <p:nvPr/>
        </p:nvSpPr>
        <p:spPr>
          <a:xfrm>
            <a:off x="5508247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49" name="pt1648"/>
          <p:cNvSpPr/>
          <p:nvPr/>
        </p:nvSpPr>
        <p:spPr>
          <a:xfrm>
            <a:off x="5695316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0" name="pt1649"/>
          <p:cNvSpPr/>
          <p:nvPr/>
        </p:nvSpPr>
        <p:spPr>
          <a:xfrm>
            <a:off x="5514251" y="52282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1" name="pt1650"/>
          <p:cNvSpPr/>
          <p:nvPr/>
        </p:nvSpPr>
        <p:spPr>
          <a:xfrm>
            <a:off x="5660427" y="532494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2" name="pt1651"/>
          <p:cNvSpPr/>
          <p:nvPr/>
        </p:nvSpPr>
        <p:spPr>
          <a:xfrm>
            <a:off x="5542992" y="52348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3" name="pt1652"/>
          <p:cNvSpPr/>
          <p:nvPr/>
        </p:nvSpPr>
        <p:spPr>
          <a:xfrm>
            <a:off x="5719971" y="519204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4" name="pt1653"/>
          <p:cNvSpPr/>
          <p:nvPr/>
        </p:nvSpPr>
        <p:spPr>
          <a:xfrm>
            <a:off x="5550771" y="51921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5" name="pt1654"/>
          <p:cNvSpPr/>
          <p:nvPr/>
        </p:nvSpPr>
        <p:spPr>
          <a:xfrm>
            <a:off x="5689662" y="52822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6" name="pt1655"/>
          <p:cNvSpPr/>
          <p:nvPr/>
        </p:nvSpPr>
        <p:spPr>
          <a:xfrm>
            <a:off x="5557230" y="545907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7" name="pt1656"/>
          <p:cNvSpPr/>
          <p:nvPr/>
        </p:nvSpPr>
        <p:spPr>
          <a:xfrm>
            <a:off x="5698906" y="548995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8" name="pt1657"/>
          <p:cNvSpPr/>
          <p:nvPr/>
        </p:nvSpPr>
        <p:spPr>
          <a:xfrm>
            <a:off x="5493305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9" name="pt1658"/>
          <p:cNvSpPr/>
          <p:nvPr/>
        </p:nvSpPr>
        <p:spPr>
          <a:xfrm>
            <a:off x="5685345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0" name="pt1659"/>
          <p:cNvSpPr/>
          <p:nvPr/>
        </p:nvSpPr>
        <p:spPr>
          <a:xfrm>
            <a:off x="5549591" y="54965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1" name="pt1660"/>
          <p:cNvSpPr/>
          <p:nvPr/>
        </p:nvSpPr>
        <p:spPr>
          <a:xfrm>
            <a:off x="5656498" y="630606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2" name="pt1661"/>
          <p:cNvSpPr/>
          <p:nvPr/>
        </p:nvSpPr>
        <p:spPr>
          <a:xfrm>
            <a:off x="5499638" y="522217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3" name="pt1662"/>
          <p:cNvSpPr/>
          <p:nvPr/>
        </p:nvSpPr>
        <p:spPr>
          <a:xfrm>
            <a:off x="5722417" y="52979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4" name="pt1663"/>
          <p:cNvSpPr/>
          <p:nvPr/>
        </p:nvSpPr>
        <p:spPr>
          <a:xfrm>
            <a:off x="5522853" y="529089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5" name="pt1664"/>
          <p:cNvSpPr/>
          <p:nvPr/>
        </p:nvSpPr>
        <p:spPr>
          <a:xfrm>
            <a:off x="5668449" y="546426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6" name="pt1665"/>
          <p:cNvSpPr/>
          <p:nvPr/>
        </p:nvSpPr>
        <p:spPr>
          <a:xfrm>
            <a:off x="5512678" y="56516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7" name="pt1666"/>
          <p:cNvSpPr/>
          <p:nvPr/>
        </p:nvSpPr>
        <p:spPr>
          <a:xfrm>
            <a:off x="5678538" y="571104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8" name="pt1667"/>
          <p:cNvSpPr/>
          <p:nvPr/>
        </p:nvSpPr>
        <p:spPr>
          <a:xfrm>
            <a:off x="5502991" y="702414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69" name="pt1668"/>
          <p:cNvSpPr/>
          <p:nvPr/>
        </p:nvSpPr>
        <p:spPr>
          <a:xfrm>
            <a:off x="5716360" y="70244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0" name="pt1669"/>
          <p:cNvSpPr/>
          <p:nvPr/>
        </p:nvSpPr>
        <p:spPr>
          <a:xfrm>
            <a:off x="5492083" y="590846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1" name="pt1670"/>
          <p:cNvSpPr/>
          <p:nvPr/>
        </p:nvSpPr>
        <p:spPr>
          <a:xfrm>
            <a:off x="5646421" y="608820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2" name="pt1671"/>
          <p:cNvSpPr/>
          <p:nvPr/>
        </p:nvSpPr>
        <p:spPr>
          <a:xfrm>
            <a:off x="5558149" y="720447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3" name="pt1672"/>
          <p:cNvSpPr/>
          <p:nvPr/>
        </p:nvSpPr>
        <p:spPr>
          <a:xfrm>
            <a:off x="5661636" y="639966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4" name="pt1673"/>
          <p:cNvSpPr/>
          <p:nvPr/>
        </p:nvSpPr>
        <p:spPr>
          <a:xfrm>
            <a:off x="5562678" y="597004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5" name="pt1674"/>
          <p:cNvSpPr/>
          <p:nvPr/>
        </p:nvSpPr>
        <p:spPr>
          <a:xfrm>
            <a:off x="5686030" y="628280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6" name="pt1675"/>
          <p:cNvSpPr/>
          <p:nvPr/>
        </p:nvSpPr>
        <p:spPr>
          <a:xfrm>
            <a:off x="5536317" y="561625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7" name="pt1676"/>
          <p:cNvSpPr/>
          <p:nvPr/>
        </p:nvSpPr>
        <p:spPr>
          <a:xfrm>
            <a:off x="5654155" y="563539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8" name="pt1677"/>
          <p:cNvSpPr/>
          <p:nvPr/>
        </p:nvSpPr>
        <p:spPr>
          <a:xfrm>
            <a:off x="5506546" y="543538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79" name="pt1678"/>
          <p:cNvSpPr/>
          <p:nvPr/>
        </p:nvSpPr>
        <p:spPr>
          <a:xfrm>
            <a:off x="5671170" y="575145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0" name="pt1679"/>
          <p:cNvSpPr/>
          <p:nvPr/>
        </p:nvSpPr>
        <p:spPr>
          <a:xfrm>
            <a:off x="5565090" y="52437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1" name="pt1680"/>
          <p:cNvSpPr/>
          <p:nvPr/>
        </p:nvSpPr>
        <p:spPr>
          <a:xfrm>
            <a:off x="5666655" y="522811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2" name="pt1681"/>
          <p:cNvSpPr/>
          <p:nvPr/>
        </p:nvSpPr>
        <p:spPr>
          <a:xfrm>
            <a:off x="5544805" y="548798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3" name="pt1682"/>
          <p:cNvSpPr/>
          <p:nvPr/>
        </p:nvSpPr>
        <p:spPr>
          <a:xfrm>
            <a:off x="5687974" y="604155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4" name="pt1683"/>
          <p:cNvSpPr/>
          <p:nvPr/>
        </p:nvSpPr>
        <p:spPr>
          <a:xfrm>
            <a:off x="5497768" y="65982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5" name="pt1684"/>
          <p:cNvSpPr/>
          <p:nvPr/>
        </p:nvSpPr>
        <p:spPr>
          <a:xfrm>
            <a:off x="5702050" y="626930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6" name="pt1685"/>
          <p:cNvSpPr/>
          <p:nvPr/>
        </p:nvSpPr>
        <p:spPr>
          <a:xfrm>
            <a:off x="5516237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7" name="pt1686"/>
          <p:cNvSpPr/>
          <p:nvPr/>
        </p:nvSpPr>
        <p:spPr>
          <a:xfrm>
            <a:off x="5648393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8" name="pt1687"/>
          <p:cNvSpPr/>
          <p:nvPr/>
        </p:nvSpPr>
        <p:spPr>
          <a:xfrm>
            <a:off x="5544311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89" name="pt1688"/>
          <p:cNvSpPr/>
          <p:nvPr/>
        </p:nvSpPr>
        <p:spPr>
          <a:xfrm>
            <a:off x="5674983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0" name="pt1689"/>
          <p:cNvSpPr/>
          <p:nvPr/>
        </p:nvSpPr>
        <p:spPr>
          <a:xfrm>
            <a:off x="5497934" y="656458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1" name="pt1690"/>
          <p:cNvSpPr/>
          <p:nvPr/>
        </p:nvSpPr>
        <p:spPr>
          <a:xfrm>
            <a:off x="5669835" y="648948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2" name="pt1691"/>
          <p:cNvSpPr/>
          <p:nvPr/>
        </p:nvSpPr>
        <p:spPr>
          <a:xfrm>
            <a:off x="555613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3" name="pt1692"/>
          <p:cNvSpPr/>
          <p:nvPr/>
        </p:nvSpPr>
        <p:spPr>
          <a:xfrm>
            <a:off x="569401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4" name="pt1693"/>
          <p:cNvSpPr/>
          <p:nvPr/>
        </p:nvSpPr>
        <p:spPr>
          <a:xfrm>
            <a:off x="5509273" y="653304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5" name="pt1694"/>
          <p:cNvSpPr/>
          <p:nvPr/>
        </p:nvSpPr>
        <p:spPr>
          <a:xfrm>
            <a:off x="5720362" y="623122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6" name="pt1695"/>
          <p:cNvSpPr/>
          <p:nvPr/>
        </p:nvSpPr>
        <p:spPr>
          <a:xfrm>
            <a:off x="5501983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7" name="pt1696"/>
          <p:cNvSpPr/>
          <p:nvPr/>
        </p:nvSpPr>
        <p:spPr>
          <a:xfrm>
            <a:off x="569644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8" name="pt1697"/>
          <p:cNvSpPr/>
          <p:nvPr/>
        </p:nvSpPr>
        <p:spPr>
          <a:xfrm>
            <a:off x="5551396" y="658171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99" name="pt1698"/>
          <p:cNvSpPr/>
          <p:nvPr/>
        </p:nvSpPr>
        <p:spPr>
          <a:xfrm>
            <a:off x="5701990" y="731789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0" name="pt1699"/>
          <p:cNvSpPr/>
          <p:nvPr/>
        </p:nvSpPr>
        <p:spPr>
          <a:xfrm>
            <a:off x="5498423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1" name="pt1700"/>
          <p:cNvSpPr/>
          <p:nvPr/>
        </p:nvSpPr>
        <p:spPr>
          <a:xfrm>
            <a:off x="5678034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2" name="pt1701"/>
          <p:cNvSpPr/>
          <p:nvPr/>
        </p:nvSpPr>
        <p:spPr>
          <a:xfrm>
            <a:off x="5566257" y="619949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3" name="pt1702"/>
          <p:cNvSpPr/>
          <p:nvPr/>
        </p:nvSpPr>
        <p:spPr>
          <a:xfrm>
            <a:off x="5675949" y="618060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4" name="pt1703"/>
          <p:cNvSpPr/>
          <p:nvPr/>
        </p:nvSpPr>
        <p:spPr>
          <a:xfrm>
            <a:off x="5498651" y="515908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5" name="pt1704"/>
          <p:cNvSpPr/>
          <p:nvPr/>
        </p:nvSpPr>
        <p:spPr>
          <a:xfrm>
            <a:off x="5689664" y="531996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6" name="pt1705"/>
          <p:cNvSpPr/>
          <p:nvPr/>
        </p:nvSpPr>
        <p:spPr>
          <a:xfrm>
            <a:off x="5517685" y="630437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7" name="pt1706"/>
          <p:cNvSpPr/>
          <p:nvPr/>
        </p:nvSpPr>
        <p:spPr>
          <a:xfrm>
            <a:off x="5719092" y="698145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8" name="pt1707"/>
          <p:cNvSpPr/>
          <p:nvPr/>
        </p:nvSpPr>
        <p:spPr>
          <a:xfrm>
            <a:off x="5491585" y="574357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09" name="pt1708"/>
          <p:cNvSpPr/>
          <p:nvPr/>
        </p:nvSpPr>
        <p:spPr>
          <a:xfrm>
            <a:off x="5674867" y="588485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0" name="pt1709"/>
          <p:cNvSpPr/>
          <p:nvPr/>
        </p:nvSpPr>
        <p:spPr>
          <a:xfrm>
            <a:off x="5541306" y="60686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1" name="pt1710"/>
          <p:cNvSpPr/>
          <p:nvPr/>
        </p:nvSpPr>
        <p:spPr>
          <a:xfrm>
            <a:off x="5722386" y="658899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2" name="pt1711"/>
          <p:cNvSpPr/>
          <p:nvPr/>
        </p:nvSpPr>
        <p:spPr>
          <a:xfrm>
            <a:off x="5495456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3" name="pt1712"/>
          <p:cNvSpPr/>
          <p:nvPr/>
        </p:nvSpPr>
        <p:spPr>
          <a:xfrm>
            <a:off x="5722218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4" name="pt1713"/>
          <p:cNvSpPr/>
          <p:nvPr/>
        </p:nvSpPr>
        <p:spPr>
          <a:xfrm>
            <a:off x="5504467" y="56025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5" name="pt1714"/>
          <p:cNvSpPr/>
          <p:nvPr/>
        </p:nvSpPr>
        <p:spPr>
          <a:xfrm>
            <a:off x="5687147" y="58479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6" name="pt1715"/>
          <p:cNvSpPr/>
          <p:nvPr/>
        </p:nvSpPr>
        <p:spPr>
          <a:xfrm>
            <a:off x="5550215" y="560310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7" name="pt1716"/>
          <p:cNvSpPr/>
          <p:nvPr/>
        </p:nvSpPr>
        <p:spPr>
          <a:xfrm>
            <a:off x="5688028" y="590816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8" name="pt1717"/>
          <p:cNvSpPr/>
          <p:nvPr/>
        </p:nvSpPr>
        <p:spPr>
          <a:xfrm>
            <a:off x="5563590" y="590765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19" name="pt1718"/>
          <p:cNvSpPr/>
          <p:nvPr/>
        </p:nvSpPr>
        <p:spPr>
          <a:xfrm>
            <a:off x="5702253" y="578219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0" name="pt1719"/>
          <p:cNvSpPr/>
          <p:nvPr/>
        </p:nvSpPr>
        <p:spPr>
          <a:xfrm>
            <a:off x="5495358" y="55496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1" name="pt1720"/>
          <p:cNvSpPr/>
          <p:nvPr/>
        </p:nvSpPr>
        <p:spPr>
          <a:xfrm>
            <a:off x="5715628" y="546833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2" name="pt1721"/>
          <p:cNvSpPr/>
          <p:nvPr/>
        </p:nvSpPr>
        <p:spPr>
          <a:xfrm>
            <a:off x="5533615" y="616482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3" name="pt1722"/>
          <p:cNvSpPr/>
          <p:nvPr/>
        </p:nvSpPr>
        <p:spPr>
          <a:xfrm>
            <a:off x="5698127" y="639033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4" name="pt1723"/>
          <p:cNvSpPr/>
          <p:nvPr/>
        </p:nvSpPr>
        <p:spPr>
          <a:xfrm>
            <a:off x="5557268" y="58842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5" name="pt1724"/>
          <p:cNvSpPr/>
          <p:nvPr/>
        </p:nvSpPr>
        <p:spPr>
          <a:xfrm>
            <a:off x="5691961" y="731836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6" name="pt1725"/>
          <p:cNvSpPr/>
          <p:nvPr/>
        </p:nvSpPr>
        <p:spPr>
          <a:xfrm>
            <a:off x="5528673" y="731844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7" name="pt1726"/>
          <p:cNvSpPr/>
          <p:nvPr/>
        </p:nvSpPr>
        <p:spPr>
          <a:xfrm>
            <a:off x="5650583" y="660086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8" name="pt1727"/>
          <p:cNvSpPr/>
          <p:nvPr/>
        </p:nvSpPr>
        <p:spPr>
          <a:xfrm>
            <a:off x="5512401" y="61520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29" name="pt1728"/>
          <p:cNvSpPr/>
          <p:nvPr/>
        </p:nvSpPr>
        <p:spPr>
          <a:xfrm>
            <a:off x="5682599" y="686128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0" name="pt1729"/>
          <p:cNvSpPr/>
          <p:nvPr/>
        </p:nvSpPr>
        <p:spPr>
          <a:xfrm>
            <a:off x="5495666" y="651471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1" name="pt1730"/>
          <p:cNvSpPr/>
          <p:nvPr/>
        </p:nvSpPr>
        <p:spPr>
          <a:xfrm>
            <a:off x="5657706" y="73078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2" name="pt1731"/>
          <p:cNvSpPr/>
          <p:nvPr/>
        </p:nvSpPr>
        <p:spPr>
          <a:xfrm>
            <a:off x="5526500" y="725886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3" name="pt1732"/>
          <p:cNvSpPr/>
          <p:nvPr/>
        </p:nvSpPr>
        <p:spPr>
          <a:xfrm>
            <a:off x="5708855" y="721126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4" name="pt1733"/>
          <p:cNvSpPr/>
          <p:nvPr/>
        </p:nvSpPr>
        <p:spPr>
          <a:xfrm>
            <a:off x="5556147" y="570232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5" name="pt1734"/>
          <p:cNvSpPr/>
          <p:nvPr/>
        </p:nvSpPr>
        <p:spPr>
          <a:xfrm>
            <a:off x="5667060" y="61234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6" name="pt1735"/>
          <p:cNvSpPr/>
          <p:nvPr/>
        </p:nvSpPr>
        <p:spPr>
          <a:xfrm>
            <a:off x="5531873" y="638327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7" name="pt1736"/>
          <p:cNvSpPr/>
          <p:nvPr/>
        </p:nvSpPr>
        <p:spPr>
          <a:xfrm>
            <a:off x="5646485" y="681547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8" name="pt1737"/>
          <p:cNvSpPr/>
          <p:nvPr/>
        </p:nvSpPr>
        <p:spPr>
          <a:xfrm>
            <a:off x="5554998" y="57026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39" name="pt1738"/>
          <p:cNvSpPr/>
          <p:nvPr/>
        </p:nvSpPr>
        <p:spPr>
          <a:xfrm>
            <a:off x="5689432" y="625175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0" name="pt1739"/>
          <p:cNvSpPr/>
          <p:nvPr/>
        </p:nvSpPr>
        <p:spPr>
          <a:xfrm>
            <a:off x="5553195" y="539168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1" name="pt1740"/>
          <p:cNvSpPr/>
          <p:nvPr/>
        </p:nvSpPr>
        <p:spPr>
          <a:xfrm>
            <a:off x="5700677" y="548878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2" name="pt1741"/>
          <p:cNvSpPr/>
          <p:nvPr/>
        </p:nvSpPr>
        <p:spPr>
          <a:xfrm>
            <a:off x="5538939" y="72287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3" name="pt1742"/>
          <p:cNvSpPr/>
          <p:nvPr/>
        </p:nvSpPr>
        <p:spPr>
          <a:xfrm>
            <a:off x="5681164" y="731447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4" name="pt1743"/>
          <p:cNvSpPr/>
          <p:nvPr/>
        </p:nvSpPr>
        <p:spPr>
          <a:xfrm>
            <a:off x="5523438" y="718897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5" name="pt1744"/>
          <p:cNvSpPr/>
          <p:nvPr/>
        </p:nvSpPr>
        <p:spPr>
          <a:xfrm>
            <a:off x="5658544" y="731098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6" name="pt1745"/>
          <p:cNvSpPr/>
          <p:nvPr/>
        </p:nvSpPr>
        <p:spPr>
          <a:xfrm>
            <a:off x="5515046" y="661372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7" name="pt1746"/>
          <p:cNvSpPr/>
          <p:nvPr/>
        </p:nvSpPr>
        <p:spPr>
          <a:xfrm>
            <a:off x="5694298" y="678522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8" name="pt1747"/>
          <p:cNvSpPr/>
          <p:nvPr/>
        </p:nvSpPr>
        <p:spPr>
          <a:xfrm>
            <a:off x="5533839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49" name="pt1748"/>
          <p:cNvSpPr/>
          <p:nvPr/>
        </p:nvSpPr>
        <p:spPr>
          <a:xfrm>
            <a:off x="5705877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0" name="pt1749"/>
          <p:cNvSpPr/>
          <p:nvPr/>
        </p:nvSpPr>
        <p:spPr>
          <a:xfrm>
            <a:off x="5514400" y="731817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1" name="pt1750"/>
          <p:cNvSpPr/>
          <p:nvPr/>
        </p:nvSpPr>
        <p:spPr>
          <a:xfrm>
            <a:off x="5701251" y="729243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2" name="pt1751"/>
          <p:cNvSpPr/>
          <p:nvPr/>
        </p:nvSpPr>
        <p:spPr>
          <a:xfrm>
            <a:off x="5518168" y="529667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3" name="pt1752"/>
          <p:cNvSpPr/>
          <p:nvPr/>
        </p:nvSpPr>
        <p:spPr>
          <a:xfrm>
            <a:off x="5684150" y="529841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4" name="pt1753"/>
          <p:cNvSpPr/>
          <p:nvPr/>
        </p:nvSpPr>
        <p:spPr>
          <a:xfrm>
            <a:off x="5517538" y="691376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5" name="pt1754"/>
          <p:cNvSpPr/>
          <p:nvPr/>
        </p:nvSpPr>
        <p:spPr>
          <a:xfrm>
            <a:off x="5715191" y="71971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6" name="pt1755"/>
          <p:cNvSpPr/>
          <p:nvPr/>
        </p:nvSpPr>
        <p:spPr>
          <a:xfrm>
            <a:off x="5491732" y="547512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7" name="pt1756"/>
          <p:cNvSpPr/>
          <p:nvPr/>
        </p:nvSpPr>
        <p:spPr>
          <a:xfrm>
            <a:off x="5685490" y="519196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8" name="pt1757"/>
          <p:cNvSpPr/>
          <p:nvPr/>
        </p:nvSpPr>
        <p:spPr>
          <a:xfrm>
            <a:off x="5558046" y="682308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59" name="pt1758"/>
          <p:cNvSpPr/>
          <p:nvPr/>
        </p:nvSpPr>
        <p:spPr>
          <a:xfrm>
            <a:off x="5670375" y="680226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0" name="pt1759"/>
          <p:cNvSpPr/>
          <p:nvPr/>
        </p:nvSpPr>
        <p:spPr>
          <a:xfrm>
            <a:off x="5539274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1" name="pt1760"/>
          <p:cNvSpPr/>
          <p:nvPr/>
        </p:nvSpPr>
        <p:spPr>
          <a:xfrm>
            <a:off x="5701312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2" name="pt1761"/>
          <p:cNvSpPr/>
          <p:nvPr/>
        </p:nvSpPr>
        <p:spPr>
          <a:xfrm>
            <a:off x="5530503" y="662230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3" name="pt1762"/>
          <p:cNvSpPr/>
          <p:nvPr/>
        </p:nvSpPr>
        <p:spPr>
          <a:xfrm>
            <a:off x="5668223" y="62729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4" name="pt1763"/>
          <p:cNvSpPr/>
          <p:nvPr/>
        </p:nvSpPr>
        <p:spPr>
          <a:xfrm>
            <a:off x="5539248" y="639818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5" name="pt1764"/>
          <p:cNvSpPr/>
          <p:nvPr/>
        </p:nvSpPr>
        <p:spPr>
          <a:xfrm>
            <a:off x="5646147" y="67952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6" name="pt1765"/>
          <p:cNvSpPr/>
          <p:nvPr/>
        </p:nvSpPr>
        <p:spPr>
          <a:xfrm>
            <a:off x="5507117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7" name="pt1766"/>
          <p:cNvSpPr/>
          <p:nvPr/>
        </p:nvSpPr>
        <p:spPr>
          <a:xfrm>
            <a:off x="5679571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8" name="pt1767"/>
          <p:cNvSpPr/>
          <p:nvPr/>
        </p:nvSpPr>
        <p:spPr>
          <a:xfrm>
            <a:off x="5567280" y="59428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69" name="pt1768"/>
          <p:cNvSpPr/>
          <p:nvPr/>
        </p:nvSpPr>
        <p:spPr>
          <a:xfrm>
            <a:off x="5680140" y="589130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0" name="pt1769"/>
          <p:cNvSpPr/>
          <p:nvPr/>
        </p:nvSpPr>
        <p:spPr>
          <a:xfrm>
            <a:off x="5520857" y="594609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1" name="pt1770"/>
          <p:cNvSpPr/>
          <p:nvPr/>
        </p:nvSpPr>
        <p:spPr>
          <a:xfrm>
            <a:off x="5718731" y="53441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2" name="pt1771"/>
          <p:cNvSpPr/>
          <p:nvPr/>
        </p:nvSpPr>
        <p:spPr>
          <a:xfrm>
            <a:off x="5494485" y="71836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3" name="pt1772"/>
          <p:cNvSpPr/>
          <p:nvPr/>
        </p:nvSpPr>
        <p:spPr>
          <a:xfrm>
            <a:off x="5718685" y="58438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4" name="pt1773"/>
          <p:cNvSpPr/>
          <p:nvPr/>
        </p:nvSpPr>
        <p:spPr>
          <a:xfrm>
            <a:off x="5565290" y="72540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5" name="pt1774"/>
          <p:cNvSpPr/>
          <p:nvPr/>
        </p:nvSpPr>
        <p:spPr>
          <a:xfrm>
            <a:off x="5716884" y="723718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6" name="pt1775"/>
          <p:cNvSpPr/>
          <p:nvPr/>
        </p:nvSpPr>
        <p:spPr>
          <a:xfrm>
            <a:off x="5498900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7" name="pt1776"/>
          <p:cNvSpPr/>
          <p:nvPr/>
        </p:nvSpPr>
        <p:spPr>
          <a:xfrm>
            <a:off x="5673291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8" name="pt1777"/>
          <p:cNvSpPr/>
          <p:nvPr/>
        </p:nvSpPr>
        <p:spPr>
          <a:xfrm>
            <a:off x="5507007" y="716087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79" name="pt1778"/>
          <p:cNvSpPr/>
          <p:nvPr/>
        </p:nvSpPr>
        <p:spPr>
          <a:xfrm>
            <a:off x="5652109" y="720721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0" name="pt1779"/>
          <p:cNvSpPr/>
          <p:nvPr/>
        </p:nvSpPr>
        <p:spPr>
          <a:xfrm>
            <a:off x="5510649" y="641805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1" name="pt1780"/>
          <p:cNvSpPr/>
          <p:nvPr/>
        </p:nvSpPr>
        <p:spPr>
          <a:xfrm>
            <a:off x="5684000" y="580150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2" name="pt1781"/>
          <p:cNvSpPr/>
          <p:nvPr/>
        </p:nvSpPr>
        <p:spPr>
          <a:xfrm>
            <a:off x="5541442" y="707625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3" name="pt1782"/>
          <p:cNvSpPr/>
          <p:nvPr/>
        </p:nvSpPr>
        <p:spPr>
          <a:xfrm>
            <a:off x="5671400" y="695705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4" name="pt1783"/>
          <p:cNvSpPr/>
          <p:nvPr/>
        </p:nvSpPr>
        <p:spPr>
          <a:xfrm>
            <a:off x="5540503" y="651023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5" name="pt1784"/>
          <p:cNvSpPr/>
          <p:nvPr/>
        </p:nvSpPr>
        <p:spPr>
          <a:xfrm>
            <a:off x="5647602" y="663118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6" name="pt1785"/>
          <p:cNvSpPr/>
          <p:nvPr/>
        </p:nvSpPr>
        <p:spPr>
          <a:xfrm>
            <a:off x="5540471" y="616522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7" name="pt1786"/>
          <p:cNvSpPr/>
          <p:nvPr/>
        </p:nvSpPr>
        <p:spPr>
          <a:xfrm>
            <a:off x="5711329" y="63252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8" name="pt1787"/>
          <p:cNvSpPr/>
          <p:nvPr/>
        </p:nvSpPr>
        <p:spPr>
          <a:xfrm>
            <a:off x="5518086" y="724480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89" name="pt1788"/>
          <p:cNvSpPr/>
          <p:nvPr/>
        </p:nvSpPr>
        <p:spPr>
          <a:xfrm>
            <a:off x="5720053" y="69661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0" name="pt1789"/>
          <p:cNvSpPr/>
          <p:nvPr/>
        </p:nvSpPr>
        <p:spPr>
          <a:xfrm>
            <a:off x="5507961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1" name="pt1790"/>
          <p:cNvSpPr/>
          <p:nvPr/>
        </p:nvSpPr>
        <p:spPr>
          <a:xfrm>
            <a:off x="5724157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2" name="pt1791"/>
          <p:cNvSpPr/>
          <p:nvPr/>
        </p:nvSpPr>
        <p:spPr>
          <a:xfrm>
            <a:off x="5566360" y="675530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3" name="pt1792"/>
          <p:cNvSpPr/>
          <p:nvPr/>
        </p:nvSpPr>
        <p:spPr>
          <a:xfrm>
            <a:off x="5663709" y="608762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4" name="pt1793"/>
          <p:cNvSpPr/>
          <p:nvPr/>
        </p:nvSpPr>
        <p:spPr>
          <a:xfrm>
            <a:off x="5505623" y="679507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5" name="pt1794"/>
          <p:cNvSpPr/>
          <p:nvPr/>
        </p:nvSpPr>
        <p:spPr>
          <a:xfrm>
            <a:off x="5699217" y="70792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6" name="pt1795"/>
          <p:cNvSpPr/>
          <p:nvPr/>
        </p:nvSpPr>
        <p:spPr>
          <a:xfrm>
            <a:off x="5545929" y="646487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7" name="pt1796"/>
          <p:cNvSpPr/>
          <p:nvPr/>
        </p:nvSpPr>
        <p:spPr>
          <a:xfrm>
            <a:off x="5668909" y="654372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8" name="pt1797"/>
          <p:cNvSpPr/>
          <p:nvPr/>
        </p:nvSpPr>
        <p:spPr>
          <a:xfrm>
            <a:off x="5520074" y="71195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9" name="pt1798"/>
          <p:cNvSpPr/>
          <p:nvPr/>
        </p:nvSpPr>
        <p:spPr>
          <a:xfrm>
            <a:off x="5694551" y="72396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0" name="pt1799"/>
          <p:cNvSpPr/>
          <p:nvPr/>
        </p:nvSpPr>
        <p:spPr>
          <a:xfrm>
            <a:off x="5564551" y="609220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1" name="pt1800"/>
          <p:cNvSpPr/>
          <p:nvPr/>
        </p:nvSpPr>
        <p:spPr>
          <a:xfrm>
            <a:off x="5701406" y="614318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2" name="pt1801"/>
          <p:cNvSpPr/>
          <p:nvPr/>
        </p:nvSpPr>
        <p:spPr>
          <a:xfrm>
            <a:off x="5507687" y="606708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3" name="pt1802"/>
          <p:cNvSpPr/>
          <p:nvPr/>
        </p:nvSpPr>
        <p:spPr>
          <a:xfrm>
            <a:off x="5674316" y="629266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4" name="pt1803"/>
          <p:cNvSpPr/>
          <p:nvPr/>
        </p:nvSpPr>
        <p:spPr>
          <a:xfrm>
            <a:off x="5505887" y="665913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5" name="pt1804"/>
          <p:cNvSpPr/>
          <p:nvPr/>
        </p:nvSpPr>
        <p:spPr>
          <a:xfrm>
            <a:off x="5681240" y="653106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6" name="pt1805"/>
          <p:cNvSpPr/>
          <p:nvPr/>
        </p:nvSpPr>
        <p:spPr>
          <a:xfrm>
            <a:off x="5543245" y="586923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7" name="pt1806"/>
          <p:cNvSpPr/>
          <p:nvPr/>
        </p:nvSpPr>
        <p:spPr>
          <a:xfrm>
            <a:off x="5654656" y="632147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8" name="pt1807"/>
          <p:cNvSpPr/>
          <p:nvPr/>
        </p:nvSpPr>
        <p:spPr>
          <a:xfrm>
            <a:off x="5509719" y="581774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9" name="pt1808"/>
          <p:cNvSpPr/>
          <p:nvPr/>
        </p:nvSpPr>
        <p:spPr>
          <a:xfrm>
            <a:off x="5703121" y="581881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0" name="pt1809"/>
          <p:cNvSpPr/>
          <p:nvPr/>
        </p:nvSpPr>
        <p:spPr>
          <a:xfrm>
            <a:off x="5533536" y="726208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1" name="pt1810"/>
          <p:cNvSpPr/>
          <p:nvPr/>
        </p:nvSpPr>
        <p:spPr>
          <a:xfrm>
            <a:off x="5699829" y="692413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2" name="pt1811"/>
          <p:cNvSpPr/>
          <p:nvPr/>
        </p:nvSpPr>
        <p:spPr>
          <a:xfrm>
            <a:off x="5518678" y="540080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3" name="pt1812"/>
          <p:cNvSpPr/>
          <p:nvPr/>
        </p:nvSpPr>
        <p:spPr>
          <a:xfrm>
            <a:off x="5647788" y="544556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4" name="pt1813"/>
          <p:cNvSpPr/>
          <p:nvPr/>
        </p:nvSpPr>
        <p:spPr>
          <a:xfrm>
            <a:off x="5542969" y="598272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5" name="pt1814"/>
          <p:cNvSpPr/>
          <p:nvPr/>
        </p:nvSpPr>
        <p:spPr>
          <a:xfrm>
            <a:off x="5649362" y="62948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6" name="pt1815"/>
          <p:cNvSpPr/>
          <p:nvPr/>
        </p:nvSpPr>
        <p:spPr>
          <a:xfrm>
            <a:off x="5548854" y="58734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7" name="pt1816"/>
          <p:cNvSpPr/>
          <p:nvPr/>
        </p:nvSpPr>
        <p:spPr>
          <a:xfrm>
            <a:off x="5710834" y="62888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8" name="pt1817"/>
          <p:cNvSpPr/>
          <p:nvPr/>
        </p:nvSpPr>
        <p:spPr>
          <a:xfrm>
            <a:off x="5553240" y="647192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19" name="pt1818"/>
          <p:cNvSpPr/>
          <p:nvPr/>
        </p:nvSpPr>
        <p:spPr>
          <a:xfrm>
            <a:off x="5687106" y="637903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0" name="pt1819"/>
          <p:cNvSpPr/>
          <p:nvPr/>
        </p:nvSpPr>
        <p:spPr>
          <a:xfrm>
            <a:off x="5497194" y="646150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1" name="pt1820"/>
          <p:cNvSpPr/>
          <p:nvPr/>
        </p:nvSpPr>
        <p:spPr>
          <a:xfrm>
            <a:off x="5680698" y="662982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2" name="pt1821"/>
          <p:cNvSpPr/>
          <p:nvPr/>
        </p:nvSpPr>
        <p:spPr>
          <a:xfrm>
            <a:off x="5495117" y="709411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3" name="pt1822"/>
          <p:cNvSpPr/>
          <p:nvPr/>
        </p:nvSpPr>
        <p:spPr>
          <a:xfrm>
            <a:off x="5693190" y="672803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4" name="pt1823"/>
          <p:cNvSpPr/>
          <p:nvPr/>
        </p:nvSpPr>
        <p:spPr>
          <a:xfrm>
            <a:off x="5544136" y="69804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5" name="pt1824"/>
          <p:cNvSpPr/>
          <p:nvPr/>
        </p:nvSpPr>
        <p:spPr>
          <a:xfrm>
            <a:off x="5680369" y="64893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6" name="pt1825"/>
          <p:cNvSpPr/>
          <p:nvPr/>
        </p:nvSpPr>
        <p:spPr>
          <a:xfrm>
            <a:off x="5492767" y="519785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7" name="pt1826"/>
          <p:cNvSpPr/>
          <p:nvPr/>
        </p:nvSpPr>
        <p:spPr>
          <a:xfrm>
            <a:off x="5701941" y="53449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8" name="pt1827"/>
          <p:cNvSpPr/>
          <p:nvPr/>
        </p:nvSpPr>
        <p:spPr>
          <a:xfrm>
            <a:off x="5512212" y="515638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29" name="pt1828"/>
          <p:cNvSpPr/>
          <p:nvPr/>
        </p:nvSpPr>
        <p:spPr>
          <a:xfrm>
            <a:off x="5704936" y="54301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0" name="pt1829"/>
          <p:cNvSpPr/>
          <p:nvPr/>
        </p:nvSpPr>
        <p:spPr>
          <a:xfrm>
            <a:off x="5495014" y="68183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1" name="pt1830"/>
          <p:cNvSpPr/>
          <p:nvPr/>
        </p:nvSpPr>
        <p:spPr>
          <a:xfrm>
            <a:off x="5679537" y="648603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2" name="pt1831"/>
          <p:cNvSpPr/>
          <p:nvPr/>
        </p:nvSpPr>
        <p:spPr>
          <a:xfrm>
            <a:off x="554031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3" name="pt1832"/>
          <p:cNvSpPr/>
          <p:nvPr/>
        </p:nvSpPr>
        <p:spPr>
          <a:xfrm>
            <a:off x="565136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4" name="pt1833"/>
          <p:cNvSpPr/>
          <p:nvPr/>
        </p:nvSpPr>
        <p:spPr>
          <a:xfrm>
            <a:off x="5550883" y="67818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5" name="pt1834"/>
          <p:cNvSpPr/>
          <p:nvPr/>
        </p:nvSpPr>
        <p:spPr>
          <a:xfrm>
            <a:off x="5664949" y="643945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6" name="pt1835"/>
          <p:cNvSpPr/>
          <p:nvPr/>
        </p:nvSpPr>
        <p:spPr>
          <a:xfrm>
            <a:off x="5518529" y="717461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7" name="pt1836"/>
          <p:cNvSpPr/>
          <p:nvPr/>
        </p:nvSpPr>
        <p:spPr>
          <a:xfrm>
            <a:off x="5679386" y="689134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8" name="pt1837"/>
          <p:cNvSpPr/>
          <p:nvPr/>
        </p:nvSpPr>
        <p:spPr>
          <a:xfrm>
            <a:off x="6585814" y="731490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39" name="pt1838"/>
          <p:cNvSpPr/>
          <p:nvPr/>
        </p:nvSpPr>
        <p:spPr>
          <a:xfrm>
            <a:off x="6769500" y="731350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0" name="pt1839"/>
          <p:cNvSpPr/>
          <p:nvPr/>
        </p:nvSpPr>
        <p:spPr>
          <a:xfrm>
            <a:off x="6577404" y="52793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1" name="pt1840"/>
          <p:cNvSpPr/>
          <p:nvPr/>
        </p:nvSpPr>
        <p:spPr>
          <a:xfrm>
            <a:off x="6747535" y="529374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2" name="pt1841"/>
          <p:cNvSpPr/>
          <p:nvPr/>
        </p:nvSpPr>
        <p:spPr>
          <a:xfrm>
            <a:off x="6650633" y="54165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3" name="pt1842"/>
          <p:cNvSpPr/>
          <p:nvPr/>
        </p:nvSpPr>
        <p:spPr>
          <a:xfrm>
            <a:off x="6788826" y="595433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4" name="pt1843"/>
          <p:cNvSpPr/>
          <p:nvPr/>
        </p:nvSpPr>
        <p:spPr>
          <a:xfrm>
            <a:off x="6585866" y="53149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5" name="pt1844"/>
          <p:cNvSpPr/>
          <p:nvPr/>
        </p:nvSpPr>
        <p:spPr>
          <a:xfrm>
            <a:off x="6748055" y="537544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6" name="pt1845"/>
          <p:cNvSpPr/>
          <p:nvPr/>
        </p:nvSpPr>
        <p:spPr>
          <a:xfrm>
            <a:off x="6609875" y="552832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7" name="pt1846"/>
          <p:cNvSpPr/>
          <p:nvPr/>
        </p:nvSpPr>
        <p:spPr>
          <a:xfrm>
            <a:off x="6768398" y="57188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8" name="pt1847"/>
          <p:cNvSpPr/>
          <p:nvPr/>
        </p:nvSpPr>
        <p:spPr>
          <a:xfrm>
            <a:off x="6598131" y="586004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49" name="pt1848"/>
          <p:cNvSpPr/>
          <p:nvPr/>
        </p:nvSpPr>
        <p:spPr>
          <a:xfrm>
            <a:off x="6758404" y="633550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0" name="pt1849"/>
          <p:cNvSpPr/>
          <p:nvPr/>
        </p:nvSpPr>
        <p:spPr>
          <a:xfrm>
            <a:off x="6595182" y="52630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1" name="pt1850"/>
          <p:cNvSpPr/>
          <p:nvPr/>
        </p:nvSpPr>
        <p:spPr>
          <a:xfrm>
            <a:off x="6750589" y="521019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2" name="pt1851"/>
          <p:cNvSpPr/>
          <p:nvPr/>
        </p:nvSpPr>
        <p:spPr>
          <a:xfrm>
            <a:off x="6578012" y="54164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3" name="pt1852"/>
          <p:cNvSpPr/>
          <p:nvPr/>
        </p:nvSpPr>
        <p:spPr>
          <a:xfrm>
            <a:off x="6774928" y="531727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4" name="pt1853"/>
          <p:cNvSpPr/>
          <p:nvPr/>
        </p:nvSpPr>
        <p:spPr>
          <a:xfrm>
            <a:off x="6617640" y="532609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5" name="pt1854"/>
          <p:cNvSpPr/>
          <p:nvPr/>
        </p:nvSpPr>
        <p:spPr>
          <a:xfrm>
            <a:off x="6752883" y="546278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6" name="pt1855"/>
          <p:cNvSpPr/>
          <p:nvPr/>
        </p:nvSpPr>
        <p:spPr>
          <a:xfrm>
            <a:off x="6589241" y="55531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7" name="pt1856"/>
          <p:cNvSpPr/>
          <p:nvPr/>
        </p:nvSpPr>
        <p:spPr>
          <a:xfrm>
            <a:off x="6757357" y="561290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8" name="pt1857"/>
          <p:cNvSpPr/>
          <p:nvPr/>
        </p:nvSpPr>
        <p:spPr>
          <a:xfrm>
            <a:off x="6617416" y="557694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59" name="pt1858"/>
          <p:cNvSpPr/>
          <p:nvPr/>
        </p:nvSpPr>
        <p:spPr>
          <a:xfrm>
            <a:off x="6770820" y="517020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0" name="pt1859"/>
          <p:cNvSpPr/>
          <p:nvPr/>
        </p:nvSpPr>
        <p:spPr>
          <a:xfrm>
            <a:off x="6582813" y="516098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1" name="pt1860"/>
          <p:cNvSpPr/>
          <p:nvPr/>
        </p:nvSpPr>
        <p:spPr>
          <a:xfrm>
            <a:off x="6794922" y="51831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2" name="pt1861"/>
          <p:cNvSpPr/>
          <p:nvPr/>
        </p:nvSpPr>
        <p:spPr>
          <a:xfrm>
            <a:off x="6581455" y="532004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3" name="pt1862"/>
          <p:cNvSpPr/>
          <p:nvPr/>
        </p:nvSpPr>
        <p:spPr>
          <a:xfrm>
            <a:off x="6756927" y="523302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4" name="pt1863"/>
          <p:cNvSpPr/>
          <p:nvPr/>
        </p:nvSpPr>
        <p:spPr>
          <a:xfrm>
            <a:off x="6627667" y="524611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5" name="pt1864"/>
          <p:cNvSpPr/>
          <p:nvPr/>
        </p:nvSpPr>
        <p:spPr>
          <a:xfrm>
            <a:off x="6800311" y="520473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6" name="pt1865"/>
          <p:cNvSpPr/>
          <p:nvPr/>
        </p:nvSpPr>
        <p:spPr>
          <a:xfrm>
            <a:off x="6618023" y="548902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7" name="pt1866"/>
          <p:cNvSpPr/>
          <p:nvPr/>
        </p:nvSpPr>
        <p:spPr>
          <a:xfrm>
            <a:off x="6761971" y="541395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8" name="pt1867"/>
          <p:cNvSpPr/>
          <p:nvPr/>
        </p:nvSpPr>
        <p:spPr>
          <a:xfrm>
            <a:off x="6639595" y="520388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69" name="pt1868"/>
          <p:cNvSpPr/>
          <p:nvPr/>
        </p:nvSpPr>
        <p:spPr>
          <a:xfrm>
            <a:off x="6729999" y="520176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0" name="pt1869"/>
          <p:cNvSpPr/>
          <p:nvPr/>
        </p:nvSpPr>
        <p:spPr>
          <a:xfrm>
            <a:off x="6591376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1" name="pt1870"/>
          <p:cNvSpPr/>
          <p:nvPr/>
        </p:nvSpPr>
        <p:spPr>
          <a:xfrm>
            <a:off x="6796805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2" name="pt1871"/>
          <p:cNvSpPr/>
          <p:nvPr/>
        </p:nvSpPr>
        <p:spPr>
          <a:xfrm>
            <a:off x="6587665" y="542520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3" name="pt1872"/>
          <p:cNvSpPr/>
          <p:nvPr/>
        </p:nvSpPr>
        <p:spPr>
          <a:xfrm>
            <a:off x="6753147" y="648487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4" name="pt1873"/>
          <p:cNvSpPr/>
          <p:nvPr/>
        </p:nvSpPr>
        <p:spPr>
          <a:xfrm>
            <a:off x="658618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5" name="pt1874"/>
          <p:cNvSpPr/>
          <p:nvPr/>
        </p:nvSpPr>
        <p:spPr>
          <a:xfrm>
            <a:off x="678965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6" name="pt1875"/>
          <p:cNvSpPr/>
          <p:nvPr/>
        </p:nvSpPr>
        <p:spPr>
          <a:xfrm>
            <a:off x="6649699" y="534941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7" name="pt1876"/>
          <p:cNvSpPr/>
          <p:nvPr/>
        </p:nvSpPr>
        <p:spPr>
          <a:xfrm>
            <a:off x="6807186" y="527319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8" name="pt1877"/>
          <p:cNvSpPr/>
          <p:nvPr/>
        </p:nvSpPr>
        <p:spPr>
          <a:xfrm>
            <a:off x="6639200" y="604976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79" name="pt1878"/>
          <p:cNvSpPr/>
          <p:nvPr/>
        </p:nvSpPr>
        <p:spPr>
          <a:xfrm>
            <a:off x="6779228" y="725645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0" name="pt1879"/>
          <p:cNvSpPr/>
          <p:nvPr/>
        </p:nvSpPr>
        <p:spPr>
          <a:xfrm>
            <a:off x="6625070" y="704247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1" name="pt1880"/>
          <p:cNvSpPr/>
          <p:nvPr/>
        </p:nvSpPr>
        <p:spPr>
          <a:xfrm>
            <a:off x="6800543" y="68094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2" name="pt1881"/>
          <p:cNvSpPr/>
          <p:nvPr/>
        </p:nvSpPr>
        <p:spPr>
          <a:xfrm>
            <a:off x="6644830" y="594996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3" name="pt1882"/>
          <p:cNvSpPr/>
          <p:nvPr/>
        </p:nvSpPr>
        <p:spPr>
          <a:xfrm>
            <a:off x="6740598" y="595161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4" name="pt1883"/>
          <p:cNvSpPr/>
          <p:nvPr/>
        </p:nvSpPr>
        <p:spPr>
          <a:xfrm>
            <a:off x="6612607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5" name="pt1884"/>
          <p:cNvSpPr/>
          <p:nvPr/>
        </p:nvSpPr>
        <p:spPr>
          <a:xfrm>
            <a:off x="6775597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6" name="pt1885"/>
          <p:cNvSpPr/>
          <p:nvPr/>
        </p:nvSpPr>
        <p:spPr>
          <a:xfrm>
            <a:off x="6616958" y="522446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7" name="pt1886"/>
          <p:cNvSpPr/>
          <p:nvPr/>
        </p:nvSpPr>
        <p:spPr>
          <a:xfrm>
            <a:off x="6767590" y="553028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8" name="pt1887"/>
          <p:cNvSpPr/>
          <p:nvPr/>
        </p:nvSpPr>
        <p:spPr>
          <a:xfrm>
            <a:off x="6613912" y="518670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9" name="pt1888"/>
          <p:cNvSpPr/>
          <p:nvPr/>
        </p:nvSpPr>
        <p:spPr>
          <a:xfrm>
            <a:off x="6743361" y="555976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0" name="pt1889"/>
          <p:cNvSpPr/>
          <p:nvPr/>
        </p:nvSpPr>
        <p:spPr>
          <a:xfrm>
            <a:off x="6651013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1" name="pt1890"/>
          <p:cNvSpPr/>
          <p:nvPr/>
        </p:nvSpPr>
        <p:spPr>
          <a:xfrm>
            <a:off x="6793802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2" name="pt1891"/>
          <p:cNvSpPr/>
          <p:nvPr/>
        </p:nvSpPr>
        <p:spPr>
          <a:xfrm>
            <a:off x="6597629" y="520066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3" name="pt1892"/>
          <p:cNvSpPr/>
          <p:nvPr/>
        </p:nvSpPr>
        <p:spPr>
          <a:xfrm>
            <a:off x="6739670" y="515975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4" name="pt1893"/>
          <p:cNvSpPr/>
          <p:nvPr/>
        </p:nvSpPr>
        <p:spPr>
          <a:xfrm>
            <a:off x="6626832" y="519291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5" name="pt1894"/>
          <p:cNvSpPr/>
          <p:nvPr/>
        </p:nvSpPr>
        <p:spPr>
          <a:xfrm>
            <a:off x="6732843" y="52337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6" name="pt1895"/>
          <p:cNvSpPr/>
          <p:nvPr/>
        </p:nvSpPr>
        <p:spPr>
          <a:xfrm>
            <a:off x="6619351" y="549331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7" name="pt1896"/>
          <p:cNvSpPr/>
          <p:nvPr/>
        </p:nvSpPr>
        <p:spPr>
          <a:xfrm>
            <a:off x="6737578" y="62496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8" name="pt1897"/>
          <p:cNvSpPr/>
          <p:nvPr/>
        </p:nvSpPr>
        <p:spPr>
          <a:xfrm>
            <a:off x="6644837" y="52284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99" name="pt1898"/>
          <p:cNvSpPr/>
          <p:nvPr/>
        </p:nvSpPr>
        <p:spPr>
          <a:xfrm>
            <a:off x="6800869" y="52614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00" name="pt1899"/>
          <p:cNvSpPr/>
          <p:nvPr/>
        </p:nvSpPr>
        <p:spPr>
          <a:xfrm>
            <a:off x="6627242" y="51830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01" name="pt1900"/>
          <p:cNvSpPr/>
          <p:nvPr/>
        </p:nvSpPr>
        <p:spPr>
          <a:xfrm>
            <a:off x="6775221" y="525483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02" name="pt1901"/>
          <p:cNvSpPr/>
          <p:nvPr/>
        </p:nvSpPr>
        <p:spPr>
          <a:xfrm>
            <a:off x="662615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03" name="pt1902"/>
          <p:cNvSpPr/>
          <p:nvPr/>
        </p:nvSpPr>
        <p:spPr>
          <a:xfrm>
            <a:off x="6773176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04" name="pt1903"/>
          <p:cNvSpPr/>
          <p:nvPr/>
        </p:nvSpPr>
        <p:spPr>
          <a:xfrm>
            <a:off x="6623062" y="534960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05" name="pt1904"/>
          <p:cNvSpPr/>
          <p:nvPr/>
        </p:nvSpPr>
        <p:spPr>
          <a:xfrm>
            <a:off x="6802904" y="536490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06" name="pt1905"/>
          <p:cNvSpPr/>
          <p:nvPr/>
        </p:nvSpPr>
        <p:spPr>
          <a:xfrm>
            <a:off x="6623672" y="532379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07" name="pt1906"/>
          <p:cNvSpPr/>
          <p:nvPr/>
        </p:nvSpPr>
        <p:spPr>
          <a:xfrm>
            <a:off x="6750940" y="518222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08" name="pt1907"/>
          <p:cNvSpPr/>
          <p:nvPr/>
        </p:nvSpPr>
        <p:spPr>
          <a:xfrm>
            <a:off x="6594196" y="514784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09" name="pt1908"/>
          <p:cNvSpPr/>
          <p:nvPr/>
        </p:nvSpPr>
        <p:spPr>
          <a:xfrm>
            <a:off x="6797111" y="51469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0" name="pt1909"/>
          <p:cNvSpPr/>
          <p:nvPr/>
        </p:nvSpPr>
        <p:spPr>
          <a:xfrm>
            <a:off x="6583929" y="557630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1" name="pt1910"/>
          <p:cNvSpPr/>
          <p:nvPr/>
        </p:nvSpPr>
        <p:spPr>
          <a:xfrm>
            <a:off x="6743068" y="572593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2" name="pt1911"/>
          <p:cNvSpPr/>
          <p:nvPr/>
        </p:nvSpPr>
        <p:spPr>
          <a:xfrm>
            <a:off x="6651193" y="51650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3" name="pt1912"/>
          <p:cNvSpPr/>
          <p:nvPr/>
        </p:nvSpPr>
        <p:spPr>
          <a:xfrm>
            <a:off x="6756641" y="515988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4" name="pt1913"/>
          <p:cNvSpPr/>
          <p:nvPr/>
        </p:nvSpPr>
        <p:spPr>
          <a:xfrm>
            <a:off x="6584576" y="541390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5" name="pt1914"/>
          <p:cNvSpPr/>
          <p:nvPr/>
        </p:nvSpPr>
        <p:spPr>
          <a:xfrm>
            <a:off x="6755867" y="543278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6" name="pt1915"/>
          <p:cNvSpPr/>
          <p:nvPr/>
        </p:nvSpPr>
        <p:spPr>
          <a:xfrm>
            <a:off x="6594358" y="522811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7" name="pt1916"/>
          <p:cNvSpPr/>
          <p:nvPr/>
        </p:nvSpPr>
        <p:spPr>
          <a:xfrm>
            <a:off x="6759841" y="53386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8" name="pt1917"/>
          <p:cNvSpPr/>
          <p:nvPr/>
        </p:nvSpPr>
        <p:spPr>
          <a:xfrm>
            <a:off x="6624701" y="52992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9" name="pt1918"/>
          <p:cNvSpPr/>
          <p:nvPr/>
        </p:nvSpPr>
        <p:spPr>
          <a:xfrm>
            <a:off x="6758245" y="548540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0" name="pt1919"/>
          <p:cNvSpPr/>
          <p:nvPr/>
        </p:nvSpPr>
        <p:spPr>
          <a:xfrm>
            <a:off x="662936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1" name="pt1920"/>
          <p:cNvSpPr/>
          <p:nvPr/>
        </p:nvSpPr>
        <p:spPr>
          <a:xfrm>
            <a:off x="677369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2" name="pt1921"/>
          <p:cNvSpPr/>
          <p:nvPr/>
        </p:nvSpPr>
        <p:spPr>
          <a:xfrm>
            <a:off x="6580929" y="524978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3" name="pt1922"/>
          <p:cNvSpPr/>
          <p:nvPr/>
        </p:nvSpPr>
        <p:spPr>
          <a:xfrm>
            <a:off x="6802462" y="528326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4" name="pt1923"/>
          <p:cNvSpPr/>
          <p:nvPr/>
        </p:nvSpPr>
        <p:spPr>
          <a:xfrm>
            <a:off x="6623041" y="517384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5" name="pt1924"/>
          <p:cNvSpPr/>
          <p:nvPr/>
        </p:nvSpPr>
        <p:spPr>
          <a:xfrm>
            <a:off x="6801425" y="51853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6" name="pt1925"/>
          <p:cNvSpPr/>
          <p:nvPr/>
        </p:nvSpPr>
        <p:spPr>
          <a:xfrm>
            <a:off x="6616261" y="527730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7" name="pt1926"/>
          <p:cNvSpPr/>
          <p:nvPr/>
        </p:nvSpPr>
        <p:spPr>
          <a:xfrm>
            <a:off x="6794198" y="53845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8" name="pt1927"/>
          <p:cNvSpPr/>
          <p:nvPr/>
        </p:nvSpPr>
        <p:spPr>
          <a:xfrm>
            <a:off x="6619017" y="558187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9" name="pt1928"/>
          <p:cNvSpPr/>
          <p:nvPr/>
        </p:nvSpPr>
        <p:spPr>
          <a:xfrm>
            <a:off x="6744378" y="57460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30" name="pt1929"/>
          <p:cNvSpPr/>
          <p:nvPr/>
        </p:nvSpPr>
        <p:spPr>
          <a:xfrm>
            <a:off x="6598173" y="59381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31" name="pt1930"/>
          <p:cNvSpPr/>
          <p:nvPr/>
        </p:nvSpPr>
        <p:spPr>
          <a:xfrm>
            <a:off x="6746051" y="62620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32" name="pt1931"/>
          <p:cNvSpPr/>
          <p:nvPr/>
        </p:nvSpPr>
        <p:spPr>
          <a:xfrm>
            <a:off x="6641796" y="551165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33" name="pt1932"/>
          <p:cNvSpPr/>
          <p:nvPr/>
        </p:nvSpPr>
        <p:spPr>
          <a:xfrm>
            <a:off x="6741638" y="56290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34" name="pt1933"/>
          <p:cNvSpPr/>
          <p:nvPr/>
        </p:nvSpPr>
        <p:spPr>
          <a:xfrm>
            <a:off x="6607055" y="559259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35" name="pt1934"/>
          <p:cNvSpPr/>
          <p:nvPr/>
        </p:nvSpPr>
        <p:spPr>
          <a:xfrm>
            <a:off x="6758890" y="563065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36" name="pt1935"/>
          <p:cNvSpPr/>
          <p:nvPr/>
        </p:nvSpPr>
        <p:spPr>
          <a:xfrm>
            <a:off x="6599147" y="565903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37" name="pt1936"/>
          <p:cNvSpPr/>
          <p:nvPr/>
        </p:nvSpPr>
        <p:spPr>
          <a:xfrm>
            <a:off x="6731411" y="588724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38" name="pt1937"/>
          <p:cNvSpPr/>
          <p:nvPr/>
        </p:nvSpPr>
        <p:spPr>
          <a:xfrm>
            <a:off x="6597716" y="616642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39" name="pt1938"/>
          <p:cNvSpPr/>
          <p:nvPr/>
        </p:nvSpPr>
        <p:spPr>
          <a:xfrm>
            <a:off x="6771458" y="52210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0" name="pt1939"/>
          <p:cNvSpPr/>
          <p:nvPr/>
        </p:nvSpPr>
        <p:spPr>
          <a:xfrm>
            <a:off x="6604660" y="523180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1" name="pt1940"/>
          <p:cNvSpPr/>
          <p:nvPr/>
        </p:nvSpPr>
        <p:spPr>
          <a:xfrm>
            <a:off x="6784801" y="518426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2" name="pt1941"/>
          <p:cNvSpPr/>
          <p:nvPr/>
        </p:nvSpPr>
        <p:spPr>
          <a:xfrm>
            <a:off x="6577896" y="527421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3" name="pt1942"/>
          <p:cNvSpPr/>
          <p:nvPr/>
        </p:nvSpPr>
        <p:spPr>
          <a:xfrm>
            <a:off x="6802074" y="52091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4" name="pt1943"/>
          <p:cNvSpPr/>
          <p:nvPr/>
        </p:nvSpPr>
        <p:spPr>
          <a:xfrm>
            <a:off x="6620610" y="549943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5" name="pt1944"/>
          <p:cNvSpPr/>
          <p:nvPr/>
        </p:nvSpPr>
        <p:spPr>
          <a:xfrm>
            <a:off x="6758575" y="601444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6" name="pt1945"/>
          <p:cNvSpPr/>
          <p:nvPr/>
        </p:nvSpPr>
        <p:spPr>
          <a:xfrm>
            <a:off x="6599324" y="51974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7" name="pt1946"/>
          <p:cNvSpPr/>
          <p:nvPr/>
        </p:nvSpPr>
        <p:spPr>
          <a:xfrm>
            <a:off x="6767293" y="539772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8" name="pt1947"/>
          <p:cNvSpPr/>
          <p:nvPr/>
        </p:nvSpPr>
        <p:spPr>
          <a:xfrm>
            <a:off x="6591743" y="539714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9" name="pt1948"/>
          <p:cNvSpPr/>
          <p:nvPr/>
        </p:nvSpPr>
        <p:spPr>
          <a:xfrm>
            <a:off x="6733137" y="550289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50" name="pt1949"/>
          <p:cNvSpPr/>
          <p:nvPr/>
        </p:nvSpPr>
        <p:spPr>
          <a:xfrm>
            <a:off x="6599585" y="536070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51" name="pt1950"/>
          <p:cNvSpPr/>
          <p:nvPr/>
        </p:nvSpPr>
        <p:spPr>
          <a:xfrm>
            <a:off x="6753801" y="528858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52" name="pt1951"/>
          <p:cNvSpPr/>
          <p:nvPr/>
        </p:nvSpPr>
        <p:spPr>
          <a:xfrm>
            <a:off x="6591685" y="546963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53" name="pt1952"/>
          <p:cNvSpPr/>
          <p:nvPr/>
        </p:nvSpPr>
        <p:spPr>
          <a:xfrm>
            <a:off x="6794632" y="543050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54" name="pt1953"/>
          <p:cNvSpPr/>
          <p:nvPr/>
        </p:nvSpPr>
        <p:spPr>
          <a:xfrm>
            <a:off x="6631072" y="535978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55" name="pt1954"/>
          <p:cNvSpPr/>
          <p:nvPr/>
        </p:nvSpPr>
        <p:spPr>
          <a:xfrm>
            <a:off x="6781122" y="534226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56" name="pt1955"/>
          <p:cNvSpPr/>
          <p:nvPr/>
        </p:nvSpPr>
        <p:spPr>
          <a:xfrm>
            <a:off x="6623149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57" name="pt1956"/>
          <p:cNvSpPr/>
          <p:nvPr/>
        </p:nvSpPr>
        <p:spPr>
          <a:xfrm>
            <a:off x="6733420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58" name="pt1957"/>
          <p:cNvSpPr/>
          <p:nvPr/>
        </p:nvSpPr>
        <p:spPr>
          <a:xfrm>
            <a:off x="6618157" y="526367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59" name="pt1958"/>
          <p:cNvSpPr/>
          <p:nvPr/>
        </p:nvSpPr>
        <p:spPr>
          <a:xfrm>
            <a:off x="6746215" y="532064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0" name="pt1959"/>
          <p:cNvSpPr/>
          <p:nvPr/>
        </p:nvSpPr>
        <p:spPr>
          <a:xfrm>
            <a:off x="6633043" y="584761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1" name="pt1960"/>
          <p:cNvSpPr/>
          <p:nvPr/>
        </p:nvSpPr>
        <p:spPr>
          <a:xfrm>
            <a:off x="6790934" y="580910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2" name="pt1961"/>
          <p:cNvSpPr/>
          <p:nvPr/>
        </p:nvSpPr>
        <p:spPr>
          <a:xfrm>
            <a:off x="6631932" y="554088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3" name="pt1962"/>
          <p:cNvSpPr/>
          <p:nvPr/>
        </p:nvSpPr>
        <p:spPr>
          <a:xfrm>
            <a:off x="6746535" y="60679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4" name="pt1963"/>
          <p:cNvSpPr/>
          <p:nvPr/>
        </p:nvSpPr>
        <p:spPr>
          <a:xfrm>
            <a:off x="6616010" y="588778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5" name="pt1964"/>
          <p:cNvSpPr/>
          <p:nvPr/>
        </p:nvSpPr>
        <p:spPr>
          <a:xfrm>
            <a:off x="6782346" y="591900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6" name="pt1965"/>
          <p:cNvSpPr/>
          <p:nvPr/>
        </p:nvSpPr>
        <p:spPr>
          <a:xfrm>
            <a:off x="6627804" y="562562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7" name="pt1966"/>
          <p:cNvSpPr/>
          <p:nvPr/>
        </p:nvSpPr>
        <p:spPr>
          <a:xfrm>
            <a:off x="6741569" y="579323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8" name="pt1967"/>
          <p:cNvSpPr/>
          <p:nvPr/>
        </p:nvSpPr>
        <p:spPr>
          <a:xfrm>
            <a:off x="6578055" y="626532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9" name="pt1968"/>
          <p:cNvSpPr/>
          <p:nvPr/>
        </p:nvSpPr>
        <p:spPr>
          <a:xfrm>
            <a:off x="6755598" y="669803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0" name="pt1969"/>
          <p:cNvSpPr/>
          <p:nvPr/>
        </p:nvSpPr>
        <p:spPr>
          <a:xfrm>
            <a:off x="6575776" y="523886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1" name="pt1970"/>
          <p:cNvSpPr/>
          <p:nvPr/>
        </p:nvSpPr>
        <p:spPr>
          <a:xfrm>
            <a:off x="6732415" y="546345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2" name="pt1971"/>
          <p:cNvSpPr/>
          <p:nvPr/>
        </p:nvSpPr>
        <p:spPr>
          <a:xfrm>
            <a:off x="6598599" y="571361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3" name="pt1972"/>
          <p:cNvSpPr/>
          <p:nvPr/>
        </p:nvSpPr>
        <p:spPr>
          <a:xfrm>
            <a:off x="6803136" y="519999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4" name="pt1973"/>
          <p:cNvSpPr/>
          <p:nvPr/>
        </p:nvSpPr>
        <p:spPr>
          <a:xfrm>
            <a:off x="6616724" y="554906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5" name="pt1974"/>
          <p:cNvSpPr/>
          <p:nvPr/>
        </p:nvSpPr>
        <p:spPr>
          <a:xfrm>
            <a:off x="6785790" y="663847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6" name="pt1975"/>
          <p:cNvSpPr/>
          <p:nvPr/>
        </p:nvSpPr>
        <p:spPr>
          <a:xfrm>
            <a:off x="6591667" y="529594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7" name="pt1976"/>
          <p:cNvSpPr/>
          <p:nvPr/>
        </p:nvSpPr>
        <p:spPr>
          <a:xfrm>
            <a:off x="6798200" y="543018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8" name="pt1977"/>
          <p:cNvSpPr/>
          <p:nvPr/>
        </p:nvSpPr>
        <p:spPr>
          <a:xfrm>
            <a:off x="6638583" y="520862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79" name="pt1978"/>
          <p:cNvSpPr/>
          <p:nvPr/>
        </p:nvSpPr>
        <p:spPr>
          <a:xfrm>
            <a:off x="6781183" y="517654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0" name="pt1979"/>
          <p:cNvSpPr/>
          <p:nvPr/>
        </p:nvSpPr>
        <p:spPr>
          <a:xfrm>
            <a:off x="6601021" y="552398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1" name="pt1980"/>
          <p:cNvSpPr/>
          <p:nvPr/>
        </p:nvSpPr>
        <p:spPr>
          <a:xfrm>
            <a:off x="6772711" y="55148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2" name="pt1981"/>
          <p:cNvSpPr/>
          <p:nvPr/>
        </p:nvSpPr>
        <p:spPr>
          <a:xfrm>
            <a:off x="6599586" y="571984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3" name="pt1982"/>
          <p:cNvSpPr/>
          <p:nvPr/>
        </p:nvSpPr>
        <p:spPr>
          <a:xfrm>
            <a:off x="6770002" y="591969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4" name="pt1983"/>
          <p:cNvSpPr/>
          <p:nvPr/>
        </p:nvSpPr>
        <p:spPr>
          <a:xfrm>
            <a:off x="6639963" y="519894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5" name="pt1984"/>
          <p:cNvSpPr/>
          <p:nvPr/>
        </p:nvSpPr>
        <p:spPr>
          <a:xfrm>
            <a:off x="6743406" y="515483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6" name="pt1985"/>
          <p:cNvSpPr/>
          <p:nvPr/>
        </p:nvSpPr>
        <p:spPr>
          <a:xfrm>
            <a:off x="6586676" y="628513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7" name="pt1986"/>
          <p:cNvSpPr/>
          <p:nvPr/>
        </p:nvSpPr>
        <p:spPr>
          <a:xfrm>
            <a:off x="6802501" y="668748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8" name="pt1987"/>
          <p:cNvSpPr/>
          <p:nvPr/>
        </p:nvSpPr>
        <p:spPr>
          <a:xfrm>
            <a:off x="6598970" y="543602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9" name="pt1988"/>
          <p:cNvSpPr/>
          <p:nvPr/>
        </p:nvSpPr>
        <p:spPr>
          <a:xfrm>
            <a:off x="6779546" y="641602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90" name="pt1989"/>
          <p:cNvSpPr/>
          <p:nvPr/>
        </p:nvSpPr>
        <p:spPr>
          <a:xfrm>
            <a:off x="6645127" y="624652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91" name="pt1990"/>
          <p:cNvSpPr/>
          <p:nvPr/>
        </p:nvSpPr>
        <p:spPr>
          <a:xfrm>
            <a:off x="6736285" y="567727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92" name="pt1991"/>
          <p:cNvSpPr/>
          <p:nvPr/>
        </p:nvSpPr>
        <p:spPr>
          <a:xfrm>
            <a:off x="6618609" y="573361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93" name="pt1992"/>
          <p:cNvSpPr/>
          <p:nvPr/>
        </p:nvSpPr>
        <p:spPr>
          <a:xfrm>
            <a:off x="6800505" y="574972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94" name="pt1993"/>
          <p:cNvSpPr/>
          <p:nvPr/>
        </p:nvSpPr>
        <p:spPr>
          <a:xfrm>
            <a:off x="6626101" y="545413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95" name="pt1994"/>
          <p:cNvSpPr/>
          <p:nvPr/>
        </p:nvSpPr>
        <p:spPr>
          <a:xfrm>
            <a:off x="6796913" y="515052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96" name="pt1995"/>
          <p:cNvSpPr/>
          <p:nvPr/>
        </p:nvSpPr>
        <p:spPr>
          <a:xfrm>
            <a:off x="6617770" y="540753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97" name="pt1996"/>
          <p:cNvSpPr/>
          <p:nvPr/>
        </p:nvSpPr>
        <p:spPr>
          <a:xfrm>
            <a:off x="6798207" y="569111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98" name="pt1997"/>
          <p:cNvSpPr/>
          <p:nvPr/>
        </p:nvSpPr>
        <p:spPr>
          <a:xfrm>
            <a:off x="6579601" y="517864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99" name="pt1998"/>
          <p:cNvSpPr/>
          <p:nvPr/>
        </p:nvSpPr>
        <p:spPr>
          <a:xfrm>
            <a:off x="6798545" y="565420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0" name="pt1999"/>
          <p:cNvSpPr/>
          <p:nvPr/>
        </p:nvSpPr>
        <p:spPr>
          <a:xfrm>
            <a:off x="6650155" y="6438844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1" name="pt2000"/>
          <p:cNvSpPr/>
          <p:nvPr/>
        </p:nvSpPr>
        <p:spPr>
          <a:xfrm>
            <a:off x="6731154" y="685874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2" name="pt2001"/>
          <p:cNvSpPr/>
          <p:nvPr/>
        </p:nvSpPr>
        <p:spPr>
          <a:xfrm>
            <a:off x="6639079" y="527178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3" name="pt2002"/>
          <p:cNvSpPr/>
          <p:nvPr/>
        </p:nvSpPr>
        <p:spPr>
          <a:xfrm>
            <a:off x="6766991" y="523886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4" name="pt2003"/>
          <p:cNvSpPr/>
          <p:nvPr/>
        </p:nvSpPr>
        <p:spPr>
          <a:xfrm>
            <a:off x="6573998" y="547729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5" name="pt2004"/>
          <p:cNvSpPr/>
          <p:nvPr/>
        </p:nvSpPr>
        <p:spPr>
          <a:xfrm>
            <a:off x="6757181" y="529593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6" name="pt2005"/>
          <p:cNvSpPr/>
          <p:nvPr/>
        </p:nvSpPr>
        <p:spPr>
          <a:xfrm>
            <a:off x="6575755" y="67292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7" name="pt2006"/>
          <p:cNvSpPr/>
          <p:nvPr/>
        </p:nvSpPr>
        <p:spPr>
          <a:xfrm>
            <a:off x="6795514" y="599732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8" name="pt2007"/>
          <p:cNvSpPr/>
          <p:nvPr/>
        </p:nvSpPr>
        <p:spPr>
          <a:xfrm>
            <a:off x="6620929" y="696057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09" name="pt2008"/>
          <p:cNvSpPr/>
          <p:nvPr/>
        </p:nvSpPr>
        <p:spPr>
          <a:xfrm>
            <a:off x="6799942" y="695047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10" name="pt2009"/>
          <p:cNvSpPr/>
          <p:nvPr/>
        </p:nvSpPr>
        <p:spPr>
          <a:xfrm>
            <a:off x="6619306" y="573644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11" name="pt2010"/>
          <p:cNvSpPr/>
          <p:nvPr/>
        </p:nvSpPr>
        <p:spPr>
          <a:xfrm>
            <a:off x="6797231" y="548836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12" name="pt2011"/>
          <p:cNvSpPr/>
          <p:nvPr/>
        </p:nvSpPr>
        <p:spPr>
          <a:xfrm>
            <a:off x="6647461" y="554955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13" name="pt2012"/>
          <p:cNvSpPr/>
          <p:nvPr/>
        </p:nvSpPr>
        <p:spPr>
          <a:xfrm>
            <a:off x="6791481" y="526312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14" name="pt2013"/>
          <p:cNvSpPr/>
          <p:nvPr/>
        </p:nvSpPr>
        <p:spPr>
          <a:xfrm>
            <a:off x="6639638" y="565104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15" name="pt2014"/>
          <p:cNvSpPr/>
          <p:nvPr/>
        </p:nvSpPr>
        <p:spPr>
          <a:xfrm>
            <a:off x="6777367" y="55589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16" name="pt2015"/>
          <p:cNvSpPr/>
          <p:nvPr/>
        </p:nvSpPr>
        <p:spPr>
          <a:xfrm>
            <a:off x="6644869" y="648080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17" name="pt2016"/>
          <p:cNvSpPr/>
          <p:nvPr/>
        </p:nvSpPr>
        <p:spPr>
          <a:xfrm>
            <a:off x="6767385" y="722363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18" name="pt2017"/>
          <p:cNvSpPr/>
          <p:nvPr/>
        </p:nvSpPr>
        <p:spPr>
          <a:xfrm>
            <a:off x="6644133" y="604378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19" name="pt2018"/>
          <p:cNvSpPr/>
          <p:nvPr/>
        </p:nvSpPr>
        <p:spPr>
          <a:xfrm>
            <a:off x="6793667" y="658219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20" name="pt2019"/>
          <p:cNvSpPr/>
          <p:nvPr/>
        </p:nvSpPr>
        <p:spPr>
          <a:xfrm>
            <a:off x="6606512" y="563840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21" name="pt2020"/>
          <p:cNvSpPr/>
          <p:nvPr/>
        </p:nvSpPr>
        <p:spPr>
          <a:xfrm>
            <a:off x="6743221" y="551103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22" name="pt2021"/>
          <p:cNvSpPr/>
          <p:nvPr/>
        </p:nvSpPr>
        <p:spPr>
          <a:xfrm>
            <a:off x="658075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23" name="pt2022"/>
          <p:cNvSpPr/>
          <p:nvPr/>
        </p:nvSpPr>
        <p:spPr>
          <a:xfrm>
            <a:off x="6782365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24" name="pt2023"/>
          <p:cNvSpPr/>
          <p:nvPr/>
        </p:nvSpPr>
        <p:spPr>
          <a:xfrm>
            <a:off x="6624750" y="514771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25" name="pt2024"/>
          <p:cNvSpPr/>
          <p:nvPr/>
        </p:nvSpPr>
        <p:spPr>
          <a:xfrm>
            <a:off x="6801307" y="516659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26" name="pt2025"/>
          <p:cNvSpPr/>
          <p:nvPr/>
        </p:nvSpPr>
        <p:spPr>
          <a:xfrm>
            <a:off x="6586234" y="550232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27" name="pt2026"/>
          <p:cNvSpPr/>
          <p:nvPr/>
        </p:nvSpPr>
        <p:spPr>
          <a:xfrm>
            <a:off x="6778686" y="549514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28" name="pt2027"/>
          <p:cNvSpPr/>
          <p:nvPr/>
        </p:nvSpPr>
        <p:spPr>
          <a:xfrm>
            <a:off x="6612861" y="60809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29" name="pt2028"/>
          <p:cNvSpPr/>
          <p:nvPr/>
        </p:nvSpPr>
        <p:spPr>
          <a:xfrm>
            <a:off x="6756309" y="5917919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30" name="pt2029"/>
          <p:cNvSpPr/>
          <p:nvPr/>
        </p:nvSpPr>
        <p:spPr>
          <a:xfrm>
            <a:off x="6649961" y="550124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31" name="pt2030"/>
          <p:cNvSpPr/>
          <p:nvPr/>
        </p:nvSpPr>
        <p:spPr>
          <a:xfrm>
            <a:off x="6803374" y="579179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32" name="pt2031"/>
          <p:cNvSpPr/>
          <p:nvPr/>
        </p:nvSpPr>
        <p:spPr>
          <a:xfrm>
            <a:off x="6607203" y="621995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33" name="pt2032"/>
          <p:cNvSpPr/>
          <p:nvPr/>
        </p:nvSpPr>
        <p:spPr>
          <a:xfrm>
            <a:off x="6735465" y="572175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34" name="pt2033"/>
          <p:cNvSpPr/>
          <p:nvPr/>
        </p:nvSpPr>
        <p:spPr>
          <a:xfrm>
            <a:off x="6594175" y="515669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35" name="pt2034"/>
          <p:cNvSpPr/>
          <p:nvPr/>
        </p:nvSpPr>
        <p:spPr>
          <a:xfrm>
            <a:off x="6771937" y="514831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36" name="pt2035"/>
          <p:cNvSpPr/>
          <p:nvPr/>
        </p:nvSpPr>
        <p:spPr>
          <a:xfrm>
            <a:off x="6591104" y="5728940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37" name="pt2036"/>
          <p:cNvSpPr/>
          <p:nvPr/>
        </p:nvSpPr>
        <p:spPr>
          <a:xfrm>
            <a:off x="6791948" y="516892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38" name="pt2037"/>
          <p:cNvSpPr/>
          <p:nvPr/>
        </p:nvSpPr>
        <p:spPr>
          <a:xfrm>
            <a:off x="6585487" y="5185957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39" name="pt2038"/>
          <p:cNvSpPr/>
          <p:nvPr/>
        </p:nvSpPr>
        <p:spPr>
          <a:xfrm>
            <a:off x="6786330" y="517753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40" name="pt2039"/>
          <p:cNvSpPr/>
          <p:nvPr/>
        </p:nvSpPr>
        <p:spPr>
          <a:xfrm>
            <a:off x="6580315" y="731937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41" name="pt2040"/>
          <p:cNvSpPr/>
          <p:nvPr/>
        </p:nvSpPr>
        <p:spPr>
          <a:xfrm>
            <a:off x="6769480" y="731937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42" name="pt2041"/>
          <p:cNvSpPr/>
          <p:nvPr/>
        </p:nvSpPr>
        <p:spPr>
          <a:xfrm>
            <a:off x="6598057" y="561425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43" name="pt2042"/>
          <p:cNvSpPr/>
          <p:nvPr/>
        </p:nvSpPr>
        <p:spPr>
          <a:xfrm>
            <a:off x="6752822" y="55779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44" name="pt2043"/>
          <p:cNvSpPr/>
          <p:nvPr/>
        </p:nvSpPr>
        <p:spPr>
          <a:xfrm>
            <a:off x="6590887" y="626595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45" name="pt2044"/>
          <p:cNvSpPr/>
          <p:nvPr/>
        </p:nvSpPr>
        <p:spPr>
          <a:xfrm>
            <a:off x="6778182" y="7319374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46" name="pt2045"/>
          <p:cNvSpPr/>
          <p:nvPr/>
        </p:nvSpPr>
        <p:spPr>
          <a:xfrm>
            <a:off x="6615300" y="517252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47" name="pt2046"/>
          <p:cNvSpPr/>
          <p:nvPr/>
        </p:nvSpPr>
        <p:spPr>
          <a:xfrm>
            <a:off x="6742384" y="514692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48" name="pt2047"/>
          <p:cNvSpPr/>
          <p:nvPr/>
        </p:nvSpPr>
        <p:spPr>
          <a:xfrm>
            <a:off x="6649462" y="715570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49" name="pt2048"/>
          <p:cNvSpPr/>
          <p:nvPr/>
        </p:nvSpPr>
        <p:spPr>
          <a:xfrm>
            <a:off x="6800603" y="65436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0" name="pt2049"/>
          <p:cNvSpPr/>
          <p:nvPr/>
        </p:nvSpPr>
        <p:spPr>
          <a:xfrm>
            <a:off x="6631041" y="545124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1" name="pt2050"/>
          <p:cNvSpPr/>
          <p:nvPr/>
        </p:nvSpPr>
        <p:spPr>
          <a:xfrm>
            <a:off x="6772057" y="547671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2" name="pt2051"/>
          <p:cNvSpPr/>
          <p:nvPr/>
        </p:nvSpPr>
        <p:spPr>
          <a:xfrm>
            <a:off x="6619949" y="524701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3" name="pt2052"/>
          <p:cNvSpPr/>
          <p:nvPr/>
        </p:nvSpPr>
        <p:spPr>
          <a:xfrm>
            <a:off x="6793988" y="519309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4" name="pt2053"/>
          <p:cNvSpPr/>
          <p:nvPr/>
        </p:nvSpPr>
        <p:spPr>
          <a:xfrm>
            <a:off x="6574656" y="520565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5" name="pt2054"/>
          <p:cNvSpPr/>
          <p:nvPr/>
        </p:nvSpPr>
        <p:spPr>
          <a:xfrm>
            <a:off x="6770551" y="5225555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6" name="pt2055"/>
          <p:cNvSpPr/>
          <p:nvPr/>
        </p:nvSpPr>
        <p:spPr>
          <a:xfrm>
            <a:off x="6630641" y="579415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7" name="pt2056"/>
          <p:cNvSpPr/>
          <p:nvPr/>
        </p:nvSpPr>
        <p:spPr>
          <a:xfrm>
            <a:off x="6743092" y="5546893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8" name="pt2057"/>
          <p:cNvSpPr/>
          <p:nvPr/>
        </p:nvSpPr>
        <p:spPr>
          <a:xfrm>
            <a:off x="6624353" y="5421796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59" name="pt2058"/>
          <p:cNvSpPr/>
          <p:nvPr/>
        </p:nvSpPr>
        <p:spPr>
          <a:xfrm>
            <a:off x="6757646" y="540189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0" name="pt2059"/>
          <p:cNvSpPr/>
          <p:nvPr/>
        </p:nvSpPr>
        <p:spPr>
          <a:xfrm>
            <a:off x="6617197" y="624368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1" name="pt2060"/>
          <p:cNvSpPr/>
          <p:nvPr/>
        </p:nvSpPr>
        <p:spPr>
          <a:xfrm>
            <a:off x="6805396" y="566799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2" name="pt2061"/>
          <p:cNvSpPr/>
          <p:nvPr/>
        </p:nvSpPr>
        <p:spPr>
          <a:xfrm>
            <a:off x="6574389" y="592784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3" name="pt2062"/>
          <p:cNvSpPr/>
          <p:nvPr/>
        </p:nvSpPr>
        <p:spPr>
          <a:xfrm>
            <a:off x="6783527" y="54819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4" name="pt2063"/>
          <p:cNvSpPr/>
          <p:nvPr/>
        </p:nvSpPr>
        <p:spPr>
          <a:xfrm>
            <a:off x="6609542" y="5422223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5" name="pt2064"/>
          <p:cNvSpPr/>
          <p:nvPr/>
        </p:nvSpPr>
        <p:spPr>
          <a:xfrm>
            <a:off x="6760786" y="5146892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6" name="pt2065"/>
          <p:cNvSpPr/>
          <p:nvPr/>
        </p:nvSpPr>
        <p:spPr>
          <a:xfrm>
            <a:off x="6646796" y="6244572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7" name="pt2066"/>
          <p:cNvSpPr/>
          <p:nvPr/>
        </p:nvSpPr>
        <p:spPr>
          <a:xfrm>
            <a:off x="6754174" y="6061476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8" name="pt2067"/>
          <p:cNvSpPr/>
          <p:nvPr/>
        </p:nvSpPr>
        <p:spPr>
          <a:xfrm>
            <a:off x="767583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9" name="pt2068"/>
          <p:cNvSpPr/>
          <p:nvPr/>
        </p:nvSpPr>
        <p:spPr>
          <a:xfrm>
            <a:off x="788138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0" name="pt2069"/>
          <p:cNvSpPr/>
          <p:nvPr/>
        </p:nvSpPr>
        <p:spPr>
          <a:xfrm>
            <a:off x="770983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1" name="pt2070"/>
          <p:cNvSpPr/>
          <p:nvPr/>
        </p:nvSpPr>
        <p:spPr>
          <a:xfrm>
            <a:off x="788485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2" name="pt2071"/>
          <p:cNvSpPr/>
          <p:nvPr/>
        </p:nvSpPr>
        <p:spPr>
          <a:xfrm>
            <a:off x="771003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3" name="pt2072"/>
          <p:cNvSpPr/>
          <p:nvPr/>
        </p:nvSpPr>
        <p:spPr>
          <a:xfrm>
            <a:off x="7818744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4" name="pt2073"/>
          <p:cNvSpPr/>
          <p:nvPr/>
        </p:nvSpPr>
        <p:spPr>
          <a:xfrm>
            <a:off x="767888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5" name="pt2074"/>
          <p:cNvSpPr/>
          <p:nvPr/>
        </p:nvSpPr>
        <p:spPr>
          <a:xfrm>
            <a:off x="788367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6" name="pt2075"/>
          <p:cNvSpPr/>
          <p:nvPr/>
        </p:nvSpPr>
        <p:spPr>
          <a:xfrm>
            <a:off x="769903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7" name="pt2076"/>
          <p:cNvSpPr/>
          <p:nvPr/>
        </p:nvSpPr>
        <p:spPr>
          <a:xfrm>
            <a:off x="788677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8" name="pt2077"/>
          <p:cNvSpPr/>
          <p:nvPr/>
        </p:nvSpPr>
        <p:spPr>
          <a:xfrm>
            <a:off x="768570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79" name="pt2078"/>
          <p:cNvSpPr/>
          <p:nvPr/>
        </p:nvSpPr>
        <p:spPr>
          <a:xfrm>
            <a:off x="7886134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0" name="pt2079"/>
          <p:cNvSpPr/>
          <p:nvPr/>
        </p:nvSpPr>
        <p:spPr>
          <a:xfrm>
            <a:off x="768513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1" name="pt2080"/>
          <p:cNvSpPr/>
          <p:nvPr/>
        </p:nvSpPr>
        <p:spPr>
          <a:xfrm>
            <a:off x="787415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2" name="pt2081"/>
          <p:cNvSpPr/>
          <p:nvPr/>
        </p:nvSpPr>
        <p:spPr>
          <a:xfrm>
            <a:off x="767439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3" name="pt2082"/>
          <p:cNvSpPr/>
          <p:nvPr/>
        </p:nvSpPr>
        <p:spPr>
          <a:xfrm>
            <a:off x="785306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4" name="pt2083"/>
          <p:cNvSpPr/>
          <p:nvPr/>
        </p:nvSpPr>
        <p:spPr>
          <a:xfrm>
            <a:off x="7658717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5" name="pt2084"/>
          <p:cNvSpPr/>
          <p:nvPr/>
        </p:nvSpPr>
        <p:spPr>
          <a:xfrm>
            <a:off x="784087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6" name="pt2085"/>
          <p:cNvSpPr/>
          <p:nvPr/>
        </p:nvSpPr>
        <p:spPr>
          <a:xfrm>
            <a:off x="771470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7" name="pt2086"/>
          <p:cNvSpPr/>
          <p:nvPr/>
        </p:nvSpPr>
        <p:spPr>
          <a:xfrm>
            <a:off x="785103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8" name="pt2087"/>
          <p:cNvSpPr/>
          <p:nvPr/>
        </p:nvSpPr>
        <p:spPr>
          <a:xfrm>
            <a:off x="770448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89" name="pt2088"/>
          <p:cNvSpPr/>
          <p:nvPr/>
        </p:nvSpPr>
        <p:spPr>
          <a:xfrm>
            <a:off x="784142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0" name="pt2089"/>
          <p:cNvSpPr/>
          <p:nvPr/>
        </p:nvSpPr>
        <p:spPr>
          <a:xfrm>
            <a:off x="769875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1" name="pt2090"/>
          <p:cNvSpPr/>
          <p:nvPr/>
        </p:nvSpPr>
        <p:spPr>
          <a:xfrm>
            <a:off x="787959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2" name="pt2091"/>
          <p:cNvSpPr/>
          <p:nvPr/>
        </p:nvSpPr>
        <p:spPr>
          <a:xfrm>
            <a:off x="771599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3" name="pt2092"/>
          <p:cNvSpPr/>
          <p:nvPr/>
        </p:nvSpPr>
        <p:spPr>
          <a:xfrm>
            <a:off x="782348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4" name="pt2093"/>
          <p:cNvSpPr/>
          <p:nvPr/>
        </p:nvSpPr>
        <p:spPr>
          <a:xfrm>
            <a:off x="768267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5" name="pt2094"/>
          <p:cNvSpPr/>
          <p:nvPr/>
        </p:nvSpPr>
        <p:spPr>
          <a:xfrm>
            <a:off x="787089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6" name="pt2095"/>
          <p:cNvSpPr/>
          <p:nvPr/>
        </p:nvSpPr>
        <p:spPr>
          <a:xfrm>
            <a:off x="773484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7" name="pt2096"/>
          <p:cNvSpPr/>
          <p:nvPr/>
        </p:nvSpPr>
        <p:spPr>
          <a:xfrm>
            <a:off x="781391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8" name="pt2097"/>
          <p:cNvSpPr/>
          <p:nvPr/>
        </p:nvSpPr>
        <p:spPr>
          <a:xfrm>
            <a:off x="767819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99" name="pt2098"/>
          <p:cNvSpPr/>
          <p:nvPr/>
        </p:nvSpPr>
        <p:spPr>
          <a:xfrm>
            <a:off x="788344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0" name="pt2099"/>
          <p:cNvSpPr/>
          <p:nvPr/>
        </p:nvSpPr>
        <p:spPr>
          <a:xfrm>
            <a:off x="772376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1" name="pt2100"/>
          <p:cNvSpPr/>
          <p:nvPr/>
        </p:nvSpPr>
        <p:spPr>
          <a:xfrm>
            <a:off x="785323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2" name="pt2101"/>
          <p:cNvSpPr/>
          <p:nvPr/>
        </p:nvSpPr>
        <p:spPr>
          <a:xfrm>
            <a:off x="767984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3" name="pt2102"/>
          <p:cNvSpPr/>
          <p:nvPr/>
        </p:nvSpPr>
        <p:spPr>
          <a:xfrm>
            <a:off x="7824266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4" name="pt2103"/>
          <p:cNvSpPr/>
          <p:nvPr/>
        </p:nvSpPr>
        <p:spPr>
          <a:xfrm>
            <a:off x="767042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5" name="pt2104"/>
          <p:cNvSpPr/>
          <p:nvPr/>
        </p:nvSpPr>
        <p:spPr>
          <a:xfrm>
            <a:off x="786188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6" name="pt2105"/>
          <p:cNvSpPr/>
          <p:nvPr/>
        </p:nvSpPr>
        <p:spPr>
          <a:xfrm>
            <a:off x="769469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7" name="pt2106"/>
          <p:cNvSpPr/>
          <p:nvPr/>
        </p:nvSpPr>
        <p:spPr>
          <a:xfrm>
            <a:off x="7850375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8" name="pt2107"/>
          <p:cNvSpPr/>
          <p:nvPr/>
        </p:nvSpPr>
        <p:spPr>
          <a:xfrm>
            <a:off x="772991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09" name="pt2108"/>
          <p:cNvSpPr/>
          <p:nvPr/>
        </p:nvSpPr>
        <p:spPr>
          <a:xfrm>
            <a:off x="782951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0" name="pt2109"/>
          <p:cNvSpPr/>
          <p:nvPr/>
        </p:nvSpPr>
        <p:spPr>
          <a:xfrm>
            <a:off x="769086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1" name="pt2110"/>
          <p:cNvSpPr/>
          <p:nvPr/>
        </p:nvSpPr>
        <p:spPr>
          <a:xfrm>
            <a:off x="7848894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2" name="pt2111"/>
          <p:cNvSpPr/>
          <p:nvPr/>
        </p:nvSpPr>
        <p:spPr>
          <a:xfrm>
            <a:off x="769216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3" name="pt2112"/>
          <p:cNvSpPr/>
          <p:nvPr/>
        </p:nvSpPr>
        <p:spPr>
          <a:xfrm>
            <a:off x="786616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4" name="pt2113"/>
          <p:cNvSpPr/>
          <p:nvPr/>
        </p:nvSpPr>
        <p:spPr>
          <a:xfrm>
            <a:off x="766787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5" name="pt2114"/>
          <p:cNvSpPr/>
          <p:nvPr/>
        </p:nvSpPr>
        <p:spPr>
          <a:xfrm>
            <a:off x="784873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6" name="pt2115"/>
          <p:cNvSpPr/>
          <p:nvPr/>
        </p:nvSpPr>
        <p:spPr>
          <a:xfrm>
            <a:off x="770672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7" name="pt2116"/>
          <p:cNvSpPr/>
          <p:nvPr/>
        </p:nvSpPr>
        <p:spPr>
          <a:xfrm>
            <a:off x="784545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8" name="pt2117"/>
          <p:cNvSpPr/>
          <p:nvPr/>
        </p:nvSpPr>
        <p:spPr>
          <a:xfrm>
            <a:off x="771904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19" name="pt2118"/>
          <p:cNvSpPr/>
          <p:nvPr/>
        </p:nvSpPr>
        <p:spPr>
          <a:xfrm>
            <a:off x="781314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0" name="pt2119"/>
          <p:cNvSpPr/>
          <p:nvPr/>
        </p:nvSpPr>
        <p:spPr>
          <a:xfrm>
            <a:off x="768877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1" name="pt2120"/>
          <p:cNvSpPr/>
          <p:nvPr/>
        </p:nvSpPr>
        <p:spPr>
          <a:xfrm>
            <a:off x="786731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2" name="pt2121"/>
          <p:cNvSpPr/>
          <p:nvPr/>
        </p:nvSpPr>
        <p:spPr>
          <a:xfrm>
            <a:off x="768195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3" name="pt2122"/>
          <p:cNvSpPr/>
          <p:nvPr/>
        </p:nvSpPr>
        <p:spPr>
          <a:xfrm>
            <a:off x="782895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4" name="pt2123"/>
          <p:cNvSpPr/>
          <p:nvPr/>
        </p:nvSpPr>
        <p:spPr>
          <a:xfrm>
            <a:off x="771778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5" name="pt2124"/>
          <p:cNvSpPr/>
          <p:nvPr/>
        </p:nvSpPr>
        <p:spPr>
          <a:xfrm>
            <a:off x="7855036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6" name="pt2125"/>
          <p:cNvSpPr/>
          <p:nvPr/>
        </p:nvSpPr>
        <p:spPr>
          <a:xfrm>
            <a:off x="766378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7" name="pt2126"/>
          <p:cNvSpPr/>
          <p:nvPr/>
        </p:nvSpPr>
        <p:spPr>
          <a:xfrm>
            <a:off x="784151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8" name="pt2127"/>
          <p:cNvSpPr/>
          <p:nvPr/>
        </p:nvSpPr>
        <p:spPr>
          <a:xfrm>
            <a:off x="766680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29" name="pt2128"/>
          <p:cNvSpPr/>
          <p:nvPr/>
        </p:nvSpPr>
        <p:spPr>
          <a:xfrm>
            <a:off x="7877806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0" name="pt2129"/>
          <p:cNvSpPr/>
          <p:nvPr/>
        </p:nvSpPr>
        <p:spPr>
          <a:xfrm>
            <a:off x="766657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1" name="pt2130"/>
          <p:cNvSpPr/>
          <p:nvPr/>
        </p:nvSpPr>
        <p:spPr>
          <a:xfrm>
            <a:off x="787631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2" name="pt2131"/>
          <p:cNvSpPr/>
          <p:nvPr/>
        </p:nvSpPr>
        <p:spPr>
          <a:xfrm>
            <a:off x="771315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3" name="pt2132"/>
          <p:cNvSpPr/>
          <p:nvPr/>
        </p:nvSpPr>
        <p:spPr>
          <a:xfrm>
            <a:off x="7837885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4" name="pt2133"/>
          <p:cNvSpPr/>
          <p:nvPr/>
        </p:nvSpPr>
        <p:spPr>
          <a:xfrm>
            <a:off x="769469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5" name="pt2134"/>
          <p:cNvSpPr/>
          <p:nvPr/>
        </p:nvSpPr>
        <p:spPr>
          <a:xfrm>
            <a:off x="782970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6" name="pt2135"/>
          <p:cNvSpPr/>
          <p:nvPr/>
        </p:nvSpPr>
        <p:spPr>
          <a:xfrm>
            <a:off x="773100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7" name="pt2136"/>
          <p:cNvSpPr/>
          <p:nvPr/>
        </p:nvSpPr>
        <p:spPr>
          <a:xfrm>
            <a:off x="784504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8" name="pt2137"/>
          <p:cNvSpPr/>
          <p:nvPr/>
        </p:nvSpPr>
        <p:spPr>
          <a:xfrm>
            <a:off x="766255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39" name="pt2138"/>
          <p:cNvSpPr/>
          <p:nvPr/>
        </p:nvSpPr>
        <p:spPr>
          <a:xfrm>
            <a:off x="783909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0" name="pt2139"/>
          <p:cNvSpPr/>
          <p:nvPr/>
        </p:nvSpPr>
        <p:spPr>
          <a:xfrm>
            <a:off x="771756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1" name="pt2140"/>
          <p:cNvSpPr/>
          <p:nvPr/>
        </p:nvSpPr>
        <p:spPr>
          <a:xfrm>
            <a:off x="781965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2" name="pt2141"/>
          <p:cNvSpPr/>
          <p:nvPr/>
        </p:nvSpPr>
        <p:spPr>
          <a:xfrm>
            <a:off x="767965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3" name="pt2142"/>
          <p:cNvSpPr/>
          <p:nvPr/>
        </p:nvSpPr>
        <p:spPr>
          <a:xfrm>
            <a:off x="784102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4" name="pt2143"/>
          <p:cNvSpPr/>
          <p:nvPr/>
        </p:nvSpPr>
        <p:spPr>
          <a:xfrm>
            <a:off x="768689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5" name="pt2144"/>
          <p:cNvSpPr/>
          <p:nvPr/>
        </p:nvSpPr>
        <p:spPr>
          <a:xfrm>
            <a:off x="784802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6" name="pt2145"/>
          <p:cNvSpPr/>
          <p:nvPr/>
        </p:nvSpPr>
        <p:spPr>
          <a:xfrm>
            <a:off x="770743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7" name="pt2146"/>
          <p:cNvSpPr/>
          <p:nvPr/>
        </p:nvSpPr>
        <p:spPr>
          <a:xfrm>
            <a:off x="787468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8" name="pt2147"/>
          <p:cNvSpPr/>
          <p:nvPr/>
        </p:nvSpPr>
        <p:spPr>
          <a:xfrm>
            <a:off x="766339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9" name="pt2148"/>
          <p:cNvSpPr/>
          <p:nvPr/>
        </p:nvSpPr>
        <p:spPr>
          <a:xfrm>
            <a:off x="782197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0" name="pt2149"/>
          <p:cNvSpPr/>
          <p:nvPr/>
        </p:nvSpPr>
        <p:spPr>
          <a:xfrm>
            <a:off x="771627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1" name="pt2150"/>
          <p:cNvSpPr/>
          <p:nvPr/>
        </p:nvSpPr>
        <p:spPr>
          <a:xfrm>
            <a:off x="786912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2" name="pt2151"/>
          <p:cNvSpPr/>
          <p:nvPr/>
        </p:nvSpPr>
        <p:spPr>
          <a:xfrm>
            <a:off x="7683041" y="5150479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3" name="pt2152"/>
          <p:cNvSpPr/>
          <p:nvPr/>
        </p:nvSpPr>
        <p:spPr>
          <a:xfrm>
            <a:off x="7854881" y="5150377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4" name="pt2153"/>
          <p:cNvSpPr/>
          <p:nvPr/>
        </p:nvSpPr>
        <p:spPr>
          <a:xfrm>
            <a:off x="766036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5" name="pt2154"/>
          <p:cNvSpPr/>
          <p:nvPr/>
        </p:nvSpPr>
        <p:spPr>
          <a:xfrm>
            <a:off x="787456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6" name="pt2155"/>
          <p:cNvSpPr/>
          <p:nvPr/>
        </p:nvSpPr>
        <p:spPr>
          <a:xfrm>
            <a:off x="7722173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7" name="pt2156"/>
          <p:cNvSpPr/>
          <p:nvPr/>
        </p:nvSpPr>
        <p:spPr>
          <a:xfrm>
            <a:off x="7881834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8" name="pt2157"/>
          <p:cNvSpPr/>
          <p:nvPr/>
        </p:nvSpPr>
        <p:spPr>
          <a:xfrm>
            <a:off x="766978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59" name="pt2158"/>
          <p:cNvSpPr/>
          <p:nvPr/>
        </p:nvSpPr>
        <p:spPr>
          <a:xfrm>
            <a:off x="785736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0" name="pt2159"/>
          <p:cNvSpPr/>
          <p:nvPr/>
        </p:nvSpPr>
        <p:spPr>
          <a:xfrm>
            <a:off x="769880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1" name="pt2160"/>
          <p:cNvSpPr/>
          <p:nvPr/>
        </p:nvSpPr>
        <p:spPr>
          <a:xfrm>
            <a:off x="785869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2" name="pt2161"/>
          <p:cNvSpPr/>
          <p:nvPr/>
        </p:nvSpPr>
        <p:spPr>
          <a:xfrm>
            <a:off x="768832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3" name="pt2162"/>
          <p:cNvSpPr/>
          <p:nvPr/>
        </p:nvSpPr>
        <p:spPr>
          <a:xfrm>
            <a:off x="7849324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4" name="pt2163"/>
          <p:cNvSpPr/>
          <p:nvPr/>
        </p:nvSpPr>
        <p:spPr>
          <a:xfrm>
            <a:off x="7696551" y="5358385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5" name="pt2164"/>
          <p:cNvSpPr/>
          <p:nvPr/>
        </p:nvSpPr>
        <p:spPr>
          <a:xfrm>
            <a:off x="7875179" y="5196540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6" name="pt2165"/>
          <p:cNvSpPr/>
          <p:nvPr/>
        </p:nvSpPr>
        <p:spPr>
          <a:xfrm>
            <a:off x="771275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7" name="pt2166"/>
          <p:cNvSpPr/>
          <p:nvPr/>
        </p:nvSpPr>
        <p:spPr>
          <a:xfrm>
            <a:off x="787143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8" name="pt2167"/>
          <p:cNvSpPr/>
          <p:nvPr/>
        </p:nvSpPr>
        <p:spPr>
          <a:xfrm>
            <a:off x="7719157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69" name="pt2168"/>
          <p:cNvSpPr/>
          <p:nvPr/>
        </p:nvSpPr>
        <p:spPr>
          <a:xfrm>
            <a:off x="783382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0" name="pt2169"/>
          <p:cNvSpPr/>
          <p:nvPr/>
        </p:nvSpPr>
        <p:spPr>
          <a:xfrm>
            <a:off x="7723413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1" name="pt2170"/>
          <p:cNvSpPr/>
          <p:nvPr/>
        </p:nvSpPr>
        <p:spPr>
          <a:xfrm>
            <a:off x="784619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2" name="pt2171"/>
          <p:cNvSpPr/>
          <p:nvPr/>
        </p:nvSpPr>
        <p:spPr>
          <a:xfrm>
            <a:off x="773378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3" name="pt2172"/>
          <p:cNvSpPr/>
          <p:nvPr/>
        </p:nvSpPr>
        <p:spPr>
          <a:xfrm>
            <a:off x="788638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4" name="pt2173"/>
          <p:cNvSpPr/>
          <p:nvPr/>
        </p:nvSpPr>
        <p:spPr>
          <a:xfrm>
            <a:off x="766348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5" name="pt2174"/>
          <p:cNvSpPr/>
          <p:nvPr/>
        </p:nvSpPr>
        <p:spPr>
          <a:xfrm>
            <a:off x="787588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6" name="pt2175"/>
          <p:cNvSpPr/>
          <p:nvPr/>
        </p:nvSpPr>
        <p:spPr>
          <a:xfrm>
            <a:off x="768964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7" name="pt2176"/>
          <p:cNvSpPr/>
          <p:nvPr/>
        </p:nvSpPr>
        <p:spPr>
          <a:xfrm>
            <a:off x="782355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8" name="pt2177"/>
          <p:cNvSpPr/>
          <p:nvPr/>
        </p:nvSpPr>
        <p:spPr>
          <a:xfrm>
            <a:off x="7657507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79" name="pt2178"/>
          <p:cNvSpPr/>
          <p:nvPr/>
        </p:nvSpPr>
        <p:spPr>
          <a:xfrm>
            <a:off x="7826975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0" name="pt2179"/>
          <p:cNvSpPr/>
          <p:nvPr/>
        </p:nvSpPr>
        <p:spPr>
          <a:xfrm>
            <a:off x="768464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1" name="pt2180"/>
          <p:cNvSpPr/>
          <p:nvPr/>
        </p:nvSpPr>
        <p:spPr>
          <a:xfrm>
            <a:off x="786138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2" name="pt2181"/>
          <p:cNvSpPr/>
          <p:nvPr/>
        </p:nvSpPr>
        <p:spPr>
          <a:xfrm>
            <a:off x="770972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3" name="pt2182"/>
          <p:cNvSpPr/>
          <p:nvPr/>
        </p:nvSpPr>
        <p:spPr>
          <a:xfrm>
            <a:off x="787885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4" name="pt2183"/>
          <p:cNvSpPr/>
          <p:nvPr/>
        </p:nvSpPr>
        <p:spPr>
          <a:xfrm>
            <a:off x="767031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5" name="pt2184"/>
          <p:cNvSpPr/>
          <p:nvPr/>
        </p:nvSpPr>
        <p:spPr>
          <a:xfrm>
            <a:off x="786176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6" name="pt2185"/>
          <p:cNvSpPr/>
          <p:nvPr/>
        </p:nvSpPr>
        <p:spPr>
          <a:xfrm>
            <a:off x="770686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7" name="pt2186"/>
          <p:cNvSpPr/>
          <p:nvPr/>
        </p:nvSpPr>
        <p:spPr>
          <a:xfrm>
            <a:off x="787757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8" name="pt2187"/>
          <p:cNvSpPr/>
          <p:nvPr/>
        </p:nvSpPr>
        <p:spPr>
          <a:xfrm>
            <a:off x="7657137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89" name="pt2188"/>
          <p:cNvSpPr/>
          <p:nvPr/>
        </p:nvSpPr>
        <p:spPr>
          <a:xfrm>
            <a:off x="7873595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0" name="pt2189"/>
          <p:cNvSpPr/>
          <p:nvPr/>
        </p:nvSpPr>
        <p:spPr>
          <a:xfrm>
            <a:off x="769594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1" name="pt2190"/>
          <p:cNvSpPr/>
          <p:nvPr/>
        </p:nvSpPr>
        <p:spPr>
          <a:xfrm>
            <a:off x="7857514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2" name="pt2191"/>
          <p:cNvSpPr/>
          <p:nvPr/>
        </p:nvSpPr>
        <p:spPr>
          <a:xfrm>
            <a:off x="766015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3" name="pt2192"/>
          <p:cNvSpPr/>
          <p:nvPr/>
        </p:nvSpPr>
        <p:spPr>
          <a:xfrm>
            <a:off x="786340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4" name="pt2193"/>
          <p:cNvSpPr/>
          <p:nvPr/>
        </p:nvSpPr>
        <p:spPr>
          <a:xfrm>
            <a:off x="771648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5" name="pt2194"/>
          <p:cNvSpPr/>
          <p:nvPr/>
        </p:nvSpPr>
        <p:spPr>
          <a:xfrm>
            <a:off x="784998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6" name="pt2195"/>
          <p:cNvSpPr/>
          <p:nvPr/>
        </p:nvSpPr>
        <p:spPr>
          <a:xfrm>
            <a:off x="771640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7" name="pt2196"/>
          <p:cNvSpPr/>
          <p:nvPr/>
        </p:nvSpPr>
        <p:spPr>
          <a:xfrm>
            <a:off x="784227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8" name="pt2197"/>
          <p:cNvSpPr/>
          <p:nvPr/>
        </p:nvSpPr>
        <p:spPr>
          <a:xfrm>
            <a:off x="771514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99" name="pt2198"/>
          <p:cNvSpPr/>
          <p:nvPr/>
        </p:nvSpPr>
        <p:spPr>
          <a:xfrm>
            <a:off x="781431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0" name="pt2199"/>
          <p:cNvSpPr/>
          <p:nvPr/>
        </p:nvSpPr>
        <p:spPr>
          <a:xfrm>
            <a:off x="766370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1" name="pt2200"/>
          <p:cNvSpPr/>
          <p:nvPr/>
        </p:nvSpPr>
        <p:spPr>
          <a:xfrm>
            <a:off x="788449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2" name="pt2201"/>
          <p:cNvSpPr/>
          <p:nvPr/>
        </p:nvSpPr>
        <p:spPr>
          <a:xfrm>
            <a:off x="769237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3" name="pt2202"/>
          <p:cNvSpPr/>
          <p:nvPr/>
        </p:nvSpPr>
        <p:spPr>
          <a:xfrm>
            <a:off x="786486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4" name="pt2203"/>
          <p:cNvSpPr/>
          <p:nvPr/>
        </p:nvSpPr>
        <p:spPr>
          <a:xfrm>
            <a:off x="770245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5" name="pt2204"/>
          <p:cNvSpPr/>
          <p:nvPr/>
        </p:nvSpPr>
        <p:spPr>
          <a:xfrm>
            <a:off x="788301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6" name="pt2205"/>
          <p:cNvSpPr/>
          <p:nvPr/>
        </p:nvSpPr>
        <p:spPr>
          <a:xfrm>
            <a:off x="767400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7" name="pt2206"/>
          <p:cNvSpPr/>
          <p:nvPr/>
        </p:nvSpPr>
        <p:spPr>
          <a:xfrm>
            <a:off x="7854356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8" name="pt2207"/>
          <p:cNvSpPr/>
          <p:nvPr/>
        </p:nvSpPr>
        <p:spPr>
          <a:xfrm>
            <a:off x="768902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09" name="pt2208"/>
          <p:cNvSpPr/>
          <p:nvPr/>
        </p:nvSpPr>
        <p:spPr>
          <a:xfrm>
            <a:off x="783361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0" name="pt2209"/>
          <p:cNvSpPr/>
          <p:nvPr/>
        </p:nvSpPr>
        <p:spPr>
          <a:xfrm>
            <a:off x="766491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1" name="pt2210"/>
          <p:cNvSpPr/>
          <p:nvPr/>
        </p:nvSpPr>
        <p:spPr>
          <a:xfrm>
            <a:off x="788577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2" name="pt2211"/>
          <p:cNvSpPr/>
          <p:nvPr/>
        </p:nvSpPr>
        <p:spPr>
          <a:xfrm>
            <a:off x="7691913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3" name="pt2212"/>
          <p:cNvSpPr/>
          <p:nvPr/>
        </p:nvSpPr>
        <p:spPr>
          <a:xfrm>
            <a:off x="7821606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4" name="pt2213"/>
          <p:cNvSpPr/>
          <p:nvPr/>
        </p:nvSpPr>
        <p:spPr>
          <a:xfrm>
            <a:off x="769177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5" name="pt2214"/>
          <p:cNvSpPr/>
          <p:nvPr/>
        </p:nvSpPr>
        <p:spPr>
          <a:xfrm>
            <a:off x="787742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6" name="pt2215"/>
          <p:cNvSpPr/>
          <p:nvPr/>
        </p:nvSpPr>
        <p:spPr>
          <a:xfrm>
            <a:off x="7674627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7" name="pt2216"/>
          <p:cNvSpPr/>
          <p:nvPr/>
        </p:nvSpPr>
        <p:spPr>
          <a:xfrm>
            <a:off x="7873536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8" name="pt2217"/>
          <p:cNvSpPr/>
          <p:nvPr/>
        </p:nvSpPr>
        <p:spPr>
          <a:xfrm>
            <a:off x="772428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19" name="pt2218"/>
          <p:cNvSpPr/>
          <p:nvPr/>
        </p:nvSpPr>
        <p:spPr>
          <a:xfrm>
            <a:off x="785349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0" name="pt2219"/>
          <p:cNvSpPr/>
          <p:nvPr/>
        </p:nvSpPr>
        <p:spPr>
          <a:xfrm>
            <a:off x="7723113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1" name="pt2220"/>
          <p:cNvSpPr/>
          <p:nvPr/>
        </p:nvSpPr>
        <p:spPr>
          <a:xfrm>
            <a:off x="785751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2" name="pt2221"/>
          <p:cNvSpPr/>
          <p:nvPr/>
        </p:nvSpPr>
        <p:spPr>
          <a:xfrm>
            <a:off x="773461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3" name="pt2222"/>
          <p:cNvSpPr/>
          <p:nvPr/>
        </p:nvSpPr>
        <p:spPr>
          <a:xfrm>
            <a:off x="784432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4" name="pt2223"/>
          <p:cNvSpPr/>
          <p:nvPr/>
        </p:nvSpPr>
        <p:spPr>
          <a:xfrm>
            <a:off x="770913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5" name="pt2224"/>
          <p:cNvSpPr/>
          <p:nvPr/>
        </p:nvSpPr>
        <p:spPr>
          <a:xfrm>
            <a:off x="788052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6" name="pt2225"/>
          <p:cNvSpPr/>
          <p:nvPr/>
        </p:nvSpPr>
        <p:spPr>
          <a:xfrm>
            <a:off x="768542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7" name="pt2226"/>
          <p:cNvSpPr/>
          <p:nvPr/>
        </p:nvSpPr>
        <p:spPr>
          <a:xfrm>
            <a:off x="787243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8" name="pt2227"/>
          <p:cNvSpPr/>
          <p:nvPr/>
        </p:nvSpPr>
        <p:spPr>
          <a:xfrm>
            <a:off x="768566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29" name="pt2228"/>
          <p:cNvSpPr/>
          <p:nvPr/>
        </p:nvSpPr>
        <p:spPr>
          <a:xfrm>
            <a:off x="782916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0" name="pt2229"/>
          <p:cNvSpPr/>
          <p:nvPr/>
        </p:nvSpPr>
        <p:spPr>
          <a:xfrm>
            <a:off x="767859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1" name="pt2230"/>
          <p:cNvSpPr/>
          <p:nvPr/>
        </p:nvSpPr>
        <p:spPr>
          <a:xfrm>
            <a:off x="782438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2" name="pt2231"/>
          <p:cNvSpPr/>
          <p:nvPr/>
        </p:nvSpPr>
        <p:spPr>
          <a:xfrm>
            <a:off x="772171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3" name="pt2232"/>
          <p:cNvSpPr/>
          <p:nvPr/>
        </p:nvSpPr>
        <p:spPr>
          <a:xfrm>
            <a:off x="786474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4" name="pt2233"/>
          <p:cNvSpPr/>
          <p:nvPr/>
        </p:nvSpPr>
        <p:spPr>
          <a:xfrm>
            <a:off x="7698543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5" name="pt2234"/>
          <p:cNvSpPr/>
          <p:nvPr/>
        </p:nvSpPr>
        <p:spPr>
          <a:xfrm>
            <a:off x="787073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6" name="pt2235"/>
          <p:cNvSpPr/>
          <p:nvPr/>
        </p:nvSpPr>
        <p:spPr>
          <a:xfrm>
            <a:off x="768191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7" name="pt2236"/>
          <p:cNvSpPr/>
          <p:nvPr/>
        </p:nvSpPr>
        <p:spPr>
          <a:xfrm>
            <a:off x="7856264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8" name="pt2237"/>
          <p:cNvSpPr/>
          <p:nvPr/>
        </p:nvSpPr>
        <p:spPr>
          <a:xfrm>
            <a:off x="7734707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39" name="pt2238"/>
          <p:cNvSpPr/>
          <p:nvPr/>
        </p:nvSpPr>
        <p:spPr>
          <a:xfrm>
            <a:off x="784627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0" name="pt2239"/>
          <p:cNvSpPr/>
          <p:nvPr/>
        </p:nvSpPr>
        <p:spPr>
          <a:xfrm>
            <a:off x="771338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1" name="pt2240"/>
          <p:cNvSpPr/>
          <p:nvPr/>
        </p:nvSpPr>
        <p:spPr>
          <a:xfrm>
            <a:off x="786218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2" name="pt2241"/>
          <p:cNvSpPr/>
          <p:nvPr/>
        </p:nvSpPr>
        <p:spPr>
          <a:xfrm>
            <a:off x="772648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3" name="pt2242"/>
          <p:cNvSpPr/>
          <p:nvPr/>
        </p:nvSpPr>
        <p:spPr>
          <a:xfrm>
            <a:off x="784302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4" name="pt2243"/>
          <p:cNvSpPr/>
          <p:nvPr/>
        </p:nvSpPr>
        <p:spPr>
          <a:xfrm>
            <a:off x="769992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5" name="pt2244"/>
          <p:cNvSpPr/>
          <p:nvPr/>
        </p:nvSpPr>
        <p:spPr>
          <a:xfrm>
            <a:off x="784349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6" name="pt2245"/>
          <p:cNvSpPr/>
          <p:nvPr/>
        </p:nvSpPr>
        <p:spPr>
          <a:xfrm>
            <a:off x="770852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7" name="pt2246"/>
          <p:cNvSpPr/>
          <p:nvPr/>
        </p:nvSpPr>
        <p:spPr>
          <a:xfrm>
            <a:off x="7813365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8" name="pt2247"/>
          <p:cNvSpPr/>
          <p:nvPr/>
        </p:nvSpPr>
        <p:spPr>
          <a:xfrm>
            <a:off x="772245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49" name="pt2248"/>
          <p:cNvSpPr/>
          <p:nvPr/>
        </p:nvSpPr>
        <p:spPr>
          <a:xfrm>
            <a:off x="782374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0" name="pt2249"/>
          <p:cNvSpPr/>
          <p:nvPr/>
        </p:nvSpPr>
        <p:spPr>
          <a:xfrm>
            <a:off x="7660007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1" name="pt2250"/>
          <p:cNvSpPr/>
          <p:nvPr/>
        </p:nvSpPr>
        <p:spPr>
          <a:xfrm>
            <a:off x="781371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2" name="pt2251"/>
          <p:cNvSpPr/>
          <p:nvPr/>
        </p:nvSpPr>
        <p:spPr>
          <a:xfrm>
            <a:off x="768011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3" name="pt2252"/>
          <p:cNvSpPr/>
          <p:nvPr/>
        </p:nvSpPr>
        <p:spPr>
          <a:xfrm>
            <a:off x="788746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4" name="pt2253"/>
          <p:cNvSpPr/>
          <p:nvPr/>
        </p:nvSpPr>
        <p:spPr>
          <a:xfrm>
            <a:off x="7699153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5" name="pt2254"/>
          <p:cNvSpPr/>
          <p:nvPr/>
        </p:nvSpPr>
        <p:spPr>
          <a:xfrm>
            <a:off x="787420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6" name="pt2255"/>
          <p:cNvSpPr/>
          <p:nvPr/>
        </p:nvSpPr>
        <p:spPr>
          <a:xfrm>
            <a:off x="768239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7" name="pt2256"/>
          <p:cNvSpPr/>
          <p:nvPr/>
        </p:nvSpPr>
        <p:spPr>
          <a:xfrm>
            <a:off x="788275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8" name="pt2257"/>
          <p:cNvSpPr/>
          <p:nvPr/>
        </p:nvSpPr>
        <p:spPr>
          <a:xfrm>
            <a:off x="767208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59" name="pt2258"/>
          <p:cNvSpPr/>
          <p:nvPr/>
        </p:nvSpPr>
        <p:spPr>
          <a:xfrm>
            <a:off x="7821824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0" name="pt2259"/>
          <p:cNvSpPr/>
          <p:nvPr/>
        </p:nvSpPr>
        <p:spPr>
          <a:xfrm>
            <a:off x="769481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1" name="pt2260"/>
          <p:cNvSpPr/>
          <p:nvPr/>
        </p:nvSpPr>
        <p:spPr>
          <a:xfrm>
            <a:off x="786719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2" name="pt2261"/>
          <p:cNvSpPr/>
          <p:nvPr/>
        </p:nvSpPr>
        <p:spPr>
          <a:xfrm>
            <a:off x="770070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3" name="pt2262"/>
          <p:cNvSpPr/>
          <p:nvPr/>
        </p:nvSpPr>
        <p:spPr>
          <a:xfrm>
            <a:off x="788588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4" name="pt2263"/>
          <p:cNvSpPr/>
          <p:nvPr/>
        </p:nvSpPr>
        <p:spPr>
          <a:xfrm>
            <a:off x="7706747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5" name="pt2264"/>
          <p:cNvSpPr/>
          <p:nvPr/>
        </p:nvSpPr>
        <p:spPr>
          <a:xfrm>
            <a:off x="7877046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6" name="pt2265"/>
          <p:cNvSpPr/>
          <p:nvPr/>
        </p:nvSpPr>
        <p:spPr>
          <a:xfrm>
            <a:off x="7710813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7" name="pt2266"/>
          <p:cNvSpPr/>
          <p:nvPr/>
        </p:nvSpPr>
        <p:spPr>
          <a:xfrm>
            <a:off x="782933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8" name="pt2267"/>
          <p:cNvSpPr/>
          <p:nvPr/>
        </p:nvSpPr>
        <p:spPr>
          <a:xfrm>
            <a:off x="771120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69" name="pt2268"/>
          <p:cNvSpPr/>
          <p:nvPr/>
        </p:nvSpPr>
        <p:spPr>
          <a:xfrm>
            <a:off x="7815174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0" name="pt2269"/>
          <p:cNvSpPr/>
          <p:nvPr/>
        </p:nvSpPr>
        <p:spPr>
          <a:xfrm>
            <a:off x="768936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1" name="pt2270"/>
          <p:cNvSpPr/>
          <p:nvPr/>
        </p:nvSpPr>
        <p:spPr>
          <a:xfrm>
            <a:off x="783755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2" name="pt2271"/>
          <p:cNvSpPr/>
          <p:nvPr/>
        </p:nvSpPr>
        <p:spPr>
          <a:xfrm>
            <a:off x="7705617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3" name="pt2272"/>
          <p:cNvSpPr/>
          <p:nvPr/>
        </p:nvSpPr>
        <p:spPr>
          <a:xfrm>
            <a:off x="782257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4" name="pt2273"/>
          <p:cNvSpPr/>
          <p:nvPr/>
        </p:nvSpPr>
        <p:spPr>
          <a:xfrm>
            <a:off x="769632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5" name="pt2274"/>
          <p:cNvSpPr/>
          <p:nvPr/>
        </p:nvSpPr>
        <p:spPr>
          <a:xfrm>
            <a:off x="783975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6" name="pt2275"/>
          <p:cNvSpPr/>
          <p:nvPr/>
        </p:nvSpPr>
        <p:spPr>
          <a:xfrm>
            <a:off x="765689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7" name="pt2276"/>
          <p:cNvSpPr/>
          <p:nvPr/>
        </p:nvSpPr>
        <p:spPr>
          <a:xfrm>
            <a:off x="782282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8" name="pt2277"/>
          <p:cNvSpPr/>
          <p:nvPr/>
        </p:nvSpPr>
        <p:spPr>
          <a:xfrm>
            <a:off x="770308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79" name="pt2278"/>
          <p:cNvSpPr/>
          <p:nvPr/>
        </p:nvSpPr>
        <p:spPr>
          <a:xfrm>
            <a:off x="7843645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0" name="pt2279"/>
          <p:cNvSpPr/>
          <p:nvPr/>
        </p:nvSpPr>
        <p:spPr>
          <a:xfrm>
            <a:off x="773246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1" name="pt2280"/>
          <p:cNvSpPr/>
          <p:nvPr/>
        </p:nvSpPr>
        <p:spPr>
          <a:xfrm>
            <a:off x="787928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2" name="pt2281"/>
          <p:cNvSpPr/>
          <p:nvPr/>
        </p:nvSpPr>
        <p:spPr>
          <a:xfrm>
            <a:off x="766770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3" name="pt2282"/>
          <p:cNvSpPr/>
          <p:nvPr/>
        </p:nvSpPr>
        <p:spPr>
          <a:xfrm>
            <a:off x="786485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4" name="pt2283"/>
          <p:cNvSpPr/>
          <p:nvPr/>
        </p:nvSpPr>
        <p:spPr>
          <a:xfrm>
            <a:off x="766089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5" name="pt2284"/>
          <p:cNvSpPr/>
          <p:nvPr/>
        </p:nvSpPr>
        <p:spPr>
          <a:xfrm>
            <a:off x="7869396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6" name="pt2285"/>
          <p:cNvSpPr/>
          <p:nvPr/>
        </p:nvSpPr>
        <p:spPr>
          <a:xfrm>
            <a:off x="7670747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7" name="pt2286"/>
          <p:cNvSpPr/>
          <p:nvPr/>
        </p:nvSpPr>
        <p:spPr>
          <a:xfrm>
            <a:off x="784955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8" name="pt2287"/>
          <p:cNvSpPr/>
          <p:nvPr/>
        </p:nvSpPr>
        <p:spPr>
          <a:xfrm>
            <a:off x="769384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89" name="pt2288"/>
          <p:cNvSpPr/>
          <p:nvPr/>
        </p:nvSpPr>
        <p:spPr>
          <a:xfrm>
            <a:off x="782463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0" name="pt2289"/>
          <p:cNvSpPr/>
          <p:nvPr/>
        </p:nvSpPr>
        <p:spPr>
          <a:xfrm>
            <a:off x="7716417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1" name="pt2290"/>
          <p:cNvSpPr/>
          <p:nvPr/>
        </p:nvSpPr>
        <p:spPr>
          <a:xfrm>
            <a:off x="786811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2" name="pt2291"/>
          <p:cNvSpPr/>
          <p:nvPr/>
        </p:nvSpPr>
        <p:spPr>
          <a:xfrm>
            <a:off x="767930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3" name="pt2292"/>
          <p:cNvSpPr/>
          <p:nvPr/>
        </p:nvSpPr>
        <p:spPr>
          <a:xfrm>
            <a:off x="787260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4" name="pt2293"/>
          <p:cNvSpPr/>
          <p:nvPr/>
        </p:nvSpPr>
        <p:spPr>
          <a:xfrm>
            <a:off x="766196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5" name="pt2294"/>
          <p:cNvSpPr/>
          <p:nvPr/>
        </p:nvSpPr>
        <p:spPr>
          <a:xfrm>
            <a:off x="7835416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6" name="pt2295"/>
          <p:cNvSpPr/>
          <p:nvPr/>
        </p:nvSpPr>
        <p:spPr>
          <a:xfrm>
            <a:off x="769644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7" name="pt2296"/>
          <p:cNvSpPr/>
          <p:nvPr/>
        </p:nvSpPr>
        <p:spPr>
          <a:xfrm>
            <a:off x="787709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8" name="pt2297"/>
          <p:cNvSpPr/>
          <p:nvPr/>
        </p:nvSpPr>
        <p:spPr>
          <a:xfrm>
            <a:off x="773419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9" name="pt2298"/>
          <p:cNvSpPr/>
          <p:nvPr/>
        </p:nvSpPr>
        <p:spPr>
          <a:xfrm>
            <a:off x="784209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0" name="pt2299"/>
          <p:cNvSpPr/>
          <p:nvPr/>
        </p:nvSpPr>
        <p:spPr>
          <a:xfrm>
            <a:off x="772777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1" name="pt2300"/>
          <p:cNvSpPr/>
          <p:nvPr/>
        </p:nvSpPr>
        <p:spPr>
          <a:xfrm>
            <a:off x="789044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2" name="pt2301"/>
          <p:cNvSpPr/>
          <p:nvPr/>
        </p:nvSpPr>
        <p:spPr>
          <a:xfrm>
            <a:off x="7707839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3" name="pt2302"/>
          <p:cNvSpPr/>
          <p:nvPr/>
        </p:nvSpPr>
        <p:spPr>
          <a:xfrm>
            <a:off x="784650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4" name="pt2303"/>
          <p:cNvSpPr/>
          <p:nvPr/>
        </p:nvSpPr>
        <p:spPr>
          <a:xfrm>
            <a:off x="769233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5" name="pt2304"/>
          <p:cNvSpPr/>
          <p:nvPr/>
        </p:nvSpPr>
        <p:spPr>
          <a:xfrm>
            <a:off x="7859845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6" name="pt2305"/>
          <p:cNvSpPr/>
          <p:nvPr/>
        </p:nvSpPr>
        <p:spPr>
          <a:xfrm>
            <a:off x="767544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7" name="pt2306"/>
          <p:cNvSpPr/>
          <p:nvPr/>
        </p:nvSpPr>
        <p:spPr>
          <a:xfrm>
            <a:off x="784560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8" name="pt2307"/>
          <p:cNvSpPr/>
          <p:nvPr/>
        </p:nvSpPr>
        <p:spPr>
          <a:xfrm>
            <a:off x="7678911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09" name="pt2308"/>
          <p:cNvSpPr/>
          <p:nvPr/>
        </p:nvSpPr>
        <p:spPr>
          <a:xfrm>
            <a:off x="786461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0" name="pt2309"/>
          <p:cNvSpPr/>
          <p:nvPr/>
        </p:nvSpPr>
        <p:spPr>
          <a:xfrm>
            <a:off x="769960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1" name="pt2310"/>
          <p:cNvSpPr/>
          <p:nvPr/>
        </p:nvSpPr>
        <p:spPr>
          <a:xfrm>
            <a:off x="783114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2" name="pt2311"/>
          <p:cNvSpPr/>
          <p:nvPr/>
        </p:nvSpPr>
        <p:spPr>
          <a:xfrm>
            <a:off x="771694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3" name="pt2312"/>
          <p:cNvSpPr/>
          <p:nvPr/>
        </p:nvSpPr>
        <p:spPr>
          <a:xfrm>
            <a:off x="781568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4" name="pt2313"/>
          <p:cNvSpPr/>
          <p:nvPr/>
        </p:nvSpPr>
        <p:spPr>
          <a:xfrm>
            <a:off x="769723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5" name="pt2314"/>
          <p:cNvSpPr/>
          <p:nvPr/>
        </p:nvSpPr>
        <p:spPr>
          <a:xfrm>
            <a:off x="7833537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6" name="pt2315"/>
          <p:cNvSpPr/>
          <p:nvPr/>
        </p:nvSpPr>
        <p:spPr>
          <a:xfrm>
            <a:off x="766193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7" name="pt2316"/>
          <p:cNvSpPr/>
          <p:nvPr/>
        </p:nvSpPr>
        <p:spPr>
          <a:xfrm>
            <a:off x="784857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8" name="pt2317"/>
          <p:cNvSpPr/>
          <p:nvPr/>
        </p:nvSpPr>
        <p:spPr>
          <a:xfrm>
            <a:off x="771399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9" name="pt2318"/>
          <p:cNvSpPr/>
          <p:nvPr/>
        </p:nvSpPr>
        <p:spPr>
          <a:xfrm>
            <a:off x="784274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0" name="pt2319"/>
          <p:cNvSpPr/>
          <p:nvPr/>
        </p:nvSpPr>
        <p:spPr>
          <a:xfrm>
            <a:off x="771115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1" name="pt2320"/>
          <p:cNvSpPr/>
          <p:nvPr/>
        </p:nvSpPr>
        <p:spPr>
          <a:xfrm>
            <a:off x="7837704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2" name="pt2321"/>
          <p:cNvSpPr/>
          <p:nvPr/>
        </p:nvSpPr>
        <p:spPr>
          <a:xfrm>
            <a:off x="765899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3" name="pt2322"/>
          <p:cNvSpPr/>
          <p:nvPr/>
        </p:nvSpPr>
        <p:spPr>
          <a:xfrm>
            <a:off x="785853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4" name="pt2323"/>
          <p:cNvSpPr/>
          <p:nvPr/>
        </p:nvSpPr>
        <p:spPr>
          <a:xfrm>
            <a:off x="7683628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5" name="pt2324"/>
          <p:cNvSpPr/>
          <p:nvPr/>
        </p:nvSpPr>
        <p:spPr>
          <a:xfrm>
            <a:off x="7838660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6" name="pt2325"/>
          <p:cNvSpPr/>
          <p:nvPr/>
        </p:nvSpPr>
        <p:spPr>
          <a:xfrm>
            <a:off x="7731623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7" name="pt2326"/>
          <p:cNvSpPr/>
          <p:nvPr/>
        </p:nvSpPr>
        <p:spPr>
          <a:xfrm>
            <a:off x="786177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8" name="pt2327"/>
          <p:cNvSpPr/>
          <p:nvPr/>
        </p:nvSpPr>
        <p:spPr>
          <a:xfrm>
            <a:off x="770419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29" name="pt2328"/>
          <p:cNvSpPr/>
          <p:nvPr/>
        </p:nvSpPr>
        <p:spPr>
          <a:xfrm>
            <a:off x="787610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0" name="pt2329"/>
          <p:cNvSpPr/>
          <p:nvPr/>
        </p:nvSpPr>
        <p:spPr>
          <a:xfrm>
            <a:off x="7723205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1" name="pt2330"/>
          <p:cNvSpPr/>
          <p:nvPr/>
        </p:nvSpPr>
        <p:spPr>
          <a:xfrm>
            <a:off x="7823183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2" name="pt2331"/>
          <p:cNvSpPr/>
          <p:nvPr/>
        </p:nvSpPr>
        <p:spPr>
          <a:xfrm>
            <a:off x="771617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3" name="pt2332"/>
          <p:cNvSpPr/>
          <p:nvPr/>
        </p:nvSpPr>
        <p:spPr>
          <a:xfrm>
            <a:off x="7842175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4" name="pt2333"/>
          <p:cNvSpPr/>
          <p:nvPr/>
        </p:nvSpPr>
        <p:spPr>
          <a:xfrm>
            <a:off x="7724273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5" name="pt2334"/>
          <p:cNvSpPr/>
          <p:nvPr/>
        </p:nvSpPr>
        <p:spPr>
          <a:xfrm>
            <a:off x="7830901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6" name="pt2335"/>
          <p:cNvSpPr/>
          <p:nvPr/>
        </p:nvSpPr>
        <p:spPr>
          <a:xfrm>
            <a:off x="7680712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7" name="pt2336"/>
          <p:cNvSpPr/>
          <p:nvPr/>
        </p:nvSpPr>
        <p:spPr>
          <a:xfrm>
            <a:off x="7859929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8" name="pt2337"/>
          <p:cNvSpPr/>
          <p:nvPr/>
        </p:nvSpPr>
        <p:spPr>
          <a:xfrm>
            <a:off x="7698496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9" name="pt2338"/>
          <p:cNvSpPr/>
          <p:nvPr/>
        </p:nvSpPr>
        <p:spPr>
          <a:xfrm>
            <a:off x="783668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0" name="pt2339"/>
          <p:cNvSpPr/>
          <p:nvPr/>
        </p:nvSpPr>
        <p:spPr>
          <a:xfrm>
            <a:off x="766133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1" name="pt2340"/>
          <p:cNvSpPr/>
          <p:nvPr/>
        </p:nvSpPr>
        <p:spPr>
          <a:xfrm>
            <a:off x="7827002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2" name="pt2341"/>
          <p:cNvSpPr/>
          <p:nvPr/>
        </p:nvSpPr>
        <p:spPr>
          <a:xfrm>
            <a:off x="769594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3" name="pt2342"/>
          <p:cNvSpPr/>
          <p:nvPr/>
        </p:nvSpPr>
        <p:spPr>
          <a:xfrm>
            <a:off x="7832988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4" name="pt2343"/>
          <p:cNvSpPr/>
          <p:nvPr/>
        </p:nvSpPr>
        <p:spPr>
          <a:xfrm>
            <a:off x="7682834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5" name="pt2344"/>
          <p:cNvSpPr/>
          <p:nvPr/>
        </p:nvSpPr>
        <p:spPr>
          <a:xfrm>
            <a:off x="7831505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6" name="pt2345"/>
          <p:cNvSpPr/>
          <p:nvPr/>
        </p:nvSpPr>
        <p:spPr>
          <a:xfrm>
            <a:off x="7685793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7" name="pt2346"/>
          <p:cNvSpPr/>
          <p:nvPr/>
        </p:nvSpPr>
        <p:spPr>
          <a:xfrm>
            <a:off x="7881375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8" name="pt2347"/>
          <p:cNvSpPr/>
          <p:nvPr/>
        </p:nvSpPr>
        <p:spPr>
          <a:xfrm>
            <a:off x="7666050" y="5146791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49" name="pt2348"/>
          <p:cNvSpPr/>
          <p:nvPr/>
        </p:nvSpPr>
        <p:spPr>
          <a:xfrm>
            <a:off x="7864234" y="5146791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50" name="pl2349"/>
          <p:cNvSpPr/>
          <p:nvPr/>
        </p:nvSpPr>
        <p:spPr>
          <a:xfrm>
            <a:off x="5560772" y="5178801"/>
            <a:ext cx="0" cy="459602"/>
          </a:xfrm>
          <a:custGeom>
            <a:avLst/>
            <a:gdLst/>
            <a:ahLst/>
            <a:cxnLst/>
            <a:rect l="0" t="0" r="0" b="0"/>
            <a:pathLst>
              <a:path h="459602">
                <a:moveTo>
                  <a:pt x="0" y="459602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51" name="pl2350"/>
          <p:cNvSpPr/>
          <p:nvPr/>
        </p:nvSpPr>
        <p:spPr>
          <a:xfrm>
            <a:off x="5560772" y="7121657"/>
            <a:ext cx="0" cy="229730"/>
          </a:xfrm>
          <a:custGeom>
            <a:avLst/>
            <a:gdLst/>
            <a:ahLst/>
            <a:cxnLst/>
            <a:rect l="0" t="0" r="0" b="0"/>
            <a:pathLst>
              <a:path h="229730">
                <a:moveTo>
                  <a:pt x="0" y="0"/>
                </a:moveTo>
                <a:lnTo>
                  <a:pt x="0" y="22973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52" name="pg2351"/>
          <p:cNvSpPr/>
          <p:nvPr/>
        </p:nvSpPr>
        <p:spPr>
          <a:xfrm>
            <a:off x="5482609" y="5638404"/>
            <a:ext cx="156325" cy="1483253"/>
          </a:xfrm>
          <a:custGeom>
            <a:avLst/>
            <a:gdLst/>
            <a:ahLst/>
            <a:cxnLst/>
            <a:rect l="0" t="0" r="0" b="0"/>
            <a:pathLst>
              <a:path w="156325" h="1483253">
                <a:moveTo>
                  <a:pt x="0" y="0"/>
                </a:moveTo>
                <a:lnTo>
                  <a:pt x="0" y="1483253"/>
                </a:lnTo>
                <a:lnTo>
                  <a:pt x="156325" y="1483253"/>
                </a:lnTo>
                <a:lnTo>
                  <a:pt x="156325" y="0"/>
                </a:lnTo>
                <a:close/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53" name="pl2352"/>
          <p:cNvSpPr/>
          <p:nvPr/>
        </p:nvSpPr>
        <p:spPr>
          <a:xfrm>
            <a:off x="5482609" y="6375837"/>
            <a:ext cx="156325" cy="0"/>
          </a:xfrm>
          <a:custGeom>
            <a:avLst/>
            <a:gdLst/>
            <a:ahLst/>
            <a:cxnLst/>
            <a:rect l="0" t="0" r="0" b="0"/>
            <a:pathLst>
              <a:path w="156325">
                <a:moveTo>
                  <a:pt x="0" y="0"/>
                </a:moveTo>
                <a:lnTo>
                  <a:pt x="156325" y="0"/>
                </a:lnTo>
              </a:path>
            </a:pathLst>
          </a:custGeom>
          <a:ln w="43362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54" name="pl2353"/>
          <p:cNvSpPr/>
          <p:nvPr/>
        </p:nvSpPr>
        <p:spPr>
          <a:xfrm>
            <a:off x="6644338" y="5178801"/>
            <a:ext cx="0" cy="101611"/>
          </a:xfrm>
          <a:custGeom>
            <a:avLst/>
            <a:gdLst/>
            <a:ahLst/>
            <a:cxnLst/>
            <a:rect l="0" t="0" r="0" b="0"/>
            <a:pathLst>
              <a:path h="101611">
                <a:moveTo>
                  <a:pt x="0" y="101611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55" name="pl2354"/>
          <p:cNvSpPr/>
          <p:nvPr/>
        </p:nvSpPr>
        <p:spPr>
          <a:xfrm>
            <a:off x="6644338" y="5852892"/>
            <a:ext cx="0" cy="659926"/>
          </a:xfrm>
          <a:custGeom>
            <a:avLst/>
            <a:gdLst/>
            <a:ahLst/>
            <a:cxnLst/>
            <a:rect l="0" t="0" r="0" b="0"/>
            <a:pathLst>
              <a:path h="659926">
                <a:moveTo>
                  <a:pt x="0" y="0"/>
                </a:moveTo>
                <a:lnTo>
                  <a:pt x="0" y="659926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56" name="pg2355"/>
          <p:cNvSpPr/>
          <p:nvPr/>
        </p:nvSpPr>
        <p:spPr>
          <a:xfrm>
            <a:off x="6566175" y="5280412"/>
            <a:ext cx="156325" cy="572480"/>
          </a:xfrm>
          <a:custGeom>
            <a:avLst/>
            <a:gdLst/>
            <a:ahLst/>
            <a:cxnLst/>
            <a:rect l="0" t="0" r="0" b="0"/>
            <a:pathLst>
              <a:path w="156325" h="572480">
                <a:moveTo>
                  <a:pt x="0" y="0"/>
                </a:moveTo>
                <a:lnTo>
                  <a:pt x="0" y="572480"/>
                </a:lnTo>
                <a:lnTo>
                  <a:pt x="156325" y="572480"/>
                </a:lnTo>
                <a:lnTo>
                  <a:pt x="156325" y="0"/>
                </a:lnTo>
                <a:close/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57" name="pl2356"/>
          <p:cNvSpPr/>
          <p:nvPr/>
        </p:nvSpPr>
        <p:spPr>
          <a:xfrm>
            <a:off x="6566175" y="5501646"/>
            <a:ext cx="156325" cy="0"/>
          </a:xfrm>
          <a:custGeom>
            <a:avLst/>
            <a:gdLst/>
            <a:ahLst/>
            <a:cxnLst/>
            <a:rect l="0" t="0" r="0" b="0"/>
            <a:pathLst>
              <a:path w="156325">
                <a:moveTo>
                  <a:pt x="0" y="0"/>
                </a:moveTo>
                <a:lnTo>
                  <a:pt x="156325" y="0"/>
                </a:lnTo>
              </a:path>
            </a:pathLst>
          </a:custGeom>
          <a:ln w="43362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58" name="pl2357"/>
          <p:cNvSpPr/>
          <p:nvPr/>
        </p:nvSpPr>
        <p:spPr>
          <a:xfrm>
            <a:off x="7727903" y="5178801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59" name="pl2358"/>
          <p:cNvSpPr/>
          <p:nvPr/>
        </p:nvSpPr>
        <p:spPr>
          <a:xfrm>
            <a:off x="7727903" y="5178801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60" name="pg2359"/>
          <p:cNvSpPr/>
          <p:nvPr/>
        </p:nvSpPr>
        <p:spPr>
          <a:xfrm>
            <a:off x="7649741" y="5178801"/>
            <a:ext cx="156325" cy="0"/>
          </a:xfrm>
          <a:custGeom>
            <a:avLst/>
            <a:gdLst/>
            <a:ahLst/>
            <a:cxnLst/>
            <a:rect l="0" t="0" r="0" b="0"/>
            <a:pathLst>
              <a:path w="156325">
                <a:moveTo>
                  <a:pt x="0" y="0"/>
                </a:moveTo>
                <a:lnTo>
                  <a:pt x="156325" y="0"/>
                </a:lnTo>
                <a:close/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61" name="pl2360"/>
          <p:cNvSpPr/>
          <p:nvPr/>
        </p:nvSpPr>
        <p:spPr>
          <a:xfrm>
            <a:off x="7649741" y="5178801"/>
            <a:ext cx="156325" cy="0"/>
          </a:xfrm>
          <a:custGeom>
            <a:avLst/>
            <a:gdLst/>
            <a:ahLst/>
            <a:cxnLst/>
            <a:rect l="0" t="0" r="0" b="0"/>
            <a:pathLst>
              <a:path w="156325">
                <a:moveTo>
                  <a:pt x="0" y="0"/>
                </a:moveTo>
                <a:lnTo>
                  <a:pt x="156325" y="0"/>
                </a:lnTo>
              </a:path>
            </a:pathLst>
          </a:custGeom>
          <a:ln w="43362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62" name="pl2361"/>
          <p:cNvSpPr/>
          <p:nvPr/>
        </p:nvSpPr>
        <p:spPr>
          <a:xfrm>
            <a:off x="5717097" y="5178801"/>
            <a:ext cx="0" cy="637897"/>
          </a:xfrm>
          <a:custGeom>
            <a:avLst/>
            <a:gdLst/>
            <a:ahLst/>
            <a:cxnLst/>
            <a:rect l="0" t="0" r="0" b="0"/>
            <a:pathLst>
              <a:path h="637897">
                <a:moveTo>
                  <a:pt x="0" y="637897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63" name="pl2362"/>
          <p:cNvSpPr/>
          <p:nvPr/>
        </p:nvSpPr>
        <p:spPr>
          <a:xfrm>
            <a:off x="5717097" y="7009649"/>
            <a:ext cx="0" cy="341739"/>
          </a:xfrm>
          <a:custGeom>
            <a:avLst/>
            <a:gdLst/>
            <a:ahLst/>
            <a:cxnLst/>
            <a:rect l="0" t="0" r="0" b="0"/>
            <a:pathLst>
              <a:path h="341739">
                <a:moveTo>
                  <a:pt x="0" y="0"/>
                </a:moveTo>
                <a:lnTo>
                  <a:pt x="0" y="341739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64" name="pg2363"/>
          <p:cNvSpPr/>
          <p:nvPr/>
        </p:nvSpPr>
        <p:spPr>
          <a:xfrm>
            <a:off x="5638934" y="5816698"/>
            <a:ext cx="156325" cy="1192950"/>
          </a:xfrm>
          <a:custGeom>
            <a:avLst/>
            <a:gdLst/>
            <a:ahLst/>
            <a:cxnLst/>
            <a:rect l="0" t="0" r="0" b="0"/>
            <a:pathLst>
              <a:path w="156325" h="1192950">
                <a:moveTo>
                  <a:pt x="0" y="0"/>
                </a:moveTo>
                <a:lnTo>
                  <a:pt x="0" y="1192950"/>
                </a:lnTo>
                <a:lnTo>
                  <a:pt x="156325" y="1192950"/>
                </a:lnTo>
                <a:lnTo>
                  <a:pt x="156325" y="0"/>
                </a:lnTo>
                <a:close/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65" name="pl2364"/>
          <p:cNvSpPr/>
          <p:nvPr/>
        </p:nvSpPr>
        <p:spPr>
          <a:xfrm>
            <a:off x="5638934" y="6355349"/>
            <a:ext cx="156325" cy="0"/>
          </a:xfrm>
          <a:custGeom>
            <a:avLst/>
            <a:gdLst/>
            <a:ahLst/>
            <a:cxnLst/>
            <a:rect l="0" t="0" r="0" b="0"/>
            <a:pathLst>
              <a:path w="156325">
                <a:moveTo>
                  <a:pt x="0" y="0"/>
                </a:moveTo>
                <a:lnTo>
                  <a:pt x="156325" y="0"/>
                </a:lnTo>
              </a:path>
            </a:pathLst>
          </a:custGeom>
          <a:ln w="43362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66" name="pl2365"/>
          <p:cNvSpPr/>
          <p:nvPr/>
        </p:nvSpPr>
        <p:spPr>
          <a:xfrm>
            <a:off x="6800663" y="5178801"/>
            <a:ext cx="0" cy="82498"/>
          </a:xfrm>
          <a:custGeom>
            <a:avLst/>
            <a:gdLst/>
            <a:ahLst/>
            <a:cxnLst/>
            <a:rect l="0" t="0" r="0" b="0"/>
            <a:pathLst>
              <a:path h="82498">
                <a:moveTo>
                  <a:pt x="0" y="8249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67" name="pl2366"/>
          <p:cNvSpPr/>
          <p:nvPr/>
        </p:nvSpPr>
        <p:spPr>
          <a:xfrm>
            <a:off x="6800663" y="5951363"/>
            <a:ext cx="0" cy="1031126"/>
          </a:xfrm>
          <a:custGeom>
            <a:avLst/>
            <a:gdLst/>
            <a:ahLst/>
            <a:cxnLst/>
            <a:rect l="0" t="0" r="0" b="0"/>
            <a:pathLst>
              <a:path h="1031126">
                <a:moveTo>
                  <a:pt x="0" y="0"/>
                </a:moveTo>
                <a:lnTo>
                  <a:pt x="0" y="1031126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68" name="pg2367"/>
          <p:cNvSpPr/>
          <p:nvPr/>
        </p:nvSpPr>
        <p:spPr>
          <a:xfrm>
            <a:off x="6722500" y="5261299"/>
            <a:ext cx="156325" cy="690063"/>
          </a:xfrm>
          <a:custGeom>
            <a:avLst/>
            <a:gdLst/>
            <a:ahLst/>
            <a:cxnLst/>
            <a:rect l="0" t="0" r="0" b="0"/>
            <a:pathLst>
              <a:path w="156325" h="690063">
                <a:moveTo>
                  <a:pt x="0" y="0"/>
                </a:moveTo>
                <a:lnTo>
                  <a:pt x="0" y="690063"/>
                </a:lnTo>
                <a:lnTo>
                  <a:pt x="156325" y="690063"/>
                </a:lnTo>
                <a:lnTo>
                  <a:pt x="156325" y="0"/>
                </a:lnTo>
                <a:close/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69" name="pl2368"/>
          <p:cNvSpPr/>
          <p:nvPr/>
        </p:nvSpPr>
        <p:spPr>
          <a:xfrm>
            <a:off x="6722500" y="5517413"/>
            <a:ext cx="156325" cy="0"/>
          </a:xfrm>
          <a:custGeom>
            <a:avLst/>
            <a:gdLst/>
            <a:ahLst/>
            <a:cxnLst/>
            <a:rect l="0" t="0" r="0" b="0"/>
            <a:pathLst>
              <a:path w="156325">
                <a:moveTo>
                  <a:pt x="0" y="0"/>
                </a:moveTo>
                <a:lnTo>
                  <a:pt x="156325" y="0"/>
                </a:lnTo>
              </a:path>
            </a:pathLst>
          </a:custGeom>
          <a:ln w="43362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70" name="pl2369"/>
          <p:cNvSpPr/>
          <p:nvPr/>
        </p:nvSpPr>
        <p:spPr>
          <a:xfrm>
            <a:off x="7884229" y="5178801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71" name="pl2370"/>
          <p:cNvSpPr/>
          <p:nvPr/>
        </p:nvSpPr>
        <p:spPr>
          <a:xfrm>
            <a:off x="7884229" y="5178801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72" name="pg2371"/>
          <p:cNvSpPr/>
          <p:nvPr/>
        </p:nvSpPr>
        <p:spPr>
          <a:xfrm>
            <a:off x="7806066" y="5178801"/>
            <a:ext cx="156325" cy="0"/>
          </a:xfrm>
          <a:custGeom>
            <a:avLst/>
            <a:gdLst/>
            <a:ahLst/>
            <a:cxnLst/>
            <a:rect l="0" t="0" r="0" b="0"/>
            <a:pathLst>
              <a:path w="156325">
                <a:moveTo>
                  <a:pt x="0" y="0"/>
                </a:moveTo>
                <a:lnTo>
                  <a:pt x="156325" y="0"/>
                </a:lnTo>
                <a:close/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73" name="pl2372"/>
          <p:cNvSpPr/>
          <p:nvPr/>
        </p:nvSpPr>
        <p:spPr>
          <a:xfrm>
            <a:off x="7806066" y="5178801"/>
            <a:ext cx="156325" cy="0"/>
          </a:xfrm>
          <a:custGeom>
            <a:avLst/>
            <a:gdLst/>
            <a:ahLst/>
            <a:cxnLst/>
            <a:rect l="0" t="0" r="0" b="0"/>
            <a:pathLst>
              <a:path w="156325">
                <a:moveTo>
                  <a:pt x="0" y="0"/>
                </a:moveTo>
                <a:lnTo>
                  <a:pt x="156325" y="0"/>
                </a:lnTo>
              </a:path>
            </a:pathLst>
          </a:custGeom>
          <a:ln w="43362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74" name="pg2373"/>
          <p:cNvSpPr/>
          <p:nvPr/>
        </p:nvSpPr>
        <p:spPr>
          <a:xfrm>
            <a:off x="5634015" y="4876319"/>
            <a:ext cx="2204189" cy="1610807"/>
          </a:xfrm>
          <a:custGeom>
            <a:avLst/>
            <a:gdLst/>
            <a:ahLst/>
            <a:cxnLst/>
            <a:rect l="0" t="0" r="0" b="0"/>
            <a:pathLst>
              <a:path w="2204189" h="1610807">
                <a:moveTo>
                  <a:pt x="0" y="1253889"/>
                </a:moveTo>
                <a:lnTo>
                  <a:pt x="484609" y="1034932"/>
                </a:lnTo>
                <a:lnTo>
                  <a:pt x="1109911" y="699745"/>
                </a:lnTo>
                <a:lnTo>
                  <a:pt x="1578887" y="410015"/>
                </a:lnTo>
                <a:lnTo>
                  <a:pt x="2204189" y="0"/>
                </a:lnTo>
                <a:lnTo>
                  <a:pt x="2204189" y="511978"/>
                </a:lnTo>
                <a:lnTo>
                  <a:pt x="1578887" y="769400"/>
                </a:lnTo>
                <a:lnTo>
                  <a:pt x="1109911" y="980248"/>
                </a:lnTo>
                <a:lnTo>
                  <a:pt x="484609" y="1312500"/>
                </a:lnTo>
                <a:lnTo>
                  <a:pt x="0" y="1610807"/>
                </a:lnTo>
                <a:close/>
              </a:path>
            </a:pathLst>
          </a:custGeom>
          <a:solidFill>
            <a:srgbClr val="2F7F6F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75" name="pl2374"/>
          <p:cNvSpPr/>
          <p:nvPr/>
        </p:nvSpPr>
        <p:spPr>
          <a:xfrm>
            <a:off x="5634015" y="4876319"/>
            <a:ext cx="2204189" cy="1253889"/>
          </a:xfrm>
          <a:custGeom>
            <a:avLst/>
            <a:gdLst/>
            <a:ahLst/>
            <a:cxnLst/>
            <a:rect l="0" t="0" r="0" b="0"/>
            <a:pathLst>
              <a:path w="2204189" h="1253889">
                <a:moveTo>
                  <a:pt x="0" y="1253889"/>
                </a:moveTo>
                <a:lnTo>
                  <a:pt x="484609" y="1034932"/>
                </a:lnTo>
                <a:lnTo>
                  <a:pt x="1109911" y="699745"/>
                </a:lnTo>
                <a:lnTo>
                  <a:pt x="1578887" y="410015"/>
                </a:lnTo>
                <a:lnTo>
                  <a:pt x="2204189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76" name="pl2375"/>
          <p:cNvSpPr/>
          <p:nvPr/>
        </p:nvSpPr>
        <p:spPr>
          <a:xfrm>
            <a:off x="5634015" y="5388297"/>
            <a:ext cx="2204189" cy="1098829"/>
          </a:xfrm>
          <a:custGeom>
            <a:avLst/>
            <a:gdLst/>
            <a:ahLst/>
            <a:cxnLst/>
            <a:rect l="0" t="0" r="0" b="0"/>
            <a:pathLst>
              <a:path w="2204189" h="1098829">
                <a:moveTo>
                  <a:pt x="2204189" y="0"/>
                </a:moveTo>
                <a:lnTo>
                  <a:pt x="1578887" y="257422"/>
                </a:lnTo>
                <a:lnTo>
                  <a:pt x="1109911" y="468270"/>
                </a:lnTo>
                <a:lnTo>
                  <a:pt x="484609" y="800522"/>
                </a:lnTo>
                <a:lnTo>
                  <a:pt x="0" y="1098829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77" name="pg2376"/>
          <p:cNvSpPr/>
          <p:nvPr/>
        </p:nvSpPr>
        <p:spPr>
          <a:xfrm>
            <a:off x="5634015" y="4936876"/>
            <a:ext cx="2204189" cy="1579772"/>
          </a:xfrm>
          <a:custGeom>
            <a:avLst/>
            <a:gdLst/>
            <a:ahLst/>
            <a:cxnLst/>
            <a:rect l="0" t="0" r="0" b="0"/>
            <a:pathLst>
              <a:path w="2204189" h="1579772">
                <a:moveTo>
                  <a:pt x="0" y="1272262"/>
                </a:moveTo>
                <a:lnTo>
                  <a:pt x="484609" y="1039682"/>
                </a:lnTo>
                <a:lnTo>
                  <a:pt x="1109911" y="697232"/>
                </a:lnTo>
                <a:lnTo>
                  <a:pt x="1578887" y="407558"/>
                </a:lnTo>
                <a:lnTo>
                  <a:pt x="2204189" y="0"/>
                </a:lnTo>
                <a:lnTo>
                  <a:pt x="2204189" y="419951"/>
                </a:lnTo>
                <a:lnTo>
                  <a:pt x="1578887" y="702345"/>
                </a:lnTo>
                <a:lnTo>
                  <a:pt x="1109911" y="930136"/>
                </a:lnTo>
                <a:lnTo>
                  <a:pt x="484609" y="1277638"/>
                </a:lnTo>
                <a:lnTo>
                  <a:pt x="0" y="1579772"/>
                </a:lnTo>
                <a:close/>
              </a:path>
            </a:pathLst>
          </a:custGeom>
          <a:solidFill>
            <a:srgbClr val="9C6B2F">
              <a:alpha val="14901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78" name="pl2377"/>
          <p:cNvSpPr/>
          <p:nvPr/>
        </p:nvSpPr>
        <p:spPr>
          <a:xfrm>
            <a:off x="5634015" y="4936876"/>
            <a:ext cx="2204189" cy="1272262"/>
          </a:xfrm>
          <a:custGeom>
            <a:avLst/>
            <a:gdLst/>
            <a:ahLst/>
            <a:cxnLst/>
            <a:rect l="0" t="0" r="0" b="0"/>
            <a:pathLst>
              <a:path w="2204189" h="1272262">
                <a:moveTo>
                  <a:pt x="0" y="1272262"/>
                </a:moveTo>
                <a:lnTo>
                  <a:pt x="484609" y="1039682"/>
                </a:lnTo>
                <a:lnTo>
                  <a:pt x="1109911" y="697232"/>
                </a:lnTo>
                <a:lnTo>
                  <a:pt x="1578887" y="407558"/>
                </a:lnTo>
                <a:lnTo>
                  <a:pt x="2204189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79" name="pl2378"/>
          <p:cNvSpPr/>
          <p:nvPr/>
        </p:nvSpPr>
        <p:spPr>
          <a:xfrm>
            <a:off x="5634015" y="5356828"/>
            <a:ext cx="2204189" cy="1159820"/>
          </a:xfrm>
          <a:custGeom>
            <a:avLst/>
            <a:gdLst/>
            <a:ahLst/>
            <a:cxnLst/>
            <a:rect l="0" t="0" r="0" b="0"/>
            <a:pathLst>
              <a:path w="2204189" h="1159820">
                <a:moveTo>
                  <a:pt x="2204189" y="0"/>
                </a:moveTo>
                <a:lnTo>
                  <a:pt x="1578887" y="282394"/>
                </a:lnTo>
                <a:lnTo>
                  <a:pt x="1109911" y="510184"/>
                </a:lnTo>
                <a:lnTo>
                  <a:pt x="484609" y="857686"/>
                </a:lnTo>
                <a:lnTo>
                  <a:pt x="0" y="115982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80" name="pl2379"/>
          <p:cNvSpPr/>
          <p:nvPr/>
        </p:nvSpPr>
        <p:spPr>
          <a:xfrm>
            <a:off x="5634015" y="5132308"/>
            <a:ext cx="2204189" cy="1176359"/>
          </a:xfrm>
          <a:custGeom>
            <a:avLst/>
            <a:gdLst/>
            <a:ahLst/>
            <a:cxnLst/>
            <a:rect l="0" t="0" r="0" b="0"/>
            <a:pathLst>
              <a:path w="2204189" h="1176359">
                <a:moveTo>
                  <a:pt x="0" y="1176359"/>
                </a:moveTo>
                <a:lnTo>
                  <a:pt x="484609" y="917727"/>
                </a:lnTo>
                <a:lnTo>
                  <a:pt x="1109911" y="584008"/>
                </a:lnTo>
                <a:lnTo>
                  <a:pt x="1578887" y="333718"/>
                </a:lnTo>
                <a:lnTo>
                  <a:pt x="2204189" y="0"/>
                </a:lnTo>
              </a:path>
            </a:pathLst>
          </a:custGeom>
          <a:ln w="3252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81" name="pl2380"/>
          <p:cNvSpPr/>
          <p:nvPr/>
        </p:nvSpPr>
        <p:spPr>
          <a:xfrm>
            <a:off x="5634015" y="5146852"/>
            <a:ext cx="2204189" cy="1216041"/>
          </a:xfrm>
          <a:custGeom>
            <a:avLst/>
            <a:gdLst/>
            <a:ahLst/>
            <a:cxnLst/>
            <a:rect l="0" t="0" r="0" b="0"/>
            <a:pathLst>
              <a:path w="2204189" h="1216041">
                <a:moveTo>
                  <a:pt x="0" y="1216041"/>
                </a:moveTo>
                <a:lnTo>
                  <a:pt x="484609" y="948684"/>
                </a:lnTo>
                <a:lnTo>
                  <a:pt x="1109911" y="603708"/>
                </a:lnTo>
                <a:lnTo>
                  <a:pt x="1578887" y="344976"/>
                </a:lnTo>
                <a:lnTo>
                  <a:pt x="2204189" y="0"/>
                </a:lnTo>
              </a:path>
            </a:pathLst>
          </a:custGeom>
          <a:ln w="3252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82" name="tx2381"/>
          <p:cNvSpPr/>
          <p:nvPr/>
        </p:nvSpPr>
        <p:spPr>
          <a:xfrm>
            <a:off x="5409911" y="4581128"/>
            <a:ext cx="2474457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Aboveground: Slope=0.384, </a:t>
            </a:r>
            <a:r>
              <a:rPr lang="en-US" altLang="zh-CN" sz="1100" i="1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100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 &lt; 0.00</a:t>
            </a:r>
            <a:r>
              <a:rPr lang="en-US" altLang="zh-CN" sz="1100" dirty="0">
                <a:solidFill>
                  <a:srgbClr val="2F7F6F">
                    <a:alpha val="100000"/>
                  </a:srgbClr>
                </a:solidFill>
                <a:latin typeface="Helvetica"/>
                <a:cs typeface="Helvetica"/>
              </a:rPr>
              <a:t>1</a:t>
            </a:r>
            <a:endParaRPr sz="1100" dirty="0">
              <a:solidFill>
                <a:srgbClr val="2F7F6F">
                  <a:alpha val="100000"/>
                </a:srgbClr>
              </a:solidFill>
              <a:latin typeface="Helvetica"/>
              <a:cs typeface="Helvetica"/>
            </a:endParaRPr>
          </a:p>
        </p:txBody>
      </p:sp>
      <p:sp>
        <p:nvSpPr>
          <p:cNvPr id="2383" name="tx2382"/>
          <p:cNvSpPr/>
          <p:nvPr/>
        </p:nvSpPr>
        <p:spPr>
          <a:xfrm>
            <a:off x="5409911" y="4725144"/>
            <a:ext cx="2461747" cy="820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9C6B2F">
                    <a:alpha val="100000"/>
                  </a:srgbClr>
                </a:solidFill>
                <a:latin typeface="Helvetica"/>
                <a:cs typeface="Helvetica"/>
              </a:rPr>
              <a:t>Belowground: Slope=0.397, </a:t>
            </a:r>
            <a:r>
              <a:rPr lang="en-US" altLang="zh-CN" sz="1100" i="1" dirty="0">
                <a:solidFill>
                  <a:srgbClr val="9C6B2F">
                    <a:alpha val="100000"/>
                  </a:srgbClr>
                </a:solidFill>
                <a:latin typeface="Helvetica"/>
                <a:cs typeface="Helvetica"/>
              </a:rPr>
              <a:t>p</a:t>
            </a:r>
            <a:r>
              <a:rPr sz="1100" dirty="0">
                <a:solidFill>
                  <a:srgbClr val="9C6B2F">
                    <a:alpha val="100000"/>
                  </a:srgbClr>
                </a:solidFill>
                <a:latin typeface="Helvetica"/>
                <a:cs typeface="Helvetica"/>
              </a:rPr>
              <a:t> &lt; 0.001</a:t>
            </a:r>
          </a:p>
        </p:txBody>
      </p:sp>
      <p:sp>
        <p:nvSpPr>
          <p:cNvPr id="2384" name="rc2383"/>
          <p:cNvSpPr/>
          <p:nvPr/>
        </p:nvSpPr>
        <p:spPr>
          <a:xfrm>
            <a:off x="5317673" y="4527025"/>
            <a:ext cx="2810705" cy="296558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85" name="pl2384"/>
          <p:cNvSpPr/>
          <p:nvPr/>
        </p:nvSpPr>
        <p:spPr>
          <a:xfrm>
            <a:off x="5317673" y="4527025"/>
            <a:ext cx="0" cy="2965581"/>
          </a:xfrm>
          <a:custGeom>
            <a:avLst/>
            <a:gdLst/>
            <a:ahLst/>
            <a:cxnLst/>
            <a:rect l="0" t="0" r="0" b="0"/>
            <a:pathLst>
              <a:path h="2965581">
                <a:moveTo>
                  <a:pt x="0" y="2965581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86" name="tx2385"/>
          <p:cNvSpPr/>
          <p:nvPr/>
        </p:nvSpPr>
        <p:spPr>
          <a:xfrm>
            <a:off x="5037483" y="7296707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0.0</a:t>
            </a:r>
          </a:p>
        </p:txBody>
      </p:sp>
      <p:sp>
        <p:nvSpPr>
          <p:cNvPr id="2387" name="tx2386"/>
          <p:cNvSpPr/>
          <p:nvPr/>
        </p:nvSpPr>
        <p:spPr>
          <a:xfrm>
            <a:off x="5037483" y="6862189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0.2</a:t>
            </a:r>
          </a:p>
        </p:txBody>
      </p:sp>
      <p:sp>
        <p:nvSpPr>
          <p:cNvPr id="2388" name="tx2387"/>
          <p:cNvSpPr/>
          <p:nvPr/>
        </p:nvSpPr>
        <p:spPr>
          <a:xfrm>
            <a:off x="5037483" y="6427672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0.4</a:t>
            </a:r>
          </a:p>
        </p:txBody>
      </p:sp>
      <p:sp>
        <p:nvSpPr>
          <p:cNvPr id="2389" name="tx2388"/>
          <p:cNvSpPr/>
          <p:nvPr/>
        </p:nvSpPr>
        <p:spPr>
          <a:xfrm>
            <a:off x="5037483" y="5993155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0.6</a:t>
            </a:r>
          </a:p>
        </p:txBody>
      </p:sp>
      <p:sp>
        <p:nvSpPr>
          <p:cNvPr id="2390" name="tx2389"/>
          <p:cNvSpPr/>
          <p:nvPr/>
        </p:nvSpPr>
        <p:spPr>
          <a:xfrm>
            <a:off x="5037483" y="5558637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0.8</a:t>
            </a:r>
          </a:p>
        </p:txBody>
      </p:sp>
      <p:sp>
        <p:nvSpPr>
          <p:cNvPr id="2391" name="tx2390"/>
          <p:cNvSpPr/>
          <p:nvPr/>
        </p:nvSpPr>
        <p:spPr>
          <a:xfrm>
            <a:off x="5037483" y="5124120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1.0</a:t>
            </a:r>
          </a:p>
        </p:txBody>
      </p:sp>
      <p:sp>
        <p:nvSpPr>
          <p:cNvPr id="2392" name="tx2391"/>
          <p:cNvSpPr/>
          <p:nvPr/>
        </p:nvSpPr>
        <p:spPr>
          <a:xfrm>
            <a:off x="5037483" y="4689602"/>
            <a:ext cx="211866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1.2</a:t>
            </a:r>
          </a:p>
        </p:txBody>
      </p:sp>
      <p:sp>
        <p:nvSpPr>
          <p:cNvPr id="2393" name="pl2392"/>
          <p:cNvSpPr/>
          <p:nvPr/>
        </p:nvSpPr>
        <p:spPr>
          <a:xfrm>
            <a:off x="5279716" y="7351388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94" name="pl2393"/>
          <p:cNvSpPr/>
          <p:nvPr/>
        </p:nvSpPr>
        <p:spPr>
          <a:xfrm>
            <a:off x="5279716" y="6916871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95" name="pl2394"/>
          <p:cNvSpPr/>
          <p:nvPr/>
        </p:nvSpPr>
        <p:spPr>
          <a:xfrm>
            <a:off x="5279716" y="6482353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96" name="pl2395"/>
          <p:cNvSpPr/>
          <p:nvPr/>
        </p:nvSpPr>
        <p:spPr>
          <a:xfrm>
            <a:off x="5279716" y="6047836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97" name="pl2396"/>
          <p:cNvSpPr/>
          <p:nvPr/>
        </p:nvSpPr>
        <p:spPr>
          <a:xfrm>
            <a:off x="5279716" y="5613318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98" name="pl2397"/>
          <p:cNvSpPr/>
          <p:nvPr/>
        </p:nvSpPr>
        <p:spPr>
          <a:xfrm>
            <a:off x="5279716" y="5178801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99" name="pl2398"/>
          <p:cNvSpPr/>
          <p:nvPr/>
        </p:nvSpPr>
        <p:spPr>
          <a:xfrm>
            <a:off x="5279716" y="4744283"/>
            <a:ext cx="37957" cy="0"/>
          </a:xfrm>
          <a:custGeom>
            <a:avLst/>
            <a:gdLst/>
            <a:ahLst/>
            <a:cxnLst/>
            <a:rect l="0" t="0" r="0" b="0"/>
            <a:pathLst>
              <a:path w="37957">
                <a:moveTo>
                  <a:pt x="0" y="0"/>
                </a:moveTo>
                <a:lnTo>
                  <a:pt x="37957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00" name="pl2399"/>
          <p:cNvSpPr/>
          <p:nvPr/>
        </p:nvSpPr>
        <p:spPr>
          <a:xfrm>
            <a:off x="5317673" y="7492606"/>
            <a:ext cx="2810705" cy="0"/>
          </a:xfrm>
          <a:custGeom>
            <a:avLst/>
            <a:gdLst/>
            <a:ahLst/>
            <a:cxnLst/>
            <a:rect l="0" t="0" r="0" b="0"/>
            <a:pathLst>
              <a:path w="2810705">
                <a:moveTo>
                  <a:pt x="0" y="0"/>
                </a:moveTo>
                <a:lnTo>
                  <a:pt x="2810705" y="0"/>
                </a:lnTo>
              </a:path>
            </a:pathLst>
          </a:custGeom>
          <a:ln w="14782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01" name="pl2400"/>
          <p:cNvSpPr/>
          <p:nvPr/>
        </p:nvSpPr>
        <p:spPr>
          <a:xfrm>
            <a:off x="5638934" y="7492606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02" name="pl2401"/>
          <p:cNvSpPr/>
          <p:nvPr/>
        </p:nvSpPr>
        <p:spPr>
          <a:xfrm>
            <a:off x="6722500" y="7492606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03" name="pl2402"/>
          <p:cNvSpPr/>
          <p:nvPr/>
        </p:nvSpPr>
        <p:spPr>
          <a:xfrm>
            <a:off x="7806066" y="7492606"/>
            <a:ext cx="0" cy="37957"/>
          </a:xfrm>
          <a:custGeom>
            <a:avLst/>
            <a:gdLst/>
            <a:ahLst/>
            <a:cxnLst/>
            <a:rect l="0" t="0" r="0" b="0"/>
            <a:pathLst>
              <a:path h="37957">
                <a:moveTo>
                  <a:pt x="0" y="37957"/>
                </a:moveTo>
                <a:lnTo>
                  <a:pt x="0" y="0"/>
                </a:lnTo>
              </a:path>
            </a:pathLst>
          </a:custGeom>
          <a:ln w="14782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04" name="tx2403"/>
          <p:cNvSpPr/>
          <p:nvPr/>
        </p:nvSpPr>
        <p:spPr>
          <a:xfrm>
            <a:off x="5596552" y="7560930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2</a:t>
            </a:r>
          </a:p>
        </p:txBody>
      </p:sp>
      <p:sp>
        <p:nvSpPr>
          <p:cNvPr id="2405" name="tx2404"/>
          <p:cNvSpPr/>
          <p:nvPr/>
        </p:nvSpPr>
        <p:spPr>
          <a:xfrm>
            <a:off x="6680118" y="7560930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4</a:t>
            </a:r>
          </a:p>
        </p:txBody>
      </p:sp>
      <p:sp>
        <p:nvSpPr>
          <p:cNvPr id="2406" name="tx2405"/>
          <p:cNvSpPr/>
          <p:nvPr/>
        </p:nvSpPr>
        <p:spPr>
          <a:xfrm>
            <a:off x="7763684" y="7560930"/>
            <a:ext cx="84764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D4D4D">
                    <a:alpha val="100000"/>
                  </a:srgbClr>
                </a:solidFill>
                <a:latin typeface="Helvetica"/>
                <a:cs typeface="Helvetica"/>
              </a:rPr>
              <a:t>8</a:t>
            </a:r>
          </a:p>
        </p:txBody>
      </p:sp>
      <p:sp>
        <p:nvSpPr>
          <p:cNvPr id="2407" name="tx2406"/>
          <p:cNvSpPr/>
          <p:nvPr/>
        </p:nvSpPr>
        <p:spPr>
          <a:xfrm>
            <a:off x="4355976" y="7749480"/>
            <a:ext cx="679033" cy="1184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Richness</a:t>
            </a:r>
          </a:p>
        </p:txBody>
      </p:sp>
      <p:sp>
        <p:nvSpPr>
          <p:cNvPr id="2408" name="tx2407"/>
          <p:cNvSpPr/>
          <p:nvPr/>
        </p:nvSpPr>
        <p:spPr>
          <a:xfrm rot="16200000">
            <a:off x="3421911" y="5950608"/>
            <a:ext cx="2890875" cy="11841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Proportion of variance between species</a:t>
            </a:r>
          </a:p>
        </p:txBody>
      </p:sp>
      <p:sp>
        <p:nvSpPr>
          <p:cNvPr id="2409" name="tx2408"/>
          <p:cNvSpPr/>
          <p:nvPr/>
        </p:nvSpPr>
        <p:spPr>
          <a:xfrm>
            <a:off x="5015484" y="4379441"/>
            <a:ext cx="217170" cy="1279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(c)</a:t>
            </a:r>
          </a:p>
        </p:txBody>
      </p:sp>
      <p:sp>
        <p:nvSpPr>
          <p:cNvPr id="2410" name="rc2409"/>
          <p:cNvSpPr/>
          <p:nvPr/>
        </p:nvSpPr>
        <p:spPr>
          <a:xfrm>
            <a:off x="4860032" y="888272"/>
            <a:ext cx="2838322" cy="143012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11" name="tx2410"/>
          <p:cNvSpPr/>
          <p:nvPr/>
        </p:nvSpPr>
        <p:spPr>
          <a:xfrm>
            <a:off x="4788024" y="905097"/>
            <a:ext cx="923178" cy="10936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Compartment</a:t>
            </a:r>
          </a:p>
        </p:txBody>
      </p:sp>
      <p:sp>
        <p:nvSpPr>
          <p:cNvPr id="2412" name="rc2411"/>
          <p:cNvSpPr/>
          <p:nvPr/>
        </p:nvSpPr>
        <p:spPr>
          <a:xfrm>
            <a:off x="5787118" y="902582"/>
            <a:ext cx="87709" cy="11439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13" name="pt2412"/>
          <p:cNvSpPr/>
          <p:nvPr/>
        </p:nvSpPr>
        <p:spPr>
          <a:xfrm>
            <a:off x="5798962" y="927768"/>
            <a:ext cx="64020" cy="64020"/>
          </a:xfrm>
          <a:prstGeom prst="ellipse">
            <a:avLst/>
          </a:prstGeom>
          <a:solidFill>
            <a:srgbClr val="2F7F6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14" name="pl2413"/>
          <p:cNvSpPr/>
          <p:nvPr/>
        </p:nvSpPr>
        <p:spPr>
          <a:xfrm>
            <a:off x="5830972" y="988376"/>
            <a:ext cx="0" cy="17158"/>
          </a:xfrm>
          <a:custGeom>
            <a:avLst/>
            <a:gdLst/>
            <a:ahLst/>
            <a:cxnLst/>
            <a:rect l="0" t="0" r="0" b="0"/>
            <a:pathLst>
              <a:path h="17158">
                <a:moveTo>
                  <a:pt x="0" y="1715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15" name="pl2414"/>
          <p:cNvSpPr/>
          <p:nvPr/>
        </p:nvSpPr>
        <p:spPr>
          <a:xfrm>
            <a:off x="5830972" y="914022"/>
            <a:ext cx="0" cy="17158"/>
          </a:xfrm>
          <a:custGeom>
            <a:avLst/>
            <a:gdLst/>
            <a:ahLst/>
            <a:cxnLst/>
            <a:rect l="0" t="0" r="0" b="0"/>
            <a:pathLst>
              <a:path h="17158">
                <a:moveTo>
                  <a:pt x="0" y="1715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16" name="rc2415"/>
          <p:cNvSpPr/>
          <p:nvPr/>
        </p:nvSpPr>
        <p:spPr>
          <a:xfrm>
            <a:off x="5798081" y="931180"/>
            <a:ext cx="65781" cy="57195"/>
          </a:xfrm>
          <a:prstGeom prst="rect">
            <a:avLst/>
          </a:pr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17" name="pl2416"/>
          <p:cNvSpPr/>
          <p:nvPr/>
        </p:nvSpPr>
        <p:spPr>
          <a:xfrm>
            <a:off x="5798081" y="959778"/>
            <a:ext cx="65781" cy="0"/>
          </a:xfrm>
          <a:custGeom>
            <a:avLst/>
            <a:gdLst/>
            <a:ahLst/>
            <a:cxnLst/>
            <a:rect l="0" t="0" r="0" b="0"/>
            <a:pathLst>
              <a:path w="65781">
                <a:moveTo>
                  <a:pt x="0" y="0"/>
                </a:moveTo>
                <a:lnTo>
                  <a:pt x="65781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18" name="pl2417"/>
          <p:cNvSpPr/>
          <p:nvPr/>
        </p:nvSpPr>
        <p:spPr>
          <a:xfrm>
            <a:off x="5830972" y="1005535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19" name="pl2418"/>
          <p:cNvSpPr/>
          <p:nvPr/>
        </p:nvSpPr>
        <p:spPr>
          <a:xfrm>
            <a:off x="5830972" y="914022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2F7F6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20" name="pl2419"/>
          <p:cNvSpPr/>
          <p:nvPr/>
        </p:nvSpPr>
        <p:spPr>
          <a:xfrm>
            <a:off x="5795888" y="959778"/>
            <a:ext cx="70167" cy="0"/>
          </a:xfrm>
          <a:custGeom>
            <a:avLst/>
            <a:gdLst/>
            <a:ahLst/>
            <a:cxnLst/>
            <a:rect l="0" t="0" r="0" b="0"/>
            <a:pathLst>
              <a:path w="70167">
                <a:moveTo>
                  <a:pt x="0" y="0"/>
                </a:moveTo>
                <a:lnTo>
                  <a:pt x="70167" y="0"/>
                </a:lnTo>
              </a:path>
            </a:pathLst>
          </a:custGeom>
          <a:ln w="32521" cap="flat">
            <a:solidFill>
              <a:srgbClr val="2F7F6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21" name="rc2420"/>
          <p:cNvSpPr/>
          <p:nvPr/>
        </p:nvSpPr>
        <p:spPr>
          <a:xfrm>
            <a:off x="6823510" y="902582"/>
            <a:ext cx="87709" cy="11439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22" name="pt2421"/>
          <p:cNvSpPr/>
          <p:nvPr/>
        </p:nvSpPr>
        <p:spPr>
          <a:xfrm>
            <a:off x="6835354" y="927768"/>
            <a:ext cx="64020" cy="64020"/>
          </a:xfrm>
          <a:prstGeom prst="ellipse">
            <a:avLst/>
          </a:prstGeom>
          <a:solidFill>
            <a:srgbClr val="9C6B2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23" name="pl2422"/>
          <p:cNvSpPr/>
          <p:nvPr/>
        </p:nvSpPr>
        <p:spPr>
          <a:xfrm>
            <a:off x="6867365" y="988376"/>
            <a:ext cx="0" cy="17158"/>
          </a:xfrm>
          <a:custGeom>
            <a:avLst/>
            <a:gdLst/>
            <a:ahLst/>
            <a:cxnLst/>
            <a:rect l="0" t="0" r="0" b="0"/>
            <a:pathLst>
              <a:path h="17158">
                <a:moveTo>
                  <a:pt x="0" y="1715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24" name="pl2423"/>
          <p:cNvSpPr/>
          <p:nvPr/>
        </p:nvSpPr>
        <p:spPr>
          <a:xfrm>
            <a:off x="6867365" y="914022"/>
            <a:ext cx="0" cy="17158"/>
          </a:xfrm>
          <a:custGeom>
            <a:avLst/>
            <a:gdLst/>
            <a:ahLst/>
            <a:cxnLst/>
            <a:rect l="0" t="0" r="0" b="0"/>
            <a:pathLst>
              <a:path h="17158">
                <a:moveTo>
                  <a:pt x="0" y="17158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25" name="rc2424"/>
          <p:cNvSpPr/>
          <p:nvPr/>
        </p:nvSpPr>
        <p:spPr>
          <a:xfrm>
            <a:off x="6834474" y="931180"/>
            <a:ext cx="65781" cy="57195"/>
          </a:xfrm>
          <a:prstGeom prst="rect">
            <a:avLst/>
          </a:pr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26" name="pl2425"/>
          <p:cNvSpPr/>
          <p:nvPr/>
        </p:nvSpPr>
        <p:spPr>
          <a:xfrm>
            <a:off x="6834474" y="959778"/>
            <a:ext cx="65781" cy="0"/>
          </a:xfrm>
          <a:custGeom>
            <a:avLst/>
            <a:gdLst/>
            <a:ahLst/>
            <a:cxnLst/>
            <a:rect l="0" t="0" r="0" b="0"/>
            <a:pathLst>
              <a:path w="65781">
                <a:moveTo>
                  <a:pt x="0" y="0"/>
                </a:moveTo>
                <a:lnTo>
                  <a:pt x="65781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27" name="pl2426"/>
          <p:cNvSpPr/>
          <p:nvPr/>
        </p:nvSpPr>
        <p:spPr>
          <a:xfrm>
            <a:off x="6867365" y="1005535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28" name="pl2427"/>
          <p:cNvSpPr/>
          <p:nvPr/>
        </p:nvSpPr>
        <p:spPr>
          <a:xfrm>
            <a:off x="6867365" y="914022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1681" cap="flat">
            <a:solidFill>
              <a:srgbClr val="9C6B2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29" name="pl2428"/>
          <p:cNvSpPr/>
          <p:nvPr/>
        </p:nvSpPr>
        <p:spPr>
          <a:xfrm>
            <a:off x="6832281" y="959778"/>
            <a:ext cx="70167" cy="0"/>
          </a:xfrm>
          <a:custGeom>
            <a:avLst/>
            <a:gdLst/>
            <a:ahLst/>
            <a:cxnLst/>
            <a:rect l="0" t="0" r="0" b="0"/>
            <a:pathLst>
              <a:path w="70167">
                <a:moveTo>
                  <a:pt x="0" y="0"/>
                </a:moveTo>
                <a:lnTo>
                  <a:pt x="70167" y="0"/>
                </a:lnTo>
              </a:path>
            </a:pathLst>
          </a:custGeom>
          <a:ln w="32521" cap="flat">
            <a:solidFill>
              <a:srgbClr val="9C6B2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30" name="tx2429"/>
          <p:cNvSpPr/>
          <p:nvPr/>
        </p:nvSpPr>
        <p:spPr>
          <a:xfrm>
            <a:off x="5950742" y="916070"/>
            <a:ext cx="724844" cy="874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Aboveground</a:t>
            </a:r>
          </a:p>
        </p:txBody>
      </p:sp>
      <p:sp>
        <p:nvSpPr>
          <p:cNvPr id="2431" name="tx2430"/>
          <p:cNvSpPr/>
          <p:nvPr/>
        </p:nvSpPr>
        <p:spPr>
          <a:xfrm>
            <a:off x="6987135" y="916070"/>
            <a:ext cx="711220" cy="874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Belowground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/>
          </a:p>
        </p:txBody>
      </p:sp>
      <p:grpSp>
        <p:nvGrpSpPr>
          <p:cNvPr id="3" name="Group 2"/>
          <p:cNvGrpSpPr/>
          <p:nvPr/>
        </p:nvGrpSpPr>
        <p:grpSpPr>
          <a:xfrm>
            <a:off x="914400" y="914400"/>
            <a:ext cx="5486400" cy="4572000"/>
            <a:chOff x="914400" y="914400"/>
            <a:chExt cx="5486400" cy="45720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4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2101731" y="1274400"/>
              <a:ext cx="4119068" cy="33443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pl6"/>
            <p:cNvSpPr/>
            <p:nvPr/>
          </p:nvSpPr>
          <p:spPr>
            <a:xfrm>
              <a:off x="4203848" y="1274400"/>
              <a:ext cx="0" cy="3344394"/>
            </a:xfrm>
            <a:custGeom>
              <a:avLst/>
              <a:gdLst/>
              <a:ahLst/>
              <a:cxnLst/>
              <a:rect l="0" t="0" r="0" b="0"/>
              <a:pathLst>
                <a:path h="3344394">
                  <a:moveTo>
                    <a:pt x="0" y="33443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3950843" y="1384412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8"/>
            <p:cNvSpPr/>
            <p:nvPr/>
          </p:nvSpPr>
          <p:spPr>
            <a:xfrm>
              <a:off x="3617331" y="1406415"/>
              <a:ext cx="333511" cy="0"/>
            </a:xfrm>
            <a:custGeom>
              <a:avLst/>
              <a:gdLst/>
              <a:ahLst/>
              <a:cxnLst/>
              <a:rect l="0" t="0" r="0" b="0"/>
              <a:pathLst>
                <a:path w="333511">
                  <a:moveTo>
                    <a:pt x="333511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9"/>
            <p:cNvSpPr/>
            <p:nvPr/>
          </p:nvSpPr>
          <p:spPr>
            <a:xfrm>
              <a:off x="3617331" y="1384412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5870882" y="1604438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4410748" y="1626441"/>
              <a:ext cx="1460134" cy="0"/>
            </a:xfrm>
            <a:custGeom>
              <a:avLst/>
              <a:gdLst/>
              <a:ahLst/>
              <a:cxnLst/>
              <a:rect l="0" t="0" r="0" b="0"/>
              <a:pathLst>
                <a:path w="1460134">
                  <a:moveTo>
                    <a:pt x="1460134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2"/>
            <p:cNvSpPr/>
            <p:nvPr/>
          </p:nvSpPr>
          <p:spPr>
            <a:xfrm>
              <a:off x="4410748" y="1604438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3"/>
            <p:cNvSpPr/>
            <p:nvPr/>
          </p:nvSpPr>
          <p:spPr>
            <a:xfrm>
              <a:off x="5985378" y="1824464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4"/>
            <p:cNvSpPr/>
            <p:nvPr/>
          </p:nvSpPr>
          <p:spPr>
            <a:xfrm>
              <a:off x="4567434" y="1846467"/>
              <a:ext cx="1417943" cy="0"/>
            </a:xfrm>
            <a:custGeom>
              <a:avLst/>
              <a:gdLst/>
              <a:ahLst/>
              <a:cxnLst/>
              <a:rect l="0" t="0" r="0" b="0"/>
              <a:pathLst>
                <a:path w="1417943">
                  <a:moveTo>
                    <a:pt x="1417943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5"/>
            <p:cNvSpPr/>
            <p:nvPr/>
          </p:nvSpPr>
          <p:spPr>
            <a:xfrm>
              <a:off x="4567434" y="1824464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6"/>
            <p:cNvSpPr/>
            <p:nvPr/>
          </p:nvSpPr>
          <p:spPr>
            <a:xfrm>
              <a:off x="4167609" y="2044490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7"/>
            <p:cNvSpPr/>
            <p:nvPr/>
          </p:nvSpPr>
          <p:spPr>
            <a:xfrm>
              <a:off x="3401218" y="2066493"/>
              <a:ext cx="766391" cy="0"/>
            </a:xfrm>
            <a:custGeom>
              <a:avLst/>
              <a:gdLst/>
              <a:ahLst/>
              <a:cxnLst/>
              <a:rect l="0" t="0" r="0" b="0"/>
              <a:pathLst>
                <a:path w="766391">
                  <a:moveTo>
                    <a:pt x="766391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8"/>
            <p:cNvSpPr/>
            <p:nvPr/>
          </p:nvSpPr>
          <p:spPr>
            <a:xfrm>
              <a:off x="3401218" y="2044490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19"/>
            <p:cNvSpPr/>
            <p:nvPr/>
          </p:nvSpPr>
          <p:spPr>
            <a:xfrm>
              <a:off x="3657878" y="2264516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2288961" y="2286519"/>
              <a:ext cx="1368916" cy="0"/>
            </a:xfrm>
            <a:custGeom>
              <a:avLst/>
              <a:gdLst/>
              <a:ahLst/>
              <a:cxnLst/>
              <a:rect l="0" t="0" r="0" b="0"/>
              <a:pathLst>
                <a:path w="1368916">
                  <a:moveTo>
                    <a:pt x="1368916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2288961" y="2264516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2"/>
            <p:cNvSpPr/>
            <p:nvPr/>
          </p:nvSpPr>
          <p:spPr>
            <a:xfrm>
              <a:off x="5423788" y="2484542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3745313" y="2506545"/>
              <a:ext cx="1678474" cy="0"/>
            </a:xfrm>
            <a:custGeom>
              <a:avLst/>
              <a:gdLst/>
              <a:ahLst/>
              <a:cxnLst/>
              <a:rect l="0" t="0" r="0" b="0"/>
              <a:pathLst>
                <a:path w="1678474">
                  <a:moveTo>
                    <a:pt x="1678474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3745313" y="2484542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5"/>
            <p:cNvSpPr/>
            <p:nvPr/>
          </p:nvSpPr>
          <p:spPr>
            <a:xfrm>
              <a:off x="4586745" y="2704568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6"/>
            <p:cNvSpPr/>
            <p:nvPr/>
          </p:nvSpPr>
          <p:spPr>
            <a:xfrm>
              <a:off x="4105046" y="2726571"/>
              <a:ext cx="481699" cy="0"/>
            </a:xfrm>
            <a:custGeom>
              <a:avLst/>
              <a:gdLst/>
              <a:ahLst/>
              <a:cxnLst/>
              <a:rect l="0" t="0" r="0" b="0"/>
              <a:pathLst>
                <a:path w="481699">
                  <a:moveTo>
                    <a:pt x="481699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7"/>
            <p:cNvSpPr/>
            <p:nvPr/>
          </p:nvSpPr>
          <p:spPr>
            <a:xfrm>
              <a:off x="4105046" y="2704568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8"/>
            <p:cNvSpPr/>
            <p:nvPr/>
          </p:nvSpPr>
          <p:spPr>
            <a:xfrm>
              <a:off x="6033569" y="2924594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29"/>
            <p:cNvSpPr/>
            <p:nvPr/>
          </p:nvSpPr>
          <p:spPr>
            <a:xfrm>
              <a:off x="4795862" y="2946597"/>
              <a:ext cx="1237707" cy="0"/>
            </a:xfrm>
            <a:custGeom>
              <a:avLst/>
              <a:gdLst/>
              <a:ahLst/>
              <a:cxnLst/>
              <a:rect l="0" t="0" r="0" b="0"/>
              <a:pathLst>
                <a:path w="1237707">
                  <a:moveTo>
                    <a:pt x="1237707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0"/>
            <p:cNvSpPr/>
            <p:nvPr/>
          </p:nvSpPr>
          <p:spPr>
            <a:xfrm>
              <a:off x="4795862" y="2924594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1"/>
            <p:cNvSpPr/>
            <p:nvPr/>
          </p:nvSpPr>
          <p:spPr>
            <a:xfrm>
              <a:off x="4375087" y="3144620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2"/>
            <p:cNvSpPr/>
            <p:nvPr/>
          </p:nvSpPr>
          <p:spPr>
            <a:xfrm>
              <a:off x="3603704" y="3166623"/>
              <a:ext cx="771383" cy="0"/>
            </a:xfrm>
            <a:custGeom>
              <a:avLst/>
              <a:gdLst/>
              <a:ahLst/>
              <a:cxnLst/>
              <a:rect l="0" t="0" r="0" b="0"/>
              <a:pathLst>
                <a:path w="771383">
                  <a:moveTo>
                    <a:pt x="771383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3"/>
            <p:cNvSpPr/>
            <p:nvPr/>
          </p:nvSpPr>
          <p:spPr>
            <a:xfrm>
              <a:off x="3603704" y="3144620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4"/>
            <p:cNvSpPr/>
            <p:nvPr/>
          </p:nvSpPr>
          <p:spPr>
            <a:xfrm>
              <a:off x="4103288" y="3364646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5"/>
            <p:cNvSpPr/>
            <p:nvPr/>
          </p:nvSpPr>
          <p:spPr>
            <a:xfrm>
              <a:off x="3296734" y="3386648"/>
              <a:ext cx="806553" cy="0"/>
            </a:xfrm>
            <a:custGeom>
              <a:avLst/>
              <a:gdLst/>
              <a:ahLst/>
              <a:cxnLst/>
              <a:rect l="0" t="0" r="0" b="0"/>
              <a:pathLst>
                <a:path w="806553">
                  <a:moveTo>
                    <a:pt x="806553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6"/>
            <p:cNvSpPr/>
            <p:nvPr/>
          </p:nvSpPr>
          <p:spPr>
            <a:xfrm>
              <a:off x="3296734" y="3364646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7"/>
            <p:cNvSpPr/>
            <p:nvPr/>
          </p:nvSpPr>
          <p:spPr>
            <a:xfrm>
              <a:off x="5339685" y="3584672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8"/>
            <p:cNvSpPr/>
            <p:nvPr/>
          </p:nvSpPr>
          <p:spPr>
            <a:xfrm>
              <a:off x="4578067" y="3606674"/>
              <a:ext cx="761617" cy="0"/>
            </a:xfrm>
            <a:custGeom>
              <a:avLst/>
              <a:gdLst/>
              <a:ahLst/>
              <a:cxnLst/>
              <a:rect l="0" t="0" r="0" b="0"/>
              <a:pathLst>
                <a:path w="761617">
                  <a:moveTo>
                    <a:pt x="761617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4578067" y="3584672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151643" y="3804698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3156347" y="3826700"/>
              <a:ext cx="1995296" cy="0"/>
            </a:xfrm>
            <a:custGeom>
              <a:avLst/>
              <a:gdLst/>
              <a:ahLst/>
              <a:cxnLst/>
              <a:rect l="0" t="0" r="0" b="0"/>
              <a:pathLst>
                <a:path w="1995296">
                  <a:moveTo>
                    <a:pt x="1995296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3156347" y="3804698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719399" y="4024724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2812638" y="4046726"/>
              <a:ext cx="1906760" cy="0"/>
            </a:xfrm>
            <a:custGeom>
              <a:avLst/>
              <a:gdLst/>
              <a:ahLst/>
              <a:cxnLst/>
              <a:rect l="0" t="0" r="0" b="0"/>
              <a:pathLst>
                <a:path w="1906760">
                  <a:moveTo>
                    <a:pt x="190676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2812638" y="4024724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027169" y="4244750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2966010" y="4266752"/>
              <a:ext cx="2061158" cy="0"/>
            </a:xfrm>
            <a:custGeom>
              <a:avLst/>
              <a:gdLst/>
              <a:ahLst/>
              <a:cxnLst/>
              <a:rect l="0" t="0" r="0" b="0"/>
              <a:pathLst>
                <a:path w="2061158">
                  <a:moveTo>
                    <a:pt x="2061158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8"/>
            <p:cNvSpPr/>
            <p:nvPr/>
          </p:nvSpPr>
          <p:spPr>
            <a:xfrm>
              <a:off x="2966010" y="4244750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49"/>
            <p:cNvSpPr/>
            <p:nvPr/>
          </p:nvSpPr>
          <p:spPr>
            <a:xfrm>
              <a:off x="3851497" y="4464776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0"/>
            <p:cNvSpPr/>
            <p:nvPr/>
          </p:nvSpPr>
          <p:spPr>
            <a:xfrm>
              <a:off x="3077419" y="4486778"/>
              <a:ext cx="774078" cy="0"/>
            </a:xfrm>
            <a:custGeom>
              <a:avLst/>
              <a:gdLst/>
              <a:ahLst/>
              <a:cxnLst/>
              <a:rect l="0" t="0" r="0" b="0"/>
              <a:pathLst>
                <a:path w="774078">
                  <a:moveTo>
                    <a:pt x="774078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1"/>
            <p:cNvSpPr/>
            <p:nvPr/>
          </p:nvSpPr>
          <p:spPr>
            <a:xfrm>
              <a:off x="3077419" y="4464776"/>
              <a:ext cx="0" cy="44005"/>
            </a:xfrm>
            <a:custGeom>
              <a:avLst/>
              <a:gdLst/>
              <a:ahLst/>
              <a:cxnLst/>
              <a:rect l="0" t="0" r="0" b="0"/>
              <a:pathLst>
                <a:path h="44005">
                  <a:moveTo>
                    <a:pt x="0" y="4400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2"/>
            <p:cNvSpPr/>
            <p:nvPr/>
          </p:nvSpPr>
          <p:spPr>
            <a:xfrm>
              <a:off x="3732635" y="1354963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3"/>
            <p:cNvSpPr/>
            <p:nvPr/>
          </p:nvSpPr>
          <p:spPr>
            <a:xfrm>
              <a:off x="5089363" y="1574989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4"/>
            <p:cNvSpPr/>
            <p:nvPr/>
          </p:nvSpPr>
          <p:spPr>
            <a:xfrm>
              <a:off x="5224954" y="1795015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5"/>
            <p:cNvSpPr/>
            <p:nvPr/>
          </p:nvSpPr>
          <p:spPr>
            <a:xfrm>
              <a:off x="3732962" y="2015041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6"/>
            <p:cNvSpPr/>
            <p:nvPr/>
          </p:nvSpPr>
          <p:spPr>
            <a:xfrm>
              <a:off x="2921967" y="2235067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7"/>
            <p:cNvSpPr/>
            <p:nvPr/>
          </p:nvSpPr>
          <p:spPr>
            <a:xfrm>
              <a:off x="4533099" y="2455093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8"/>
            <p:cNvSpPr/>
            <p:nvPr/>
          </p:nvSpPr>
          <p:spPr>
            <a:xfrm>
              <a:off x="4294444" y="2675119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59"/>
            <p:cNvSpPr/>
            <p:nvPr/>
          </p:nvSpPr>
          <p:spPr>
            <a:xfrm>
              <a:off x="5363264" y="2895145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0"/>
            <p:cNvSpPr/>
            <p:nvPr/>
          </p:nvSpPr>
          <p:spPr>
            <a:xfrm>
              <a:off x="3937943" y="3115171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1"/>
            <p:cNvSpPr/>
            <p:nvPr/>
          </p:nvSpPr>
          <p:spPr>
            <a:xfrm>
              <a:off x="3648559" y="3335197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2"/>
            <p:cNvSpPr/>
            <p:nvPr/>
          </p:nvSpPr>
          <p:spPr>
            <a:xfrm>
              <a:off x="4907424" y="3555223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3"/>
            <p:cNvSpPr/>
            <p:nvPr/>
          </p:nvSpPr>
          <p:spPr>
            <a:xfrm>
              <a:off x="4102543" y="3775248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4"/>
            <p:cNvSpPr/>
            <p:nvPr/>
          </p:nvSpPr>
          <p:spPr>
            <a:xfrm>
              <a:off x="3714566" y="3995274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5"/>
            <p:cNvSpPr/>
            <p:nvPr/>
          </p:nvSpPr>
          <p:spPr>
            <a:xfrm>
              <a:off x="3945138" y="4215300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6"/>
            <p:cNvSpPr/>
            <p:nvPr/>
          </p:nvSpPr>
          <p:spPr>
            <a:xfrm>
              <a:off x="3413006" y="4435326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7"/>
            <p:cNvSpPr/>
            <p:nvPr/>
          </p:nvSpPr>
          <p:spPr>
            <a:xfrm>
              <a:off x="2101731" y="1274400"/>
              <a:ext cx="4119068" cy="3344394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69" name="pl68"/>
            <p:cNvSpPr/>
            <p:nvPr/>
          </p:nvSpPr>
          <p:spPr>
            <a:xfrm>
              <a:off x="2101731" y="1274400"/>
              <a:ext cx="0" cy="3344394"/>
            </a:xfrm>
            <a:custGeom>
              <a:avLst/>
              <a:gdLst/>
              <a:ahLst/>
              <a:cxnLst/>
              <a:rect l="0" t="0" r="0" b="0"/>
              <a:pathLst>
                <a:path h="3344394">
                  <a:moveTo>
                    <a:pt x="0" y="334439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69"/>
            <p:cNvSpPr/>
            <p:nvPr/>
          </p:nvSpPr>
          <p:spPr>
            <a:xfrm>
              <a:off x="1303441" y="4436669"/>
              <a:ext cx="729965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Below_PC2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1303441" y="4216643"/>
              <a:ext cx="729965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Below_PC1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1746194" y="3996617"/>
              <a:ext cx="28721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SRA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1746377" y="3776591"/>
              <a:ext cx="28703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RTD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1831690" y="3556565"/>
              <a:ext cx="201716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RD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1761647" y="3336539"/>
              <a:ext cx="271759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SRL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1287714" y="3116513"/>
              <a:ext cx="74569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Above_PC2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1287714" y="2896488"/>
              <a:ext cx="74569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Above_PC1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1629608" y="2676462"/>
              <a:ext cx="403799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Height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1823826" y="2456436"/>
              <a:ext cx="20958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Chl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1746194" y="2236410"/>
              <a:ext cx="28721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SSD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1637563" y="2016384"/>
              <a:ext cx="39584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LDMC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1769328" y="1796358"/>
              <a:ext cx="26407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SLA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1746102" y="1576332"/>
              <a:ext cx="28730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MLA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1761739" y="1356306"/>
              <a:ext cx="27166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LTO</a:t>
              </a:r>
            </a:p>
          </p:txBody>
        </p:sp>
        <p:sp>
          <p:nvSpPr>
            <p:cNvPr id="85" name="pl84"/>
            <p:cNvSpPr/>
            <p:nvPr/>
          </p:nvSpPr>
          <p:spPr>
            <a:xfrm>
              <a:off x="2063773" y="448677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5"/>
            <p:cNvSpPr/>
            <p:nvPr/>
          </p:nvSpPr>
          <p:spPr>
            <a:xfrm>
              <a:off x="2063773" y="4266752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6"/>
            <p:cNvSpPr/>
            <p:nvPr/>
          </p:nvSpPr>
          <p:spPr>
            <a:xfrm>
              <a:off x="2063773" y="4046726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7"/>
            <p:cNvSpPr/>
            <p:nvPr/>
          </p:nvSpPr>
          <p:spPr>
            <a:xfrm>
              <a:off x="2063773" y="3826700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88"/>
            <p:cNvSpPr/>
            <p:nvPr/>
          </p:nvSpPr>
          <p:spPr>
            <a:xfrm>
              <a:off x="2063773" y="3606674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89"/>
            <p:cNvSpPr/>
            <p:nvPr/>
          </p:nvSpPr>
          <p:spPr>
            <a:xfrm>
              <a:off x="2063773" y="338664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0"/>
            <p:cNvSpPr/>
            <p:nvPr/>
          </p:nvSpPr>
          <p:spPr>
            <a:xfrm>
              <a:off x="2063773" y="3166623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1"/>
            <p:cNvSpPr/>
            <p:nvPr/>
          </p:nvSpPr>
          <p:spPr>
            <a:xfrm>
              <a:off x="2063773" y="2946597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92"/>
            <p:cNvSpPr/>
            <p:nvPr/>
          </p:nvSpPr>
          <p:spPr>
            <a:xfrm>
              <a:off x="2063773" y="2726571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l93"/>
            <p:cNvSpPr/>
            <p:nvPr/>
          </p:nvSpPr>
          <p:spPr>
            <a:xfrm>
              <a:off x="2063773" y="2506545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l94"/>
            <p:cNvSpPr/>
            <p:nvPr/>
          </p:nvSpPr>
          <p:spPr>
            <a:xfrm>
              <a:off x="2063773" y="2286519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l95"/>
            <p:cNvSpPr/>
            <p:nvPr/>
          </p:nvSpPr>
          <p:spPr>
            <a:xfrm>
              <a:off x="2063773" y="2066493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l96"/>
            <p:cNvSpPr/>
            <p:nvPr/>
          </p:nvSpPr>
          <p:spPr>
            <a:xfrm>
              <a:off x="2063773" y="1846467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l97"/>
            <p:cNvSpPr/>
            <p:nvPr/>
          </p:nvSpPr>
          <p:spPr>
            <a:xfrm>
              <a:off x="2063773" y="1626441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l98"/>
            <p:cNvSpPr/>
            <p:nvPr/>
          </p:nvSpPr>
          <p:spPr>
            <a:xfrm>
              <a:off x="2063773" y="1406415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l99"/>
            <p:cNvSpPr/>
            <p:nvPr/>
          </p:nvSpPr>
          <p:spPr>
            <a:xfrm>
              <a:off x="2101731" y="4618794"/>
              <a:ext cx="4119068" cy="0"/>
            </a:xfrm>
            <a:custGeom>
              <a:avLst/>
              <a:gdLst/>
              <a:ahLst/>
              <a:cxnLst/>
              <a:rect l="0" t="0" r="0" b="0"/>
              <a:pathLst>
                <a:path w="4119068">
                  <a:moveTo>
                    <a:pt x="0" y="0"/>
                  </a:moveTo>
                  <a:lnTo>
                    <a:pt x="4119068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0"/>
            <p:cNvSpPr/>
            <p:nvPr/>
          </p:nvSpPr>
          <p:spPr>
            <a:xfrm>
              <a:off x="2328754" y="4618794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1"/>
            <p:cNvSpPr/>
            <p:nvPr/>
          </p:nvSpPr>
          <p:spPr>
            <a:xfrm>
              <a:off x="3266301" y="4618794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2"/>
            <p:cNvSpPr/>
            <p:nvPr/>
          </p:nvSpPr>
          <p:spPr>
            <a:xfrm>
              <a:off x="4203848" y="4618794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3"/>
            <p:cNvSpPr/>
            <p:nvPr/>
          </p:nvSpPr>
          <p:spPr>
            <a:xfrm>
              <a:off x="5141396" y="4618794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4"/>
            <p:cNvSpPr/>
            <p:nvPr/>
          </p:nvSpPr>
          <p:spPr>
            <a:xfrm>
              <a:off x="6078943" y="4618794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tx105"/>
            <p:cNvSpPr/>
            <p:nvPr/>
          </p:nvSpPr>
          <p:spPr>
            <a:xfrm>
              <a:off x="2169511" y="4687118"/>
              <a:ext cx="318485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-0.50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3107058" y="4687118"/>
              <a:ext cx="318485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-0.25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4067877" y="4687118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5005425" y="4687118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5942972" y="4687118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2785047" y="4899982"/>
              <a:ext cx="2752435" cy="118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Regression coefficients (Richness)</a:t>
              </a:r>
            </a:p>
          </p:txBody>
        </p:sp>
        <p:sp>
          <p:nvSpPr>
            <p:cNvPr id="112" name="tx111"/>
            <p:cNvSpPr/>
            <p:nvPr/>
          </p:nvSpPr>
          <p:spPr>
            <a:xfrm rot="-5400000">
              <a:off x="938449" y="2887161"/>
              <a:ext cx="357804" cy="118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Trait</a:t>
              </a:r>
            </a:p>
          </p:txBody>
        </p:sp>
        <p:sp>
          <p:nvSpPr>
            <p:cNvPr id="113" name="rc112"/>
            <p:cNvSpPr/>
            <p:nvPr/>
          </p:nvSpPr>
          <p:spPr>
            <a:xfrm>
              <a:off x="2721813" y="5163387"/>
              <a:ext cx="2878904" cy="14301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4" name="tx113"/>
            <p:cNvSpPr/>
            <p:nvPr/>
          </p:nvSpPr>
          <p:spPr>
            <a:xfrm>
              <a:off x="2721813" y="5180212"/>
              <a:ext cx="923178" cy="1093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Compartment</a:t>
              </a:r>
            </a:p>
          </p:txBody>
        </p:sp>
        <p:sp>
          <p:nvSpPr>
            <p:cNvPr id="115" name="rc114"/>
            <p:cNvSpPr/>
            <p:nvPr/>
          </p:nvSpPr>
          <p:spPr>
            <a:xfrm>
              <a:off x="3720906" y="5177698"/>
              <a:ext cx="107999" cy="1143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6" name="pl115"/>
            <p:cNvSpPr/>
            <p:nvPr/>
          </p:nvSpPr>
          <p:spPr>
            <a:xfrm>
              <a:off x="3731706" y="5234893"/>
              <a:ext cx="86399" cy="0"/>
            </a:xfrm>
            <a:custGeom>
              <a:avLst/>
              <a:gdLst/>
              <a:ahLst/>
              <a:cxnLst/>
              <a:rect l="0" t="0" r="0" b="0"/>
              <a:pathLst>
                <a:path w="86399">
                  <a:moveTo>
                    <a:pt x="0" y="0"/>
                  </a:moveTo>
                  <a:lnTo>
                    <a:pt x="86399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6"/>
            <p:cNvSpPr/>
            <p:nvPr/>
          </p:nvSpPr>
          <p:spPr>
            <a:xfrm>
              <a:off x="3723454" y="5183442"/>
              <a:ext cx="102903" cy="102903"/>
            </a:xfrm>
            <a:prstGeom prst="ellipse">
              <a:avLst/>
            </a:prstGeom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7"/>
            <p:cNvSpPr/>
            <p:nvPr/>
          </p:nvSpPr>
          <p:spPr>
            <a:xfrm>
              <a:off x="4705582" y="5177698"/>
              <a:ext cx="107999" cy="1143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9" name="pl118"/>
            <p:cNvSpPr/>
            <p:nvPr/>
          </p:nvSpPr>
          <p:spPr>
            <a:xfrm>
              <a:off x="4716382" y="5234893"/>
              <a:ext cx="86399" cy="0"/>
            </a:xfrm>
            <a:custGeom>
              <a:avLst/>
              <a:gdLst/>
              <a:ahLst/>
              <a:cxnLst/>
              <a:rect l="0" t="0" r="0" b="0"/>
              <a:pathLst>
                <a:path w="86399">
                  <a:moveTo>
                    <a:pt x="0" y="0"/>
                  </a:moveTo>
                  <a:lnTo>
                    <a:pt x="86399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19"/>
            <p:cNvSpPr/>
            <p:nvPr/>
          </p:nvSpPr>
          <p:spPr>
            <a:xfrm>
              <a:off x="4708130" y="5183442"/>
              <a:ext cx="102903" cy="102903"/>
            </a:xfrm>
            <a:prstGeom prst="ellipse">
              <a:avLst/>
            </a:prstGeom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tx120"/>
            <p:cNvSpPr/>
            <p:nvPr/>
          </p:nvSpPr>
          <p:spPr>
            <a:xfrm>
              <a:off x="3904822" y="5191185"/>
              <a:ext cx="724844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Aboveground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4889497" y="5191185"/>
              <a:ext cx="711220" cy="874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Belowground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396</Words>
  <Application>Microsoft Macintosh PowerPoint</Application>
  <PresentationFormat>On-screen Show (4:3)</PresentationFormat>
  <Paragraphs>212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Jing Yang</cp:lastModifiedBy>
  <cp:revision>4</cp:revision>
  <dcterms:created xsi:type="dcterms:W3CDTF">2017-02-13T16:18:36Z</dcterms:created>
  <dcterms:modified xsi:type="dcterms:W3CDTF">2026-07-20T12:15:03Z</dcterms:modified>
  <cp:category/>
</cp:coreProperties>
</file>