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6120000"/>
            <a:chOff x="914400" y="914400"/>
            <a:chExt cx="6120000" cy="6120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83989" y="983989"/>
              <a:ext cx="3123520" cy="17533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4107509" y="983989"/>
              <a:ext cx="2857301" cy="17533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983989" y="2737371"/>
              <a:ext cx="3123520" cy="17533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07509" y="2737371"/>
              <a:ext cx="2857301" cy="17533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83989" y="4490753"/>
              <a:ext cx="3123520" cy="247405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4107509" y="4490753"/>
              <a:ext cx="2857301" cy="247405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1405201" y="1287054"/>
              <a:ext cx="2575782" cy="102910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541943" y="212603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555941" y="207499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494209" y="215182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559407" y="214971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572593" y="216853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546938" y="206092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571618" y="200092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512885" y="213786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539200" y="219009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559163" y="204608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312689" y="219618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276535" y="215018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2238134" y="171254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235010" y="209179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2290974" y="214575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51633" y="219213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325407" y="221095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285052" y="208580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240195" y="162150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243028" y="175686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234943" y="220410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234940" y="205686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292585" y="201617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2244961" y="202324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308120" y="214066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269709" y="209716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269065" y="175102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273469" y="185008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3066253" y="2166837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3047061" y="200924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48041" y="217596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2989698" y="224130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3081337" y="205692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75569" y="215919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3077554" y="149637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3015872" y="219225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3002378" y="194348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2999248" y="170216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988668" y="130575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3037958" y="187096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999863" y="199103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3084254" y="188962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028437" y="197228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3003007" y="208254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036542" y="201950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3060469" y="200896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3014905" y="208148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3034751" y="207383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3805701" y="208641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3835829" y="208474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3736946" y="2053308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3753545" y="215285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3809120" y="188473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3819311" y="189771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3810670" y="205497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3832521" y="200032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3761581" y="193590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3750817" y="177350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3795670" y="182151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3801578" y="172288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3834085" y="189032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3765285" y="184313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3775854" y="213005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3791718" y="201249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3783049" y="194590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3788865" y="198979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3808405" y="180435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3761715" y="196897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3756126" y="187238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3807028" y="179274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3762454" y="191241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3807145" y="189081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" name="pl84"/>
            <p:cNvSpPr/>
            <p:nvPr/>
          </p:nvSpPr>
          <p:spPr>
            <a:xfrm>
              <a:off x="1560920" y="2008742"/>
              <a:ext cx="2250170" cy="161037"/>
            </a:xfrm>
            <a:custGeom>
              <a:avLst/>
              <a:pathLst>
                <a:path w="2250170" h="161037">
                  <a:moveTo>
                    <a:pt x="0" y="161037"/>
                  </a:moveTo>
                  <a:lnTo>
                    <a:pt x="144494" y="150696"/>
                  </a:lnTo>
                  <a:lnTo>
                    <a:pt x="271948" y="141574"/>
                  </a:lnTo>
                  <a:lnTo>
                    <a:pt x="385959" y="133415"/>
                  </a:lnTo>
                  <a:lnTo>
                    <a:pt x="489094" y="126034"/>
                  </a:lnTo>
                  <a:lnTo>
                    <a:pt x="583249" y="119296"/>
                  </a:lnTo>
                  <a:lnTo>
                    <a:pt x="669864" y="113097"/>
                  </a:lnTo>
                  <a:lnTo>
                    <a:pt x="750056" y="107358"/>
                  </a:lnTo>
                  <a:lnTo>
                    <a:pt x="824714" y="102015"/>
                  </a:lnTo>
                  <a:lnTo>
                    <a:pt x="894551" y="97017"/>
                  </a:lnTo>
                  <a:lnTo>
                    <a:pt x="960153" y="92322"/>
                  </a:lnTo>
                  <a:lnTo>
                    <a:pt x="1022005" y="87895"/>
                  </a:lnTo>
                  <a:lnTo>
                    <a:pt x="1080511" y="83708"/>
                  </a:lnTo>
                  <a:lnTo>
                    <a:pt x="1136016" y="79736"/>
                  </a:lnTo>
                  <a:lnTo>
                    <a:pt x="1188812" y="75957"/>
                  </a:lnTo>
                  <a:lnTo>
                    <a:pt x="1239151" y="72355"/>
                  </a:lnTo>
                  <a:lnTo>
                    <a:pt x="1287252" y="68912"/>
                  </a:lnTo>
                  <a:lnTo>
                    <a:pt x="1333306" y="65616"/>
                  </a:lnTo>
                  <a:lnTo>
                    <a:pt x="1377480" y="62455"/>
                  </a:lnTo>
                  <a:lnTo>
                    <a:pt x="1419921" y="59418"/>
                  </a:lnTo>
                  <a:lnTo>
                    <a:pt x="1460760" y="56495"/>
                  </a:lnTo>
                  <a:lnTo>
                    <a:pt x="1500113" y="53679"/>
                  </a:lnTo>
                  <a:lnTo>
                    <a:pt x="1538086" y="50961"/>
                  </a:lnTo>
                  <a:lnTo>
                    <a:pt x="1574771" y="48336"/>
                  </a:lnTo>
                  <a:lnTo>
                    <a:pt x="1610253" y="45796"/>
                  </a:lnTo>
                  <a:lnTo>
                    <a:pt x="1644608" y="43338"/>
                  </a:lnTo>
                  <a:lnTo>
                    <a:pt x="1677906" y="40955"/>
                  </a:lnTo>
                  <a:lnTo>
                    <a:pt x="1710210" y="38643"/>
                  </a:lnTo>
                  <a:lnTo>
                    <a:pt x="1741578" y="36398"/>
                  </a:lnTo>
                  <a:lnTo>
                    <a:pt x="1772062" y="34216"/>
                  </a:lnTo>
                  <a:lnTo>
                    <a:pt x="1801710" y="32094"/>
                  </a:lnTo>
                  <a:lnTo>
                    <a:pt x="1830568" y="30029"/>
                  </a:lnTo>
                  <a:lnTo>
                    <a:pt x="1858676" y="28017"/>
                  </a:lnTo>
                  <a:lnTo>
                    <a:pt x="1886073" y="26057"/>
                  </a:lnTo>
                  <a:lnTo>
                    <a:pt x="1912792" y="24145"/>
                  </a:lnTo>
                  <a:lnTo>
                    <a:pt x="1938869" y="22278"/>
                  </a:lnTo>
                  <a:lnTo>
                    <a:pt x="1964331" y="20456"/>
                  </a:lnTo>
                  <a:lnTo>
                    <a:pt x="1989208" y="18676"/>
                  </a:lnTo>
                  <a:lnTo>
                    <a:pt x="2013526" y="16935"/>
                  </a:lnTo>
                  <a:lnTo>
                    <a:pt x="2037309" y="15233"/>
                  </a:lnTo>
                  <a:lnTo>
                    <a:pt x="2060581" y="13568"/>
                  </a:lnTo>
                  <a:lnTo>
                    <a:pt x="2083363" y="11937"/>
                  </a:lnTo>
                  <a:lnTo>
                    <a:pt x="2105676" y="10341"/>
                  </a:lnTo>
                  <a:lnTo>
                    <a:pt x="2127537" y="8776"/>
                  </a:lnTo>
                  <a:lnTo>
                    <a:pt x="2148965" y="7242"/>
                  </a:lnTo>
                  <a:lnTo>
                    <a:pt x="2169978" y="5739"/>
                  </a:lnTo>
                  <a:lnTo>
                    <a:pt x="2190590" y="4263"/>
                  </a:lnTo>
                  <a:lnTo>
                    <a:pt x="2210817" y="2816"/>
                  </a:lnTo>
                  <a:lnTo>
                    <a:pt x="2230672" y="1395"/>
                  </a:lnTo>
                  <a:lnTo>
                    <a:pt x="2250170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5"/>
            <p:cNvSpPr/>
            <p:nvPr/>
          </p:nvSpPr>
          <p:spPr>
            <a:xfrm>
              <a:off x="1560920" y="1965115"/>
              <a:ext cx="2250170" cy="230394"/>
            </a:xfrm>
            <a:custGeom>
              <a:avLst/>
              <a:pathLst>
                <a:path w="2250170" h="230394">
                  <a:moveTo>
                    <a:pt x="0" y="230394"/>
                  </a:moveTo>
                  <a:lnTo>
                    <a:pt x="144494" y="215599"/>
                  </a:lnTo>
                  <a:lnTo>
                    <a:pt x="271948" y="202549"/>
                  </a:lnTo>
                  <a:lnTo>
                    <a:pt x="385959" y="190876"/>
                  </a:lnTo>
                  <a:lnTo>
                    <a:pt x="489094" y="180316"/>
                  </a:lnTo>
                  <a:lnTo>
                    <a:pt x="583249" y="170675"/>
                  </a:lnTo>
                  <a:lnTo>
                    <a:pt x="669864" y="161807"/>
                  </a:lnTo>
                  <a:lnTo>
                    <a:pt x="750056" y="153596"/>
                  </a:lnTo>
                  <a:lnTo>
                    <a:pt x="824714" y="145952"/>
                  </a:lnTo>
                  <a:lnTo>
                    <a:pt x="894551" y="138801"/>
                  </a:lnTo>
                  <a:lnTo>
                    <a:pt x="960153" y="132084"/>
                  </a:lnTo>
                  <a:lnTo>
                    <a:pt x="1022005" y="125751"/>
                  </a:lnTo>
                  <a:lnTo>
                    <a:pt x="1080511" y="119761"/>
                  </a:lnTo>
                  <a:lnTo>
                    <a:pt x="1136016" y="114078"/>
                  </a:lnTo>
                  <a:lnTo>
                    <a:pt x="1188812" y="108672"/>
                  </a:lnTo>
                  <a:lnTo>
                    <a:pt x="1239151" y="103518"/>
                  </a:lnTo>
                  <a:lnTo>
                    <a:pt x="1287252" y="98592"/>
                  </a:lnTo>
                  <a:lnTo>
                    <a:pt x="1333306" y="93877"/>
                  </a:lnTo>
                  <a:lnTo>
                    <a:pt x="1377480" y="89354"/>
                  </a:lnTo>
                  <a:lnTo>
                    <a:pt x="1419921" y="85009"/>
                  </a:lnTo>
                  <a:lnTo>
                    <a:pt x="1460760" y="80827"/>
                  </a:lnTo>
                  <a:lnTo>
                    <a:pt x="1500113" y="76798"/>
                  </a:lnTo>
                  <a:lnTo>
                    <a:pt x="1538086" y="72910"/>
                  </a:lnTo>
                  <a:lnTo>
                    <a:pt x="1574771" y="69153"/>
                  </a:lnTo>
                  <a:lnTo>
                    <a:pt x="1610253" y="65521"/>
                  </a:lnTo>
                  <a:lnTo>
                    <a:pt x="1644608" y="62003"/>
                  </a:lnTo>
                  <a:lnTo>
                    <a:pt x="1677906" y="58593"/>
                  </a:lnTo>
                  <a:lnTo>
                    <a:pt x="1710210" y="55286"/>
                  </a:lnTo>
                  <a:lnTo>
                    <a:pt x="1741578" y="52074"/>
                  </a:lnTo>
                  <a:lnTo>
                    <a:pt x="1772062" y="48953"/>
                  </a:lnTo>
                  <a:lnTo>
                    <a:pt x="1801710" y="45917"/>
                  </a:lnTo>
                  <a:lnTo>
                    <a:pt x="1830568" y="42962"/>
                  </a:lnTo>
                  <a:lnTo>
                    <a:pt x="1858676" y="40085"/>
                  </a:lnTo>
                  <a:lnTo>
                    <a:pt x="1886073" y="37279"/>
                  </a:lnTo>
                  <a:lnTo>
                    <a:pt x="1912792" y="34544"/>
                  </a:lnTo>
                  <a:lnTo>
                    <a:pt x="1938869" y="31874"/>
                  </a:lnTo>
                  <a:lnTo>
                    <a:pt x="1964331" y="29267"/>
                  </a:lnTo>
                  <a:lnTo>
                    <a:pt x="1989208" y="26719"/>
                  </a:lnTo>
                  <a:lnTo>
                    <a:pt x="2013526" y="24229"/>
                  </a:lnTo>
                  <a:lnTo>
                    <a:pt x="2037309" y="21794"/>
                  </a:lnTo>
                  <a:lnTo>
                    <a:pt x="2060581" y="19411"/>
                  </a:lnTo>
                  <a:lnTo>
                    <a:pt x="2083363" y="17079"/>
                  </a:lnTo>
                  <a:lnTo>
                    <a:pt x="2105676" y="14794"/>
                  </a:lnTo>
                  <a:lnTo>
                    <a:pt x="2127537" y="12556"/>
                  </a:lnTo>
                  <a:lnTo>
                    <a:pt x="2148965" y="10362"/>
                  </a:lnTo>
                  <a:lnTo>
                    <a:pt x="2169978" y="8210"/>
                  </a:lnTo>
                  <a:lnTo>
                    <a:pt x="2190590" y="6100"/>
                  </a:lnTo>
                  <a:lnTo>
                    <a:pt x="2210817" y="4029"/>
                  </a:lnTo>
                  <a:lnTo>
                    <a:pt x="2230672" y="1996"/>
                  </a:lnTo>
                  <a:lnTo>
                    <a:pt x="2250170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" name="pl86"/>
            <p:cNvSpPr/>
            <p:nvPr/>
          </p:nvSpPr>
          <p:spPr>
            <a:xfrm>
              <a:off x="1560920" y="2115963"/>
              <a:ext cx="2250170" cy="81235"/>
            </a:xfrm>
            <a:custGeom>
              <a:avLst/>
              <a:pathLst>
                <a:path w="2250170" h="81235">
                  <a:moveTo>
                    <a:pt x="0" y="81235"/>
                  </a:moveTo>
                  <a:lnTo>
                    <a:pt x="144494" y="76018"/>
                  </a:lnTo>
                  <a:lnTo>
                    <a:pt x="271948" y="71417"/>
                  </a:lnTo>
                  <a:lnTo>
                    <a:pt x="385959" y="67301"/>
                  </a:lnTo>
                  <a:lnTo>
                    <a:pt x="489094" y="63578"/>
                  </a:lnTo>
                  <a:lnTo>
                    <a:pt x="583249" y="60178"/>
                  </a:lnTo>
                  <a:lnTo>
                    <a:pt x="669864" y="57051"/>
                  </a:lnTo>
                  <a:lnTo>
                    <a:pt x="750056" y="54156"/>
                  </a:lnTo>
                  <a:lnTo>
                    <a:pt x="824714" y="51461"/>
                  </a:lnTo>
                  <a:lnTo>
                    <a:pt x="894551" y="48940"/>
                  </a:lnTo>
                  <a:lnTo>
                    <a:pt x="960153" y="46571"/>
                  </a:lnTo>
                  <a:lnTo>
                    <a:pt x="1022005" y="44339"/>
                  </a:lnTo>
                  <a:lnTo>
                    <a:pt x="1080511" y="42226"/>
                  </a:lnTo>
                  <a:lnTo>
                    <a:pt x="1136016" y="40223"/>
                  </a:lnTo>
                  <a:lnTo>
                    <a:pt x="1188812" y="38316"/>
                  </a:lnTo>
                  <a:lnTo>
                    <a:pt x="1239151" y="36499"/>
                  </a:lnTo>
                  <a:lnTo>
                    <a:pt x="1287252" y="34763"/>
                  </a:lnTo>
                  <a:lnTo>
                    <a:pt x="1333306" y="33100"/>
                  </a:lnTo>
                  <a:lnTo>
                    <a:pt x="1377480" y="31505"/>
                  </a:lnTo>
                  <a:lnTo>
                    <a:pt x="1419921" y="29973"/>
                  </a:lnTo>
                  <a:lnTo>
                    <a:pt x="1460760" y="28499"/>
                  </a:lnTo>
                  <a:lnTo>
                    <a:pt x="1500113" y="27078"/>
                  </a:lnTo>
                  <a:lnTo>
                    <a:pt x="1538086" y="25707"/>
                  </a:lnTo>
                  <a:lnTo>
                    <a:pt x="1574771" y="24383"/>
                  </a:lnTo>
                  <a:lnTo>
                    <a:pt x="1610253" y="23102"/>
                  </a:lnTo>
                  <a:lnTo>
                    <a:pt x="1644608" y="21861"/>
                  </a:lnTo>
                  <a:lnTo>
                    <a:pt x="1677906" y="20659"/>
                  </a:lnTo>
                  <a:lnTo>
                    <a:pt x="1710210" y="19493"/>
                  </a:lnTo>
                  <a:lnTo>
                    <a:pt x="1741578" y="18361"/>
                  </a:lnTo>
                  <a:lnTo>
                    <a:pt x="1772062" y="17260"/>
                  </a:lnTo>
                  <a:lnTo>
                    <a:pt x="1801710" y="16190"/>
                  </a:lnTo>
                  <a:lnTo>
                    <a:pt x="1830568" y="15148"/>
                  </a:lnTo>
                  <a:lnTo>
                    <a:pt x="1858676" y="14133"/>
                  </a:lnTo>
                  <a:lnTo>
                    <a:pt x="1886073" y="13144"/>
                  </a:lnTo>
                  <a:lnTo>
                    <a:pt x="1912792" y="12179"/>
                  </a:lnTo>
                  <a:lnTo>
                    <a:pt x="1938869" y="11238"/>
                  </a:lnTo>
                  <a:lnTo>
                    <a:pt x="1964331" y="10319"/>
                  </a:lnTo>
                  <a:lnTo>
                    <a:pt x="1989208" y="9421"/>
                  </a:lnTo>
                  <a:lnTo>
                    <a:pt x="2013526" y="8543"/>
                  </a:lnTo>
                  <a:lnTo>
                    <a:pt x="2037309" y="7684"/>
                  </a:lnTo>
                  <a:lnTo>
                    <a:pt x="2060581" y="6844"/>
                  </a:lnTo>
                  <a:lnTo>
                    <a:pt x="2083363" y="6022"/>
                  </a:lnTo>
                  <a:lnTo>
                    <a:pt x="2105676" y="5216"/>
                  </a:lnTo>
                  <a:lnTo>
                    <a:pt x="2127537" y="4427"/>
                  </a:lnTo>
                  <a:lnTo>
                    <a:pt x="2148965" y="3653"/>
                  </a:lnTo>
                  <a:lnTo>
                    <a:pt x="2169978" y="2895"/>
                  </a:lnTo>
                  <a:lnTo>
                    <a:pt x="2190590" y="2150"/>
                  </a:lnTo>
                  <a:lnTo>
                    <a:pt x="2210817" y="1420"/>
                  </a:lnTo>
                  <a:lnTo>
                    <a:pt x="2230672" y="703"/>
                  </a:lnTo>
                  <a:lnTo>
                    <a:pt x="2250170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8" name="pl87"/>
            <p:cNvSpPr/>
            <p:nvPr/>
          </p:nvSpPr>
          <p:spPr>
            <a:xfrm>
              <a:off x="1560920" y="1844055"/>
              <a:ext cx="2250170" cy="230311"/>
            </a:xfrm>
            <a:custGeom>
              <a:avLst/>
              <a:pathLst>
                <a:path w="2250170" h="230311">
                  <a:moveTo>
                    <a:pt x="0" y="230311"/>
                  </a:moveTo>
                  <a:lnTo>
                    <a:pt x="144494" y="215521"/>
                  </a:lnTo>
                  <a:lnTo>
                    <a:pt x="271948" y="202476"/>
                  </a:lnTo>
                  <a:lnTo>
                    <a:pt x="385959" y="190807"/>
                  </a:lnTo>
                  <a:lnTo>
                    <a:pt x="489094" y="180251"/>
                  </a:lnTo>
                  <a:lnTo>
                    <a:pt x="583249" y="170614"/>
                  </a:lnTo>
                  <a:lnTo>
                    <a:pt x="669864" y="161748"/>
                  </a:lnTo>
                  <a:lnTo>
                    <a:pt x="750056" y="153540"/>
                  </a:lnTo>
                  <a:lnTo>
                    <a:pt x="824714" y="145899"/>
                  </a:lnTo>
                  <a:lnTo>
                    <a:pt x="894551" y="138751"/>
                  </a:lnTo>
                  <a:lnTo>
                    <a:pt x="960153" y="132036"/>
                  </a:lnTo>
                  <a:lnTo>
                    <a:pt x="1022005" y="125706"/>
                  </a:lnTo>
                  <a:lnTo>
                    <a:pt x="1080511" y="119717"/>
                  </a:lnTo>
                  <a:lnTo>
                    <a:pt x="1136016" y="114036"/>
                  </a:lnTo>
                  <a:lnTo>
                    <a:pt x="1188812" y="108633"/>
                  </a:lnTo>
                  <a:lnTo>
                    <a:pt x="1239151" y="103480"/>
                  </a:lnTo>
                  <a:lnTo>
                    <a:pt x="1287252" y="98557"/>
                  </a:lnTo>
                  <a:lnTo>
                    <a:pt x="1333306" y="93843"/>
                  </a:lnTo>
                  <a:lnTo>
                    <a:pt x="1377480" y="89322"/>
                  </a:lnTo>
                  <a:lnTo>
                    <a:pt x="1419921" y="84978"/>
                  </a:lnTo>
                  <a:lnTo>
                    <a:pt x="1460760" y="80798"/>
                  </a:lnTo>
                  <a:lnTo>
                    <a:pt x="1500113" y="76770"/>
                  </a:lnTo>
                  <a:lnTo>
                    <a:pt x="1538086" y="72883"/>
                  </a:lnTo>
                  <a:lnTo>
                    <a:pt x="1574771" y="69129"/>
                  </a:lnTo>
                  <a:lnTo>
                    <a:pt x="1610253" y="65497"/>
                  </a:lnTo>
                  <a:lnTo>
                    <a:pt x="1644608" y="61981"/>
                  </a:lnTo>
                  <a:lnTo>
                    <a:pt x="1677906" y="58572"/>
                  </a:lnTo>
                  <a:lnTo>
                    <a:pt x="1710210" y="55266"/>
                  </a:lnTo>
                  <a:lnTo>
                    <a:pt x="1741578" y="52055"/>
                  </a:lnTo>
                  <a:lnTo>
                    <a:pt x="1772062" y="48935"/>
                  </a:lnTo>
                  <a:lnTo>
                    <a:pt x="1801710" y="45901"/>
                  </a:lnTo>
                  <a:lnTo>
                    <a:pt x="1830568" y="42947"/>
                  </a:lnTo>
                  <a:lnTo>
                    <a:pt x="1858676" y="40070"/>
                  </a:lnTo>
                  <a:lnTo>
                    <a:pt x="1886073" y="37266"/>
                  </a:lnTo>
                  <a:lnTo>
                    <a:pt x="1912792" y="34531"/>
                  </a:lnTo>
                  <a:lnTo>
                    <a:pt x="1938869" y="31862"/>
                  </a:lnTo>
                  <a:lnTo>
                    <a:pt x="1964331" y="29256"/>
                  </a:lnTo>
                  <a:lnTo>
                    <a:pt x="1989208" y="26710"/>
                  </a:lnTo>
                  <a:lnTo>
                    <a:pt x="2013526" y="24221"/>
                  </a:lnTo>
                  <a:lnTo>
                    <a:pt x="2037309" y="21786"/>
                  </a:lnTo>
                  <a:lnTo>
                    <a:pt x="2060581" y="19404"/>
                  </a:lnTo>
                  <a:lnTo>
                    <a:pt x="2083363" y="17073"/>
                  </a:lnTo>
                  <a:lnTo>
                    <a:pt x="2105676" y="14789"/>
                  </a:lnTo>
                  <a:lnTo>
                    <a:pt x="2127537" y="12551"/>
                  </a:lnTo>
                  <a:lnTo>
                    <a:pt x="2148965" y="10358"/>
                  </a:lnTo>
                  <a:lnTo>
                    <a:pt x="2169978" y="8207"/>
                  </a:lnTo>
                  <a:lnTo>
                    <a:pt x="2190590" y="6098"/>
                  </a:lnTo>
                  <a:lnTo>
                    <a:pt x="2210817" y="4027"/>
                  </a:lnTo>
                  <a:lnTo>
                    <a:pt x="2230672" y="1995"/>
                  </a:lnTo>
                  <a:lnTo>
                    <a:pt x="2250170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9" name="pl88"/>
            <p:cNvSpPr/>
            <p:nvPr/>
          </p:nvSpPr>
          <p:spPr>
            <a:xfrm>
              <a:off x="1560920" y="1997545"/>
              <a:ext cx="2250170" cy="203933"/>
            </a:xfrm>
            <a:custGeom>
              <a:avLst/>
              <a:pathLst>
                <a:path w="2250170" h="203933">
                  <a:moveTo>
                    <a:pt x="0" y="203933"/>
                  </a:moveTo>
                  <a:lnTo>
                    <a:pt x="144494" y="190837"/>
                  </a:lnTo>
                  <a:lnTo>
                    <a:pt x="271948" y="179286"/>
                  </a:lnTo>
                  <a:lnTo>
                    <a:pt x="385959" y="168953"/>
                  </a:lnTo>
                  <a:lnTo>
                    <a:pt x="489094" y="159606"/>
                  </a:lnTo>
                  <a:lnTo>
                    <a:pt x="583249" y="151073"/>
                  </a:lnTo>
                  <a:lnTo>
                    <a:pt x="669864" y="143223"/>
                  </a:lnTo>
                  <a:lnTo>
                    <a:pt x="750056" y="135955"/>
                  </a:lnTo>
                  <a:lnTo>
                    <a:pt x="824714" y="129189"/>
                  </a:lnTo>
                  <a:lnTo>
                    <a:pt x="894551" y="122860"/>
                  </a:lnTo>
                  <a:lnTo>
                    <a:pt x="960153" y="116914"/>
                  </a:lnTo>
                  <a:lnTo>
                    <a:pt x="1022005" y="111308"/>
                  </a:lnTo>
                  <a:lnTo>
                    <a:pt x="1080511" y="106006"/>
                  </a:lnTo>
                  <a:lnTo>
                    <a:pt x="1136016" y="100976"/>
                  </a:lnTo>
                  <a:lnTo>
                    <a:pt x="1188812" y="96191"/>
                  </a:lnTo>
                  <a:lnTo>
                    <a:pt x="1239151" y="91628"/>
                  </a:lnTo>
                  <a:lnTo>
                    <a:pt x="1287252" y="87269"/>
                  </a:lnTo>
                  <a:lnTo>
                    <a:pt x="1333306" y="83095"/>
                  </a:lnTo>
                  <a:lnTo>
                    <a:pt x="1377480" y="79092"/>
                  </a:lnTo>
                  <a:lnTo>
                    <a:pt x="1419921" y="75245"/>
                  </a:lnTo>
                  <a:lnTo>
                    <a:pt x="1460760" y="71544"/>
                  </a:lnTo>
                  <a:lnTo>
                    <a:pt x="1500113" y="67977"/>
                  </a:lnTo>
                  <a:lnTo>
                    <a:pt x="1538086" y="64536"/>
                  </a:lnTo>
                  <a:lnTo>
                    <a:pt x="1574771" y="61211"/>
                  </a:lnTo>
                  <a:lnTo>
                    <a:pt x="1610253" y="57995"/>
                  </a:lnTo>
                  <a:lnTo>
                    <a:pt x="1644608" y="54882"/>
                  </a:lnTo>
                  <a:lnTo>
                    <a:pt x="1677906" y="51864"/>
                  </a:lnTo>
                  <a:lnTo>
                    <a:pt x="1710210" y="48936"/>
                  </a:lnTo>
                  <a:lnTo>
                    <a:pt x="1741578" y="46093"/>
                  </a:lnTo>
                  <a:lnTo>
                    <a:pt x="1772062" y="43331"/>
                  </a:lnTo>
                  <a:lnTo>
                    <a:pt x="1801710" y="40644"/>
                  </a:lnTo>
                  <a:lnTo>
                    <a:pt x="1830568" y="38028"/>
                  </a:lnTo>
                  <a:lnTo>
                    <a:pt x="1858676" y="35481"/>
                  </a:lnTo>
                  <a:lnTo>
                    <a:pt x="1886073" y="32998"/>
                  </a:lnTo>
                  <a:lnTo>
                    <a:pt x="1912792" y="30576"/>
                  </a:lnTo>
                  <a:lnTo>
                    <a:pt x="1938869" y="28213"/>
                  </a:lnTo>
                  <a:lnTo>
                    <a:pt x="1964331" y="25905"/>
                  </a:lnTo>
                  <a:lnTo>
                    <a:pt x="1989208" y="23651"/>
                  </a:lnTo>
                  <a:lnTo>
                    <a:pt x="2013526" y="21447"/>
                  </a:lnTo>
                  <a:lnTo>
                    <a:pt x="2037309" y="19291"/>
                  </a:lnTo>
                  <a:lnTo>
                    <a:pt x="2060581" y="17182"/>
                  </a:lnTo>
                  <a:lnTo>
                    <a:pt x="2083363" y="15117"/>
                  </a:lnTo>
                  <a:lnTo>
                    <a:pt x="2105676" y="13095"/>
                  </a:lnTo>
                  <a:lnTo>
                    <a:pt x="2127537" y="11114"/>
                  </a:lnTo>
                  <a:lnTo>
                    <a:pt x="2148965" y="9172"/>
                  </a:lnTo>
                  <a:lnTo>
                    <a:pt x="2169978" y="7267"/>
                  </a:lnTo>
                  <a:lnTo>
                    <a:pt x="2190590" y="5399"/>
                  </a:lnTo>
                  <a:lnTo>
                    <a:pt x="2210817" y="3566"/>
                  </a:lnTo>
                  <a:lnTo>
                    <a:pt x="2230672" y="1767"/>
                  </a:lnTo>
                  <a:lnTo>
                    <a:pt x="2250170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89"/>
            <p:cNvSpPr/>
            <p:nvPr/>
          </p:nvSpPr>
          <p:spPr>
            <a:xfrm>
              <a:off x="1560920" y="1800076"/>
              <a:ext cx="2250170" cy="98752"/>
            </a:xfrm>
            <a:custGeom>
              <a:avLst/>
              <a:pathLst>
                <a:path w="2250170" h="98752">
                  <a:moveTo>
                    <a:pt x="0" y="98752"/>
                  </a:moveTo>
                  <a:lnTo>
                    <a:pt x="144494" y="92411"/>
                  </a:lnTo>
                  <a:lnTo>
                    <a:pt x="271948" y="86817"/>
                  </a:lnTo>
                  <a:lnTo>
                    <a:pt x="385959" y="81813"/>
                  </a:lnTo>
                  <a:lnTo>
                    <a:pt x="489094" y="77287"/>
                  </a:lnTo>
                  <a:lnTo>
                    <a:pt x="583249" y="73155"/>
                  </a:lnTo>
                  <a:lnTo>
                    <a:pt x="669864" y="69354"/>
                  </a:lnTo>
                  <a:lnTo>
                    <a:pt x="750056" y="65834"/>
                  </a:lnTo>
                  <a:lnTo>
                    <a:pt x="824714" y="62558"/>
                  </a:lnTo>
                  <a:lnTo>
                    <a:pt x="894551" y="59493"/>
                  </a:lnTo>
                  <a:lnTo>
                    <a:pt x="960153" y="56614"/>
                  </a:lnTo>
                  <a:lnTo>
                    <a:pt x="1022005" y="53900"/>
                  </a:lnTo>
                  <a:lnTo>
                    <a:pt x="1080511" y="51332"/>
                  </a:lnTo>
                  <a:lnTo>
                    <a:pt x="1136016" y="48896"/>
                  </a:lnTo>
                  <a:lnTo>
                    <a:pt x="1188812" y="46579"/>
                  </a:lnTo>
                  <a:lnTo>
                    <a:pt x="1239151" y="44370"/>
                  </a:lnTo>
                  <a:lnTo>
                    <a:pt x="1287252" y="42259"/>
                  </a:lnTo>
                  <a:lnTo>
                    <a:pt x="1333306" y="40238"/>
                  </a:lnTo>
                  <a:lnTo>
                    <a:pt x="1377480" y="38299"/>
                  </a:lnTo>
                  <a:lnTo>
                    <a:pt x="1419921" y="36436"/>
                  </a:lnTo>
                  <a:lnTo>
                    <a:pt x="1460760" y="34644"/>
                  </a:lnTo>
                  <a:lnTo>
                    <a:pt x="1500113" y="32917"/>
                  </a:lnTo>
                  <a:lnTo>
                    <a:pt x="1538086" y="31250"/>
                  </a:lnTo>
                  <a:lnTo>
                    <a:pt x="1574771" y="29641"/>
                  </a:lnTo>
                  <a:lnTo>
                    <a:pt x="1610253" y="28083"/>
                  </a:lnTo>
                  <a:lnTo>
                    <a:pt x="1644608" y="26576"/>
                  </a:lnTo>
                  <a:lnTo>
                    <a:pt x="1677906" y="25114"/>
                  </a:lnTo>
                  <a:lnTo>
                    <a:pt x="1710210" y="23697"/>
                  </a:lnTo>
                  <a:lnTo>
                    <a:pt x="1741578" y="22320"/>
                  </a:lnTo>
                  <a:lnTo>
                    <a:pt x="1772062" y="20982"/>
                  </a:lnTo>
                  <a:lnTo>
                    <a:pt x="1801710" y="19681"/>
                  </a:lnTo>
                  <a:lnTo>
                    <a:pt x="1830568" y="18414"/>
                  </a:lnTo>
                  <a:lnTo>
                    <a:pt x="1858676" y="17181"/>
                  </a:lnTo>
                  <a:lnTo>
                    <a:pt x="1886073" y="15979"/>
                  </a:lnTo>
                  <a:lnTo>
                    <a:pt x="1912792" y="14806"/>
                  </a:lnTo>
                  <a:lnTo>
                    <a:pt x="1938869" y="13661"/>
                  </a:lnTo>
                  <a:lnTo>
                    <a:pt x="1964331" y="12544"/>
                  </a:lnTo>
                  <a:lnTo>
                    <a:pt x="1989208" y="11452"/>
                  </a:lnTo>
                  <a:lnTo>
                    <a:pt x="2013526" y="10385"/>
                  </a:lnTo>
                  <a:lnTo>
                    <a:pt x="2037309" y="9341"/>
                  </a:lnTo>
                  <a:lnTo>
                    <a:pt x="2060581" y="8320"/>
                  </a:lnTo>
                  <a:lnTo>
                    <a:pt x="2083363" y="7320"/>
                  </a:lnTo>
                  <a:lnTo>
                    <a:pt x="2105676" y="6341"/>
                  </a:lnTo>
                  <a:lnTo>
                    <a:pt x="2127537" y="5381"/>
                  </a:lnTo>
                  <a:lnTo>
                    <a:pt x="2148965" y="4441"/>
                  </a:lnTo>
                  <a:lnTo>
                    <a:pt x="2169978" y="3519"/>
                  </a:lnTo>
                  <a:lnTo>
                    <a:pt x="2190590" y="2614"/>
                  </a:lnTo>
                  <a:lnTo>
                    <a:pt x="2210817" y="1727"/>
                  </a:lnTo>
                  <a:lnTo>
                    <a:pt x="2230672" y="855"/>
                  </a:lnTo>
                  <a:lnTo>
                    <a:pt x="2250170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560920" y="1857891"/>
              <a:ext cx="2250170" cy="98129"/>
            </a:xfrm>
            <a:custGeom>
              <a:avLst/>
              <a:pathLst>
                <a:path w="2250170" h="98129">
                  <a:moveTo>
                    <a:pt x="0" y="98129"/>
                  </a:moveTo>
                  <a:lnTo>
                    <a:pt x="144494" y="91828"/>
                  </a:lnTo>
                  <a:lnTo>
                    <a:pt x="271948" y="86269"/>
                  </a:lnTo>
                  <a:lnTo>
                    <a:pt x="385959" y="81297"/>
                  </a:lnTo>
                  <a:lnTo>
                    <a:pt x="489094" y="76800"/>
                  </a:lnTo>
                  <a:lnTo>
                    <a:pt x="583249" y="72694"/>
                  </a:lnTo>
                  <a:lnTo>
                    <a:pt x="669864" y="68916"/>
                  </a:lnTo>
                  <a:lnTo>
                    <a:pt x="750056" y="65419"/>
                  </a:lnTo>
                  <a:lnTo>
                    <a:pt x="824714" y="62163"/>
                  </a:lnTo>
                  <a:lnTo>
                    <a:pt x="894551" y="59118"/>
                  </a:lnTo>
                  <a:lnTo>
                    <a:pt x="960153" y="56257"/>
                  </a:lnTo>
                  <a:lnTo>
                    <a:pt x="1022005" y="53560"/>
                  </a:lnTo>
                  <a:lnTo>
                    <a:pt x="1080511" y="51008"/>
                  </a:lnTo>
                  <a:lnTo>
                    <a:pt x="1136016" y="48588"/>
                  </a:lnTo>
                  <a:lnTo>
                    <a:pt x="1188812" y="46285"/>
                  </a:lnTo>
                  <a:lnTo>
                    <a:pt x="1239151" y="44090"/>
                  </a:lnTo>
                  <a:lnTo>
                    <a:pt x="1287252" y="41992"/>
                  </a:lnTo>
                  <a:lnTo>
                    <a:pt x="1333306" y="39984"/>
                  </a:lnTo>
                  <a:lnTo>
                    <a:pt x="1377480" y="38057"/>
                  </a:lnTo>
                  <a:lnTo>
                    <a:pt x="1419921" y="36207"/>
                  </a:lnTo>
                  <a:lnTo>
                    <a:pt x="1460760" y="34426"/>
                  </a:lnTo>
                  <a:lnTo>
                    <a:pt x="1500113" y="32709"/>
                  </a:lnTo>
                  <a:lnTo>
                    <a:pt x="1538086" y="31053"/>
                  </a:lnTo>
                  <a:lnTo>
                    <a:pt x="1574771" y="29454"/>
                  </a:lnTo>
                  <a:lnTo>
                    <a:pt x="1610253" y="27906"/>
                  </a:lnTo>
                  <a:lnTo>
                    <a:pt x="1644608" y="26408"/>
                  </a:lnTo>
                  <a:lnTo>
                    <a:pt x="1677906" y="24956"/>
                  </a:lnTo>
                  <a:lnTo>
                    <a:pt x="1710210" y="23547"/>
                  </a:lnTo>
                  <a:lnTo>
                    <a:pt x="1741578" y="22179"/>
                  </a:lnTo>
                  <a:lnTo>
                    <a:pt x="1772062" y="20850"/>
                  </a:lnTo>
                  <a:lnTo>
                    <a:pt x="1801710" y="19557"/>
                  </a:lnTo>
                  <a:lnTo>
                    <a:pt x="1830568" y="18298"/>
                  </a:lnTo>
                  <a:lnTo>
                    <a:pt x="1858676" y="17073"/>
                  </a:lnTo>
                  <a:lnTo>
                    <a:pt x="1886073" y="15878"/>
                  </a:lnTo>
                  <a:lnTo>
                    <a:pt x="1912792" y="14712"/>
                  </a:lnTo>
                  <a:lnTo>
                    <a:pt x="1938869" y="13575"/>
                  </a:lnTo>
                  <a:lnTo>
                    <a:pt x="1964331" y="12465"/>
                  </a:lnTo>
                  <a:lnTo>
                    <a:pt x="1989208" y="11380"/>
                  </a:lnTo>
                  <a:lnTo>
                    <a:pt x="2013526" y="10320"/>
                  </a:lnTo>
                  <a:lnTo>
                    <a:pt x="2037309" y="9282"/>
                  </a:lnTo>
                  <a:lnTo>
                    <a:pt x="2060581" y="8267"/>
                  </a:lnTo>
                  <a:lnTo>
                    <a:pt x="2083363" y="7274"/>
                  </a:lnTo>
                  <a:lnTo>
                    <a:pt x="2105676" y="6301"/>
                  </a:lnTo>
                  <a:lnTo>
                    <a:pt x="2127537" y="5348"/>
                  </a:lnTo>
                  <a:lnTo>
                    <a:pt x="2148965" y="4413"/>
                  </a:lnTo>
                  <a:lnTo>
                    <a:pt x="2169978" y="3497"/>
                  </a:lnTo>
                  <a:lnTo>
                    <a:pt x="2190590" y="2598"/>
                  </a:lnTo>
                  <a:lnTo>
                    <a:pt x="2210817" y="1716"/>
                  </a:lnTo>
                  <a:lnTo>
                    <a:pt x="2230672" y="850"/>
                  </a:lnTo>
                  <a:lnTo>
                    <a:pt x="2250170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560920" y="2001119"/>
              <a:ext cx="2250170" cy="142609"/>
            </a:xfrm>
            <a:custGeom>
              <a:avLst/>
              <a:pathLst>
                <a:path w="2250170" h="142609">
                  <a:moveTo>
                    <a:pt x="0" y="142609"/>
                  </a:moveTo>
                  <a:lnTo>
                    <a:pt x="144494" y="133452"/>
                  </a:lnTo>
                  <a:lnTo>
                    <a:pt x="271948" y="125374"/>
                  </a:lnTo>
                  <a:lnTo>
                    <a:pt x="385959" y="118148"/>
                  </a:lnTo>
                  <a:lnTo>
                    <a:pt x="489094" y="111612"/>
                  </a:lnTo>
                  <a:lnTo>
                    <a:pt x="583249" y="105645"/>
                  </a:lnTo>
                  <a:lnTo>
                    <a:pt x="669864" y="100155"/>
                  </a:lnTo>
                  <a:lnTo>
                    <a:pt x="750056" y="95073"/>
                  </a:lnTo>
                  <a:lnTo>
                    <a:pt x="824714" y="90341"/>
                  </a:lnTo>
                  <a:lnTo>
                    <a:pt x="894551" y="85915"/>
                  </a:lnTo>
                  <a:lnTo>
                    <a:pt x="960153" y="81757"/>
                  </a:lnTo>
                  <a:lnTo>
                    <a:pt x="1022005" y="77837"/>
                  </a:lnTo>
                  <a:lnTo>
                    <a:pt x="1080511" y="74129"/>
                  </a:lnTo>
                  <a:lnTo>
                    <a:pt x="1136016" y="70612"/>
                  </a:lnTo>
                  <a:lnTo>
                    <a:pt x="1188812" y="67266"/>
                  </a:lnTo>
                  <a:lnTo>
                    <a:pt x="1239151" y="64075"/>
                  </a:lnTo>
                  <a:lnTo>
                    <a:pt x="1287252" y="61027"/>
                  </a:lnTo>
                  <a:lnTo>
                    <a:pt x="1333306" y="58108"/>
                  </a:lnTo>
                  <a:lnTo>
                    <a:pt x="1377480" y="55308"/>
                  </a:lnTo>
                  <a:lnTo>
                    <a:pt x="1419921" y="52619"/>
                  </a:lnTo>
                  <a:lnTo>
                    <a:pt x="1460760" y="50030"/>
                  </a:lnTo>
                  <a:lnTo>
                    <a:pt x="1500113" y="47536"/>
                  </a:lnTo>
                  <a:lnTo>
                    <a:pt x="1538086" y="45130"/>
                  </a:lnTo>
                  <a:lnTo>
                    <a:pt x="1574771" y="42805"/>
                  </a:lnTo>
                  <a:lnTo>
                    <a:pt x="1610253" y="40556"/>
                  </a:lnTo>
                  <a:lnTo>
                    <a:pt x="1644608" y="38378"/>
                  </a:lnTo>
                  <a:lnTo>
                    <a:pt x="1677906" y="36268"/>
                  </a:lnTo>
                  <a:lnTo>
                    <a:pt x="1710210" y="34221"/>
                  </a:lnTo>
                  <a:lnTo>
                    <a:pt x="1741578" y="32233"/>
                  </a:lnTo>
                  <a:lnTo>
                    <a:pt x="1772062" y="30301"/>
                  </a:lnTo>
                  <a:lnTo>
                    <a:pt x="1801710" y="28422"/>
                  </a:lnTo>
                  <a:lnTo>
                    <a:pt x="1830568" y="26593"/>
                  </a:lnTo>
                  <a:lnTo>
                    <a:pt x="1858676" y="24811"/>
                  </a:lnTo>
                  <a:lnTo>
                    <a:pt x="1886073" y="23075"/>
                  </a:lnTo>
                  <a:lnTo>
                    <a:pt x="1912792" y="21382"/>
                  </a:lnTo>
                  <a:lnTo>
                    <a:pt x="1938869" y="19729"/>
                  </a:lnTo>
                  <a:lnTo>
                    <a:pt x="1964331" y="18115"/>
                  </a:lnTo>
                  <a:lnTo>
                    <a:pt x="1989208" y="16539"/>
                  </a:lnTo>
                  <a:lnTo>
                    <a:pt x="2013526" y="14997"/>
                  </a:lnTo>
                  <a:lnTo>
                    <a:pt x="2037309" y="13490"/>
                  </a:lnTo>
                  <a:lnTo>
                    <a:pt x="2060581" y="12015"/>
                  </a:lnTo>
                  <a:lnTo>
                    <a:pt x="2083363" y="10571"/>
                  </a:lnTo>
                  <a:lnTo>
                    <a:pt x="2105676" y="9157"/>
                  </a:lnTo>
                  <a:lnTo>
                    <a:pt x="2127537" y="7772"/>
                  </a:lnTo>
                  <a:lnTo>
                    <a:pt x="2148965" y="6414"/>
                  </a:lnTo>
                  <a:lnTo>
                    <a:pt x="2169978" y="5082"/>
                  </a:lnTo>
                  <a:lnTo>
                    <a:pt x="2190590" y="3776"/>
                  </a:lnTo>
                  <a:lnTo>
                    <a:pt x="2210817" y="2494"/>
                  </a:lnTo>
                  <a:lnTo>
                    <a:pt x="2230672" y="1235"/>
                  </a:lnTo>
                  <a:lnTo>
                    <a:pt x="2250170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560920" y="2125011"/>
              <a:ext cx="2250170" cy="113684"/>
            </a:xfrm>
            <a:custGeom>
              <a:avLst/>
              <a:pathLst>
                <a:path w="2250170" h="113684">
                  <a:moveTo>
                    <a:pt x="0" y="113684"/>
                  </a:moveTo>
                  <a:lnTo>
                    <a:pt x="144494" y="106384"/>
                  </a:lnTo>
                  <a:lnTo>
                    <a:pt x="271948" y="99945"/>
                  </a:lnTo>
                  <a:lnTo>
                    <a:pt x="385959" y="94184"/>
                  </a:lnTo>
                  <a:lnTo>
                    <a:pt x="489094" y="88974"/>
                  </a:lnTo>
                  <a:lnTo>
                    <a:pt x="583249" y="84217"/>
                  </a:lnTo>
                  <a:lnTo>
                    <a:pt x="669864" y="79841"/>
                  </a:lnTo>
                  <a:lnTo>
                    <a:pt x="750056" y="75789"/>
                  </a:lnTo>
                  <a:lnTo>
                    <a:pt x="824714" y="72017"/>
                  </a:lnTo>
                  <a:lnTo>
                    <a:pt x="894551" y="68489"/>
                  </a:lnTo>
                  <a:lnTo>
                    <a:pt x="960153" y="65175"/>
                  </a:lnTo>
                  <a:lnTo>
                    <a:pt x="1022005" y="62050"/>
                  </a:lnTo>
                  <a:lnTo>
                    <a:pt x="1080511" y="59094"/>
                  </a:lnTo>
                  <a:lnTo>
                    <a:pt x="1136016" y="56290"/>
                  </a:lnTo>
                  <a:lnTo>
                    <a:pt x="1188812" y="53622"/>
                  </a:lnTo>
                  <a:lnTo>
                    <a:pt x="1239151" y="51079"/>
                  </a:lnTo>
                  <a:lnTo>
                    <a:pt x="1287252" y="48649"/>
                  </a:lnTo>
                  <a:lnTo>
                    <a:pt x="1333306" y="46322"/>
                  </a:lnTo>
                  <a:lnTo>
                    <a:pt x="1377480" y="44090"/>
                  </a:lnTo>
                  <a:lnTo>
                    <a:pt x="1419921" y="41946"/>
                  </a:lnTo>
                  <a:lnTo>
                    <a:pt x="1460760" y="39883"/>
                  </a:lnTo>
                  <a:lnTo>
                    <a:pt x="1500113" y="37894"/>
                  </a:lnTo>
                  <a:lnTo>
                    <a:pt x="1538086" y="35976"/>
                  </a:lnTo>
                  <a:lnTo>
                    <a:pt x="1574771" y="34122"/>
                  </a:lnTo>
                  <a:lnTo>
                    <a:pt x="1610253" y="32330"/>
                  </a:lnTo>
                  <a:lnTo>
                    <a:pt x="1644608" y="30594"/>
                  </a:lnTo>
                  <a:lnTo>
                    <a:pt x="1677906" y="28912"/>
                  </a:lnTo>
                  <a:lnTo>
                    <a:pt x="1710210" y="27280"/>
                  </a:lnTo>
                  <a:lnTo>
                    <a:pt x="1741578" y="25695"/>
                  </a:lnTo>
                  <a:lnTo>
                    <a:pt x="1772062" y="24155"/>
                  </a:lnTo>
                  <a:lnTo>
                    <a:pt x="1801710" y="22657"/>
                  </a:lnTo>
                  <a:lnTo>
                    <a:pt x="1830568" y="21199"/>
                  </a:lnTo>
                  <a:lnTo>
                    <a:pt x="1858676" y="19779"/>
                  </a:lnTo>
                  <a:lnTo>
                    <a:pt x="1886073" y="18395"/>
                  </a:lnTo>
                  <a:lnTo>
                    <a:pt x="1912792" y="17045"/>
                  </a:lnTo>
                  <a:lnTo>
                    <a:pt x="1938869" y="15727"/>
                  </a:lnTo>
                  <a:lnTo>
                    <a:pt x="1964331" y="14441"/>
                  </a:lnTo>
                  <a:lnTo>
                    <a:pt x="1989208" y="13184"/>
                  </a:lnTo>
                  <a:lnTo>
                    <a:pt x="2013526" y="11955"/>
                  </a:lnTo>
                  <a:lnTo>
                    <a:pt x="2037309" y="10754"/>
                  </a:lnTo>
                  <a:lnTo>
                    <a:pt x="2060581" y="9578"/>
                  </a:lnTo>
                  <a:lnTo>
                    <a:pt x="2083363" y="8427"/>
                  </a:lnTo>
                  <a:lnTo>
                    <a:pt x="2105676" y="7300"/>
                  </a:lnTo>
                  <a:lnTo>
                    <a:pt x="2127537" y="6195"/>
                  </a:lnTo>
                  <a:lnTo>
                    <a:pt x="2148965" y="5113"/>
                  </a:lnTo>
                  <a:lnTo>
                    <a:pt x="2169978" y="4051"/>
                  </a:lnTo>
                  <a:lnTo>
                    <a:pt x="2190590" y="3010"/>
                  </a:lnTo>
                  <a:lnTo>
                    <a:pt x="2210817" y="1988"/>
                  </a:lnTo>
                  <a:lnTo>
                    <a:pt x="2230672" y="985"/>
                  </a:lnTo>
                  <a:lnTo>
                    <a:pt x="2250170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4" name="pl93"/>
            <p:cNvSpPr/>
            <p:nvPr/>
          </p:nvSpPr>
          <p:spPr>
            <a:xfrm>
              <a:off x="1560920" y="1996617"/>
              <a:ext cx="2250170" cy="59734"/>
            </a:xfrm>
            <a:custGeom>
              <a:avLst/>
              <a:pathLst>
                <a:path w="2250170" h="59734">
                  <a:moveTo>
                    <a:pt x="0" y="59734"/>
                  </a:moveTo>
                  <a:lnTo>
                    <a:pt x="144494" y="55898"/>
                  </a:lnTo>
                  <a:lnTo>
                    <a:pt x="271948" y="52515"/>
                  </a:lnTo>
                  <a:lnTo>
                    <a:pt x="385959" y="49488"/>
                  </a:lnTo>
                  <a:lnTo>
                    <a:pt x="489094" y="46750"/>
                  </a:lnTo>
                  <a:lnTo>
                    <a:pt x="583249" y="44251"/>
                  </a:lnTo>
                  <a:lnTo>
                    <a:pt x="669864" y="41951"/>
                  </a:lnTo>
                  <a:lnTo>
                    <a:pt x="750056" y="39823"/>
                  </a:lnTo>
                  <a:lnTo>
                    <a:pt x="824714" y="37841"/>
                  </a:lnTo>
                  <a:lnTo>
                    <a:pt x="894551" y="35987"/>
                  </a:lnTo>
                  <a:lnTo>
                    <a:pt x="960153" y="34245"/>
                  </a:lnTo>
                  <a:lnTo>
                    <a:pt x="1022005" y="32603"/>
                  </a:lnTo>
                  <a:lnTo>
                    <a:pt x="1080511" y="31050"/>
                  </a:lnTo>
                  <a:lnTo>
                    <a:pt x="1136016" y="29577"/>
                  </a:lnTo>
                  <a:lnTo>
                    <a:pt x="1188812" y="28175"/>
                  </a:lnTo>
                  <a:lnTo>
                    <a:pt x="1239151" y="26839"/>
                  </a:lnTo>
                  <a:lnTo>
                    <a:pt x="1287252" y="25562"/>
                  </a:lnTo>
                  <a:lnTo>
                    <a:pt x="1333306" y="24339"/>
                  </a:lnTo>
                  <a:lnTo>
                    <a:pt x="1377480" y="23167"/>
                  </a:lnTo>
                  <a:lnTo>
                    <a:pt x="1419921" y="22040"/>
                  </a:lnTo>
                  <a:lnTo>
                    <a:pt x="1460760" y="20956"/>
                  </a:lnTo>
                  <a:lnTo>
                    <a:pt x="1500113" y="19911"/>
                  </a:lnTo>
                  <a:lnTo>
                    <a:pt x="1538086" y="18903"/>
                  </a:lnTo>
                  <a:lnTo>
                    <a:pt x="1574771" y="17929"/>
                  </a:lnTo>
                  <a:lnTo>
                    <a:pt x="1610253" y="16987"/>
                  </a:lnTo>
                  <a:lnTo>
                    <a:pt x="1644608" y="16075"/>
                  </a:lnTo>
                  <a:lnTo>
                    <a:pt x="1677906" y="15191"/>
                  </a:lnTo>
                  <a:lnTo>
                    <a:pt x="1710210" y="14334"/>
                  </a:lnTo>
                  <a:lnTo>
                    <a:pt x="1741578" y="13501"/>
                  </a:lnTo>
                  <a:lnTo>
                    <a:pt x="1772062" y="12692"/>
                  </a:lnTo>
                  <a:lnTo>
                    <a:pt x="1801710" y="11905"/>
                  </a:lnTo>
                  <a:lnTo>
                    <a:pt x="1830568" y="11139"/>
                  </a:lnTo>
                  <a:lnTo>
                    <a:pt x="1858676" y="10392"/>
                  </a:lnTo>
                  <a:lnTo>
                    <a:pt x="1886073" y="9665"/>
                  </a:lnTo>
                  <a:lnTo>
                    <a:pt x="1912792" y="8956"/>
                  </a:lnTo>
                  <a:lnTo>
                    <a:pt x="1938869" y="8264"/>
                  </a:lnTo>
                  <a:lnTo>
                    <a:pt x="1964331" y="7588"/>
                  </a:lnTo>
                  <a:lnTo>
                    <a:pt x="1989208" y="6927"/>
                  </a:lnTo>
                  <a:lnTo>
                    <a:pt x="2013526" y="6282"/>
                  </a:lnTo>
                  <a:lnTo>
                    <a:pt x="2037309" y="5650"/>
                  </a:lnTo>
                  <a:lnTo>
                    <a:pt x="2060581" y="5032"/>
                  </a:lnTo>
                  <a:lnTo>
                    <a:pt x="2083363" y="4428"/>
                  </a:lnTo>
                  <a:lnTo>
                    <a:pt x="2105676" y="3835"/>
                  </a:lnTo>
                  <a:lnTo>
                    <a:pt x="2127537" y="3255"/>
                  </a:lnTo>
                  <a:lnTo>
                    <a:pt x="2148965" y="2686"/>
                  </a:lnTo>
                  <a:lnTo>
                    <a:pt x="2169978" y="2128"/>
                  </a:lnTo>
                  <a:lnTo>
                    <a:pt x="2190590" y="1581"/>
                  </a:lnTo>
                  <a:lnTo>
                    <a:pt x="2210817" y="1044"/>
                  </a:lnTo>
                  <a:lnTo>
                    <a:pt x="2230672" y="517"/>
                  </a:lnTo>
                  <a:lnTo>
                    <a:pt x="2250170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5" name="rc94"/>
            <p:cNvSpPr/>
            <p:nvPr/>
          </p:nvSpPr>
          <p:spPr>
            <a:xfrm>
              <a:off x="1405201" y="1287054"/>
              <a:ext cx="2575782" cy="102910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405201" y="1287054"/>
              <a:ext cx="0" cy="1029104"/>
            </a:xfrm>
            <a:custGeom>
              <a:avLst/>
              <a:pathLst>
                <a:path w="0" h="1029104">
                  <a:moveTo>
                    <a:pt x="0" y="102910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tx96"/>
            <p:cNvSpPr/>
            <p:nvPr/>
          </p:nvSpPr>
          <p:spPr>
            <a:xfrm rot="-5400000">
              <a:off x="1235634" y="2089277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98" name="tx97"/>
            <p:cNvSpPr/>
            <p:nvPr/>
          </p:nvSpPr>
          <p:spPr>
            <a:xfrm rot="-5400000">
              <a:off x="1235634" y="1809771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5.0</a:t>
              </a:r>
            </a:p>
          </p:txBody>
        </p:sp>
        <p:sp>
          <p:nvSpPr>
            <p:cNvPr id="99" name="tx98"/>
            <p:cNvSpPr/>
            <p:nvPr/>
          </p:nvSpPr>
          <p:spPr>
            <a:xfrm rot="-5400000">
              <a:off x="1235634" y="1530265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7.5</a:t>
              </a:r>
            </a:p>
          </p:txBody>
        </p:sp>
        <p:sp>
          <p:nvSpPr>
            <p:cNvPr id="100" name="tx99"/>
            <p:cNvSpPr/>
            <p:nvPr/>
          </p:nvSpPr>
          <p:spPr>
            <a:xfrm rot="-5400000">
              <a:off x="1207379" y="1250759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10.0</a:t>
              </a:r>
            </a:p>
          </p:txBody>
        </p:sp>
        <p:sp>
          <p:nvSpPr>
            <p:cNvPr id="101" name="pl100"/>
            <p:cNvSpPr/>
            <p:nvPr/>
          </p:nvSpPr>
          <p:spPr>
            <a:xfrm>
              <a:off x="1376732" y="212571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1"/>
            <p:cNvSpPr/>
            <p:nvPr/>
          </p:nvSpPr>
          <p:spPr>
            <a:xfrm>
              <a:off x="1376732" y="184621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1376732" y="156670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1376732" y="128719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1405201" y="2316158"/>
              <a:ext cx="2575782" cy="0"/>
            </a:xfrm>
            <a:custGeom>
              <a:avLst/>
              <a:pathLst>
                <a:path w="2575782" h="0">
                  <a:moveTo>
                    <a:pt x="0" y="0"/>
                  </a:moveTo>
                  <a:lnTo>
                    <a:pt x="2575782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5"/>
            <p:cNvSpPr/>
            <p:nvPr/>
          </p:nvSpPr>
          <p:spPr>
            <a:xfrm>
              <a:off x="1560920" y="231615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6"/>
            <p:cNvSpPr/>
            <p:nvPr/>
          </p:nvSpPr>
          <p:spPr>
            <a:xfrm>
              <a:off x="2310976" y="231615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3061033" y="231615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3811090" y="231615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tx109"/>
            <p:cNvSpPr/>
            <p:nvPr/>
          </p:nvSpPr>
          <p:spPr>
            <a:xfrm>
              <a:off x="1532665" y="2367401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11" name="tx110"/>
            <p:cNvSpPr/>
            <p:nvPr/>
          </p:nvSpPr>
          <p:spPr>
            <a:xfrm>
              <a:off x="2282721" y="2367401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12" name="tx111"/>
            <p:cNvSpPr/>
            <p:nvPr/>
          </p:nvSpPr>
          <p:spPr>
            <a:xfrm>
              <a:off x="3032778" y="2367401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13" name="tx112"/>
            <p:cNvSpPr/>
            <p:nvPr/>
          </p:nvSpPr>
          <p:spPr>
            <a:xfrm>
              <a:off x="3782835" y="2367401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14" name="tx113"/>
            <p:cNvSpPr/>
            <p:nvPr/>
          </p:nvSpPr>
          <p:spPr>
            <a:xfrm>
              <a:off x="2410679" y="2525038"/>
              <a:ext cx="56482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15" name="tx114"/>
            <p:cNvSpPr/>
            <p:nvPr/>
          </p:nvSpPr>
          <p:spPr>
            <a:xfrm rot="-5400000">
              <a:off x="1029315" y="1755886"/>
              <a:ext cx="197510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116" name="tx115"/>
            <p:cNvSpPr/>
            <p:nvPr/>
          </p:nvSpPr>
          <p:spPr>
            <a:xfrm>
              <a:off x="1405201" y="1110514"/>
              <a:ext cx="101598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117" name="rc116"/>
            <p:cNvSpPr/>
            <p:nvPr/>
          </p:nvSpPr>
          <p:spPr>
            <a:xfrm>
              <a:off x="4262502" y="1287054"/>
              <a:ext cx="2575782" cy="102910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4437663" y="202728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4422005" y="146296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4448936" y="2021959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4385965" y="195554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4379540" y="207772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4405695" y="163367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4381853" y="134599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4401363" y="186682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4390076" y="221492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4351510" y="184050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5164527" y="222890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5102665" y="163413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5152400" y="196536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5164789" y="224130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5172288" y="175532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5149037" y="130575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5196185" y="221945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5129148" y="218103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5134287" y="198108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5196345" y="222383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5145113" y="208716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5098724" y="222169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5105027" y="190569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5191686" y="181823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5101907" y="185746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5101061" y="172874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5159678" y="206574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5118833" y="221718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5851023" y="2051705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5855606" y="211337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5926636" y="217988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5864974" y="202102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5876434" y="167679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5929749" y="144719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5933746" y="160236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5895787" y="207243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5941394" y="203396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5894809" y="165166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5943019" y="178827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5861413" y="216331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5860955" y="161831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5842659" y="174811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5925173" y="187506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5932398" y="214407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5852847" y="186922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5931354" y="212594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5839374" y="173469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5880399" y="187851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6608182" y="195167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6681140" y="204879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6693131" y="2086752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6656002" y="193985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6655354" y="185930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6650094" y="189421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6591563" y="204759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6623992" y="191003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6660114" y="207203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6597419" y="199509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6618867" y="188229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6606279" y="167248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6603848" y="206356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6681028" y="220207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6630905" y="210701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6632508" y="195699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6690482" y="204342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6619861" y="194073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6644544" y="192508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6678674" y="180974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6655855" y="183937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6620404" y="188489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6665272" y="213246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6673372" y="193547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0" name="pl189"/>
            <p:cNvSpPr/>
            <p:nvPr/>
          </p:nvSpPr>
          <p:spPr>
            <a:xfrm>
              <a:off x="4427023" y="1900934"/>
              <a:ext cx="2241229" cy="96555"/>
            </a:xfrm>
            <a:custGeom>
              <a:avLst/>
              <a:pathLst>
                <a:path w="2241229" h="96555">
                  <a:moveTo>
                    <a:pt x="0" y="0"/>
                  </a:moveTo>
                  <a:lnTo>
                    <a:pt x="143920" y="6200"/>
                  </a:lnTo>
                  <a:lnTo>
                    <a:pt x="270867" y="11669"/>
                  </a:lnTo>
                  <a:lnTo>
                    <a:pt x="384425" y="16561"/>
                  </a:lnTo>
                  <a:lnTo>
                    <a:pt x="487151" y="20987"/>
                  </a:lnTo>
                  <a:lnTo>
                    <a:pt x="580932" y="25027"/>
                  </a:lnTo>
                  <a:lnTo>
                    <a:pt x="667202" y="28744"/>
                  </a:lnTo>
                  <a:lnTo>
                    <a:pt x="747076" y="32185"/>
                  </a:lnTo>
                  <a:lnTo>
                    <a:pt x="821437" y="35388"/>
                  </a:lnTo>
                  <a:lnTo>
                    <a:pt x="890997" y="38385"/>
                  </a:lnTo>
                  <a:lnTo>
                    <a:pt x="956338" y="41200"/>
                  </a:lnTo>
                  <a:lnTo>
                    <a:pt x="1017944" y="43854"/>
                  </a:lnTo>
                  <a:lnTo>
                    <a:pt x="1076217" y="46365"/>
                  </a:lnTo>
                  <a:lnTo>
                    <a:pt x="1131501" y="48746"/>
                  </a:lnTo>
                  <a:lnTo>
                    <a:pt x="1184088" y="51012"/>
                  </a:lnTo>
                  <a:lnTo>
                    <a:pt x="1234227" y="53172"/>
                  </a:lnTo>
                  <a:lnTo>
                    <a:pt x="1282137" y="55236"/>
                  </a:lnTo>
                  <a:lnTo>
                    <a:pt x="1328008" y="57212"/>
                  </a:lnTo>
                  <a:lnTo>
                    <a:pt x="1372006" y="59108"/>
                  </a:lnTo>
                  <a:lnTo>
                    <a:pt x="1414279" y="60929"/>
                  </a:lnTo>
                  <a:lnTo>
                    <a:pt x="1454955" y="62681"/>
                  </a:lnTo>
                  <a:lnTo>
                    <a:pt x="1494152" y="64370"/>
                  </a:lnTo>
                  <a:lnTo>
                    <a:pt x="1531974" y="65999"/>
                  </a:lnTo>
                  <a:lnTo>
                    <a:pt x="1568513" y="67573"/>
                  </a:lnTo>
                  <a:lnTo>
                    <a:pt x="1603854" y="69096"/>
                  </a:lnTo>
                  <a:lnTo>
                    <a:pt x="1638073" y="70570"/>
                  </a:lnTo>
                  <a:lnTo>
                    <a:pt x="1671239" y="71999"/>
                  </a:lnTo>
                  <a:lnTo>
                    <a:pt x="1703415" y="73385"/>
                  </a:lnTo>
                  <a:lnTo>
                    <a:pt x="1734657" y="74731"/>
                  </a:lnTo>
                  <a:lnTo>
                    <a:pt x="1765020" y="76039"/>
                  </a:lnTo>
                  <a:lnTo>
                    <a:pt x="1794551" y="77311"/>
                  </a:lnTo>
                  <a:lnTo>
                    <a:pt x="1823294" y="78550"/>
                  </a:lnTo>
                  <a:lnTo>
                    <a:pt x="1851290" y="79756"/>
                  </a:lnTo>
                  <a:lnTo>
                    <a:pt x="1878578" y="80931"/>
                  </a:lnTo>
                  <a:lnTo>
                    <a:pt x="1905192" y="82078"/>
                  </a:lnTo>
                  <a:lnTo>
                    <a:pt x="1931164" y="83197"/>
                  </a:lnTo>
                  <a:lnTo>
                    <a:pt x="1956525" y="84290"/>
                  </a:lnTo>
                  <a:lnTo>
                    <a:pt x="1981304" y="85357"/>
                  </a:lnTo>
                  <a:lnTo>
                    <a:pt x="2005525" y="86401"/>
                  </a:lnTo>
                  <a:lnTo>
                    <a:pt x="2029214" y="87421"/>
                  </a:lnTo>
                  <a:lnTo>
                    <a:pt x="2052393" y="88420"/>
                  </a:lnTo>
                  <a:lnTo>
                    <a:pt x="2075085" y="89397"/>
                  </a:lnTo>
                  <a:lnTo>
                    <a:pt x="2097308" y="90355"/>
                  </a:lnTo>
                  <a:lnTo>
                    <a:pt x="2119083" y="91293"/>
                  </a:lnTo>
                  <a:lnTo>
                    <a:pt x="2140426" y="92212"/>
                  </a:lnTo>
                  <a:lnTo>
                    <a:pt x="2161355" y="93114"/>
                  </a:lnTo>
                  <a:lnTo>
                    <a:pt x="2181885" y="93998"/>
                  </a:lnTo>
                  <a:lnTo>
                    <a:pt x="2202032" y="94866"/>
                  </a:lnTo>
                  <a:lnTo>
                    <a:pt x="2221809" y="95718"/>
                  </a:lnTo>
                  <a:lnTo>
                    <a:pt x="2241229" y="96555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1" name="pl190"/>
            <p:cNvSpPr/>
            <p:nvPr/>
          </p:nvSpPr>
          <p:spPr>
            <a:xfrm>
              <a:off x="4427023" y="1514094"/>
              <a:ext cx="2241229" cy="436680"/>
            </a:xfrm>
            <a:custGeom>
              <a:avLst/>
              <a:pathLst>
                <a:path w="2241229" h="436680">
                  <a:moveTo>
                    <a:pt x="0" y="0"/>
                  </a:moveTo>
                  <a:lnTo>
                    <a:pt x="143920" y="28041"/>
                  </a:lnTo>
                  <a:lnTo>
                    <a:pt x="270867" y="52775"/>
                  </a:lnTo>
                  <a:lnTo>
                    <a:pt x="384425" y="74901"/>
                  </a:lnTo>
                  <a:lnTo>
                    <a:pt x="487151" y="94916"/>
                  </a:lnTo>
                  <a:lnTo>
                    <a:pt x="580932" y="113188"/>
                  </a:lnTo>
                  <a:lnTo>
                    <a:pt x="667202" y="129997"/>
                  </a:lnTo>
                  <a:lnTo>
                    <a:pt x="747076" y="145560"/>
                  </a:lnTo>
                  <a:lnTo>
                    <a:pt x="821437" y="160048"/>
                  </a:lnTo>
                  <a:lnTo>
                    <a:pt x="890997" y="173601"/>
                  </a:lnTo>
                  <a:lnTo>
                    <a:pt x="956338" y="186332"/>
                  </a:lnTo>
                  <a:lnTo>
                    <a:pt x="1017944" y="198335"/>
                  </a:lnTo>
                  <a:lnTo>
                    <a:pt x="1076217" y="209689"/>
                  </a:lnTo>
                  <a:lnTo>
                    <a:pt x="1131501" y="220461"/>
                  </a:lnTo>
                  <a:lnTo>
                    <a:pt x="1184088" y="230707"/>
                  </a:lnTo>
                  <a:lnTo>
                    <a:pt x="1234227" y="240476"/>
                  </a:lnTo>
                  <a:lnTo>
                    <a:pt x="1282137" y="249811"/>
                  </a:lnTo>
                  <a:lnTo>
                    <a:pt x="1328008" y="258748"/>
                  </a:lnTo>
                  <a:lnTo>
                    <a:pt x="1372006" y="267321"/>
                  </a:lnTo>
                  <a:lnTo>
                    <a:pt x="1414279" y="275557"/>
                  </a:lnTo>
                  <a:lnTo>
                    <a:pt x="1454955" y="283482"/>
                  </a:lnTo>
                  <a:lnTo>
                    <a:pt x="1494152" y="291120"/>
                  </a:lnTo>
                  <a:lnTo>
                    <a:pt x="1531974" y="298489"/>
                  </a:lnTo>
                  <a:lnTo>
                    <a:pt x="1568513" y="305608"/>
                  </a:lnTo>
                  <a:lnTo>
                    <a:pt x="1603854" y="312494"/>
                  </a:lnTo>
                  <a:lnTo>
                    <a:pt x="1638073" y="319161"/>
                  </a:lnTo>
                  <a:lnTo>
                    <a:pt x="1671239" y="325623"/>
                  </a:lnTo>
                  <a:lnTo>
                    <a:pt x="1703415" y="331892"/>
                  </a:lnTo>
                  <a:lnTo>
                    <a:pt x="1734657" y="337979"/>
                  </a:lnTo>
                  <a:lnTo>
                    <a:pt x="1765020" y="343895"/>
                  </a:lnTo>
                  <a:lnTo>
                    <a:pt x="1794551" y="349649"/>
                  </a:lnTo>
                  <a:lnTo>
                    <a:pt x="1823294" y="355249"/>
                  </a:lnTo>
                  <a:lnTo>
                    <a:pt x="1851290" y="360704"/>
                  </a:lnTo>
                  <a:lnTo>
                    <a:pt x="1878578" y="366021"/>
                  </a:lnTo>
                  <a:lnTo>
                    <a:pt x="1905192" y="371206"/>
                  </a:lnTo>
                  <a:lnTo>
                    <a:pt x="1931164" y="376267"/>
                  </a:lnTo>
                  <a:lnTo>
                    <a:pt x="1956525" y="381208"/>
                  </a:lnTo>
                  <a:lnTo>
                    <a:pt x="1981304" y="386036"/>
                  </a:lnTo>
                  <a:lnTo>
                    <a:pt x="2005525" y="390755"/>
                  </a:lnTo>
                  <a:lnTo>
                    <a:pt x="2029214" y="395371"/>
                  </a:lnTo>
                  <a:lnTo>
                    <a:pt x="2052393" y="399887"/>
                  </a:lnTo>
                  <a:lnTo>
                    <a:pt x="2075085" y="404308"/>
                  </a:lnTo>
                  <a:lnTo>
                    <a:pt x="2097308" y="408638"/>
                  </a:lnTo>
                  <a:lnTo>
                    <a:pt x="2119083" y="412881"/>
                  </a:lnTo>
                  <a:lnTo>
                    <a:pt x="2140426" y="417039"/>
                  </a:lnTo>
                  <a:lnTo>
                    <a:pt x="2161355" y="421117"/>
                  </a:lnTo>
                  <a:lnTo>
                    <a:pt x="2181885" y="425117"/>
                  </a:lnTo>
                  <a:lnTo>
                    <a:pt x="2202032" y="429042"/>
                  </a:lnTo>
                  <a:lnTo>
                    <a:pt x="2221809" y="432896"/>
                  </a:lnTo>
                  <a:lnTo>
                    <a:pt x="2241229" y="43668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2" name="pl191"/>
            <p:cNvSpPr/>
            <p:nvPr/>
          </p:nvSpPr>
          <p:spPr>
            <a:xfrm>
              <a:off x="4427023" y="2047075"/>
              <a:ext cx="2241229" cy="61937"/>
            </a:xfrm>
            <a:custGeom>
              <a:avLst/>
              <a:pathLst>
                <a:path w="2241229" h="61937">
                  <a:moveTo>
                    <a:pt x="0" y="0"/>
                  </a:moveTo>
                  <a:lnTo>
                    <a:pt x="143920" y="3977"/>
                  </a:lnTo>
                  <a:lnTo>
                    <a:pt x="270867" y="7485"/>
                  </a:lnTo>
                  <a:lnTo>
                    <a:pt x="384425" y="10623"/>
                  </a:lnTo>
                  <a:lnTo>
                    <a:pt x="487151" y="13462"/>
                  </a:lnTo>
                  <a:lnTo>
                    <a:pt x="580932" y="16054"/>
                  </a:lnTo>
                  <a:lnTo>
                    <a:pt x="667202" y="18438"/>
                  </a:lnTo>
                  <a:lnTo>
                    <a:pt x="747076" y="20645"/>
                  </a:lnTo>
                  <a:lnTo>
                    <a:pt x="821437" y="22700"/>
                  </a:lnTo>
                  <a:lnTo>
                    <a:pt x="890997" y="24623"/>
                  </a:lnTo>
                  <a:lnTo>
                    <a:pt x="956338" y="26428"/>
                  </a:lnTo>
                  <a:lnTo>
                    <a:pt x="1017944" y="28131"/>
                  </a:lnTo>
                  <a:lnTo>
                    <a:pt x="1076217" y="29741"/>
                  </a:lnTo>
                  <a:lnTo>
                    <a:pt x="1131501" y="31269"/>
                  </a:lnTo>
                  <a:lnTo>
                    <a:pt x="1184088" y="32722"/>
                  </a:lnTo>
                  <a:lnTo>
                    <a:pt x="1234227" y="34108"/>
                  </a:lnTo>
                  <a:lnTo>
                    <a:pt x="1282137" y="35432"/>
                  </a:lnTo>
                  <a:lnTo>
                    <a:pt x="1328008" y="36700"/>
                  </a:lnTo>
                  <a:lnTo>
                    <a:pt x="1372006" y="37915"/>
                  </a:lnTo>
                  <a:lnTo>
                    <a:pt x="1414279" y="39084"/>
                  </a:lnTo>
                  <a:lnTo>
                    <a:pt x="1454955" y="40208"/>
                  </a:lnTo>
                  <a:lnTo>
                    <a:pt x="1494152" y="41291"/>
                  </a:lnTo>
                  <a:lnTo>
                    <a:pt x="1531974" y="42336"/>
                  </a:lnTo>
                  <a:lnTo>
                    <a:pt x="1568513" y="43346"/>
                  </a:lnTo>
                  <a:lnTo>
                    <a:pt x="1603854" y="44323"/>
                  </a:lnTo>
                  <a:lnTo>
                    <a:pt x="1638073" y="45268"/>
                  </a:lnTo>
                  <a:lnTo>
                    <a:pt x="1671239" y="46185"/>
                  </a:lnTo>
                  <a:lnTo>
                    <a:pt x="1703415" y="47074"/>
                  </a:lnTo>
                  <a:lnTo>
                    <a:pt x="1734657" y="47937"/>
                  </a:lnTo>
                  <a:lnTo>
                    <a:pt x="1765020" y="48777"/>
                  </a:lnTo>
                  <a:lnTo>
                    <a:pt x="1794551" y="49593"/>
                  </a:lnTo>
                  <a:lnTo>
                    <a:pt x="1823294" y="50387"/>
                  </a:lnTo>
                  <a:lnTo>
                    <a:pt x="1851290" y="51161"/>
                  </a:lnTo>
                  <a:lnTo>
                    <a:pt x="1878578" y="51915"/>
                  </a:lnTo>
                  <a:lnTo>
                    <a:pt x="1905192" y="52650"/>
                  </a:lnTo>
                  <a:lnTo>
                    <a:pt x="1931164" y="53368"/>
                  </a:lnTo>
                  <a:lnTo>
                    <a:pt x="1956525" y="54069"/>
                  </a:lnTo>
                  <a:lnTo>
                    <a:pt x="1981304" y="54754"/>
                  </a:lnTo>
                  <a:lnTo>
                    <a:pt x="2005525" y="55423"/>
                  </a:lnTo>
                  <a:lnTo>
                    <a:pt x="2029214" y="56078"/>
                  </a:lnTo>
                  <a:lnTo>
                    <a:pt x="2052393" y="56718"/>
                  </a:lnTo>
                  <a:lnTo>
                    <a:pt x="2075085" y="57345"/>
                  </a:lnTo>
                  <a:lnTo>
                    <a:pt x="2097308" y="57959"/>
                  </a:lnTo>
                  <a:lnTo>
                    <a:pt x="2119083" y="58561"/>
                  </a:lnTo>
                  <a:lnTo>
                    <a:pt x="2140426" y="59151"/>
                  </a:lnTo>
                  <a:lnTo>
                    <a:pt x="2161355" y="59729"/>
                  </a:lnTo>
                  <a:lnTo>
                    <a:pt x="2181885" y="60297"/>
                  </a:lnTo>
                  <a:lnTo>
                    <a:pt x="2202032" y="60854"/>
                  </a:lnTo>
                  <a:lnTo>
                    <a:pt x="2221809" y="61400"/>
                  </a:lnTo>
                  <a:lnTo>
                    <a:pt x="2241229" y="61937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4427023" y="1938755"/>
              <a:ext cx="2241229" cy="86393"/>
            </a:xfrm>
            <a:custGeom>
              <a:avLst/>
              <a:pathLst>
                <a:path w="2241229" h="86393">
                  <a:moveTo>
                    <a:pt x="0" y="86393"/>
                  </a:moveTo>
                  <a:lnTo>
                    <a:pt x="143920" y="80845"/>
                  </a:lnTo>
                  <a:lnTo>
                    <a:pt x="270867" y="75952"/>
                  </a:lnTo>
                  <a:lnTo>
                    <a:pt x="384425" y="71574"/>
                  </a:lnTo>
                  <a:lnTo>
                    <a:pt x="487151" y="67615"/>
                  </a:lnTo>
                  <a:lnTo>
                    <a:pt x="580932" y="64000"/>
                  </a:lnTo>
                  <a:lnTo>
                    <a:pt x="667202" y="60674"/>
                  </a:lnTo>
                  <a:lnTo>
                    <a:pt x="747076" y="57595"/>
                  </a:lnTo>
                  <a:lnTo>
                    <a:pt x="821437" y="54729"/>
                  </a:lnTo>
                  <a:lnTo>
                    <a:pt x="890997" y="52047"/>
                  </a:lnTo>
                  <a:lnTo>
                    <a:pt x="956338" y="49529"/>
                  </a:lnTo>
                  <a:lnTo>
                    <a:pt x="1017944" y="47154"/>
                  </a:lnTo>
                  <a:lnTo>
                    <a:pt x="1076217" y="44908"/>
                  </a:lnTo>
                  <a:lnTo>
                    <a:pt x="1131501" y="42777"/>
                  </a:lnTo>
                  <a:lnTo>
                    <a:pt x="1184088" y="40750"/>
                  </a:lnTo>
                  <a:lnTo>
                    <a:pt x="1234227" y="38817"/>
                  </a:lnTo>
                  <a:lnTo>
                    <a:pt x="1282137" y="36970"/>
                  </a:lnTo>
                  <a:lnTo>
                    <a:pt x="1328008" y="35202"/>
                  </a:lnTo>
                  <a:lnTo>
                    <a:pt x="1372006" y="33506"/>
                  </a:lnTo>
                  <a:lnTo>
                    <a:pt x="1414279" y="31876"/>
                  </a:lnTo>
                  <a:lnTo>
                    <a:pt x="1454955" y="30308"/>
                  </a:lnTo>
                  <a:lnTo>
                    <a:pt x="1494152" y="28797"/>
                  </a:lnTo>
                  <a:lnTo>
                    <a:pt x="1531974" y="27339"/>
                  </a:lnTo>
                  <a:lnTo>
                    <a:pt x="1568513" y="25931"/>
                  </a:lnTo>
                  <a:lnTo>
                    <a:pt x="1603854" y="24569"/>
                  </a:lnTo>
                  <a:lnTo>
                    <a:pt x="1638073" y="23250"/>
                  </a:lnTo>
                  <a:lnTo>
                    <a:pt x="1671239" y="21971"/>
                  </a:lnTo>
                  <a:lnTo>
                    <a:pt x="1703415" y="20731"/>
                  </a:lnTo>
                  <a:lnTo>
                    <a:pt x="1734657" y="19527"/>
                  </a:lnTo>
                  <a:lnTo>
                    <a:pt x="1765020" y="18356"/>
                  </a:lnTo>
                  <a:lnTo>
                    <a:pt x="1794551" y="17218"/>
                  </a:lnTo>
                  <a:lnTo>
                    <a:pt x="1823294" y="16110"/>
                  </a:lnTo>
                  <a:lnTo>
                    <a:pt x="1851290" y="15031"/>
                  </a:lnTo>
                  <a:lnTo>
                    <a:pt x="1878578" y="13979"/>
                  </a:lnTo>
                  <a:lnTo>
                    <a:pt x="1905192" y="12953"/>
                  </a:lnTo>
                  <a:lnTo>
                    <a:pt x="1931164" y="11952"/>
                  </a:lnTo>
                  <a:lnTo>
                    <a:pt x="1956525" y="10974"/>
                  </a:lnTo>
                  <a:lnTo>
                    <a:pt x="1981304" y="10019"/>
                  </a:lnTo>
                  <a:lnTo>
                    <a:pt x="2005525" y="9085"/>
                  </a:lnTo>
                  <a:lnTo>
                    <a:pt x="2029214" y="8172"/>
                  </a:lnTo>
                  <a:lnTo>
                    <a:pt x="2052393" y="7279"/>
                  </a:lnTo>
                  <a:lnTo>
                    <a:pt x="2075085" y="6404"/>
                  </a:lnTo>
                  <a:lnTo>
                    <a:pt x="2097308" y="5547"/>
                  </a:lnTo>
                  <a:lnTo>
                    <a:pt x="2119083" y="4708"/>
                  </a:lnTo>
                  <a:lnTo>
                    <a:pt x="2140426" y="3885"/>
                  </a:lnTo>
                  <a:lnTo>
                    <a:pt x="2161355" y="3078"/>
                  </a:lnTo>
                  <a:lnTo>
                    <a:pt x="2181885" y="2287"/>
                  </a:lnTo>
                  <a:lnTo>
                    <a:pt x="2202032" y="1510"/>
                  </a:lnTo>
                  <a:lnTo>
                    <a:pt x="2221809" y="748"/>
                  </a:lnTo>
                  <a:lnTo>
                    <a:pt x="2241229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4427023" y="1883207"/>
              <a:ext cx="2241229" cy="165861"/>
            </a:xfrm>
            <a:custGeom>
              <a:avLst/>
              <a:pathLst>
                <a:path w="2241229" h="165861">
                  <a:moveTo>
                    <a:pt x="0" y="165861"/>
                  </a:moveTo>
                  <a:lnTo>
                    <a:pt x="143920" y="155210"/>
                  </a:lnTo>
                  <a:lnTo>
                    <a:pt x="270867" y="145815"/>
                  </a:lnTo>
                  <a:lnTo>
                    <a:pt x="384425" y="137411"/>
                  </a:lnTo>
                  <a:lnTo>
                    <a:pt x="487151" y="129809"/>
                  </a:lnTo>
                  <a:lnTo>
                    <a:pt x="580932" y="122869"/>
                  </a:lnTo>
                  <a:lnTo>
                    <a:pt x="667202" y="116485"/>
                  </a:lnTo>
                  <a:lnTo>
                    <a:pt x="747076" y="110574"/>
                  </a:lnTo>
                  <a:lnTo>
                    <a:pt x="821437" y="105070"/>
                  </a:lnTo>
                  <a:lnTo>
                    <a:pt x="890997" y="99923"/>
                  </a:lnTo>
                  <a:lnTo>
                    <a:pt x="956338" y="95087"/>
                  </a:lnTo>
                  <a:lnTo>
                    <a:pt x="1017944" y="90528"/>
                  </a:lnTo>
                  <a:lnTo>
                    <a:pt x="1076217" y="86216"/>
                  </a:lnTo>
                  <a:lnTo>
                    <a:pt x="1131501" y="82124"/>
                  </a:lnTo>
                  <a:lnTo>
                    <a:pt x="1184088" y="78233"/>
                  </a:lnTo>
                  <a:lnTo>
                    <a:pt x="1234227" y="74522"/>
                  </a:lnTo>
                  <a:lnTo>
                    <a:pt x="1282137" y="70977"/>
                  </a:lnTo>
                  <a:lnTo>
                    <a:pt x="1328008" y="67582"/>
                  </a:lnTo>
                  <a:lnTo>
                    <a:pt x="1372006" y="64326"/>
                  </a:lnTo>
                  <a:lnTo>
                    <a:pt x="1414279" y="61198"/>
                  </a:lnTo>
                  <a:lnTo>
                    <a:pt x="1454955" y="58187"/>
                  </a:lnTo>
                  <a:lnTo>
                    <a:pt x="1494152" y="55287"/>
                  </a:lnTo>
                  <a:lnTo>
                    <a:pt x="1531974" y="52488"/>
                  </a:lnTo>
                  <a:lnTo>
                    <a:pt x="1568513" y="49783"/>
                  </a:lnTo>
                  <a:lnTo>
                    <a:pt x="1603854" y="47168"/>
                  </a:lnTo>
                  <a:lnTo>
                    <a:pt x="1638073" y="44636"/>
                  </a:lnTo>
                  <a:lnTo>
                    <a:pt x="1671239" y="42181"/>
                  </a:lnTo>
                  <a:lnTo>
                    <a:pt x="1703415" y="39800"/>
                  </a:lnTo>
                  <a:lnTo>
                    <a:pt x="1734657" y="37488"/>
                  </a:lnTo>
                  <a:lnTo>
                    <a:pt x="1765020" y="35241"/>
                  </a:lnTo>
                  <a:lnTo>
                    <a:pt x="1794551" y="33056"/>
                  </a:lnTo>
                  <a:lnTo>
                    <a:pt x="1823294" y="30929"/>
                  </a:lnTo>
                  <a:lnTo>
                    <a:pt x="1851290" y="28857"/>
                  </a:lnTo>
                  <a:lnTo>
                    <a:pt x="1878578" y="26837"/>
                  </a:lnTo>
                  <a:lnTo>
                    <a:pt x="1905192" y="24868"/>
                  </a:lnTo>
                  <a:lnTo>
                    <a:pt x="1931164" y="22946"/>
                  </a:lnTo>
                  <a:lnTo>
                    <a:pt x="1956525" y="21069"/>
                  </a:lnTo>
                  <a:lnTo>
                    <a:pt x="1981304" y="19235"/>
                  </a:lnTo>
                  <a:lnTo>
                    <a:pt x="2005525" y="17443"/>
                  </a:lnTo>
                  <a:lnTo>
                    <a:pt x="2029214" y="15690"/>
                  </a:lnTo>
                  <a:lnTo>
                    <a:pt x="2052393" y="13974"/>
                  </a:lnTo>
                  <a:lnTo>
                    <a:pt x="2075085" y="12295"/>
                  </a:lnTo>
                  <a:lnTo>
                    <a:pt x="2097308" y="10650"/>
                  </a:lnTo>
                  <a:lnTo>
                    <a:pt x="2119083" y="9039"/>
                  </a:lnTo>
                  <a:lnTo>
                    <a:pt x="2140426" y="7459"/>
                  </a:lnTo>
                  <a:lnTo>
                    <a:pt x="2161355" y="5911"/>
                  </a:lnTo>
                  <a:lnTo>
                    <a:pt x="2181885" y="4391"/>
                  </a:lnTo>
                  <a:lnTo>
                    <a:pt x="2202032" y="2900"/>
                  </a:lnTo>
                  <a:lnTo>
                    <a:pt x="2221809" y="1437"/>
                  </a:lnTo>
                  <a:lnTo>
                    <a:pt x="2241229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4427023" y="1779604"/>
              <a:ext cx="2241229" cy="45916"/>
            </a:xfrm>
            <a:custGeom>
              <a:avLst/>
              <a:pathLst>
                <a:path w="2241229" h="45916">
                  <a:moveTo>
                    <a:pt x="0" y="0"/>
                  </a:moveTo>
                  <a:lnTo>
                    <a:pt x="143920" y="2948"/>
                  </a:lnTo>
                  <a:lnTo>
                    <a:pt x="270867" y="5549"/>
                  </a:lnTo>
                  <a:lnTo>
                    <a:pt x="384425" y="7875"/>
                  </a:lnTo>
                  <a:lnTo>
                    <a:pt x="487151" y="9980"/>
                  </a:lnTo>
                  <a:lnTo>
                    <a:pt x="580932" y="11901"/>
                  </a:lnTo>
                  <a:lnTo>
                    <a:pt x="667202" y="13669"/>
                  </a:lnTo>
                  <a:lnTo>
                    <a:pt x="747076" y="15305"/>
                  </a:lnTo>
                  <a:lnTo>
                    <a:pt x="821437" y="16828"/>
                  </a:lnTo>
                  <a:lnTo>
                    <a:pt x="890997" y="18254"/>
                  </a:lnTo>
                  <a:lnTo>
                    <a:pt x="956338" y="19592"/>
                  </a:lnTo>
                  <a:lnTo>
                    <a:pt x="1017944" y="20854"/>
                  </a:lnTo>
                  <a:lnTo>
                    <a:pt x="1076217" y="22048"/>
                  </a:lnTo>
                  <a:lnTo>
                    <a:pt x="1131501" y="23181"/>
                  </a:lnTo>
                  <a:lnTo>
                    <a:pt x="1184088" y="24258"/>
                  </a:lnTo>
                  <a:lnTo>
                    <a:pt x="1234227" y="25285"/>
                  </a:lnTo>
                  <a:lnTo>
                    <a:pt x="1282137" y="26267"/>
                  </a:lnTo>
                  <a:lnTo>
                    <a:pt x="1328008" y="27207"/>
                  </a:lnTo>
                  <a:lnTo>
                    <a:pt x="1372006" y="28108"/>
                  </a:lnTo>
                  <a:lnTo>
                    <a:pt x="1414279" y="28974"/>
                  </a:lnTo>
                  <a:lnTo>
                    <a:pt x="1454955" y="29807"/>
                  </a:lnTo>
                  <a:lnTo>
                    <a:pt x="1494152" y="30611"/>
                  </a:lnTo>
                  <a:lnTo>
                    <a:pt x="1531974" y="31385"/>
                  </a:lnTo>
                  <a:lnTo>
                    <a:pt x="1568513" y="32134"/>
                  </a:lnTo>
                  <a:lnTo>
                    <a:pt x="1603854" y="32858"/>
                  </a:lnTo>
                  <a:lnTo>
                    <a:pt x="1638073" y="33559"/>
                  </a:lnTo>
                  <a:lnTo>
                    <a:pt x="1671239" y="34239"/>
                  </a:lnTo>
                  <a:lnTo>
                    <a:pt x="1703415" y="34898"/>
                  </a:lnTo>
                  <a:lnTo>
                    <a:pt x="1734657" y="35538"/>
                  </a:lnTo>
                  <a:lnTo>
                    <a:pt x="1765020" y="36160"/>
                  </a:lnTo>
                  <a:lnTo>
                    <a:pt x="1794551" y="36765"/>
                  </a:lnTo>
                  <a:lnTo>
                    <a:pt x="1823294" y="37354"/>
                  </a:lnTo>
                  <a:lnTo>
                    <a:pt x="1851290" y="37927"/>
                  </a:lnTo>
                  <a:lnTo>
                    <a:pt x="1878578" y="38486"/>
                  </a:lnTo>
                  <a:lnTo>
                    <a:pt x="1905192" y="39032"/>
                  </a:lnTo>
                  <a:lnTo>
                    <a:pt x="1931164" y="39564"/>
                  </a:lnTo>
                  <a:lnTo>
                    <a:pt x="1956525" y="40083"/>
                  </a:lnTo>
                  <a:lnTo>
                    <a:pt x="1981304" y="40591"/>
                  </a:lnTo>
                  <a:lnTo>
                    <a:pt x="2005525" y="41087"/>
                  </a:lnTo>
                  <a:lnTo>
                    <a:pt x="2029214" y="41572"/>
                  </a:lnTo>
                  <a:lnTo>
                    <a:pt x="2052393" y="42047"/>
                  </a:lnTo>
                  <a:lnTo>
                    <a:pt x="2075085" y="42512"/>
                  </a:lnTo>
                  <a:lnTo>
                    <a:pt x="2097308" y="42967"/>
                  </a:lnTo>
                  <a:lnTo>
                    <a:pt x="2119083" y="43414"/>
                  </a:lnTo>
                  <a:lnTo>
                    <a:pt x="2140426" y="43851"/>
                  </a:lnTo>
                  <a:lnTo>
                    <a:pt x="2161355" y="44280"/>
                  </a:lnTo>
                  <a:lnTo>
                    <a:pt x="2181885" y="44700"/>
                  </a:lnTo>
                  <a:lnTo>
                    <a:pt x="2202032" y="45113"/>
                  </a:lnTo>
                  <a:lnTo>
                    <a:pt x="2221809" y="45518"/>
                  </a:lnTo>
                  <a:lnTo>
                    <a:pt x="2241229" y="45916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4427023" y="1611901"/>
              <a:ext cx="2241229" cy="407393"/>
            </a:xfrm>
            <a:custGeom>
              <a:avLst/>
              <a:pathLst>
                <a:path w="2241229" h="407393">
                  <a:moveTo>
                    <a:pt x="0" y="0"/>
                  </a:moveTo>
                  <a:lnTo>
                    <a:pt x="143920" y="26160"/>
                  </a:lnTo>
                  <a:lnTo>
                    <a:pt x="270867" y="49236"/>
                  </a:lnTo>
                  <a:lnTo>
                    <a:pt x="384425" y="69877"/>
                  </a:lnTo>
                  <a:lnTo>
                    <a:pt x="487151" y="88550"/>
                  </a:lnTo>
                  <a:lnTo>
                    <a:pt x="580932" y="105597"/>
                  </a:lnTo>
                  <a:lnTo>
                    <a:pt x="667202" y="121279"/>
                  </a:lnTo>
                  <a:lnTo>
                    <a:pt x="747076" y="135797"/>
                  </a:lnTo>
                  <a:lnTo>
                    <a:pt x="821437" y="149314"/>
                  </a:lnTo>
                  <a:lnTo>
                    <a:pt x="890997" y="161958"/>
                  </a:lnTo>
                  <a:lnTo>
                    <a:pt x="956338" y="173836"/>
                  </a:lnTo>
                  <a:lnTo>
                    <a:pt x="1017944" y="185034"/>
                  </a:lnTo>
                  <a:lnTo>
                    <a:pt x="1076217" y="195626"/>
                  </a:lnTo>
                  <a:lnTo>
                    <a:pt x="1131501" y="205675"/>
                  </a:lnTo>
                  <a:lnTo>
                    <a:pt x="1184088" y="215234"/>
                  </a:lnTo>
                  <a:lnTo>
                    <a:pt x="1234227" y="224348"/>
                  </a:lnTo>
                  <a:lnTo>
                    <a:pt x="1282137" y="233057"/>
                  </a:lnTo>
                  <a:lnTo>
                    <a:pt x="1328008" y="241395"/>
                  </a:lnTo>
                  <a:lnTo>
                    <a:pt x="1372006" y="249393"/>
                  </a:lnTo>
                  <a:lnTo>
                    <a:pt x="1414279" y="257077"/>
                  </a:lnTo>
                  <a:lnTo>
                    <a:pt x="1454955" y="264470"/>
                  </a:lnTo>
                  <a:lnTo>
                    <a:pt x="1494152" y="271595"/>
                  </a:lnTo>
                  <a:lnTo>
                    <a:pt x="1531974" y="278470"/>
                  </a:lnTo>
                  <a:lnTo>
                    <a:pt x="1568513" y="285112"/>
                  </a:lnTo>
                  <a:lnTo>
                    <a:pt x="1603854" y="291536"/>
                  </a:lnTo>
                  <a:lnTo>
                    <a:pt x="1638073" y="297756"/>
                  </a:lnTo>
                  <a:lnTo>
                    <a:pt x="1671239" y="303785"/>
                  </a:lnTo>
                  <a:lnTo>
                    <a:pt x="1703415" y="309633"/>
                  </a:lnTo>
                  <a:lnTo>
                    <a:pt x="1734657" y="315313"/>
                  </a:lnTo>
                  <a:lnTo>
                    <a:pt x="1765020" y="320832"/>
                  </a:lnTo>
                  <a:lnTo>
                    <a:pt x="1794551" y="326200"/>
                  </a:lnTo>
                  <a:lnTo>
                    <a:pt x="1823294" y="331424"/>
                  </a:lnTo>
                  <a:lnTo>
                    <a:pt x="1851290" y="336513"/>
                  </a:lnTo>
                  <a:lnTo>
                    <a:pt x="1878578" y="341473"/>
                  </a:lnTo>
                  <a:lnTo>
                    <a:pt x="1905192" y="346311"/>
                  </a:lnTo>
                  <a:lnTo>
                    <a:pt x="1931164" y="351032"/>
                  </a:lnTo>
                  <a:lnTo>
                    <a:pt x="1956525" y="355642"/>
                  </a:lnTo>
                  <a:lnTo>
                    <a:pt x="1981304" y="360146"/>
                  </a:lnTo>
                  <a:lnTo>
                    <a:pt x="2005525" y="364549"/>
                  </a:lnTo>
                  <a:lnTo>
                    <a:pt x="2029214" y="368855"/>
                  </a:lnTo>
                  <a:lnTo>
                    <a:pt x="2052393" y="373068"/>
                  </a:lnTo>
                  <a:lnTo>
                    <a:pt x="2075085" y="377193"/>
                  </a:lnTo>
                  <a:lnTo>
                    <a:pt x="2097308" y="381233"/>
                  </a:lnTo>
                  <a:lnTo>
                    <a:pt x="2119083" y="385191"/>
                  </a:lnTo>
                  <a:lnTo>
                    <a:pt x="2140426" y="389070"/>
                  </a:lnTo>
                  <a:lnTo>
                    <a:pt x="2161355" y="392874"/>
                  </a:lnTo>
                  <a:lnTo>
                    <a:pt x="2181885" y="396606"/>
                  </a:lnTo>
                  <a:lnTo>
                    <a:pt x="2202032" y="400268"/>
                  </a:lnTo>
                  <a:lnTo>
                    <a:pt x="2221809" y="403863"/>
                  </a:lnTo>
                  <a:lnTo>
                    <a:pt x="2241229" y="407393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4427023" y="2152968"/>
              <a:ext cx="2241229" cy="38407"/>
            </a:xfrm>
            <a:custGeom>
              <a:avLst/>
              <a:pathLst>
                <a:path w="2241229" h="38407">
                  <a:moveTo>
                    <a:pt x="0" y="0"/>
                  </a:moveTo>
                  <a:lnTo>
                    <a:pt x="143920" y="2466"/>
                  </a:lnTo>
                  <a:lnTo>
                    <a:pt x="270867" y="4641"/>
                  </a:lnTo>
                  <a:lnTo>
                    <a:pt x="384425" y="6587"/>
                  </a:lnTo>
                  <a:lnTo>
                    <a:pt x="487151" y="8348"/>
                  </a:lnTo>
                  <a:lnTo>
                    <a:pt x="580932" y="9955"/>
                  </a:lnTo>
                  <a:lnTo>
                    <a:pt x="667202" y="11433"/>
                  </a:lnTo>
                  <a:lnTo>
                    <a:pt x="747076" y="12802"/>
                  </a:lnTo>
                  <a:lnTo>
                    <a:pt x="821437" y="14076"/>
                  </a:lnTo>
                  <a:lnTo>
                    <a:pt x="890997" y="15268"/>
                  </a:lnTo>
                  <a:lnTo>
                    <a:pt x="956338" y="16388"/>
                  </a:lnTo>
                  <a:lnTo>
                    <a:pt x="1017944" y="17444"/>
                  </a:lnTo>
                  <a:lnTo>
                    <a:pt x="1076217" y="18442"/>
                  </a:lnTo>
                  <a:lnTo>
                    <a:pt x="1131501" y="19390"/>
                  </a:lnTo>
                  <a:lnTo>
                    <a:pt x="1184088" y="20291"/>
                  </a:lnTo>
                  <a:lnTo>
                    <a:pt x="1234227" y="21150"/>
                  </a:lnTo>
                  <a:lnTo>
                    <a:pt x="1282137" y="21971"/>
                  </a:lnTo>
                  <a:lnTo>
                    <a:pt x="1328008" y="22757"/>
                  </a:lnTo>
                  <a:lnTo>
                    <a:pt x="1372006" y="23511"/>
                  </a:lnTo>
                  <a:lnTo>
                    <a:pt x="1414279" y="24236"/>
                  </a:lnTo>
                  <a:lnTo>
                    <a:pt x="1454955" y="24933"/>
                  </a:lnTo>
                  <a:lnTo>
                    <a:pt x="1494152" y="25605"/>
                  </a:lnTo>
                  <a:lnTo>
                    <a:pt x="1531974" y="26253"/>
                  </a:lnTo>
                  <a:lnTo>
                    <a:pt x="1568513" y="26879"/>
                  </a:lnTo>
                  <a:lnTo>
                    <a:pt x="1603854" y="27485"/>
                  </a:lnTo>
                  <a:lnTo>
                    <a:pt x="1638073" y="28071"/>
                  </a:lnTo>
                  <a:lnTo>
                    <a:pt x="1671239" y="28639"/>
                  </a:lnTo>
                  <a:lnTo>
                    <a:pt x="1703415" y="29191"/>
                  </a:lnTo>
                  <a:lnTo>
                    <a:pt x="1734657" y="29726"/>
                  </a:lnTo>
                  <a:lnTo>
                    <a:pt x="1765020" y="30246"/>
                  </a:lnTo>
                  <a:lnTo>
                    <a:pt x="1794551" y="30752"/>
                  </a:lnTo>
                  <a:lnTo>
                    <a:pt x="1823294" y="31245"/>
                  </a:lnTo>
                  <a:lnTo>
                    <a:pt x="1851290" y="31725"/>
                  </a:lnTo>
                  <a:lnTo>
                    <a:pt x="1878578" y="32192"/>
                  </a:lnTo>
                  <a:lnTo>
                    <a:pt x="1905192" y="32649"/>
                  </a:lnTo>
                  <a:lnTo>
                    <a:pt x="1931164" y="33094"/>
                  </a:lnTo>
                  <a:lnTo>
                    <a:pt x="1956525" y="33528"/>
                  </a:lnTo>
                  <a:lnTo>
                    <a:pt x="1981304" y="33953"/>
                  </a:lnTo>
                  <a:lnTo>
                    <a:pt x="2005525" y="34368"/>
                  </a:lnTo>
                  <a:lnTo>
                    <a:pt x="2029214" y="34774"/>
                  </a:lnTo>
                  <a:lnTo>
                    <a:pt x="2052393" y="35171"/>
                  </a:lnTo>
                  <a:lnTo>
                    <a:pt x="2075085" y="35560"/>
                  </a:lnTo>
                  <a:lnTo>
                    <a:pt x="2097308" y="35941"/>
                  </a:lnTo>
                  <a:lnTo>
                    <a:pt x="2119083" y="36314"/>
                  </a:lnTo>
                  <a:lnTo>
                    <a:pt x="2140426" y="36680"/>
                  </a:lnTo>
                  <a:lnTo>
                    <a:pt x="2161355" y="37038"/>
                  </a:lnTo>
                  <a:lnTo>
                    <a:pt x="2181885" y="37390"/>
                  </a:lnTo>
                  <a:lnTo>
                    <a:pt x="2202032" y="37735"/>
                  </a:lnTo>
                  <a:lnTo>
                    <a:pt x="2221809" y="38074"/>
                  </a:lnTo>
                  <a:lnTo>
                    <a:pt x="2241229" y="38407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4427023" y="1993179"/>
              <a:ext cx="2241229" cy="30724"/>
            </a:xfrm>
            <a:custGeom>
              <a:avLst/>
              <a:pathLst>
                <a:path w="2241229" h="30724">
                  <a:moveTo>
                    <a:pt x="0" y="30724"/>
                  </a:moveTo>
                  <a:lnTo>
                    <a:pt x="143920" y="28751"/>
                  </a:lnTo>
                  <a:lnTo>
                    <a:pt x="270867" y="27011"/>
                  </a:lnTo>
                  <a:lnTo>
                    <a:pt x="384425" y="25454"/>
                  </a:lnTo>
                  <a:lnTo>
                    <a:pt x="487151" y="24046"/>
                  </a:lnTo>
                  <a:lnTo>
                    <a:pt x="580932" y="22760"/>
                  </a:lnTo>
                  <a:lnTo>
                    <a:pt x="667202" y="21578"/>
                  </a:lnTo>
                  <a:lnTo>
                    <a:pt x="747076" y="20483"/>
                  </a:lnTo>
                  <a:lnTo>
                    <a:pt x="821437" y="19463"/>
                  </a:lnTo>
                  <a:lnTo>
                    <a:pt x="890997" y="18510"/>
                  </a:lnTo>
                  <a:lnTo>
                    <a:pt x="956338" y="17614"/>
                  </a:lnTo>
                  <a:lnTo>
                    <a:pt x="1017944" y="16769"/>
                  </a:lnTo>
                  <a:lnTo>
                    <a:pt x="1076217" y="15971"/>
                  </a:lnTo>
                  <a:lnTo>
                    <a:pt x="1131501" y="15213"/>
                  </a:lnTo>
                  <a:lnTo>
                    <a:pt x="1184088" y="14492"/>
                  </a:lnTo>
                  <a:lnTo>
                    <a:pt x="1234227" y="13804"/>
                  </a:lnTo>
                  <a:lnTo>
                    <a:pt x="1282137" y="13148"/>
                  </a:lnTo>
                  <a:lnTo>
                    <a:pt x="1328008" y="12519"/>
                  </a:lnTo>
                  <a:lnTo>
                    <a:pt x="1372006" y="11916"/>
                  </a:lnTo>
                  <a:lnTo>
                    <a:pt x="1414279" y="11336"/>
                  </a:lnTo>
                  <a:lnTo>
                    <a:pt x="1454955" y="10778"/>
                  </a:lnTo>
                  <a:lnTo>
                    <a:pt x="1494152" y="10241"/>
                  </a:lnTo>
                  <a:lnTo>
                    <a:pt x="1531974" y="9723"/>
                  </a:lnTo>
                  <a:lnTo>
                    <a:pt x="1568513" y="9222"/>
                  </a:lnTo>
                  <a:lnTo>
                    <a:pt x="1603854" y="8737"/>
                  </a:lnTo>
                  <a:lnTo>
                    <a:pt x="1638073" y="8268"/>
                  </a:lnTo>
                  <a:lnTo>
                    <a:pt x="1671239" y="7813"/>
                  </a:lnTo>
                  <a:lnTo>
                    <a:pt x="1703415" y="7372"/>
                  </a:lnTo>
                  <a:lnTo>
                    <a:pt x="1734657" y="6944"/>
                  </a:lnTo>
                  <a:lnTo>
                    <a:pt x="1765020" y="6528"/>
                  </a:lnTo>
                  <a:lnTo>
                    <a:pt x="1794551" y="6123"/>
                  </a:lnTo>
                  <a:lnTo>
                    <a:pt x="1823294" y="5729"/>
                  </a:lnTo>
                  <a:lnTo>
                    <a:pt x="1851290" y="5345"/>
                  </a:lnTo>
                  <a:lnTo>
                    <a:pt x="1878578" y="4971"/>
                  </a:lnTo>
                  <a:lnTo>
                    <a:pt x="1905192" y="4606"/>
                  </a:lnTo>
                  <a:lnTo>
                    <a:pt x="1931164" y="4250"/>
                  </a:lnTo>
                  <a:lnTo>
                    <a:pt x="1956525" y="3902"/>
                  </a:lnTo>
                  <a:lnTo>
                    <a:pt x="1981304" y="3563"/>
                  </a:lnTo>
                  <a:lnTo>
                    <a:pt x="2005525" y="3231"/>
                  </a:lnTo>
                  <a:lnTo>
                    <a:pt x="2029214" y="2906"/>
                  </a:lnTo>
                  <a:lnTo>
                    <a:pt x="2052393" y="2588"/>
                  </a:lnTo>
                  <a:lnTo>
                    <a:pt x="2075085" y="2277"/>
                  </a:lnTo>
                  <a:lnTo>
                    <a:pt x="2097308" y="1972"/>
                  </a:lnTo>
                  <a:lnTo>
                    <a:pt x="2119083" y="1674"/>
                  </a:lnTo>
                  <a:lnTo>
                    <a:pt x="2140426" y="1381"/>
                  </a:lnTo>
                  <a:lnTo>
                    <a:pt x="2161355" y="1094"/>
                  </a:lnTo>
                  <a:lnTo>
                    <a:pt x="2181885" y="813"/>
                  </a:lnTo>
                  <a:lnTo>
                    <a:pt x="2202032" y="537"/>
                  </a:lnTo>
                  <a:lnTo>
                    <a:pt x="2221809" y="266"/>
                  </a:lnTo>
                  <a:lnTo>
                    <a:pt x="2241229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4427023" y="1927543"/>
              <a:ext cx="2241229" cy="48228"/>
            </a:xfrm>
            <a:custGeom>
              <a:avLst/>
              <a:pathLst>
                <a:path w="2241229" h="48228">
                  <a:moveTo>
                    <a:pt x="0" y="0"/>
                  </a:moveTo>
                  <a:lnTo>
                    <a:pt x="143920" y="3097"/>
                  </a:lnTo>
                  <a:lnTo>
                    <a:pt x="270867" y="5828"/>
                  </a:lnTo>
                  <a:lnTo>
                    <a:pt x="384425" y="8272"/>
                  </a:lnTo>
                  <a:lnTo>
                    <a:pt x="487151" y="10482"/>
                  </a:lnTo>
                  <a:lnTo>
                    <a:pt x="580932" y="12500"/>
                  </a:lnTo>
                  <a:lnTo>
                    <a:pt x="667202" y="14357"/>
                  </a:lnTo>
                  <a:lnTo>
                    <a:pt x="747076" y="16076"/>
                  </a:lnTo>
                  <a:lnTo>
                    <a:pt x="821437" y="17676"/>
                  </a:lnTo>
                  <a:lnTo>
                    <a:pt x="890997" y="19173"/>
                  </a:lnTo>
                  <a:lnTo>
                    <a:pt x="956338" y="20579"/>
                  </a:lnTo>
                  <a:lnTo>
                    <a:pt x="1017944" y="21904"/>
                  </a:lnTo>
                  <a:lnTo>
                    <a:pt x="1076217" y="23158"/>
                  </a:lnTo>
                  <a:lnTo>
                    <a:pt x="1131501" y="24348"/>
                  </a:lnTo>
                  <a:lnTo>
                    <a:pt x="1184088" y="25480"/>
                  </a:lnTo>
                  <a:lnTo>
                    <a:pt x="1234227" y="26559"/>
                  </a:lnTo>
                  <a:lnTo>
                    <a:pt x="1282137" y="27590"/>
                  </a:lnTo>
                  <a:lnTo>
                    <a:pt x="1328008" y="28577"/>
                  </a:lnTo>
                  <a:lnTo>
                    <a:pt x="1372006" y="29523"/>
                  </a:lnTo>
                  <a:lnTo>
                    <a:pt x="1414279" y="30433"/>
                  </a:lnTo>
                  <a:lnTo>
                    <a:pt x="1454955" y="31308"/>
                  </a:lnTo>
                  <a:lnTo>
                    <a:pt x="1494152" y="32152"/>
                  </a:lnTo>
                  <a:lnTo>
                    <a:pt x="1531974" y="32966"/>
                  </a:lnTo>
                  <a:lnTo>
                    <a:pt x="1568513" y="33752"/>
                  </a:lnTo>
                  <a:lnTo>
                    <a:pt x="1603854" y="34513"/>
                  </a:lnTo>
                  <a:lnTo>
                    <a:pt x="1638073" y="35249"/>
                  </a:lnTo>
                  <a:lnTo>
                    <a:pt x="1671239" y="35963"/>
                  </a:lnTo>
                  <a:lnTo>
                    <a:pt x="1703415" y="36655"/>
                  </a:lnTo>
                  <a:lnTo>
                    <a:pt x="1734657" y="37327"/>
                  </a:lnTo>
                  <a:lnTo>
                    <a:pt x="1765020" y="37981"/>
                  </a:lnTo>
                  <a:lnTo>
                    <a:pt x="1794551" y="38616"/>
                  </a:lnTo>
                  <a:lnTo>
                    <a:pt x="1823294" y="39235"/>
                  </a:lnTo>
                  <a:lnTo>
                    <a:pt x="1851290" y="39837"/>
                  </a:lnTo>
                  <a:lnTo>
                    <a:pt x="1878578" y="40424"/>
                  </a:lnTo>
                  <a:lnTo>
                    <a:pt x="1905192" y="40997"/>
                  </a:lnTo>
                  <a:lnTo>
                    <a:pt x="1931164" y="41556"/>
                  </a:lnTo>
                  <a:lnTo>
                    <a:pt x="1956525" y="42102"/>
                  </a:lnTo>
                  <a:lnTo>
                    <a:pt x="1981304" y="42635"/>
                  </a:lnTo>
                  <a:lnTo>
                    <a:pt x="2005525" y="43156"/>
                  </a:lnTo>
                  <a:lnTo>
                    <a:pt x="2029214" y="43666"/>
                  </a:lnTo>
                  <a:lnTo>
                    <a:pt x="2052393" y="44165"/>
                  </a:lnTo>
                  <a:lnTo>
                    <a:pt x="2075085" y="44653"/>
                  </a:lnTo>
                  <a:lnTo>
                    <a:pt x="2097308" y="45131"/>
                  </a:lnTo>
                  <a:lnTo>
                    <a:pt x="2119083" y="45600"/>
                  </a:lnTo>
                  <a:lnTo>
                    <a:pt x="2140426" y="46059"/>
                  </a:lnTo>
                  <a:lnTo>
                    <a:pt x="2161355" y="46509"/>
                  </a:lnTo>
                  <a:lnTo>
                    <a:pt x="2181885" y="46951"/>
                  </a:lnTo>
                  <a:lnTo>
                    <a:pt x="2202032" y="47385"/>
                  </a:lnTo>
                  <a:lnTo>
                    <a:pt x="2221809" y="47810"/>
                  </a:lnTo>
                  <a:lnTo>
                    <a:pt x="2241229" y="48228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0" name="rc199"/>
            <p:cNvSpPr/>
            <p:nvPr/>
          </p:nvSpPr>
          <p:spPr>
            <a:xfrm>
              <a:off x="4262502" y="1287054"/>
              <a:ext cx="2575782" cy="102910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01" name="pl200"/>
            <p:cNvSpPr/>
            <p:nvPr/>
          </p:nvSpPr>
          <p:spPr>
            <a:xfrm>
              <a:off x="4262502" y="1287054"/>
              <a:ext cx="0" cy="1029104"/>
            </a:xfrm>
            <a:custGeom>
              <a:avLst/>
              <a:pathLst>
                <a:path w="0" h="1029104">
                  <a:moveTo>
                    <a:pt x="0" y="102910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1"/>
            <p:cNvSpPr/>
            <p:nvPr/>
          </p:nvSpPr>
          <p:spPr>
            <a:xfrm>
              <a:off x="4234034" y="211608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2"/>
            <p:cNvSpPr/>
            <p:nvPr/>
          </p:nvSpPr>
          <p:spPr>
            <a:xfrm>
              <a:off x="4234034" y="177607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3"/>
            <p:cNvSpPr/>
            <p:nvPr/>
          </p:nvSpPr>
          <p:spPr>
            <a:xfrm>
              <a:off x="4234034" y="143606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4"/>
            <p:cNvSpPr/>
            <p:nvPr/>
          </p:nvSpPr>
          <p:spPr>
            <a:xfrm>
              <a:off x="4262502" y="2316158"/>
              <a:ext cx="2575782" cy="0"/>
            </a:xfrm>
            <a:custGeom>
              <a:avLst/>
              <a:pathLst>
                <a:path w="2575782" h="0">
                  <a:moveTo>
                    <a:pt x="0" y="0"/>
                  </a:moveTo>
                  <a:lnTo>
                    <a:pt x="2575782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l205"/>
            <p:cNvSpPr/>
            <p:nvPr/>
          </p:nvSpPr>
          <p:spPr>
            <a:xfrm>
              <a:off x="4427023" y="231615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6"/>
            <p:cNvSpPr/>
            <p:nvPr/>
          </p:nvSpPr>
          <p:spPr>
            <a:xfrm>
              <a:off x="5174100" y="231615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7"/>
            <p:cNvSpPr/>
            <p:nvPr/>
          </p:nvSpPr>
          <p:spPr>
            <a:xfrm>
              <a:off x="5921176" y="231615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8"/>
            <p:cNvSpPr/>
            <p:nvPr/>
          </p:nvSpPr>
          <p:spPr>
            <a:xfrm>
              <a:off x="6668253" y="231615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tx209"/>
            <p:cNvSpPr/>
            <p:nvPr/>
          </p:nvSpPr>
          <p:spPr>
            <a:xfrm>
              <a:off x="4398768" y="2367401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11" name="tx210"/>
            <p:cNvSpPr/>
            <p:nvPr/>
          </p:nvSpPr>
          <p:spPr>
            <a:xfrm>
              <a:off x="5145845" y="2367401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12" name="tx211"/>
            <p:cNvSpPr/>
            <p:nvPr/>
          </p:nvSpPr>
          <p:spPr>
            <a:xfrm>
              <a:off x="5892921" y="2367401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13" name="tx212"/>
            <p:cNvSpPr/>
            <p:nvPr/>
          </p:nvSpPr>
          <p:spPr>
            <a:xfrm>
              <a:off x="6639998" y="2367401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214" name="tx213"/>
            <p:cNvSpPr/>
            <p:nvPr/>
          </p:nvSpPr>
          <p:spPr>
            <a:xfrm>
              <a:off x="5267981" y="2525038"/>
              <a:ext cx="56482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215" name="tx214"/>
            <p:cNvSpPr/>
            <p:nvPr/>
          </p:nvSpPr>
          <p:spPr>
            <a:xfrm>
              <a:off x="4262502" y="1110514"/>
              <a:ext cx="100867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216" name="rc215"/>
            <p:cNvSpPr/>
            <p:nvPr/>
          </p:nvSpPr>
          <p:spPr>
            <a:xfrm>
              <a:off x="1405201" y="3040436"/>
              <a:ext cx="2575782" cy="102910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1568102" y="389781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1533229" y="378647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1494209" y="3946736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1543603" y="384844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1564472" y="386952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1505422" y="377361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1528528" y="353160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1503283" y="384696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1536932" y="381275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1548625" y="377458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2305462" y="395170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2263928" y="398869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2278424" y="312349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2250616" y="389433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2293058" y="391362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2323593" y="379191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2292919" y="391201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2279581" y="391570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2301360" y="346202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2269917" y="356402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2323994" y="372810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2252241" y="378968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2251204" y="367514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2257216" y="383358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2257655" y="385029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2290644" y="375493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2228256" y="335404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2242967" y="353925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3068308" y="3745342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3058526" y="366560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2992148" y="398016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3078739" y="397302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060297" y="382290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3040598" y="398392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055080" y="327866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019360" y="399469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031920" y="362690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2981778" y="314209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3063126" y="305914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3069040" y="361409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005539" y="351582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059525" y="348026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043091" y="350806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2990881" y="392404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2978009" y="347171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032436" y="378730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3060162" y="380259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047232" y="365037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3766213" y="364230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819549" y="372055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831901" y="3665172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743750" y="388500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805724" y="347574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3747140" y="373579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835829" y="382715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735572" y="360018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3732480" y="354938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3808662" y="332921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3819598" y="334880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3795148" y="333437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3738350" y="341245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3746309" y="360744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3798498" y="362986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3799694" y="355199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3814467" y="352208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3781976" y="351169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3767197" y="336932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3828326" y="346291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3733464" y="349601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6" name="pt285"/>
            <p:cNvSpPr/>
            <p:nvPr/>
          </p:nvSpPr>
          <p:spPr>
            <a:xfrm>
              <a:off x="3740521" y="334785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7" name="pt286"/>
            <p:cNvSpPr/>
            <p:nvPr/>
          </p:nvSpPr>
          <p:spPr>
            <a:xfrm>
              <a:off x="3752957" y="352109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8" name="pt287"/>
            <p:cNvSpPr/>
            <p:nvPr/>
          </p:nvSpPr>
          <p:spPr>
            <a:xfrm>
              <a:off x="3739398" y="338917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9" name="pl288"/>
            <p:cNvSpPr/>
            <p:nvPr/>
          </p:nvSpPr>
          <p:spPr>
            <a:xfrm>
              <a:off x="1550491" y="3613750"/>
              <a:ext cx="2261990" cy="373144"/>
            </a:xfrm>
            <a:custGeom>
              <a:avLst/>
              <a:pathLst>
                <a:path w="2261990" h="373144">
                  <a:moveTo>
                    <a:pt x="0" y="373144"/>
                  </a:moveTo>
                  <a:lnTo>
                    <a:pt x="145253" y="349182"/>
                  </a:lnTo>
                  <a:lnTo>
                    <a:pt x="273376" y="328047"/>
                  </a:lnTo>
                  <a:lnTo>
                    <a:pt x="387986" y="309140"/>
                  </a:lnTo>
                  <a:lnTo>
                    <a:pt x="491663" y="292038"/>
                  </a:lnTo>
                  <a:lnTo>
                    <a:pt x="586313" y="276424"/>
                  </a:lnTo>
                  <a:lnTo>
                    <a:pt x="673383" y="262061"/>
                  </a:lnTo>
                  <a:lnTo>
                    <a:pt x="753996" y="248762"/>
                  </a:lnTo>
                  <a:lnTo>
                    <a:pt x="829046" y="236382"/>
                  </a:lnTo>
                  <a:lnTo>
                    <a:pt x="899250" y="224801"/>
                  </a:lnTo>
                  <a:lnTo>
                    <a:pt x="965197" y="213922"/>
                  </a:lnTo>
                  <a:lnTo>
                    <a:pt x="1027373" y="203665"/>
                  </a:lnTo>
                  <a:lnTo>
                    <a:pt x="1086187" y="193963"/>
                  </a:lnTo>
                  <a:lnTo>
                    <a:pt x="1141983" y="184759"/>
                  </a:lnTo>
                  <a:lnTo>
                    <a:pt x="1195056" y="176004"/>
                  </a:lnTo>
                  <a:lnTo>
                    <a:pt x="1245660" y="167656"/>
                  </a:lnTo>
                  <a:lnTo>
                    <a:pt x="1294014" y="159679"/>
                  </a:lnTo>
                  <a:lnTo>
                    <a:pt x="1340310" y="152042"/>
                  </a:lnTo>
                  <a:lnTo>
                    <a:pt x="1384716" y="144717"/>
                  </a:lnTo>
                  <a:lnTo>
                    <a:pt x="1427379" y="137679"/>
                  </a:lnTo>
                  <a:lnTo>
                    <a:pt x="1468433" y="130907"/>
                  </a:lnTo>
                  <a:lnTo>
                    <a:pt x="1507993" y="124381"/>
                  </a:lnTo>
                  <a:lnTo>
                    <a:pt x="1546165" y="118084"/>
                  </a:lnTo>
                  <a:lnTo>
                    <a:pt x="1583043" y="112001"/>
                  </a:lnTo>
                  <a:lnTo>
                    <a:pt x="1618711" y="106117"/>
                  </a:lnTo>
                  <a:lnTo>
                    <a:pt x="1653247" y="100419"/>
                  </a:lnTo>
                  <a:lnTo>
                    <a:pt x="1686720" y="94898"/>
                  </a:lnTo>
                  <a:lnTo>
                    <a:pt x="1719194" y="89541"/>
                  </a:lnTo>
                  <a:lnTo>
                    <a:pt x="1750726" y="84339"/>
                  </a:lnTo>
                  <a:lnTo>
                    <a:pt x="1781370" y="79284"/>
                  </a:lnTo>
                  <a:lnTo>
                    <a:pt x="1811174" y="74367"/>
                  </a:lnTo>
                  <a:lnTo>
                    <a:pt x="1840184" y="69582"/>
                  </a:lnTo>
                  <a:lnTo>
                    <a:pt x="1868439" y="64921"/>
                  </a:lnTo>
                  <a:lnTo>
                    <a:pt x="1895980" y="60378"/>
                  </a:lnTo>
                  <a:lnTo>
                    <a:pt x="1922840" y="55947"/>
                  </a:lnTo>
                  <a:lnTo>
                    <a:pt x="1949053" y="51622"/>
                  </a:lnTo>
                  <a:lnTo>
                    <a:pt x="1974649" y="47400"/>
                  </a:lnTo>
                  <a:lnTo>
                    <a:pt x="1999657" y="43275"/>
                  </a:lnTo>
                  <a:lnTo>
                    <a:pt x="2024103" y="39242"/>
                  </a:lnTo>
                  <a:lnTo>
                    <a:pt x="2048011" y="35298"/>
                  </a:lnTo>
                  <a:lnTo>
                    <a:pt x="2071405" y="31439"/>
                  </a:lnTo>
                  <a:lnTo>
                    <a:pt x="2094307" y="27661"/>
                  </a:lnTo>
                  <a:lnTo>
                    <a:pt x="2116736" y="23961"/>
                  </a:lnTo>
                  <a:lnTo>
                    <a:pt x="2138713" y="20336"/>
                  </a:lnTo>
                  <a:lnTo>
                    <a:pt x="2160254" y="16782"/>
                  </a:lnTo>
                  <a:lnTo>
                    <a:pt x="2181376" y="13298"/>
                  </a:lnTo>
                  <a:lnTo>
                    <a:pt x="2202097" y="9880"/>
                  </a:lnTo>
                  <a:lnTo>
                    <a:pt x="2222430" y="6525"/>
                  </a:lnTo>
                  <a:lnTo>
                    <a:pt x="2242390" y="3233"/>
                  </a:lnTo>
                  <a:lnTo>
                    <a:pt x="2261990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l289"/>
            <p:cNvSpPr/>
            <p:nvPr/>
          </p:nvSpPr>
          <p:spPr>
            <a:xfrm>
              <a:off x="1550491" y="3540523"/>
              <a:ext cx="2261990" cy="360306"/>
            </a:xfrm>
            <a:custGeom>
              <a:avLst/>
              <a:pathLst>
                <a:path w="2261990" h="360306">
                  <a:moveTo>
                    <a:pt x="0" y="360306"/>
                  </a:moveTo>
                  <a:lnTo>
                    <a:pt x="145253" y="337169"/>
                  </a:lnTo>
                  <a:lnTo>
                    <a:pt x="273376" y="316760"/>
                  </a:lnTo>
                  <a:lnTo>
                    <a:pt x="387986" y="298505"/>
                  </a:lnTo>
                  <a:lnTo>
                    <a:pt x="491663" y="281990"/>
                  </a:lnTo>
                  <a:lnTo>
                    <a:pt x="586313" y="266914"/>
                  </a:lnTo>
                  <a:lnTo>
                    <a:pt x="673383" y="253045"/>
                  </a:lnTo>
                  <a:lnTo>
                    <a:pt x="753996" y="240204"/>
                  </a:lnTo>
                  <a:lnTo>
                    <a:pt x="829046" y="228249"/>
                  </a:lnTo>
                  <a:lnTo>
                    <a:pt x="899250" y="217067"/>
                  </a:lnTo>
                  <a:lnTo>
                    <a:pt x="965197" y="206562"/>
                  </a:lnTo>
                  <a:lnTo>
                    <a:pt x="1027373" y="196658"/>
                  </a:lnTo>
                  <a:lnTo>
                    <a:pt x="1086187" y="187290"/>
                  </a:lnTo>
                  <a:lnTo>
                    <a:pt x="1141983" y="178402"/>
                  </a:lnTo>
                  <a:lnTo>
                    <a:pt x="1195056" y="169949"/>
                  </a:lnTo>
                  <a:lnTo>
                    <a:pt x="1245660" y="161888"/>
                  </a:lnTo>
                  <a:lnTo>
                    <a:pt x="1294014" y="154186"/>
                  </a:lnTo>
                  <a:lnTo>
                    <a:pt x="1340310" y="146811"/>
                  </a:lnTo>
                  <a:lnTo>
                    <a:pt x="1384716" y="139738"/>
                  </a:lnTo>
                  <a:lnTo>
                    <a:pt x="1427379" y="132942"/>
                  </a:lnTo>
                  <a:lnTo>
                    <a:pt x="1468433" y="126403"/>
                  </a:lnTo>
                  <a:lnTo>
                    <a:pt x="1507993" y="120102"/>
                  </a:lnTo>
                  <a:lnTo>
                    <a:pt x="1546165" y="114021"/>
                  </a:lnTo>
                  <a:lnTo>
                    <a:pt x="1583043" y="108147"/>
                  </a:lnTo>
                  <a:lnTo>
                    <a:pt x="1618711" y="102466"/>
                  </a:lnTo>
                  <a:lnTo>
                    <a:pt x="1653247" y="96965"/>
                  </a:lnTo>
                  <a:lnTo>
                    <a:pt x="1686720" y="91633"/>
                  </a:lnTo>
                  <a:lnTo>
                    <a:pt x="1719194" y="86460"/>
                  </a:lnTo>
                  <a:lnTo>
                    <a:pt x="1750726" y="81437"/>
                  </a:lnTo>
                  <a:lnTo>
                    <a:pt x="1781370" y="76556"/>
                  </a:lnTo>
                  <a:lnTo>
                    <a:pt x="1811174" y="71809"/>
                  </a:lnTo>
                  <a:lnTo>
                    <a:pt x="1840184" y="67188"/>
                  </a:lnTo>
                  <a:lnTo>
                    <a:pt x="1868439" y="62687"/>
                  </a:lnTo>
                  <a:lnTo>
                    <a:pt x="1895980" y="58300"/>
                  </a:lnTo>
                  <a:lnTo>
                    <a:pt x="1922840" y="54022"/>
                  </a:lnTo>
                  <a:lnTo>
                    <a:pt x="1949053" y="49846"/>
                  </a:lnTo>
                  <a:lnTo>
                    <a:pt x="1974649" y="45769"/>
                  </a:lnTo>
                  <a:lnTo>
                    <a:pt x="1999657" y="41786"/>
                  </a:lnTo>
                  <a:lnTo>
                    <a:pt x="2024103" y="37892"/>
                  </a:lnTo>
                  <a:lnTo>
                    <a:pt x="2048011" y="34084"/>
                  </a:lnTo>
                  <a:lnTo>
                    <a:pt x="2071405" y="30357"/>
                  </a:lnTo>
                  <a:lnTo>
                    <a:pt x="2094307" y="26709"/>
                  </a:lnTo>
                  <a:lnTo>
                    <a:pt x="2116736" y="23137"/>
                  </a:lnTo>
                  <a:lnTo>
                    <a:pt x="2138713" y="19636"/>
                  </a:lnTo>
                  <a:lnTo>
                    <a:pt x="2160254" y="16205"/>
                  </a:lnTo>
                  <a:lnTo>
                    <a:pt x="2181376" y="12840"/>
                  </a:lnTo>
                  <a:lnTo>
                    <a:pt x="2202097" y="9540"/>
                  </a:lnTo>
                  <a:lnTo>
                    <a:pt x="2222430" y="6301"/>
                  </a:lnTo>
                  <a:lnTo>
                    <a:pt x="2242390" y="3122"/>
                  </a:lnTo>
                  <a:lnTo>
                    <a:pt x="2261990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1" name="pl290"/>
            <p:cNvSpPr/>
            <p:nvPr/>
          </p:nvSpPr>
          <p:spPr>
            <a:xfrm>
              <a:off x="1550491" y="3688401"/>
              <a:ext cx="2261990" cy="283200"/>
            </a:xfrm>
            <a:custGeom>
              <a:avLst/>
              <a:pathLst>
                <a:path w="2261990" h="283200">
                  <a:moveTo>
                    <a:pt x="0" y="283200"/>
                  </a:moveTo>
                  <a:lnTo>
                    <a:pt x="145253" y="265014"/>
                  </a:lnTo>
                  <a:lnTo>
                    <a:pt x="273376" y="248973"/>
                  </a:lnTo>
                  <a:lnTo>
                    <a:pt x="387986" y="234624"/>
                  </a:lnTo>
                  <a:lnTo>
                    <a:pt x="491663" y="221644"/>
                  </a:lnTo>
                  <a:lnTo>
                    <a:pt x="586313" y="209793"/>
                  </a:lnTo>
                  <a:lnTo>
                    <a:pt x="673383" y="198892"/>
                  </a:lnTo>
                  <a:lnTo>
                    <a:pt x="753996" y="188800"/>
                  </a:lnTo>
                  <a:lnTo>
                    <a:pt x="829046" y="179403"/>
                  </a:lnTo>
                  <a:lnTo>
                    <a:pt x="899250" y="170614"/>
                  </a:lnTo>
                  <a:lnTo>
                    <a:pt x="965197" y="162357"/>
                  </a:lnTo>
                  <a:lnTo>
                    <a:pt x="1027373" y="154573"/>
                  </a:lnTo>
                  <a:lnTo>
                    <a:pt x="1086187" y="147210"/>
                  </a:lnTo>
                  <a:lnTo>
                    <a:pt x="1141983" y="140224"/>
                  </a:lnTo>
                  <a:lnTo>
                    <a:pt x="1195056" y="133579"/>
                  </a:lnTo>
                  <a:lnTo>
                    <a:pt x="1245660" y="127244"/>
                  </a:lnTo>
                  <a:lnTo>
                    <a:pt x="1294014" y="121190"/>
                  </a:lnTo>
                  <a:lnTo>
                    <a:pt x="1340310" y="115393"/>
                  </a:lnTo>
                  <a:lnTo>
                    <a:pt x="1384716" y="109834"/>
                  </a:lnTo>
                  <a:lnTo>
                    <a:pt x="1427379" y="104492"/>
                  </a:lnTo>
                  <a:lnTo>
                    <a:pt x="1468433" y="99352"/>
                  </a:lnTo>
                  <a:lnTo>
                    <a:pt x="1507993" y="94400"/>
                  </a:lnTo>
                  <a:lnTo>
                    <a:pt x="1546165" y="89620"/>
                  </a:lnTo>
                  <a:lnTo>
                    <a:pt x="1583043" y="85003"/>
                  </a:lnTo>
                  <a:lnTo>
                    <a:pt x="1618711" y="80538"/>
                  </a:lnTo>
                  <a:lnTo>
                    <a:pt x="1653247" y="76214"/>
                  </a:lnTo>
                  <a:lnTo>
                    <a:pt x="1686720" y="72023"/>
                  </a:lnTo>
                  <a:lnTo>
                    <a:pt x="1719194" y="67957"/>
                  </a:lnTo>
                  <a:lnTo>
                    <a:pt x="1750726" y="64010"/>
                  </a:lnTo>
                  <a:lnTo>
                    <a:pt x="1781370" y="60173"/>
                  </a:lnTo>
                  <a:lnTo>
                    <a:pt x="1811174" y="56441"/>
                  </a:lnTo>
                  <a:lnTo>
                    <a:pt x="1840184" y="52809"/>
                  </a:lnTo>
                  <a:lnTo>
                    <a:pt x="1868439" y="49272"/>
                  </a:lnTo>
                  <a:lnTo>
                    <a:pt x="1895980" y="45824"/>
                  </a:lnTo>
                  <a:lnTo>
                    <a:pt x="1922840" y="42461"/>
                  </a:lnTo>
                  <a:lnTo>
                    <a:pt x="1949053" y="39179"/>
                  </a:lnTo>
                  <a:lnTo>
                    <a:pt x="1974649" y="35974"/>
                  </a:lnTo>
                  <a:lnTo>
                    <a:pt x="1999657" y="32843"/>
                  </a:lnTo>
                  <a:lnTo>
                    <a:pt x="2024103" y="29783"/>
                  </a:lnTo>
                  <a:lnTo>
                    <a:pt x="2048011" y="26790"/>
                  </a:lnTo>
                  <a:lnTo>
                    <a:pt x="2071405" y="23861"/>
                  </a:lnTo>
                  <a:lnTo>
                    <a:pt x="2094307" y="20993"/>
                  </a:lnTo>
                  <a:lnTo>
                    <a:pt x="2116736" y="18185"/>
                  </a:lnTo>
                  <a:lnTo>
                    <a:pt x="2138713" y="15434"/>
                  </a:lnTo>
                  <a:lnTo>
                    <a:pt x="2160254" y="12737"/>
                  </a:lnTo>
                  <a:lnTo>
                    <a:pt x="2181376" y="10092"/>
                  </a:lnTo>
                  <a:lnTo>
                    <a:pt x="2202097" y="7498"/>
                  </a:lnTo>
                  <a:lnTo>
                    <a:pt x="2222430" y="4952"/>
                  </a:lnTo>
                  <a:lnTo>
                    <a:pt x="2242390" y="2453"/>
                  </a:lnTo>
                  <a:lnTo>
                    <a:pt x="2261990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l291"/>
            <p:cNvSpPr/>
            <p:nvPr/>
          </p:nvSpPr>
          <p:spPr>
            <a:xfrm>
              <a:off x="1550491" y="3342003"/>
              <a:ext cx="2261990" cy="394631"/>
            </a:xfrm>
            <a:custGeom>
              <a:avLst/>
              <a:pathLst>
                <a:path w="2261990" h="394631">
                  <a:moveTo>
                    <a:pt x="0" y="394631"/>
                  </a:moveTo>
                  <a:lnTo>
                    <a:pt x="145253" y="369290"/>
                  </a:lnTo>
                  <a:lnTo>
                    <a:pt x="273376" y="346937"/>
                  </a:lnTo>
                  <a:lnTo>
                    <a:pt x="387986" y="326942"/>
                  </a:lnTo>
                  <a:lnTo>
                    <a:pt x="491663" y="308855"/>
                  </a:lnTo>
                  <a:lnTo>
                    <a:pt x="586313" y="292342"/>
                  </a:lnTo>
                  <a:lnTo>
                    <a:pt x="673383" y="277151"/>
                  </a:lnTo>
                  <a:lnTo>
                    <a:pt x="753996" y="263087"/>
                  </a:lnTo>
                  <a:lnTo>
                    <a:pt x="829046" y="249994"/>
                  </a:lnTo>
                  <a:lnTo>
                    <a:pt x="899250" y="237746"/>
                  </a:lnTo>
                  <a:lnTo>
                    <a:pt x="965197" y="226241"/>
                  </a:lnTo>
                  <a:lnTo>
                    <a:pt x="1027373" y="215393"/>
                  </a:lnTo>
                  <a:lnTo>
                    <a:pt x="1086187" y="205133"/>
                  </a:lnTo>
                  <a:lnTo>
                    <a:pt x="1141983" y="195398"/>
                  </a:lnTo>
                  <a:lnTo>
                    <a:pt x="1195056" y="186139"/>
                  </a:lnTo>
                  <a:lnTo>
                    <a:pt x="1245660" y="177311"/>
                  </a:lnTo>
                  <a:lnTo>
                    <a:pt x="1294014" y="168875"/>
                  </a:lnTo>
                  <a:lnTo>
                    <a:pt x="1340310" y="160798"/>
                  </a:lnTo>
                  <a:lnTo>
                    <a:pt x="1384716" y="153051"/>
                  </a:lnTo>
                  <a:lnTo>
                    <a:pt x="1427379" y="145607"/>
                  </a:lnTo>
                  <a:lnTo>
                    <a:pt x="1468433" y="138445"/>
                  </a:lnTo>
                  <a:lnTo>
                    <a:pt x="1507993" y="131543"/>
                  </a:lnTo>
                  <a:lnTo>
                    <a:pt x="1546165" y="124884"/>
                  </a:lnTo>
                  <a:lnTo>
                    <a:pt x="1583043" y="118450"/>
                  </a:lnTo>
                  <a:lnTo>
                    <a:pt x="1618711" y="112227"/>
                  </a:lnTo>
                  <a:lnTo>
                    <a:pt x="1653247" y="106202"/>
                  </a:lnTo>
                  <a:lnTo>
                    <a:pt x="1686720" y="100362"/>
                  </a:lnTo>
                  <a:lnTo>
                    <a:pt x="1719194" y="94697"/>
                  </a:lnTo>
                  <a:lnTo>
                    <a:pt x="1750726" y="89196"/>
                  </a:lnTo>
                  <a:lnTo>
                    <a:pt x="1781370" y="83850"/>
                  </a:lnTo>
                  <a:lnTo>
                    <a:pt x="1811174" y="78650"/>
                  </a:lnTo>
                  <a:lnTo>
                    <a:pt x="1840184" y="73589"/>
                  </a:lnTo>
                  <a:lnTo>
                    <a:pt x="1868439" y="68659"/>
                  </a:lnTo>
                  <a:lnTo>
                    <a:pt x="1895980" y="63854"/>
                  </a:lnTo>
                  <a:lnTo>
                    <a:pt x="1922840" y="59168"/>
                  </a:lnTo>
                  <a:lnTo>
                    <a:pt x="1949053" y="54595"/>
                  </a:lnTo>
                  <a:lnTo>
                    <a:pt x="1974649" y="50130"/>
                  </a:lnTo>
                  <a:lnTo>
                    <a:pt x="1999657" y="45767"/>
                  </a:lnTo>
                  <a:lnTo>
                    <a:pt x="2024103" y="41502"/>
                  </a:lnTo>
                  <a:lnTo>
                    <a:pt x="2048011" y="37331"/>
                  </a:lnTo>
                  <a:lnTo>
                    <a:pt x="2071405" y="33249"/>
                  </a:lnTo>
                  <a:lnTo>
                    <a:pt x="2094307" y="29254"/>
                  </a:lnTo>
                  <a:lnTo>
                    <a:pt x="2116736" y="25341"/>
                  </a:lnTo>
                  <a:lnTo>
                    <a:pt x="2138713" y="21507"/>
                  </a:lnTo>
                  <a:lnTo>
                    <a:pt x="2160254" y="17749"/>
                  </a:lnTo>
                  <a:lnTo>
                    <a:pt x="2181376" y="14064"/>
                  </a:lnTo>
                  <a:lnTo>
                    <a:pt x="2202097" y="10449"/>
                  </a:lnTo>
                  <a:lnTo>
                    <a:pt x="2222430" y="6901"/>
                  </a:lnTo>
                  <a:lnTo>
                    <a:pt x="2242390" y="3419"/>
                  </a:lnTo>
                  <a:lnTo>
                    <a:pt x="2261990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3" name="pl292"/>
            <p:cNvSpPr/>
            <p:nvPr/>
          </p:nvSpPr>
          <p:spPr>
            <a:xfrm>
              <a:off x="1550491" y="3588412"/>
              <a:ext cx="2261990" cy="293915"/>
            </a:xfrm>
            <a:custGeom>
              <a:avLst/>
              <a:pathLst>
                <a:path w="2261990" h="293915">
                  <a:moveTo>
                    <a:pt x="0" y="293915"/>
                  </a:moveTo>
                  <a:lnTo>
                    <a:pt x="145253" y="275042"/>
                  </a:lnTo>
                  <a:lnTo>
                    <a:pt x="273376" y="258394"/>
                  </a:lnTo>
                  <a:lnTo>
                    <a:pt x="387986" y="243502"/>
                  </a:lnTo>
                  <a:lnTo>
                    <a:pt x="491663" y="230030"/>
                  </a:lnTo>
                  <a:lnTo>
                    <a:pt x="586313" y="217732"/>
                  </a:lnTo>
                  <a:lnTo>
                    <a:pt x="673383" y="206418"/>
                  </a:lnTo>
                  <a:lnTo>
                    <a:pt x="753996" y="195943"/>
                  </a:lnTo>
                  <a:lnTo>
                    <a:pt x="829046" y="186192"/>
                  </a:lnTo>
                  <a:lnTo>
                    <a:pt x="899250" y="177070"/>
                  </a:lnTo>
                  <a:lnTo>
                    <a:pt x="965197" y="168501"/>
                  </a:lnTo>
                  <a:lnTo>
                    <a:pt x="1027373" y="160422"/>
                  </a:lnTo>
                  <a:lnTo>
                    <a:pt x="1086187" y="152780"/>
                  </a:lnTo>
                  <a:lnTo>
                    <a:pt x="1141983" y="145530"/>
                  </a:lnTo>
                  <a:lnTo>
                    <a:pt x="1195056" y="138634"/>
                  </a:lnTo>
                  <a:lnTo>
                    <a:pt x="1245660" y="132058"/>
                  </a:lnTo>
                  <a:lnTo>
                    <a:pt x="1294014" y="125775"/>
                  </a:lnTo>
                  <a:lnTo>
                    <a:pt x="1340310" y="119760"/>
                  </a:lnTo>
                  <a:lnTo>
                    <a:pt x="1384716" y="113990"/>
                  </a:lnTo>
                  <a:lnTo>
                    <a:pt x="1427379" y="108446"/>
                  </a:lnTo>
                  <a:lnTo>
                    <a:pt x="1468433" y="103112"/>
                  </a:lnTo>
                  <a:lnTo>
                    <a:pt x="1507993" y="97971"/>
                  </a:lnTo>
                  <a:lnTo>
                    <a:pt x="1546165" y="93012"/>
                  </a:lnTo>
                  <a:lnTo>
                    <a:pt x="1583043" y="88220"/>
                  </a:lnTo>
                  <a:lnTo>
                    <a:pt x="1618711" y="83585"/>
                  </a:lnTo>
                  <a:lnTo>
                    <a:pt x="1653247" y="79098"/>
                  </a:lnTo>
                  <a:lnTo>
                    <a:pt x="1686720" y="74748"/>
                  </a:lnTo>
                  <a:lnTo>
                    <a:pt x="1719194" y="70529"/>
                  </a:lnTo>
                  <a:lnTo>
                    <a:pt x="1750726" y="66432"/>
                  </a:lnTo>
                  <a:lnTo>
                    <a:pt x="1781370" y="62450"/>
                  </a:lnTo>
                  <a:lnTo>
                    <a:pt x="1811174" y="58577"/>
                  </a:lnTo>
                  <a:lnTo>
                    <a:pt x="1840184" y="54808"/>
                  </a:lnTo>
                  <a:lnTo>
                    <a:pt x="1868439" y="51136"/>
                  </a:lnTo>
                  <a:lnTo>
                    <a:pt x="1895980" y="47558"/>
                  </a:lnTo>
                  <a:lnTo>
                    <a:pt x="1922840" y="44068"/>
                  </a:lnTo>
                  <a:lnTo>
                    <a:pt x="1949053" y="40662"/>
                  </a:lnTo>
                  <a:lnTo>
                    <a:pt x="1974649" y="37336"/>
                  </a:lnTo>
                  <a:lnTo>
                    <a:pt x="1999657" y="34086"/>
                  </a:lnTo>
                  <a:lnTo>
                    <a:pt x="2024103" y="30910"/>
                  </a:lnTo>
                  <a:lnTo>
                    <a:pt x="2048011" y="27803"/>
                  </a:lnTo>
                  <a:lnTo>
                    <a:pt x="2071405" y="24763"/>
                  </a:lnTo>
                  <a:lnTo>
                    <a:pt x="2094307" y="21788"/>
                  </a:lnTo>
                  <a:lnTo>
                    <a:pt x="2116736" y="18873"/>
                  </a:lnTo>
                  <a:lnTo>
                    <a:pt x="2138713" y="16018"/>
                  </a:lnTo>
                  <a:lnTo>
                    <a:pt x="2160254" y="13219"/>
                  </a:lnTo>
                  <a:lnTo>
                    <a:pt x="2181376" y="10474"/>
                  </a:lnTo>
                  <a:lnTo>
                    <a:pt x="2202097" y="7782"/>
                  </a:lnTo>
                  <a:lnTo>
                    <a:pt x="2222430" y="5140"/>
                  </a:lnTo>
                  <a:lnTo>
                    <a:pt x="2242390" y="2546"/>
                  </a:lnTo>
                  <a:lnTo>
                    <a:pt x="2261990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4" name="pl293"/>
            <p:cNvSpPr/>
            <p:nvPr/>
          </p:nvSpPr>
          <p:spPr>
            <a:xfrm>
              <a:off x="1550491" y="3425335"/>
              <a:ext cx="2261990" cy="264551"/>
            </a:xfrm>
            <a:custGeom>
              <a:avLst/>
              <a:pathLst>
                <a:path w="2261990" h="264551">
                  <a:moveTo>
                    <a:pt x="0" y="264551"/>
                  </a:moveTo>
                  <a:lnTo>
                    <a:pt x="145253" y="247563"/>
                  </a:lnTo>
                  <a:lnTo>
                    <a:pt x="273376" y="232578"/>
                  </a:lnTo>
                  <a:lnTo>
                    <a:pt x="387986" y="219174"/>
                  </a:lnTo>
                  <a:lnTo>
                    <a:pt x="491663" y="207048"/>
                  </a:lnTo>
                  <a:lnTo>
                    <a:pt x="586313" y="195978"/>
                  </a:lnTo>
                  <a:lnTo>
                    <a:pt x="673383" y="185795"/>
                  </a:lnTo>
                  <a:lnTo>
                    <a:pt x="753996" y="176367"/>
                  </a:lnTo>
                  <a:lnTo>
                    <a:pt x="829046" y="167590"/>
                  </a:lnTo>
                  <a:lnTo>
                    <a:pt x="899250" y="159379"/>
                  </a:lnTo>
                  <a:lnTo>
                    <a:pt x="965197" y="151666"/>
                  </a:lnTo>
                  <a:lnTo>
                    <a:pt x="1027373" y="144394"/>
                  </a:lnTo>
                  <a:lnTo>
                    <a:pt x="1086187" y="137516"/>
                  </a:lnTo>
                  <a:lnTo>
                    <a:pt x="1141983" y="130990"/>
                  </a:lnTo>
                  <a:lnTo>
                    <a:pt x="1195056" y="124783"/>
                  </a:lnTo>
                  <a:lnTo>
                    <a:pt x="1245660" y="118864"/>
                  </a:lnTo>
                  <a:lnTo>
                    <a:pt x="1294014" y="113209"/>
                  </a:lnTo>
                  <a:lnTo>
                    <a:pt x="1340310" y="107795"/>
                  </a:lnTo>
                  <a:lnTo>
                    <a:pt x="1384716" y="102601"/>
                  </a:lnTo>
                  <a:lnTo>
                    <a:pt x="1427379" y="97611"/>
                  </a:lnTo>
                  <a:lnTo>
                    <a:pt x="1468433" y="92810"/>
                  </a:lnTo>
                  <a:lnTo>
                    <a:pt x="1507993" y="88183"/>
                  </a:lnTo>
                  <a:lnTo>
                    <a:pt x="1546165" y="83719"/>
                  </a:lnTo>
                  <a:lnTo>
                    <a:pt x="1583043" y="79406"/>
                  </a:lnTo>
                  <a:lnTo>
                    <a:pt x="1618711" y="75234"/>
                  </a:lnTo>
                  <a:lnTo>
                    <a:pt x="1653247" y="71195"/>
                  </a:lnTo>
                  <a:lnTo>
                    <a:pt x="1686720" y="67280"/>
                  </a:lnTo>
                  <a:lnTo>
                    <a:pt x="1719194" y="63482"/>
                  </a:lnTo>
                  <a:lnTo>
                    <a:pt x="1750726" y="59794"/>
                  </a:lnTo>
                  <a:lnTo>
                    <a:pt x="1781370" y="56210"/>
                  </a:lnTo>
                  <a:lnTo>
                    <a:pt x="1811174" y="52725"/>
                  </a:lnTo>
                  <a:lnTo>
                    <a:pt x="1840184" y="49332"/>
                  </a:lnTo>
                  <a:lnTo>
                    <a:pt x="1868439" y="46027"/>
                  </a:lnTo>
                  <a:lnTo>
                    <a:pt x="1895980" y="42806"/>
                  </a:lnTo>
                  <a:lnTo>
                    <a:pt x="1922840" y="39665"/>
                  </a:lnTo>
                  <a:lnTo>
                    <a:pt x="1949053" y="36599"/>
                  </a:lnTo>
                  <a:lnTo>
                    <a:pt x="1974649" y="33605"/>
                  </a:lnTo>
                  <a:lnTo>
                    <a:pt x="1999657" y="30681"/>
                  </a:lnTo>
                  <a:lnTo>
                    <a:pt x="2024103" y="27822"/>
                  </a:lnTo>
                  <a:lnTo>
                    <a:pt x="2048011" y="25025"/>
                  </a:lnTo>
                  <a:lnTo>
                    <a:pt x="2071405" y="22289"/>
                  </a:lnTo>
                  <a:lnTo>
                    <a:pt x="2094307" y="19611"/>
                  </a:lnTo>
                  <a:lnTo>
                    <a:pt x="2116736" y="16988"/>
                  </a:lnTo>
                  <a:lnTo>
                    <a:pt x="2138713" y="14417"/>
                  </a:lnTo>
                  <a:lnTo>
                    <a:pt x="2160254" y="11898"/>
                  </a:lnTo>
                  <a:lnTo>
                    <a:pt x="2181376" y="9428"/>
                  </a:lnTo>
                  <a:lnTo>
                    <a:pt x="2202097" y="7004"/>
                  </a:lnTo>
                  <a:lnTo>
                    <a:pt x="2222430" y="4626"/>
                  </a:lnTo>
                  <a:lnTo>
                    <a:pt x="2242390" y="2292"/>
                  </a:lnTo>
                  <a:lnTo>
                    <a:pt x="2261990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5" name="pl294"/>
            <p:cNvSpPr/>
            <p:nvPr/>
          </p:nvSpPr>
          <p:spPr>
            <a:xfrm>
              <a:off x="1550491" y="3518140"/>
              <a:ext cx="2261990" cy="8433"/>
            </a:xfrm>
            <a:custGeom>
              <a:avLst/>
              <a:pathLst>
                <a:path w="2261990" h="8433">
                  <a:moveTo>
                    <a:pt x="0" y="8433"/>
                  </a:moveTo>
                  <a:lnTo>
                    <a:pt x="145253" y="7891"/>
                  </a:lnTo>
                  <a:lnTo>
                    <a:pt x="273376" y="7414"/>
                  </a:lnTo>
                  <a:lnTo>
                    <a:pt x="387986" y="6986"/>
                  </a:lnTo>
                  <a:lnTo>
                    <a:pt x="491663" y="6600"/>
                  </a:lnTo>
                  <a:lnTo>
                    <a:pt x="586313" y="6247"/>
                  </a:lnTo>
                  <a:lnTo>
                    <a:pt x="673383" y="5922"/>
                  </a:lnTo>
                  <a:lnTo>
                    <a:pt x="753996" y="5622"/>
                  </a:lnTo>
                  <a:lnTo>
                    <a:pt x="829046" y="5342"/>
                  </a:lnTo>
                  <a:lnTo>
                    <a:pt x="899250" y="5080"/>
                  </a:lnTo>
                  <a:lnTo>
                    <a:pt x="965197" y="4834"/>
                  </a:lnTo>
                  <a:lnTo>
                    <a:pt x="1027373" y="4602"/>
                  </a:lnTo>
                  <a:lnTo>
                    <a:pt x="1086187" y="4383"/>
                  </a:lnTo>
                  <a:lnTo>
                    <a:pt x="1141983" y="4175"/>
                  </a:lnTo>
                  <a:lnTo>
                    <a:pt x="1195056" y="3977"/>
                  </a:lnTo>
                  <a:lnTo>
                    <a:pt x="1245660" y="3789"/>
                  </a:lnTo>
                  <a:lnTo>
                    <a:pt x="1294014" y="3608"/>
                  </a:lnTo>
                  <a:lnTo>
                    <a:pt x="1340310" y="3436"/>
                  </a:lnTo>
                  <a:lnTo>
                    <a:pt x="1384716" y="3270"/>
                  </a:lnTo>
                  <a:lnTo>
                    <a:pt x="1427379" y="3111"/>
                  </a:lnTo>
                  <a:lnTo>
                    <a:pt x="1468433" y="2958"/>
                  </a:lnTo>
                  <a:lnTo>
                    <a:pt x="1507993" y="2811"/>
                  </a:lnTo>
                  <a:lnTo>
                    <a:pt x="1546165" y="2668"/>
                  </a:lnTo>
                  <a:lnTo>
                    <a:pt x="1583043" y="2531"/>
                  </a:lnTo>
                  <a:lnTo>
                    <a:pt x="1618711" y="2398"/>
                  </a:lnTo>
                  <a:lnTo>
                    <a:pt x="1653247" y="2269"/>
                  </a:lnTo>
                  <a:lnTo>
                    <a:pt x="1686720" y="2144"/>
                  </a:lnTo>
                  <a:lnTo>
                    <a:pt x="1719194" y="2023"/>
                  </a:lnTo>
                  <a:lnTo>
                    <a:pt x="1750726" y="1906"/>
                  </a:lnTo>
                  <a:lnTo>
                    <a:pt x="1781370" y="1791"/>
                  </a:lnTo>
                  <a:lnTo>
                    <a:pt x="1811174" y="1680"/>
                  </a:lnTo>
                  <a:lnTo>
                    <a:pt x="1840184" y="1572"/>
                  </a:lnTo>
                  <a:lnTo>
                    <a:pt x="1868439" y="1467"/>
                  </a:lnTo>
                  <a:lnTo>
                    <a:pt x="1895980" y="1364"/>
                  </a:lnTo>
                  <a:lnTo>
                    <a:pt x="1922840" y="1264"/>
                  </a:lnTo>
                  <a:lnTo>
                    <a:pt x="1949053" y="1166"/>
                  </a:lnTo>
                  <a:lnTo>
                    <a:pt x="1974649" y="1071"/>
                  </a:lnTo>
                  <a:lnTo>
                    <a:pt x="1999657" y="978"/>
                  </a:lnTo>
                  <a:lnTo>
                    <a:pt x="2024103" y="886"/>
                  </a:lnTo>
                  <a:lnTo>
                    <a:pt x="2048011" y="797"/>
                  </a:lnTo>
                  <a:lnTo>
                    <a:pt x="2071405" y="710"/>
                  </a:lnTo>
                  <a:lnTo>
                    <a:pt x="2094307" y="625"/>
                  </a:lnTo>
                  <a:lnTo>
                    <a:pt x="2116736" y="541"/>
                  </a:lnTo>
                  <a:lnTo>
                    <a:pt x="2138713" y="459"/>
                  </a:lnTo>
                  <a:lnTo>
                    <a:pt x="2160254" y="379"/>
                  </a:lnTo>
                  <a:lnTo>
                    <a:pt x="2181376" y="300"/>
                  </a:lnTo>
                  <a:lnTo>
                    <a:pt x="2202097" y="223"/>
                  </a:lnTo>
                  <a:lnTo>
                    <a:pt x="2222430" y="147"/>
                  </a:lnTo>
                  <a:lnTo>
                    <a:pt x="2242390" y="73"/>
                  </a:lnTo>
                  <a:lnTo>
                    <a:pt x="2261990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6" name="pl295"/>
            <p:cNvSpPr/>
            <p:nvPr/>
          </p:nvSpPr>
          <p:spPr>
            <a:xfrm>
              <a:off x="1550491" y="3752148"/>
              <a:ext cx="2261990" cy="180020"/>
            </a:xfrm>
            <a:custGeom>
              <a:avLst/>
              <a:pathLst>
                <a:path w="2261990" h="180020">
                  <a:moveTo>
                    <a:pt x="0" y="180020"/>
                  </a:moveTo>
                  <a:lnTo>
                    <a:pt x="145253" y="168460"/>
                  </a:lnTo>
                  <a:lnTo>
                    <a:pt x="273376" y="158263"/>
                  </a:lnTo>
                  <a:lnTo>
                    <a:pt x="387986" y="149142"/>
                  </a:lnTo>
                  <a:lnTo>
                    <a:pt x="491663" y="140891"/>
                  </a:lnTo>
                  <a:lnTo>
                    <a:pt x="586313" y="133358"/>
                  </a:lnTo>
                  <a:lnTo>
                    <a:pt x="673383" y="126429"/>
                  </a:lnTo>
                  <a:lnTo>
                    <a:pt x="753996" y="120013"/>
                  </a:lnTo>
                  <a:lnTo>
                    <a:pt x="829046" y="114040"/>
                  </a:lnTo>
                  <a:lnTo>
                    <a:pt x="899250" y="108453"/>
                  </a:lnTo>
                  <a:lnTo>
                    <a:pt x="965197" y="103205"/>
                  </a:lnTo>
                  <a:lnTo>
                    <a:pt x="1027373" y="98256"/>
                  </a:lnTo>
                  <a:lnTo>
                    <a:pt x="1086187" y="93576"/>
                  </a:lnTo>
                  <a:lnTo>
                    <a:pt x="1141983" y="89135"/>
                  </a:lnTo>
                  <a:lnTo>
                    <a:pt x="1195056" y="84911"/>
                  </a:lnTo>
                  <a:lnTo>
                    <a:pt x="1245660" y="80884"/>
                  </a:lnTo>
                  <a:lnTo>
                    <a:pt x="1294014" y="77036"/>
                  </a:lnTo>
                  <a:lnTo>
                    <a:pt x="1340310" y="73351"/>
                  </a:lnTo>
                  <a:lnTo>
                    <a:pt x="1384716" y="69817"/>
                  </a:lnTo>
                  <a:lnTo>
                    <a:pt x="1427379" y="66422"/>
                  </a:lnTo>
                  <a:lnTo>
                    <a:pt x="1468433" y="63155"/>
                  </a:lnTo>
                  <a:lnTo>
                    <a:pt x="1507993" y="60006"/>
                  </a:lnTo>
                  <a:lnTo>
                    <a:pt x="1546165" y="56968"/>
                  </a:lnTo>
                  <a:lnTo>
                    <a:pt x="1583043" y="54033"/>
                  </a:lnTo>
                  <a:lnTo>
                    <a:pt x="1618711" y="51195"/>
                  </a:lnTo>
                  <a:lnTo>
                    <a:pt x="1653247" y="48446"/>
                  </a:lnTo>
                  <a:lnTo>
                    <a:pt x="1686720" y="45782"/>
                  </a:lnTo>
                  <a:lnTo>
                    <a:pt x="1719194" y="43198"/>
                  </a:lnTo>
                  <a:lnTo>
                    <a:pt x="1750726" y="40688"/>
                  </a:lnTo>
                  <a:lnTo>
                    <a:pt x="1781370" y="38250"/>
                  </a:lnTo>
                  <a:lnTo>
                    <a:pt x="1811174" y="35878"/>
                  </a:lnTo>
                  <a:lnTo>
                    <a:pt x="1840184" y="33569"/>
                  </a:lnTo>
                  <a:lnTo>
                    <a:pt x="1868439" y="31320"/>
                  </a:lnTo>
                  <a:lnTo>
                    <a:pt x="1895980" y="29128"/>
                  </a:lnTo>
                  <a:lnTo>
                    <a:pt x="1922840" y="26991"/>
                  </a:lnTo>
                  <a:lnTo>
                    <a:pt x="1949053" y="24905"/>
                  </a:lnTo>
                  <a:lnTo>
                    <a:pt x="1974649" y="22867"/>
                  </a:lnTo>
                  <a:lnTo>
                    <a:pt x="1999657" y="20877"/>
                  </a:lnTo>
                  <a:lnTo>
                    <a:pt x="2024103" y="18932"/>
                  </a:lnTo>
                  <a:lnTo>
                    <a:pt x="2048011" y="17029"/>
                  </a:lnTo>
                  <a:lnTo>
                    <a:pt x="2071405" y="15167"/>
                  </a:lnTo>
                  <a:lnTo>
                    <a:pt x="2094307" y="13345"/>
                  </a:lnTo>
                  <a:lnTo>
                    <a:pt x="2116736" y="11560"/>
                  </a:lnTo>
                  <a:lnTo>
                    <a:pt x="2138713" y="9811"/>
                  </a:lnTo>
                  <a:lnTo>
                    <a:pt x="2160254" y="8096"/>
                  </a:lnTo>
                  <a:lnTo>
                    <a:pt x="2181376" y="6415"/>
                  </a:lnTo>
                  <a:lnTo>
                    <a:pt x="2202097" y="4766"/>
                  </a:lnTo>
                  <a:lnTo>
                    <a:pt x="2222430" y="3148"/>
                  </a:lnTo>
                  <a:lnTo>
                    <a:pt x="2242390" y="1559"/>
                  </a:lnTo>
                  <a:lnTo>
                    <a:pt x="2261990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7" name="pl296"/>
            <p:cNvSpPr/>
            <p:nvPr/>
          </p:nvSpPr>
          <p:spPr>
            <a:xfrm>
              <a:off x="1550491" y="3726378"/>
              <a:ext cx="2261990" cy="258231"/>
            </a:xfrm>
            <a:custGeom>
              <a:avLst/>
              <a:pathLst>
                <a:path w="2261990" h="258231">
                  <a:moveTo>
                    <a:pt x="0" y="258231"/>
                  </a:moveTo>
                  <a:lnTo>
                    <a:pt x="145253" y="241649"/>
                  </a:lnTo>
                  <a:lnTo>
                    <a:pt x="273376" y="227022"/>
                  </a:lnTo>
                  <a:lnTo>
                    <a:pt x="387986" y="213938"/>
                  </a:lnTo>
                  <a:lnTo>
                    <a:pt x="491663" y="202102"/>
                  </a:lnTo>
                  <a:lnTo>
                    <a:pt x="586313" y="191297"/>
                  </a:lnTo>
                  <a:lnTo>
                    <a:pt x="673383" y="181357"/>
                  </a:lnTo>
                  <a:lnTo>
                    <a:pt x="753996" y="172154"/>
                  </a:lnTo>
                  <a:lnTo>
                    <a:pt x="829046" y="163586"/>
                  </a:lnTo>
                  <a:lnTo>
                    <a:pt x="899250" y="155571"/>
                  </a:lnTo>
                  <a:lnTo>
                    <a:pt x="965197" y="148043"/>
                  </a:lnTo>
                  <a:lnTo>
                    <a:pt x="1027373" y="140945"/>
                  </a:lnTo>
                  <a:lnTo>
                    <a:pt x="1086187" y="134231"/>
                  </a:lnTo>
                  <a:lnTo>
                    <a:pt x="1141983" y="127861"/>
                  </a:lnTo>
                  <a:lnTo>
                    <a:pt x="1195056" y="121802"/>
                  </a:lnTo>
                  <a:lnTo>
                    <a:pt x="1245660" y="116025"/>
                  </a:lnTo>
                  <a:lnTo>
                    <a:pt x="1294014" y="110505"/>
                  </a:lnTo>
                  <a:lnTo>
                    <a:pt x="1340310" y="105220"/>
                  </a:lnTo>
                  <a:lnTo>
                    <a:pt x="1384716" y="100150"/>
                  </a:lnTo>
                  <a:lnTo>
                    <a:pt x="1427379" y="95280"/>
                  </a:lnTo>
                  <a:lnTo>
                    <a:pt x="1468433" y="90593"/>
                  </a:lnTo>
                  <a:lnTo>
                    <a:pt x="1507993" y="86077"/>
                  </a:lnTo>
                  <a:lnTo>
                    <a:pt x="1546165" y="81719"/>
                  </a:lnTo>
                  <a:lnTo>
                    <a:pt x="1583043" y="77509"/>
                  </a:lnTo>
                  <a:lnTo>
                    <a:pt x="1618711" y="73437"/>
                  </a:lnTo>
                  <a:lnTo>
                    <a:pt x="1653247" y="69494"/>
                  </a:lnTo>
                  <a:lnTo>
                    <a:pt x="1686720" y="65673"/>
                  </a:lnTo>
                  <a:lnTo>
                    <a:pt x="1719194" y="61966"/>
                  </a:lnTo>
                  <a:lnTo>
                    <a:pt x="1750726" y="58366"/>
                  </a:lnTo>
                  <a:lnTo>
                    <a:pt x="1781370" y="54868"/>
                  </a:lnTo>
                  <a:lnTo>
                    <a:pt x="1811174" y="51465"/>
                  </a:lnTo>
                  <a:lnTo>
                    <a:pt x="1840184" y="48153"/>
                  </a:lnTo>
                  <a:lnTo>
                    <a:pt x="1868439" y="44928"/>
                  </a:lnTo>
                  <a:lnTo>
                    <a:pt x="1895980" y="41784"/>
                  </a:lnTo>
                  <a:lnTo>
                    <a:pt x="1922840" y="38717"/>
                  </a:lnTo>
                  <a:lnTo>
                    <a:pt x="1949053" y="35725"/>
                  </a:lnTo>
                  <a:lnTo>
                    <a:pt x="1974649" y="32803"/>
                  </a:lnTo>
                  <a:lnTo>
                    <a:pt x="1999657" y="29948"/>
                  </a:lnTo>
                  <a:lnTo>
                    <a:pt x="2024103" y="27157"/>
                  </a:lnTo>
                  <a:lnTo>
                    <a:pt x="2048011" y="24428"/>
                  </a:lnTo>
                  <a:lnTo>
                    <a:pt x="2071405" y="21757"/>
                  </a:lnTo>
                  <a:lnTo>
                    <a:pt x="2094307" y="19142"/>
                  </a:lnTo>
                  <a:lnTo>
                    <a:pt x="2116736" y="16582"/>
                  </a:lnTo>
                  <a:lnTo>
                    <a:pt x="2138713" y="14073"/>
                  </a:lnTo>
                  <a:lnTo>
                    <a:pt x="2160254" y="11614"/>
                  </a:lnTo>
                  <a:lnTo>
                    <a:pt x="2181376" y="9202"/>
                  </a:lnTo>
                  <a:lnTo>
                    <a:pt x="2202097" y="6837"/>
                  </a:lnTo>
                  <a:lnTo>
                    <a:pt x="2222430" y="4516"/>
                  </a:lnTo>
                  <a:lnTo>
                    <a:pt x="2242390" y="2237"/>
                  </a:lnTo>
                  <a:lnTo>
                    <a:pt x="2261990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8" name="pl297"/>
            <p:cNvSpPr/>
            <p:nvPr/>
          </p:nvSpPr>
          <p:spPr>
            <a:xfrm>
              <a:off x="1550491" y="3514184"/>
              <a:ext cx="2261990" cy="278939"/>
            </a:xfrm>
            <a:custGeom>
              <a:avLst/>
              <a:pathLst>
                <a:path w="2261990" h="278939">
                  <a:moveTo>
                    <a:pt x="0" y="278939"/>
                  </a:moveTo>
                  <a:lnTo>
                    <a:pt x="145253" y="261027"/>
                  </a:lnTo>
                  <a:lnTo>
                    <a:pt x="273376" y="245227"/>
                  </a:lnTo>
                  <a:lnTo>
                    <a:pt x="387986" y="231094"/>
                  </a:lnTo>
                  <a:lnTo>
                    <a:pt x="491663" y="218309"/>
                  </a:lnTo>
                  <a:lnTo>
                    <a:pt x="586313" y="206637"/>
                  </a:lnTo>
                  <a:lnTo>
                    <a:pt x="673383" y="195900"/>
                  </a:lnTo>
                  <a:lnTo>
                    <a:pt x="753996" y="185959"/>
                  </a:lnTo>
                  <a:lnTo>
                    <a:pt x="829046" y="176704"/>
                  </a:lnTo>
                  <a:lnTo>
                    <a:pt x="899250" y="168047"/>
                  </a:lnTo>
                  <a:lnTo>
                    <a:pt x="965197" y="159915"/>
                  </a:lnTo>
                  <a:lnTo>
                    <a:pt x="1027373" y="152247"/>
                  </a:lnTo>
                  <a:lnTo>
                    <a:pt x="1086187" y="144995"/>
                  </a:lnTo>
                  <a:lnTo>
                    <a:pt x="1141983" y="138114"/>
                  </a:lnTo>
                  <a:lnTo>
                    <a:pt x="1195056" y="131569"/>
                  </a:lnTo>
                  <a:lnTo>
                    <a:pt x="1245660" y="125329"/>
                  </a:lnTo>
                  <a:lnTo>
                    <a:pt x="1294014" y="119366"/>
                  </a:lnTo>
                  <a:lnTo>
                    <a:pt x="1340310" y="113657"/>
                  </a:lnTo>
                  <a:lnTo>
                    <a:pt x="1384716" y="108181"/>
                  </a:lnTo>
                  <a:lnTo>
                    <a:pt x="1427379" y="102920"/>
                  </a:lnTo>
                  <a:lnTo>
                    <a:pt x="1468433" y="97858"/>
                  </a:lnTo>
                  <a:lnTo>
                    <a:pt x="1507993" y="92979"/>
                  </a:lnTo>
                  <a:lnTo>
                    <a:pt x="1546165" y="88272"/>
                  </a:lnTo>
                  <a:lnTo>
                    <a:pt x="1583043" y="83724"/>
                  </a:lnTo>
                  <a:lnTo>
                    <a:pt x="1618711" y="79326"/>
                  </a:lnTo>
                  <a:lnTo>
                    <a:pt x="1653247" y="75067"/>
                  </a:lnTo>
                  <a:lnTo>
                    <a:pt x="1686720" y="70939"/>
                  </a:lnTo>
                  <a:lnTo>
                    <a:pt x="1719194" y="66935"/>
                  </a:lnTo>
                  <a:lnTo>
                    <a:pt x="1750726" y="63046"/>
                  </a:lnTo>
                  <a:lnTo>
                    <a:pt x="1781370" y="59268"/>
                  </a:lnTo>
                  <a:lnTo>
                    <a:pt x="1811174" y="55592"/>
                  </a:lnTo>
                  <a:lnTo>
                    <a:pt x="1840184" y="52015"/>
                  </a:lnTo>
                  <a:lnTo>
                    <a:pt x="1868439" y="48531"/>
                  </a:lnTo>
                  <a:lnTo>
                    <a:pt x="1895980" y="45134"/>
                  </a:lnTo>
                  <a:lnTo>
                    <a:pt x="1922840" y="41822"/>
                  </a:lnTo>
                  <a:lnTo>
                    <a:pt x="1949053" y="38590"/>
                  </a:lnTo>
                  <a:lnTo>
                    <a:pt x="1974649" y="35433"/>
                  </a:lnTo>
                  <a:lnTo>
                    <a:pt x="1999657" y="32349"/>
                  </a:lnTo>
                  <a:lnTo>
                    <a:pt x="2024103" y="29335"/>
                  </a:lnTo>
                  <a:lnTo>
                    <a:pt x="2048011" y="26387"/>
                  </a:lnTo>
                  <a:lnTo>
                    <a:pt x="2071405" y="23502"/>
                  </a:lnTo>
                  <a:lnTo>
                    <a:pt x="2094307" y="20677"/>
                  </a:lnTo>
                  <a:lnTo>
                    <a:pt x="2116736" y="17912"/>
                  </a:lnTo>
                  <a:lnTo>
                    <a:pt x="2138713" y="15202"/>
                  </a:lnTo>
                  <a:lnTo>
                    <a:pt x="2160254" y="12545"/>
                  </a:lnTo>
                  <a:lnTo>
                    <a:pt x="2181376" y="9940"/>
                  </a:lnTo>
                  <a:lnTo>
                    <a:pt x="2202097" y="7385"/>
                  </a:lnTo>
                  <a:lnTo>
                    <a:pt x="2222430" y="4878"/>
                  </a:lnTo>
                  <a:lnTo>
                    <a:pt x="2242390" y="2417"/>
                  </a:lnTo>
                  <a:lnTo>
                    <a:pt x="2261990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rc298"/>
            <p:cNvSpPr/>
            <p:nvPr/>
          </p:nvSpPr>
          <p:spPr>
            <a:xfrm>
              <a:off x="1405201" y="3040436"/>
              <a:ext cx="2575782" cy="102910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00" name="pl299"/>
            <p:cNvSpPr/>
            <p:nvPr/>
          </p:nvSpPr>
          <p:spPr>
            <a:xfrm>
              <a:off x="1405201" y="3040436"/>
              <a:ext cx="0" cy="1029104"/>
            </a:xfrm>
            <a:custGeom>
              <a:avLst/>
              <a:pathLst>
                <a:path w="0" h="1029104">
                  <a:moveTo>
                    <a:pt x="0" y="102910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tx300"/>
            <p:cNvSpPr/>
            <p:nvPr/>
          </p:nvSpPr>
          <p:spPr>
            <a:xfrm rot="-5400000">
              <a:off x="1235634" y="3993861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02" name="tx301"/>
            <p:cNvSpPr/>
            <p:nvPr/>
          </p:nvSpPr>
          <p:spPr>
            <a:xfrm rot="-5400000">
              <a:off x="1235634" y="3786111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303" name="tx302"/>
            <p:cNvSpPr/>
            <p:nvPr/>
          </p:nvSpPr>
          <p:spPr>
            <a:xfrm rot="-5400000">
              <a:off x="1235634" y="3578360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304" name="tx303"/>
            <p:cNvSpPr/>
            <p:nvPr/>
          </p:nvSpPr>
          <p:spPr>
            <a:xfrm rot="-5400000">
              <a:off x="1235634" y="337060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305" name="tx304"/>
            <p:cNvSpPr/>
            <p:nvPr/>
          </p:nvSpPr>
          <p:spPr>
            <a:xfrm rot="-5400000">
              <a:off x="1235634" y="316285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3.0</a:t>
              </a:r>
            </a:p>
          </p:txBody>
        </p:sp>
        <p:sp>
          <p:nvSpPr>
            <p:cNvPr id="306" name="pl305"/>
            <p:cNvSpPr/>
            <p:nvPr/>
          </p:nvSpPr>
          <p:spPr>
            <a:xfrm>
              <a:off x="1376732" y="403030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l306"/>
            <p:cNvSpPr/>
            <p:nvPr/>
          </p:nvSpPr>
          <p:spPr>
            <a:xfrm>
              <a:off x="1376732" y="382255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l307"/>
            <p:cNvSpPr/>
            <p:nvPr/>
          </p:nvSpPr>
          <p:spPr>
            <a:xfrm>
              <a:off x="1376732" y="361479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l308"/>
            <p:cNvSpPr/>
            <p:nvPr/>
          </p:nvSpPr>
          <p:spPr>
            <a:xfrm>
              <a:off x="1376732" y="340704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l309"/>
            <p:cNvSpPr/>
            <p:nvPr/>
          </p:nvSpPr>
          <p:spPr>
            <a:xfrm>
              <a:off x="1376732" y="319929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l310"/>
            <p:cNvSpPr/>
            <p:nvPr/>
          </p:nvSpPr>
          <p:spPr>
            <a:xfrm>
              <a:off x="1405201" y="4069540"/>
              <a:ext cx="2575782" cy="0"/>
            </a:xfrm>
            <a:custGeom>
              <a:avLst/>
              <a:pathLst>
                <a:path w="2575782" h="0">
                  <a:moveTo>
                    <a:pt x="0" y="0"/>
                  </a:moveTo>
                  <a:lnTo>
                    <a:pt x="2575782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l311"/>
            <p:cNvSpPr/>
            <p:nvPr/>
          </p:nvSpPr>
          <p:spPr>
            <a:xfrm>
              <a:off x="1550491" y="40695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l312"/>
            <p:cNvSpPr/>
            <p:nvPr/>
          </p:nvSpPr>
          <p:spPr>
            <a:xfrm>
              <a:off x="2304488" y="40695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l313"/>
            <p:cNvSpPr/>
            <p:nvPr/>
          </p:nvSpPr>
          <p:spPr>
            <a:xfrm>
              <a:off x="3058485" y="40695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l314"/>
            <p:cNvSpPr/>
            <p:nvPr/>
          </p:nvSpPr>
          <p:spPr>
            <a:xfrm>
              <a:off x="3812482" y="40695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tx315"/>
            <p:cNvSpPr/>
            <p:nvPr/>
          </p:nvSpPr>
          <p:spPr>
            <a:xfrm>
              <a:off x="1522236" y="4120783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7" name="tx316"/>
            <p:cNvSpPr/>
            <p:nvPr/>
          </p:nvSpPr>
          <p:spPr>
            <a:xfrm>
              <a:off x="2276233" y="4120783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18" name="tx317"/>
            <p:cNvSpPr/>
            <p:nvPr/>
          </p:nvSpPr>
          <p:spPr>
            <a:xfrm>
              <a:off x="3030230" y="4120783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9" name="tx318"/>
            <p:cNvSpPr/>
            <p:nvPr/>
          </p:nvSpPr>
          <p:spPr>
            <a:xfrm>
              <a:off x="3784227" y="4120783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320" name="tx319"/>
            <p:cNvSpPr/>
            <p:nvPr/>
          </p:nvSpPr>
          <p:spPr>
            <a:xfrm>
              <a:off x="2410679" y="4278420"/>
              <a:ext cx="56482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321" name="tx320"/>
            <p:cNvSpPr/>
            <p:nvPr/>
          </p:nvSpPr>
          <p:spPr>
            <a:xfrm rot="-5400000">
              <a:off x="1029315" y="3509268"/>
              <a:ext cx="197510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322" name="tx321"/>
            <p:cNvSpPr/>
            <p:nvPr/>
          </p:nvSpPr>
          <p:spPr>
            <a:xfrm>
              <a:off x="1405201" y="2863896"/>
              <a:ext cx="89656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Above_PC1</a:t>
              </a:r>
            </a:p>
          </p:txBody>
        </p:sp>
        <p:sp>
          <p:nvSpPr>
            <p:cNvPr id="323" name="rc322"/>
            <p:cNvSpPr/>
            <p:nvPr/>
          </p:nvSpPr>
          <p:spPr>
            <a:xfrm>
              <a:off x="4262502" y="3040436"/>
              <a:ext cx="2575782" cy="102910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4351510" y="366200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4413503" y="315541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4365758" y="3713999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4401821" y="353599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4373220" y="375074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4357080" y="308867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4435079" y="305914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4394562" y="333432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4362053" y="386141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4399530" y="357824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5118953" y="378315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5140248" y="340003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5163171" y="371695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5141440" y="389578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5165418" y="363207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5082825" y="338340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5098525" y="395433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5186129" y="387332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5151695" y="377332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5094034" y="395232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5125098" y="386672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5124671" y="395219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5141629" y="374469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5113717" y="370220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5143029" y="351647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5148763" y="354715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5130041" y="378332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5089621" y="399469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5931060" y="3777458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5852929" y="382598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5902815" y="380600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5860665" y="384847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5864506" y="320542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5911411" y="323747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5876192" y="364796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5897738" y="376833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5914844" y="385948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5847520" y="361927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5906152" y="346070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5896565" y="389952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5853045" y="334053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5884781" y="360566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5922839" y="364910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5913929" y="385018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5916744" y="345947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5887138" y="363897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5858277" y="344123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5905757" y="361637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6635454" y="373598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6628219" y="380623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6661403" y="3627465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6660410" y="346686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6681333" y="360867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6673538" y="363911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6609049" y="374705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6626651" y="366947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6607982" y="374720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6595911" y="368246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2" name="pt381"/>
            <p:cNvSpPr/>
            <p:nvPr/>
          </p:nvSpPr>
          <p:spPr>
            <a:xfrm>
              <a:off x="6629906" y="349892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6657653" y="328238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6634378" y="375943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5" name="pt384"/>
            <p:cNvSpPr/>
            <p:nvPr/>
          </p:nvSpPr>
          <p:spPr>
            <a:xfrm>
              <a:off x="6658909" y="387730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6648441" y="385160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6623739" y="366627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6589841" y="380407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6654802" y="372019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6672927" y="334105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6693131" y="359124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6686004" y="365689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6602540" y="361760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6650025" y="384671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6636519" y="358293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6" name="pl395"/>
            <p:cNvSpPr/>
            <p:nvPr/>
          </p:nvSpPr>
          <p:spPr>
            <a:xfrm>
              <a:off x="4413013" y="3608350"/>
              <a:ext cx="2254743" cy="124127"/>
            </a:xfrm>
            <a:custGeom>
              <a:avLst/>
              <a:pathLst>
                <a:path w="2254743" h="124127">
                  <a:moveTo>
                    <a:pt x="0" y="0"/>
                  </a:moveTo>
                  <a:lnTo>
                    <a:pt x="144788" y="7970"/>
                  </a:lnTo>
                  <a:lnTo>
                    <a:pt x="272500" y="15001"/>
                  </a:lnTo>
                  <a:lnTo>
                    <a:pt x="386743" y="21290"/>
                  </a:lnTo>
                  <a:lnTo>
                    <a:pt x="490088" y="26980"/>
                  </a:lnTo>
                  <a:lnTo>
                    <a:pt x="584435" y="32174"/>
                  </a:lnTo>
                  <a:lnTo>
                    <a:pt x="671225" y="36952"/>
                  </a:lnTo>
                  <a:lnTo>
                    <a:pt x="751581" y="41375"/>
                  </a:lnTo>
                  <a:lnTo>
                    <a:pt x="826390" y="45494"/>
                  </a:lnTo>
                  <a:lnTo>
                    <a:pt x="896369" y="49346"/>
                  </a:lnTo>
                  <a:lnTo>
                    <a:pt x="962104" y="52965"/>
                  </a:lnTo>
                  <a:lnTo>
                    <a:pt x="1024081" y="56377"/>
                  </a:lnTo>
                  <a:lnTo>
                    <a:pt x="1082707" y="59604"/>
                  </a:lnTo>
                  <a:lnTo>
                    <a:pt x="1138324" y="62666"/>
                  </a:lnTo>
                  <a:lnTo>
                    <a:pt x="1191227" y="65579"/>
                  </a:lnTo>
                  <a:lnTo>
                    <a:pt x="1241669" y="68356"/>
                  </a:lnTo>
                  <a:lnTo>
                    <a:pt x="1289868" y="71009"/>
                  </a:lnTo>
                  <a:lnTo>
                    <a:pt x="1336016" y="73550"/>
                  </a:lnTo>
                  <a:lnTo>
                    <a:pt x="1380279" y="75986"/>
                  </a:lnTo>
                  <a:lnTo>
                    <a:pt x="1422806" y="78328"/>
                  </a:lnTo>
                  <a:lnTo>
                    <a:pt x="1463728" y="80580"/>
                  </a:lnTo>
                  <a:lnTo>
                    <a:pt x="1503162" y="82751"/>
                  </a:lnTo>
                  <a:lnTo>
                    <a:pt x="1541211" y="84846"/>
                  </a:lnTo>
                  <a:lnTo>
                    <a:pt x="1577971" y="86870"/>
                  </a:lnTo>
                  <a:lnTo>
                    <a:pt x="1613525" y="88827"/>
                  </a:lnTo>
                  <a:lnTo>
                    <a:pt x="1647950" y="90722"/>
                  </a:lnTo>
                  <a:lnTo>
                    <a:pt x="1681316" y="92559"/>
                  </a:lnTo>
                  <a:lnTo>
                    <a:pt x="1713686" y="94341"/>
                  </a:lnTo>
                  <a:lnTo>
                    <a:pt x="1745117" y="96071"/>
                  </a:lnTo>
                  <a:lnTo>
                    <a:pt x="1775663" y="97753"/>
                  </a:lnTo>
                  <a:lnTo>
                    <a:pt x="1805371" y="99388"/>
                  </a:lnTo>
                  <a:lnTo>
                    <a:pt x="1834288" y="100980"/>
                  </a:lnTo>
                  <a:lnTo>
                    <a:pt x="1862453" y="102531"/>
                  </a:lnTo>
                  <a:lnTo>
                    <a:pt x="1889905" y="104042"/>
                  </a:lnTo>
                  <a:lnTo>
                    <a:pt x="1916679" y="105516"/>
                  </a:lnTo>
                  <a:lnTo>
                    <a:pt x="1942808" y="106955"/>
                  </a:lnTo>
                  <a:lnTo>
                    <a:pt x="1968323" y="108359"/>
                  </a:lnTo>
                  <a:lnTo>
                    <a:pt x="1993250" y="109731"/>
                  </a:lnTo>
                  <a:lnTo>
                    <a:pt x="2017618" y="111073"/>
                  </a:lnTo>
                  <a:lnTo>
                    <a:pt x="2041449" y="112385"/>
                  </a:lnTo>
                  <a:lnTo>
                    <a:pt x="2064769" y="113669"/>
                  </a:lnTo>
                  <a:lnTo>
                    <a:pt x="2087597" y="114925"/>
                  </a:lnTo>
                  <a:lnTo>
                    <a:pt x="2109954" y="116156"/>
                  </a:lnTo>
                  <a:lnTo>
                    <a:pt x="2131860" y="117362"/>
                  </a:lnTo>
                  <a:lnTo>
                    <a:pt x="2153332" y="118544"/>
                  </a:lnTo>
                  <a:lnTo>
                    <a:pt x="2174387" y="119703"/>
                  </a:lnTo>
                  <a:lnTo>
                    <a:pt x="2195041" y="120840"/>
                  </a:lnTo>
                  <a:lnTo>
                    <a:pt x="2215309" y="121956"/>
                  </a:lnTo>
                  <a:lnTo>
                    <a:pt x="2235205" y="123052"/>
                  </a:lnTo>
                  <a:lnTo>
                    <a:pt x="2254743" y="124127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7" name="pl396"/>
            <p:cNvSpPr/>
            <p:nvPr/>
          </p:nvSpPr>
          <p:spPr>
            <a:xfrm>
              <a:off x="4413013" y="3359129"/>
              <a:ext cx="2254743" cy="382813"/>
            </a:xfrm>
            <a:custGeom>
              <a:avLst/>
              <a:pathLst>
                <a:path w="2254743" h="382813">
                  <a:moveTo>
                    <a:pt x="0" y="0"/>
                  </a:moveTo>
                  <a:lnTo>
                    <a:pt x="144788" y="24582"/>
                  </a:lnTo>
                  <a:lnTo>
                    <a:pt x="272500" y="46265"/>
                  </a:lnTo>
                  <a:lnTo>
                    <a:pt x="386743" y="65661"/>
                  </a:lnTo>
                  <a:lnTo>
                    <a:pt x="490088" y="83207"/>
                  </a:lnTo>
                  <a:lnTo>
                    <a:pt x="584435" y="99226"/>
                  </a:lnTo>
                  <a:lnTo>
                    <a:pt x="671225" y="113961"/>
                  </a:lnTo>
                  <a:lnTo>
                    <a:pt x="751581" y="127604"/>
                  </a:lnTo>
                  <a:lnTo>
                    <a:pt x="826390" y="140305"/>
                  </a:lnTo>
                  <a:lnTo>
                    <a:pt x="896369" y="152186"/>
                  </a:lnTo>
                  <a:lnTo>
                    <a:pt x="962104" y="163347"/>
                  </a:lnTo>
                  <a:lnTo>
                    <a:pt x="1024081" y="173870"/>
                  </a:lnTo>
                  <a:lnTo>
                    <a:pt x="1082707" y="183823"/>
                  </a:lnTo>
                  <a:lnTo>
                    <a:pt x="1138324" y="193266"/>
                  </a:lnTo>
                  <a:lnTo>
                    <a:pt x="1191227" y="202248"/>
                  </a:lnTo>
                  <a:lnTo>
                    <a:pt x="1241669" y="210812"/>
                  </a:lnTo>
                  <a:lnTo>
                    <a:pt x="1289868" y="218995"/>
                  </a:lnTo>
                  <a:lnTo>
                    <a:pt x="1336016" y="226830"/>
                  </a:lnTo>
                  <a:lnTo>
                    <a:pt x="1380279" y="234345"/>
                  </a:lnTo>
                  <a:lnTo>
                    <a:pt x="1422806" y="241566"/>
                  </a:lnTo>
                  <a:lnTo>
                    <a:pt x="1463728" y="248513"/>
                  </a:lnTo>
                  <a:lnTo>
                    <a:pt x="1503162" y="255209"/>
                  </a:lnTo>
                  <a:lnTo>
                    <a:pt x="1541211" y="261669"/>
                  </a:lnTo>
                  <a:lnTo>
                    <a:pt x="1577971" y="267910"/>
                  </a:lnTo>
                  <a:lnTo>
                    <a:pt x="1613525" y="273946"/>
                  </a:lnTo>
                  <a:lnTo>
                    <a:pt x="1647950" y="279791"/>
                  </a:lnTo>
                  <a:lnTo>
                    <a:pt x="1681316" y="285456"/>
                  </a:lnTo>
                  <a:lnTo>
                    <a:pt x="1713686" y="290952"/>
                  </a:lnTo>
                  <a:lnTo>
                    <a:pt x="1745117" y="296288"/>
                  </a:lnTo>
                  <a:lnTo>
                    <a:pt x="1775663" y="301474"/>
                  </a:lnTo>
                  <a:lnTo>
                    <a:pt x="1805371" y="306518"/>
                  </a:lnTo>
                  <a:lnTo>
                    <a:pt x="1834288" y="311428"/>
                  </a:lnTo>
                  <a:lnTo>
                    <a:pt x="1862453" y="316210"/>
                  </a:lnTo>
                  <a:lnTo>
                    <a:pt x="1889905" y="320870"/>
                  </a:lnTo>
                  <a:lnTo>
                    <a:pt x="1916679" y="325416"/>
                  </a:lnTo>
                  <a:lnTo>
                    <a:pt x="1942808" y="329852"/>
                  </a:lnTo>
                  <a:lnTo>
                    <a:pt x="1968323" y="334184"/>
                  </a:lnTo>
                  <a:lnTo>
                    <a:pt x="1993250" y="338416"/>
                  </a:lnTo>
                  <a:lnTo>
                    <a:pt x="2017618" y="342554"/>
                  </a:lnTo>
                  <a:lnTo>
                    <a:pt x="2041449" y="346600"/>
                  </a:lnTo>
                  <a:lnTo>
                    <a:pt x="2064769" y="350559"/>
                  </a:lnTo>
                  <a:lnTo>
                    <a:pt x="2087597" y="354435"/>
                  </a:lnTo>
                  <a:lnTo>
                    <a:pt x="2109954" y="358231"/>
                  </a:lnTo>
                  <a:lnTo>
                    <a:pt x="2131860" y="361950"/>
                  </a:lnTo>
                  <a:lnTo>
                    <a:pt x="2153332" y="365595"/>
                  </a:lnTo>
                  <a:lnTo>
                    <a:pt x="2174387" y="369170"/>
                  </a:lnTo>
                  <a:lnTo>
                    <a:pt x="2195041" y="372677"/>
                  </a:lnTo>
                  <a:lnTo>
                    <a:pt x="2215309" y="376118"/>
                  </a:lnTo>
                  <a:lnTo>
                    <a:pt x="2235205" y="379496"/>
                  </a:lnTo>
                  <a:lnTo>
                    <a:pt x="2254743" y="382813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8" name="pl397"/>
            <p:cNvSpPr/>
            <p:nvPr/>
          </p:nvSpPr>
          <p:spPr>
            <a:xfrm>
              <a:off x="4413013" y="3707572"/>
              <a:ext cx="2254743" cy="59772"/>
            </a:xfrm>
            <a:custGeom>
              <a:avLst/>
              <a:pathLst>
                <a:path w="2254743" h="59772">
                  <a:moveTo>
                    <a:pt x="0" y="59772"/>
                  </a:moveTo>
                  <a:lnTo>
                    <a:pt x="144788" y="55934"/>
                  </a:lnTo>
                  <a:lnTo>
                    <a:pt x="272500" y="52548"/>
                  </a:lnTo>
                  <a:lnTo>
                    <a:pt x="386743" y="49520"/>
                  </a:lnTo>
                  <a:lnTo>
                    <a:pt x="490088" y="46780"/>
                  </a:lnTo>
                  <a:lnTo>
                    <a:pt x="584435" y="44279"/>
                  </a:lnTo>
                  <a:lnTo>
                    <a:pt x="671225" y="41978"/>
                  </a:lnTo>
                  <a:lnTo>
                    <a:pt x="751581" y="39848"/>
                  </a:lnTo>
                  <a:lnTo>
                    <a:pt x="826390" y="37865"/>
                  </a:lnTo>
                  <a:lnTo>
                    <a:pt x="896369" y="36010"/>
                  </a:lnTo>
                  <a:lnTo>
                    <a:pt x="962104" y="34267"/>
                  </a:lnTo>
                  <a:lnTo>
                    <a:pt x="1024081" y="32624"/>
                  </a:lnTo>
                  <a:lnTo>
                    <a:pt x="1082707" y="31070"/>
                  </a:lnTo>
                  <a:lnTo>
                    <a:pt x="1138324" y="29595"/>
                  </a:lnTo>
                  <a:lnTo>
                    <a:pt x="1191227" y="28193"/>
                  </a:lnTo>
                  <a:lnTo>
                    <a:pt x="1241669" y="26856"/>
                  </a:lnTo>
                  <a:lnTo>
                    <a:pt x="1289868" y="25578"/>
                  </a:lnTo>
                  <a:lnTo>
                    <a:pt x="1336016" y="24355"/>
                  </a:lnTo>
                  <a:lnTo>
                    <a:pt x="1380279" y="23181"/>
                  </a:lnTo>
                  <a:lnTo>
                    <a:pt x="1422806" y="22054"/>
                  </a:lnTo>
                  <a:lnTo>
                    <a:pt x="1463728" y="20969"/>
                  </a:lnTo>
                  <a:lnTo>
                    <a:pt x="1503162" y="19924"/>
                  </a:lnTo>
                  <a:lnTo>
                    <a:pt x="1541211" y="18915"/>
                  </a:lnTo>
                  <a:lnTo>
                    <a:pt x="1577971" y="17941"/>
                  </a:lnTo>
                  <a:lnTo>
                    <a:pt x="1613525" y="16998"/>
                  </a:lnTo>
                  <a:lnTo>
                    <a:pt x="1647950" y="16085"/>
                  </a:lnTo>
                  <a:lnTo>
                    <a:pt x="1681316" y="15201"/>
                  </a:lnTo>
                  <a:lnTo>
                    <a:pt x="1713686" y="14343"/>
                  </a:lnTo>
                  <a:lnTo>
                    <a:pt x="1745117" y="13510"/>
                  </a:lnTo>
                  <a:lnTo>
                    <a:pt x="1775663" y="12700"/>
                  </a:lnTo>
                  <a:lnTo>
                    <a:pt x="1805371" y="11912"/>
                  </a:lnTo>
                  <a:lnTo>
                    <a:pt x="1834288" y="11146"/>
                  </a:lnTo>
                  <a:lnTo>
                    <a:pt x="1862453" y="10399"/>
                  </a:lnTo>
                  <a:lnTo>
                    <a:pt x="1889905" y="9671"/>
                  </a:lnTo>
                  <a:lnTo>
                    <a:pt x="1916679" y="8961"/>
                  </a:lnTo>
                  <a:lnTo>
                    <a:pt x="1942808" y="8269"/>
                  </a:lnTo>
                  <a:lnTo>
                    <a:pt x="1968323" y="7592"/>
                  </a:lnTo>
                  <a:lnTo>
                    <a:pt x="1993250" y="6932"/>
                  </a:lnTo>
                  <a:lnTo>
                    <a:pt x="2017618" y="6286"/>
                  </a:lnTo>
                  <a:lnTo>
                    <a:pt x="2041449" y="5654"/>
                  </a:lnTo>
                  <a:lnTo>
                    <a:pt x="2064769" y="5036"/>
                  </a:lnTo>
                  <a:lnTo>
                    <a:pt x="2087597" y="4430"/>
                  </a:lnTo>
                  <a:lnTo>
                    <a:pt x="2109954" y="3838"/>
                  </a:lnTo>
                  <a:lnTo>
                    <a:pt x="2131860" y="3257"/>
                  </a:lnTo>
                  <a:lnTo>
                    <a:pt x="2153332" y="2688"/>
                  </a:lnTo>
                  <a:lnTo>
                    <a:pt x="2174387" y="2130"/>
                  </a:lnTo>
                  <a:lnTo>
                    <a:pt x="2195041" y="1582"/>
                  </a:lnTo>
                  <a:lnTo>
                    <a:pt x="2215309" y="1045"/>
                  </a:lnTo>
                  <a:lnTo>
                    <a:pt x="2235205" y="517"/>
                  </a:lnTo>
                  <a:lnTo>
                    <a:pt x="2254743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9" name="pl398"/>
            <p:cNvSpPr/>
            <p:nvPr/>
          </p:nvSpPr>
          <p:spPr>
            <a:xfrm>
              <a:off x="4413013" y="3422843"/>
              <a:ext cx="2254743" cy="271128"/>
            </a:xfrm>
            <a:custGeom>
              <a:avLst/>
              <a:pathLst>
                <a:path w="2254743" h="271128">
                  <a:moveTo>
                    <a:pt x="0" y="271128"/>
                  </a:moveTo>
                  <a:lnTo>
                    <a:pt x="144788" y="253717"/>
                  </a:lnTo>
                  <a:lnTo>
                    <a:pt x="272500" y="238360"/>
                  </a:lnTo>
                  <a:lnTo>
                    <a:pt x="386743" y="224623"/>
                  </a:lnTo>
                  <a:lnTo>
                    <a:pt x="490088" y="212196"/>
                  </a:lnTo>
                  <a:lnTo>
                    <a:pt x="584435" y="200851"/>
                  </a:lnTo>
                  <a:lnTo>
                    <a:pt x="671225" y="190414"/>
                  </a:lnTo>
                  <a:lnTo>
                    <a:pt x="751581" y="180752"/>
                  </a:lnTo>
                  <a:lnTo>
                    <a:pt x="826390" y="171756"/>
                  </a:lnTo>
                  <a:lnTo>
                    <a:pt x="896369" y="163341"/>
                  </a:lnTo>
                  <a:lnTo>
                    <a:pt x="962104" y="155437"/>
                  </a:lnTo>
                  <a:lnTo>
                    <a:pt x="1024081" y="147984"/>
                  </a:lnTo>
                  <a:lnTo>
                    <a:pt x="1082707" y="140934"/>
                  </a:lnTo>
                  <a:lnTo>
                    <a:pt x="1138324" y="134247"/>
                  </a:lnTo>
                  <a:lnTo>
                    <a:pt x="1191227" y="127885"/>
                  </a:lnTo>
                  <a:lnTo>
                    <a:pt x="1241669" y="121819"/>
                  </a:lnTo>
                  <a:lnTo>
                    <a:pt x="1289868" y="116024"/>
                  </a:lnTo>
                  <a:lnTo>
                    <a:pt x="1336016" y="110475"/>
                  </a:lnTo>
                  <a:lnTo>
                    <a:pt x="1380279" y="105152"/>
                  </a:lnTo>
                  <a:lnTo>
                    <a:pt x="1422806" y="100038"/>
                  </a:lnTo>
                  <a:lnTo>
                    <a:pt x="1463728" y="95117"/>
                  </a:lnTo>
                  <a:lnTo>
                    <a:pt x="1503162" y="90376"/>
                  </a:lnTo>
                  <a:lnTo>
                    <a:pt x="1541211" y="85800"/>
                  </a:lnTo>
                  <a:lnTo>
                    <a:pt x="1577971" y="81380"/>
                  </a:lnTo>
                  <a:lnTo>
                    <a:pt x="1613525" y="77105"/>
                  </a:lnTo>
                  <a:lnTo>
                    <a:pt x="1647950" y="72965"/>
                  </a:lnTo>
                  <a:lnTo>
                    <a:pt x="1681316" y="68953"/>
                  </a:lnTo>
                  <a:lnTo>
                    <a:pt x="1713686" y="65061"/>
                  </a:lnTo>
                  <a:lnTo>
                    <a:pt x="1745117" y="61281"/>
                  </a:lnTo>
                  <a:lnTo>
                    <a:pt x="1775663" y="57608"/>
                  </a:lnTo>
                  <a:lnTo>
                    <a:pt x="1805371" y="54035"/>
                  </a:lnTo>
                  <a:lnTo>
                    <a:pt x="1834288" y="50558"/>
                  </a:lnTo>
                  <a:lnTo>
                    <a:pt x="1862453" y="47172"/>
                  </a:lnTo>
                  <a:lnTo>
                    <a:pt x="1889905" y="43870"/>
                  </a:lnTo>
                  <a:lnTo>
                    <a:pt x="1916679" y="40651"/>
                  </a:lnTo>
                  <a:lnTo>
                    <a:pt x="1942808" y="37509"/>
                  </a:lnTo>
                  <a:lnTo>
                    <a:pt x="1968323" y="34441"/>
                  </a:lnTo>
                  <a:lnTo>
                    <a:pt x="1993250" y="31443"/>
                  </a:lnTo>
                  <a:lnTo>
                    <a:pt x="2017618" y="28513"/>
                  </a:lnTo>
                  <a:lnTo>
                    <a:pt x="2041449" y="25648"/>
                  </a:lnTo>
                  <a:lnTo>
                    <a:pt x="2064769" y="22844"/>
                  </a:lnTo>
                  <a:lnTo>
                    <a:pt x="2087597" y="20098"/>
                  </a:lnTo>
                  <a:lnTo>
                    <a:pt x="2109954" y="17410"/>
                  </a:lnTo>
                  <a:lnTo>
                    <a:pt x="2131860" y="14776"/>
                  </a:lnTo>
                  <a:lnTo>
                    <a:pt x="2153332" y="12194"/>
                  </a:lnTo>
                  <a:lnTo>
                    <a:pt x="2174387" y="9662"/>
                  </a:lnTo>
                  <a:lnTo>
                    <a:pt x="2195041" y="7178"/>
                  </a:lnTo>
                  <a:lnTo>
                    <a:pt x="2215309" y="4741"/>
                  </a:lnTo>
                  <a:lnTo>
                    <a:pt x="2235205" y="2349"/>
                  </a:lnTo>
                  <a:lnTo>
                    <a:pt x="2254743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0" name="pl399"/>
            <p:cNvSpPr/>
            <p:nvPr/>
          </p:nvSpPr>
          <p:spPr>
            <a:xfrm>
              <a:off x="4413013" y="3518642"/>
              <a:ext cx="2254743" cy="272321"/>
            </a:xfrm>
            <a:custGeom>
              <a:avLst/>
              <a:pathLst>
                <a:path w="2254743" h="272321">
                  <a:moveTo>
                    <a:pt x="0" y="272321"/>
                  </a:moveTo>
                  <a:lnTo>
                    <a:pt x="144788" y="254834"/>
                  </a:lnTo>
                  <a:lnTo>
                    <a:pt x="272500" y="239409"/>
                  </a:lnTo>
                  <a:lnTo>
                    <a:pt x="386743" y="225611"/>
                  </a:lnTo>
                  <a:lnTo>
                    <a:pt x="490088" y="213130"/>
                  </a:lnTo>
                  <a:lnTo>
                    <a:pt x="584435" y="201735"/>
                  </a:lnTo>
                  <a:lnTo>
                    <a:pt x="671225" y="191252"/>
                  </a:lnTo>
                  <a:lnTo>
                    <a:pt x="751581" y="181547"/>
                  </a:lnTo>
                  <a:lnTo>
                    <a:pt x="826390" y="172512"/>
                  </a:lnTo>
                  <a:lnTo>
                    <a:pt x="896369" y="164060"/>
                  </a:lnTo>
                  <a:lnTo>
                    <a:pt x="962104" y="156121"/>
                  </a:lnTo>
                  <a:lnTo>
                    <a:pt x="1024081" y="148635"/>
                  </a:lnTo>
                  <a:lnTo>
                    <a:pt x="1082707" y="141555"/>
                  </a:lnTo>
                  <a:lnTo>
                    <a:pt x="1138324" y="134838"/>
                  </a:lnTo>
                  <a:lnTo>
                    <a:pt x="1191227" y="128448"/>
                  </a:lnTo>
                  <a:lnTo>
                    <a:pt x="1241669" y="122356"/>
                  </a:lnTo>
                  <a:lnTo>
                    <a:pt x="1289868" y="116534"/>
                  </a:lnTo>
                  <a:lnTo>
                    <a:pt x="1336016" y="110961"/>
                  </a:lnTo>
                  <a:lnTo>
                    <a:pt x="1380279" y="105615"/>
                  </a:lnTo>
                  <a:lnTo>
                    <a:pt x="1422806" y="100479"/>
                  </a:lnTo>
                  <a:lnTo>
                    <a:pt x="1463728" y="95536"/>
                  </a:lnTo>
                  <a:lnTo>
                    <a:pt x="1503162" y="90773"/>
                  </a:lnTo>
                  <a:lnTo>
                    <a:pt x="1541211" y="86178"/>
                  </a:lnTo>
                  <a:lnTo>
                    <a:pt x="1577971" y="81738"/>
                  </a:lnTo>
                  <a:lnTo>
                    <a:pt x="1613525" y="77444"/>
                  </a:lnTo>
                  <a:lnTo>
                    <a:pt x="1647950" y="73286"/>
                  </a:lnTo>
                  <a:lnTo>
                    <a:pt x="1681316" y="69256"/>
                  </a:lnTo>
                  <a:lnTo>
                    <a:pt x="1713686" y="65347"/>
                  </a:lnTo>
                  <a:lnTo>
                    <a:pt x="1745117" y="61551"/>
                  </a:lnTo>
                  <a:lnTo>
                    <a:pt x="1775663" y="57862"/>
                  </a:lnTo>
                  <a:lnTo>
                    <a:pt x="1805371" y="54273"/>
                  </a:lnTo>
                  <a:lnTo>
                    <a:pt x="1834288" y="50781"/>
                  </a:lnTo>
                  <a:lnTo>
                    <a:pt x="1862453" y="47379"/>
                  </a:lnTo>
                  <a:lnTo>
                    <a:pt x="1889905" y="44064"/>
                  </a:lnTo>
                  <a:lnTo>
                    <a:pt x="1916679" y="40830"/>
                  </a:lnTo>
                  <a:lnTo>
                    <a:pt x="1942808" y="37674"/>
                  </a:lnTo>
                  <a:lnTo>
                    <a:pt x="1968323" y="34593"/>
                  </a:lnTo>
                  <a:lnTo>
                    <a:pt x="1993250" y="31582"/>
                  </a:lnTo>
                  <a:lnTo>
                    <a:pt x="2017618" y="28639"/>
                  </a:lnTo>
                  <a:lnTo>
                    <a:pt x="2041449" y="25761"/>
                  </a:lnTo>
                  <a:lnTo>
                    <a:pt x="2064769" y="22944"/>
                  </a:lnTo>
                  <a:lnTo>
                    <a:pt x="2087597" y="20187"/>
                  </a:lnTo>
                  <a:lnTo>
                    <a:pt x="2109954" y="17487"/>
                  </a:lnTo>
                  <a:lnTo>
                    <a:pt x="2131860" y="14841"/>
                  </a:lnTo>
                  <a:lnTo>
                    <a:pt x="2153332" y="12248"/>
                  </a:lnTo>
                  <a:lnTo>
                    <a:pt x="2174387" y="9705"/>
                  </a:lnTo>
                  <a:lnTo>
                    <a:pt x="2195041" y="7210"/>
                  </a:lnTo>
                  <a:lnTo>
                    <a:pt x="2215309" y="4762"/>
                  </a:lnTo>
                  <a:lnTo>
                    <a:pt x="2235205" y="2359"/>
                  </a:lnTo>
                  <a:lnTo>
                    <a:pt x="2254743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l400"/>
            <p:cNvSpPr/>
            <p:nvPr/>
          </p:nvSpPr>
          <p:spPr>
            <a:xfrm>
              <a:off x="4413013" y="3368264"/>
              <a:ext cx="2254743" cy="224545"/>
            </a:xfrm>
            <a:custGeom>
              <a:avLst/>
              <a:pathLst>
                <a:path w="2254743" h="224545">
                  <a:moveTo>
                    <a:pt x="0" y="0"/>
                  </a:moveTo>
                  <a:lnTo>
                    <a:pt x="144788" y="14419"/>
                  </a:lnTo>
                  <a:lnTo>
                    <a:pt x="272500" y="27137"/>
                  </a:lnTo>
                  <a:lnTo>
                    <a:pt x="386743" y="38515"/>
                  </a:lnTo>
                  <a:lnTo>
                    <a:pt x="490088" y="48806"/>
                  </a:lnTo>
                  <a:lnTo>
                    <a:pt x="584435" y="58202"/>
                  </a:lnTo>
                  <a:lnTo>
                    <a:pt x="671225" y="66846"/>
                  </a:lnTo>
                  <a:lnTo>
                    <a:pt x="751581" y="74848"/>
                  </a:lnTo>
                  <a:lnTo>
                    <a:pt x="826390" y="82298"/>
                  </a:lnTo>
                  <a:lnTo>
                    <a:pt x="896369" y="89267"/>
                  </a:lnTo>
                  <a:lnTo>
                    <a:pt x="962104" y="95814"/>
                  </a:lnTo>
                  <a:lnTo>
                    <a:pt x="1024081" y="101986"/>
                  </a:lnTo>
                  <a:lnTo>
                    <a:pt x="1082707" y="107824"/>
                  </a:lnTo>
                  <a:lnTo>
                    <a:pt x="1138324" y="113363"/>
                  </a:lnTo>
                  <a:lnTo>
                    <a:pt x="1191227" y="118632"/>
                  </a:lnTo>
                  <a:lnTo>
                    <a:pt x="1241669" y="123655"/>
                  </a:lnTo>
                  <a:lnTo>
                    <a:pt x="1289868" y="128455"/>
                  </a:lnTo>
                  <a:lnTo>
                    <a:pt x="1336016" y="133051"/>
                  </a:lnTo>
                  <a:lnTo>
                    <a:pt x="1380279" y="137459"/>
                  </a:lnTo>
                  <a:lnTo>
                    <a:pt x="1422806" y="141694"/>
                  </a:lnTo>
                  <a:lnTo>
                    <a:pt x="1463728" y="145769"/>
                  </a:lnTo>
                  <a:lnTo>
                    <a:pt x="1503162" y="149696"/>
                  </a:lnTo>
                  <a:lnTo>
                    <a:pt x="1541211" y="153486"/>
                  </a:lnTo>
                  <a:lnTo>
                    <a:pt x="1577971" y="157147"/>
                  </a:lnTo>
                  <a:lnTo>
                    <a:pt x="1613525" y="160687"/>
                  </a:lnTo>
                  <a:lnTo>
                    <a:pt x="1647950" y="164116"/>
                  </a:lnTo>
                  <a:lnTo>
                    <a:pt x="1681316" y="167438"/>
                  </a:lnTo>
                  <a:lnTo>
                    <a:pt x="1713686" y="170662"/>
                  </a:lnTo>
                  <a:lnTo>
                    <a:pt x="1745117" y="173792"/>
                  </a:lnTo>
                  <a:lnTo>
                    <a:pt x="1775663" y="176834"/>
                  </a:lnTo>
                  <a:lnTo>
                    <a:pt x="1805371" y="179793"/>
                  </a:lnTo>
                  <a:lnTo>
                    <a:pt x="1834288" y="182673"/>
                  </a:lnTo>
                  <a:lnTo>
                    <a:pt x="1862453" y="185478"/>
                  </a:lnTo>
                  <a:lnTo>
                    <a:pt x="1889905" y="188211"/>
                  </a:lnTo>
                  <a:lnTo>
                    <a:pt x="1916679" y="190878"/>
                  </a:lnTo>
                  <a:lnTo>
                    <a:pt x="1942808" y="193480"/>
                  </a:lnTo>
                  <a:lnTo>
                    <a:pt x="1968323" y="196021"/>
                  </a:lnTo>
                  <a:lnTo>
                    <a:pt x="1993250" y="198503"/>
                  </a:lnTo>
                  <a:lnTo>
                    <a:pt x="2017618" y="200930"/>
                  </a:lnTo>
                  <a:lnTo>
                    <a:pt x="2041449" y="203303"/>
                  </a:lnTo>
                  <a:lnTo>
                    <a:pt x="2064769" y="205626"/>
                  </a:lnTo>
                  <a:lnTo>
                    <a:pt x="2087597" y="207899"/>
                  </a:lnTo>
                  <a:lnTo>
                    <a:pt x="2109954" y="210126"/>
                  </a:lnTo>
                  <a:lnTo>
                    <a:pt x="2131860" y="212307"/>
                  </a:lnTo>
                  <a:lnTo>
                    <a:pt x="2153332" y="214446"/>
                  </a:lnTo>
                  <a:lnTo>
                    <a:pt x="2174387" y="216543"/>
                  </a:lnTo>
                  <a:lnTo>
                    <a:pt x="2195041" y="218599"/>
                  </a:lnTo>
                  <a:lnTo>
                    <a:pt x="2215309" y="220618"/>
                  </a:lnTo>
                  <a:lnTo>
                    <a:pt x="2235205" y="222599"/>
                  </a:lnTo>
                  <a:lnTo>
                    <a:pt x="2254743" y="224545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2" name="pl401"/>
            <p:cNvSpPr/>
            <p:nvPr/>
          </p:nvSpPr>
          <p:spPr>
            <a:xfrm>
              <a:off x="4413013" y="3418054"/>
              <a:ext cx="2254743" cy="371406"/>
            </a:xfrm>
            <a:custGeom>
              <a:avLst/>
              <a:pathLst>
                <a:path w="2254743" h="371406">
                  <a:moveTo>
                    <a:pt x="0" y="0"/>
                  </a:moveTo>
                  <a:lnTo>
                    <a:pt x="144788" y="23849"/>
                  </a:lnTo>
                  <a:lnTo>
                    <a:pt x="272500" y="44886"/>
                  </a:lnTo>
                  <a:lnTo>
                    <a:pt x="386743" y="63705"/>
                  </a:lnTo>
                  <a:lnTo>
                    <a:pt x="490088" y="80728"/>
                  </a:lnTo>
                  <a:lnTo>
                    <a:pt x="584435" y="96269"/>
                  </a:lnTo>
                  <a:lnTo>
                    <a:pt x="671225" y="110565"/>
                  </a:lnTo>
                  <a:lnTo>
                    <a:pt x="751581" y="123802"/>
                  </a:lnTo>
                  <a:lnTo>
                    <a:pt x="826390" y="136124"/>
                  </a:lnTo>
                  <a:lnTo>
                    <a:pt x="896369" y="147652"/>
                  </a:lnTo>
                  <a:lnTo>
                    <a:pt x="962104" y="158480"/>
                  </a:lnTo>
                  <a:lnTo>
                    <a:pt x="1024081" y="168689"/>
                  </a:lnTo>
                  <a:lnTo>
                    <a:pt x="1082707" y="178346"/>
                  </a:lnTo>
                  <a:lnTo>
                    <a:pt x="1138324" y="187507"/>
                  </a:lnTo>
                  <a:lnTo>
                    <a:pt x="1191227" y="196221"/>
                  </a:lnTo>
                  <a:lnTo>
                    <a:pt x="1241669" y="204530"/>
                  </a:lnTo>
                  <a:lnTo>
                    <a:pt x="1289868" y="212470"/>
                  </a:lnTo>
                  <a:lnTo>
                    <a:pt x="1336016" y="220071"/>
                  </a:lnTo>
                  <a:lnTo>
                    <a:pt x="1380279" y="227362"/>
                  </a:lnTo>
                  <a:lnTo>
                    <a:pt x="1422806" y="234368"/>
                  </a:lnTo>
                  <a:lnTo>
                    <a:pt x="1463728" y="241108"/>
                  </a:lnTo>
                  <a:lnTo>
                    <a:pt x="1503162" y="247604"/>
                  </a:lnTo>
                  <a:lnTo>
                    <a:pt x="1541211" y="253871"/>
                  </a:lnTo>
                  <a:lnTo>
                    <a:pt x="1577971" y="259927"/>
                  </a:lnTo>
                  <a:lnTo>
                    <a:pt x="1613525" y="265783"/>
                  </a:lnTo>
                  <a:lnTo>
                    <a:pt x="1647950" y="271454"/>
                  </a:lnTo>
                  <a:lnTo>
                    <a:pt x="1681316" y="276950"/>
                  </a:lnTo>
                  <a:lnTo>
                    <a:pt x="1713686" y="282282"/>
                  </a:lnTo>
                  <a:lnTo>
                    <a:pt x="1745117" y="287459"/>
                  </a:lnTo>
                  <a:lnTo>
                    <a:pt x="1775663" y="292491"/>
                  </a:lnTo>
                  <a:lnTo>
                    <a:pt x="1805371" y="297385"/>
                  </a:lnTo>
                  <a:lnTo>
                    <a:pt x="1834288" y="302148"/>
                  </a:lnTo>
                  <a:lnTo>
                    <a:pt x="1862453" y="306787"/>
                  </a:lnTo>
                  <a:lnTo>
                    <a:pt x="1889905" y="311309"/>
                  </a:lnTo>
                  <a:lnTo>
                    <a:pt x="1916679" y="315719"/>
                  </a:lnTo>
                  <a:lnTo>
                    <a:pt x="1942808" y="320024"/>
                  </a:lnTo>
                  <a:lnTo>
                    <a:pt x="1968323" y="324226"/>
                  </a:lnTo>
                  <a:lnTo>
                    <a:pt x="1993250" y="328332"/>
                  </a:lnTo>
                  <a:lnTo>
                    <a:pt x="2017618" y="332346"/>
                  </a:lnTo>
                  <a:lnTo>
                    <a:pt x="2041449" y="336272"/>
                  </a:lnTo>
                  <a:lnTo>
                    <a:pt x="2064769" y="340113"/>
                  </a:lnTo>
                  <a:lnTo>
                    <a:pt x="2087597" y="343873"/>
                  </a:lnTo>
                  <a:lnTo>
                    <a:pt x="2109954" y="347556"/>
                  </a:lnTo>
                  <a:lnTo>
                    <a:pt x="2131860" y="351165"/>
                  </a:lnTo>
                  <a:lnTo>
                    <a:pt x="2153332" y="354701"/>
                  </a:lnTo>
                  <a:lnTo>
                    <a:pt x="2174387" y="358170"/>
                  </a:lnTo>
                  <a:lnTo>
                    <a:pt x="2195041" y="361572"/>
                  </a:lnTo>
                  <a:lnTo>
                    <a:pt x="2215309" y="364910"/>
                  </a:lnTo>
                  <a:lnTo>
                    <a:pt x="2235205" y="368188"/>
                  </a:lnTo>
                  <a:lnTo>
                    <a:pt x="2254743" y="371406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l402"/>
            <p:cNvSpPr/>
            <p:nvPr/>
          </p:nvSpPr>
          <p:spPr>
            <a:xfrm>
              <a:off x="4413013" y="3747527"/>
              <a:ext cx="2254743" cy="168478"/>
            </a:xfrm>
            <a:custGeom>
              <a:avLst/>
              <a:pathLst>
                <a:path w="2254743" h="168478">
                  <a:moveTo>
                    <a:pt x="0" y="0"/>
                  </a:moveTo>
                  <a:lnTo>
                    <a:pt x="144788" y="10818"/>
                  </a:lnTo>
                  <a:lnTo>
                    <a:pt x="272500" y="20361"/>
                  </a:lnTo>
                  <a:lnTo>
                    <a:pt x="386743" y="28898"/>
                  </a:lnTo>
                  <a:lnTo>
                    <a:pt x="490088" y="36620"/>
                  </a:lnTo>
                  <a:lnTo>
                    <a:pt x="584435" y="43670"/>
                  </a:lnTo>
                  <a:lnTo>
                    <a:pt x="671225" y="50155"/>
                  </a:lnTo>
                  <a:lnTo>
                    <a:pt x="751581" y="56159"/>
                  </a:lnTo>
                  <a:lnTo>
                    <a:pt x="826390" y="61749"/>
                  </a:lnTo>
                  <a:lnTo>
                    <a:pt x="896369" y="66978"/>
                  </a:lnTo>
                  <a:lnTo>
                    <a:pt x="962104" y="71890"/>
                  </a:lnTo>
                  <a:lnTo>
                    <a:pt x="1024081" y="76521"/>
                  </a:lnTo>
                  <a:lnTo>
                    <a:pt x="1082707" y="80901"/>
                  </a:lnTo>
                  <a:lnTo>
                    <a:pt x="1138324" y="85057"/>
                  </a:lnTo>
                  <a:lnTo>
                    <a:pt x="1191227" y="89010"/>
                  </a:lnTo>
                  <a:lnTo>
                    <a:pt x="1241669" y="92779"/>
                  </a:lnTo>
                  <a:lnTo>
                    <a:pt x="1289868" y="96381"/>
                  </a:lnTo>
                  <a:lnTo>
                    <a:pt x="1336016" y="99829"/>
                  </a:lnTo>
                  <a:lnTo>
                    <a:pt x="1380279" y="103137"/>
                  </a:lnTo>
                  <a:lnTo>
                    <a:pt x="1422806" y="106314"/>
                  </a:lnTo>
                  <a:lnTo>
                    <a:pt x="1463728" y="109372"/>
                  </a:lnTo>
                  <a:lnTo>
                    <a:pt x="1503162" y="112319"/>
                  </a:lnTo>
                  <a:lnTo>
                    <a:pt x="1541211" y="115162"/>
                  </a:lnTo>
                  <a:lnTo>
                    <a:pt x="1577971" y="117909"/>
                  </a:lnTo>
                  <a:lnTo>
                    <a:pt x="1613525" y="120565"/>
                  </a:lnTo>
                  <a:lnTo>
                    <a:pt x="1647950" y="123138"/>
                  </a:lnTo>
                  <a:lnTo>
                    <a:pt x="1681316" y="125631"/>
                  </a:lnTo>
                  <a:lnTo>
                    <a:pt x="1713686" y="128049"/>
                  </a:lnTo>
                  <a:lnTo>
                    <a:pt x="1745117" y="130398"/>
                  </a:lnTo>
                  <a:lnTo>
                    <a:pt x="1775663" y="132681"/>
                  </a:lnTo>
                  <a:lnTo>
                    <a:pt x="1805371" y="134900"/>
                  </a:lnTo>
                  <a:lnTo>
                    <a:pt x="1834288" y="137061"/>
                  </a:lnTo>
                  <a:lnTo>
                    <a:pt x="1862453" y="139166"/>
                  </a:lnTo>
                  <a:lnTo>
                    <a:pt x="1889905" y="141217"/>
                  </a:lnTo>
                  <a:lnTo>
                    <a:pt x="1916679" y="143218"/>
                  </a:lnTo>
                  <a:lnTo>
                    <a:pt x="1942808" y="145170"/>
                  </a:lnTo>
                  <a:lnTo>
                    <a:pt x="1968323" y="147076"/>
                  </a:lnTo>
                  <a:lnTo>
                    <a:pt x="1993250" y="148939"/>
                  </a:lnTo>
                  <a:lnTo>
                    <a:pt x="2017618" y="150760"/>
                  </a:lnTo>
                  <a:lnTo>
                    <a:pt x="2041449" y="152541"/>
                  </a:lnTo>
                  <a:lnTo>
                    <a:pt x="2064769" y="154283"/>
                  </a:lnTo>
                  <a:lnTo>
                    <a:pt x="2087597" y="155989"/>
                  </a:lnTo>
                  <a:lnTo>
                    <a:pt x="2109954" y="157659"/>
                  </a:lnTo>
                  <a:lnTo>
                    <a:pt x="2131860" y="159296"/>
                  </a:lnTo>
                  <a:lnTo>
                    <a:pt x="2153332" y="160901"/>
                  </a:lnTo>
                  <a:lnTo>
                    <a:pt x="2174387" y="162474"/>
                  </a:lnTo>
                  <a:lnTo>
                    <a:pt x="2195041" y="164017"/>
                  </a:lnTo>
                  <a:lnTo>
                    <a:pt x="2215309" y="165532"/>
                  </a:lnTo>
                  <a:lnTo>
                    <a:pt x="2235205" y="167018"/>
                  </a:lnTo>
                  <a:lnTo>
                    <a:pt x="2254743" y="168478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4" name="pl403"/>
            <p:cNvSpPr/>
            <p:nvPr/>
          </p:nvSpPr>
          <p:spPr>
            <a:xfrm>
              <a:off x="4413013" y="3722324"/>
              <a:ext cx="2254743" cy="53162"/>
            </a:xfrm>
            <a:custGeom>
              <a:avLst/>
              <a:pathLst>
                <a:path w="2254743" h="53162">
                  <a:moveTo>
                    <a:pt x="0" y="0"/>
                  </a:moveTo>
                  <a:lnTo>
                    <a:pt x="144788" y="3413"/>
                  </a:lnTo>
                  <a:lnTo>
                    <a:pt x="272500" y="6425"/>
                  </a:lnTo>
                  <a:lnTo>
                    <a:pt x="386743" y="9118"/>
                  </a:lnTo>
                  <a:lnTo>
                    <a:pt x="490088" y="11555"/>
                  </a:lnTo>
                  <a:lnTo>
                    <a:pt x="584435" y="13779"/>
                  </a:lnTo>
                  <a:lnTo>
                    <a:pt x="671225" y="15826"/>
                  </a:lnTo>
                  <a:lnTo>
                    <a:pt x="751581" y="17720"/>
                  </a:lnTo>
                  <a:lnTo>
                    <a:pt x="826390" y="19484"/>
                  </a:lnTo>
                  <a:lnTo>
                    <a:pt x="896369" y="21134"/>
                  </a:lnTo>
                  <a:lnTo>
                    <a:pt x="962104" y="22684"/>
                  </a:lnTo>
                  <a:lnTo>
                    <a:pt x="1024081" y="24145"/>
                  </a:lnTo>
                  <a:lnTo>
                    <a:pt x="1082707" y="25528"/>
                  </a:lnTo>
                  <a:lnTo>
                    <a:pt x="1138324" y="26839"/>
                  </a:lnTo>
                  <a:lnTo>
                    <a:pt x="1191227" y="28086"/>
                  </a:lnTo>
                  <a:lnTo>
                    <a:pt x="1241669" y="29276"/>
                  </a:lnTo>
                  <a:lnTo>
                    <a:pt x="1289868" y="30412"/>
                  </a:lnTo>
                  <a:lnTo>
                    <a:pt x="1336016" y="31500"/>
                  </a:lnTo>
                  <a:lnTo>
                    <a:pt x="1380279" y="32544"/>
                  </a:lnTo>
                  <a:lnTo>
                    <a:pt x="1422806" y="33546"/>
                  </a:lnTo>
                  <a:lnTo>
                    <a:pt x="1463728" y="34511"/>
                  </a:lnTo>
                  <a:lnTo>
                    <a:pt x="1503162" y="35441"/>
                  </a:lnTo>
                  <a:lnTo>
                    <a:pt x="1541211" y="36338"/>
                  </a:lnTo>
                  <a:lnTo>
                    <a:pt x="1577971" y="37205"/>
                  </a:lnTo>
                  <a:lnTo>
                    <a:pt x="1613525" y="38043"/>
                  </a:lnTo>
                  <a:lnTo>
                    <a:pt x="1647950" y="38855"/>
                  </a:lnTo>
                  <a:lnTo>
                    <a:pt x="1681316" y="39642"/>
                  </a:lnTo>
                  <a:lnTo>
                    <a:pt x="1713686" y="40405"/>
                  </a:lnTo>
                  <a:lnTo>
                    <a:pt x="1745117" y="41146"/>
                  </a:lnTo>
                  <a:lnTo>
                    <a:pt x="1775663" y="41866"/>
                  </a:lnTo>
                  <a:lnTo>
                    <a:pt x="1805371" y="42567"/>
                  </a:lnTo>
                  <a:lnTo>
                    <a:pt x="1834288" y="43248"/>
                  </a:lnTo>
                  <a:lnTo>
                    <a:pt x="1862453" y="43912"/>
                  </a:lnTo>
                  <a:lnTo>
                    <a:pt x="1889905" y="44560"/>
                  </a:lnTo>
                  <a:lnTo>
                    <a:pt x="1916679" y="45191"/>
                  </a:lnTo>
                  <a:lnTo>
                    <a:pt x="1942808" y="45807"/>
                  </a:lnTo>
                  <a:lnTo>
                    <a:pt x="1968323" y="46409"/>
                  </a:lnTo>
                  <a:lnTo>
                    <a:pt x="1993250" y="46996"/>
                  </a:lnTo>
                  <a:lnTo>
                    <a:pt x="2017618" y="47571"/>
                  </a:lnTo>
                  <a:lnTo>
                    <a:pt x="2041449" y="48133"/>
                  </a:lnTo>
                  <a:lnTo>
                    <a:pt x="2064769" y="48683"/>
                  </a:lnTo>
                  <a:lnTo>
                    <a:pt x="2087597" y="49221"/>
                  </a:lnTo>
                  <a:lnTo>
                    <a:pt x="2109954" y="49748"/>
                  </a:lnTo>
                  <a:lnTo>
                    <a:pt x="2131860" y="50265"/>
                  </a:lnTo>
                  <a:lnTo>
                    <a:pt x="2153332" y="50771"/>
                  </a:lnTo>
                  <a:lnTo>
                    <a:pt x="2174387" y="51267"/>
                  </a:lnTo>
                  <a:lnTo>
                    <a:pt x="2195041" y="51754"/>
                  </a:lnTo>
                  <a:lnTo>
                    <a:pt x="2215309" y="52232"/>
                  </a:lnTo>
                  <a:lnTo>
                    <a:pt x="2235205" y="52701"/>
                  </a:lnTo>
                  <a:lnTo>
                    <a:pt x="2254743" y="53162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5" name="pl404"/>
            <p:cNvSpPr/>
            <p:nvPr/>
          </p:nvSpPr>
          <p:spPr>
            <a:xfrm>
              <a:off x="4413013" y="3670067"/>
              <a:ext cx="2254743" cy="50716"/>
            </a:xfrm>
            <a:custGeom>
              <a:avLst/>
              <a:pathLst>
                <a:path w="2254743" h="50716">
                  <a:moveTo>
                    <a:pt x="0" y="50716"/>
                  </a:moveTo>
                  <a:lnTo>
                    <a:pt x="144788" y="47459"/>
                  </a:lnTo>
                  <a:lnTo>
                    <a:pt x="272500" y="44586"/>
                  </a:lnTo>
                  <a:lnTo>
                    <a:pt x="386743" y="42017"/>
                  </a:lnTo>
                  <a:lnTo>
                    <a:pt x="490088" y="39692"/>
                  </a:lnTo>
                  <a:lnTo>
                    <a:pt x="584435" y="37570"/>
                  </a:lnTo>
                  <a:lnTo>
                    <a:pt x="671225" y="35618"/>
                  </a:lnTo>
                  <a:lnTo>
                    <a:pt x="751581" y="33810"/>
                  </a:lnTo>
                  <a:lnTo>
                    <a:pt x="826390" y="32128"/>
                  </a:lnTo>
                  <a:lnTo>
                    <a:pt x="896369" y="30553"/>
                  </a:lnTo>
                  <a:lnTo>
                    <a:pt x="962104" y="29075"/>
                  </a:lnTo>
                  <a:lnTo>
                    <a:pt x="1024081" y="27681"/>
                  </a:lnTo>
                  <a:lnTo>
                    <a:pt x="1082707" y="26362"/>
                  </a:lnTo>
                  <a:lnTo>
                    <a:pt x="1138324" y="25111"/>
                  </a:lnTo>
                  <a:lnTo>
                    <a:pt x="1191227" y="23921"/>
                  </a:lnTo>
                  <a:lnTo>
                    <a:pt x="1241669" y="22787"/>
                  </a:lnTo>
                  <a:lnTo>
                    <a:pt x="1289868" y="21702"/>
                  </a:lnTo>
                  <a:lnTo>
                    <a:pt x="1336016" y="20664"/>
                  </a:lnTo>
                  <a:lnTo>
                    <a:pt x="1380279" y="19669"/>
                  </a:lnTo>
                  <a:lnTo>
                    <a:pt x="1422806" y="18712"/>
                  </a:lnTo>
                  <a:lnTo>
                    <a:pt x="1463728" y="17792"/>
                  </a:lnTo>
                  <a:lnTo>
                    <a:pt x="1503162" y="16905"/>
                  </a:lnTo>
                  <a:lnTo>
                    <a:pt x="1541211" y="16049"/>
                  </a:lnTo>
                  <a:lnTo>
                    <a:pt x="1577971" y="15222"/>
                  </a:lnTo>
                  <a:lnTo>
                    <a:pt x="1613525" y="14422"/>
                  </a:lnTo>
                  <a:lnTo>
                    <a:pt x="1647950" y="13648"/>
                  </a:lnTo>
                  <a:lnTo>
                    <a:pt x="1681316" y="12898"/>
                  </a:lnTo>
                  <a:lnTo>
                    <a:pt x="1713686" y="12170"/>
                  </a:lnTo>
                  <a:lnTo>
                    <a:pt x="1745117" y="11463"/>
                  </a:lnTo>
                  <a:lnTo>
                    <a:pt x="1775663" y="10775"/>
                  </a:lnTo>
                  <a:lnTo>
                    <a:pt x="1805371" y="10107"/>
                  </a:lnTo>
                  <a:lnTo>
                    <a:pt x="1834288" y="9457"/>
                  </a:lnTo>
                  <a:lnTo>
                    <a:pt x="1862453" y="8823"/>
                  </a:lnTo>
                  <a:lnTo>
                    <a:pt x="1889905" y="8206"/>
                  </a:lnTo>
                  <a:lnTo>
                    <a:pt x="1916679" y="7604"/>
                  </a:lnTo>
                  <a:lnTo>
                    <a:pt x="1942808" y="7016"/>
                  </a:lnTo>
                  <a:lnTo>
                    <a:pt x="1968323" y="6442"/>
                  </a:lnTo>
                  <a:lnTo>
                    <a:pt x="1993250" y="5881"/>
                  </a:lnTo>
                  <a:lnTo>
                    <a:pt x="2017618" y="5333"/>
                  </a:lnTo>
                  <a:lnTo>
                    <a:pt x="2041449" y="4797"/>
                  </a:lnTo>
                  <a:lnTo>
                    <a:pt x="2064769" y="4273"/>
                  </a:lnTo>
                  <a:lnTo>
                    <a:pt x="2087597" y="3759"/>
                  </a:lnTo>
                  <a:lnTo>
                    <a:pt x="2109954" y="3256"/>
                  </a:lnTo>
                  <a:lnTo>
                    <a:pt x="2131860" y="2764"/>
                  </a:lnTo>
                  <a:lnTo>
                    <a:pt x="2153332" y="2281"/>
                  </a:lnTo>
                  <a:lnTo>
                    <a:pt x="2174387" y="1807"/>
                  </a:lnTo>
                  <a:lnTo>
                    <a:pt x="2195041" y="1342"/>
                  </a:lnTo>
                  <a:lnTo>
                    <a:pt x="2215309" y="886"/>
                  </a:lnTo>
                  <a:lnTo>
                    <a:pt x="2235205" y="439"/>
                  </a:lnTo>
                  <a:lnTo>
                    <a:pt x="2254743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6" name="rc405"/>
            <p:cNvSpPr/>
            <p:nvPr/>
          </p:nvSpPr>
          <p:spPr>
            <a:xfrm>
              <a:off x="4262502" y="3040436"/>
              <a:ext cx="2575782" cy="102910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07" name="pl406"/>
            <p:cNvSpPr/>
            <p:nvPr/>
          </p:nvSpPr>
          <p:spPr>
            <a:xfrm>
              <a:off x="4262502" y="3040436"/>
              <a:ext cx="0" cy="1029104"/>
            </a:xfrm>
            <a:custGeom>
              <a:avLst/>
              <a:pathLst>
                <a:path w="0" h="1029104">
                  <a:moveTo>
                    <a:pt x="0" y="102910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l407"/>
            <p:cNvSpPr/>
            <p:nvPr/>
          </p:nvSpPr>
          <p:spPr>
            <a:xfrm>
              <a:off x="4234034" y="393507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l408"/>
            <p:cNvSpPr/>
            <p:nvPr/>
          </p:nvSpPr>
          <p:spPr>
            <a:xfrm>
              <a:off x="4234034" y="374358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l409"/>
            <p:cNvSpPr/>
            <p:nvPr/>
          </p:nvSpPr>
          <p:spPr>
            <a:xfrm>
              <a:off x="4234034" y="355209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l410"/>
            <p:cNvSpPr/>
            <p:nvPr/>
          </p:nvSpPr>
          <p:spPr>
            <a:xfrm>
              <a:off x="4234034" y="336060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l411"/>
            <p:cNvSpPr/>
            <p:nvPr/>
          </p:nvSpPr>
          <p:spPr>
            <a:xfrm>
              <a:off x="4234034" y="316911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l412"/>
            <p:cNvSpPr/>
            <p:nvPr/>
          </p:nvSpPr>
          <p:spPr>
            <a:xfrm>
              <a:off x="4262502" y="4069540"/>
              <a:ext cx="2575782" cy="0"/>
            </a:xfrm>
            <a:custGeom>
              <a:avLst/>
              <a:pathLst>
                <a:path w="2575782" h="0">
                  <a:moveTo>
                    <a:pt x="0" y="0"/>
                  </a:moveTo>
                  <a:lnTo>
                    <a:pt x="2575782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l413"/>
            <p:cNvSpPr/>
            <p:nvPr/>
          </p:nvSpPr>
          <p:spPr>
            <a:xfrm>
              <a:off x="4413013" y="40695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l414"/>
            <p:cNvSpPr/>
            <p:nvPr/>
          </p:nvSpPr>
          <p:spPr>
            <a:xfrm>
              <a:off x="5164594" y="40695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l415"/>
            <p:cNvSpPr/>
            <p:nvPr/>
          </p:nvSpPr>
          <p:spPr>
            <a:xfrm>
              <a:off x="5916175" y="40695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l416"/>
            <p:cNvSpPr/>
            <p:nvPr/>
          </p:nvSpPr>
          <p:spPr>
            <a:xfrm>
              <a:off x="6667756" y="40695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tx417"/>
            <p:cNvSpPr/>
            <p:nvPr/>
          </p:nvSpPr>
          <p:spPr>
            <a:xfrm>
              <a:off x="4384758" y="4120783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19" name="tx418"/>
            <p:cNvSpPr/>
            <p:nvPr/>
          </p:nvSpPr>
          <p:spPr>
            <a:xfrm>
              <a:off x="5136339" y="4120783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20" name="tx419"/>
            <p:cNvSpPr/>
            <p:nvPr/>
          </p:nvSpPr>
          <p:spPr>
            <a:xfrm>
              <a:off x="5887920" y="4120783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1" name="tx420"/>
            <p:cNvSpPr/>
            <p:nvPr/>
          </p:nvSpPr>
          <p:spPr>
            <a:xfrm>
              <a:off x="6639502" y="4120783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422" name="tx421"/>
            <p:cNvSpPr/>
            <p:nvPr/>
          </p:nvSpPr>
          <p:spPr>
            <a:xfrm>
              <a:off x="5267981" y="4278420"/>
              <a:ext cx="56482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423" name="tx422"/>
            <p:cNvSpPr/>
            <p:nvPr/>
          </p:nvSpPr>
          <p:spPr>
            <a:xfrm>
              <a:off x="4262502" y="2863896"/>
              <a:ext cx="88925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Below_PC1</a:t>
              </a:r>
            </a:p>
          </p:txBody>
        </p:sp>
        <p:sp>
          <p:nvSpPr>
            <p:cNvPr id="424" name="rc423"/>
            <p:cNvSpPr/>
            <p:nvPr/>
          </p:nvSpPr>
          <p:spPr>
            <a:xfrm>
              <a:off x="1405201" y="4793818"/>
              <a:ext cx="2575782" cy="102910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1545633" y="543148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1508640" y="533389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1541156" y="5393852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1494209" y="553067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1514720" y="564747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1499507" y="541170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1572428" y="550584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1505968" y="553372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1541784" y="560527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1504649" y="537994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276334" y="551550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321685" y="497594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312979" y="508890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2273453" y="526575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2308422" y="536555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2314602" y="574807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236178" y="554719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2332770" y="523037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288320" y="487665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2240315" y="481252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2329110" y="542944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2263114" y="521549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2257523" y="506787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2287399" y="516870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2310851" y="554374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2252333" y="550191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245937" y="510119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2269906" y="513732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3018191" y="5575805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3005360" y="534873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3072944" y="543590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3056070" y="562770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3048270" y="533078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3060206" y="554449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3010043" y="492199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3083602" y="548735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2985010" y="525565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2992074" y="511378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3035594" y="485444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3080225" y="502233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3078317" y="550475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3074850" y="520174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3036921" y="530612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3065161" y="516936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3008284" y="548421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3037463" y="520042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3023935" y="545626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3082679" y="542439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3744370" y="546605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3737138" y="542960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3789404" y="5563255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3834863" y="523633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3835829" y="528334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3745960" y="488019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3800678" y="526470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3822363" y="542528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3774518" y="527605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3807798" y="518870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3806091" y="514358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3805811" y="503890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3730382" y="539009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3770679" y="496419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3832772" y="561237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3802386" y="550434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3746376" y="537262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3752988" y="544336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3732180" y="534248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3835272" y="547714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3742343" y="531953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3767959" y="526086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3763968" y="526744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3765322" y="531851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7" name="pl496"/>
            <p:cNvSpPr/>
            <p:nvPr/>
          </p:nvSpPr>
          <p:spPr>
            <a:xfrm>
              <a:off x="1569761" y="5370874"/>
              <a:ext cx="2241397" cy="43002"/>
            </a:xfrm>
            <a:custGeom>
              <a:avLst/>
              <a:pathLst>
                <a:path w="2241397" h="43002">
                  <a:moveTo>
                    <a:pt x="0" y="43002"/>
                  </a:moveTo>
                  <a:lnTo>
                    <a:pt x="143931" y="40241"/>
                  </a:lnTo>
                  <a:lnTo>
                    <a:pt x="270887" y="37805"/>
                  </a:lnTo>
                  <a:lnTo>
                    <a:pt x="384454" y="35626"/>
                  </a:lnTo>
                  <a:lnTo>
                    <a:pt x="487187" y="33655"/>
                  </a:lnTo>
                  <a:lnTo>
                    <a:pt x="580976" y="31856"/>
                  </a:lnTo>
                  <a:lnTo>
                    <a:pt x="667252" y="30200"/>
                  </a:lnTo>
                  <a:lnTo>
                    <a:pt x="747132" y="28668"/>
                  </a:lnTo>
                  <a:lnTo>
                    <a:pt x="821498" y="27241"/>
                  </a:lnTo>
                  <a:lnTo>
                    <a:pt x="891064" y="25906"/>
                  </a:lnTo>
                  <a:lnTo>
                    <a:pt x="956410" y="24653"/>
                  </a:lnTo>
                  <a:lnTo>
                    <a:pt x="1018020" y="23471"/>
                  </a:lnTo>
                  <a:lnTo>
                    <a:pt x="1076298" y="22353"/>
                  </a:lnTo>
                  <a:lnTo>
                    <a:pt x="1131587" y="21292"/>
                  </a:lnTo>
                  <a:lnTo>
                    <a:pt x="1184177" y="20283"/>
                  </a:lnTo>
                  <a:lnTo>
                    <a:pt x="1234320" y="19321"/>
                  </a:lnTo>
                  <a:lnTo>
                    <a:pt x="1282234" y="18402"/>
                  </a:lnTo>
                  <a:lnTo>
                    <a:pt x="1328108" y="17521"/>
                  </a:lnTo>
                  <a:lnTo>
                    <a:pt x="1372110" y="16677"/>
                  </a:lnTo>
                  <a:lnTo>
                    <a:pt x="1414385" y="15866"/>
                  </a:lnTo>
                  <a:lnTo>
                    <a:pt x="1455065" y="15086"/>
                  </a:lnTo>
                  <a:lnTo>
                    <a:pt x="1494265" y="14334"/>
                  </a:lnTo>
                  <a:lnTo>
                    <a:pt x="1532089" y="13608"/>
                  </a:lnTo>
                  <a:lnTo>
                    <a:pt x="1568631" y="12907"/>
                  </a:lnTo>
                  <a:lnTo>
                    <a:pt x="1603975" y="12229"/>
                  </a:lnTo>
                  <a:lnTo>
                    <a:pt x="1638196" y="11572"/>
                  </a:lnTo>
                  <a:lnTo>
                    <a:pt x="1671364" y="10936"/>
                  </a:lnTo>
                  <a:lnTo>
                    <a:pt x="1703543" y="10319"/>
                  </a:lnTo>
                  <a:lnTo>
                    <a:pt x="1734788" y="9719"/>
                  </a:lnTo>
                  <a:lnTo>
                    <a:pt x="1765153" y="9137"/>
                  </a:lnTo>
                  <a:lnTo>
                    <a:pt x="1794686" y="8570"/>
                  </a:lnTo>
                  <a:lnTo>
                    <a:pt x="1823431" y="8018"/>
                  </a:lnTo>
                  <a:lnTo>
                    <a:pt x="1851430" y="7481"/>
                  </a:lnTo>
                  <a:lnTo>
                    <a:pt x="1878719" y="6958"/>
                  </a:lnTo>
                  <a:lnTo>
                    <a:pt x="1905335" y="6447"/>
                  </a:lnTo>
                  <a:lnTo>
                    <a:pt x="1931309" y="5949"/>
                  </a:lnTo>
                  <a:lnTo>
                    <a:pt x="1956673" y="5462"/>
                  </a:lnTo>
                  <a:lnTo>
                    <a:pt x="1981453" y="4987"/>
                  </a:lnTo>
                  <a:lnTo>
                    <a:pt x="2005676" y="4522"/>
                  </a:lnTo>
                  <a:lnTo>
                    <a:pt x="2029366" y="4067"/>
                  </a:lnTo>
                  <a:lnTo>
                    <a:pt x="2052548" y="3623"/>
                  </a:lnTo>
                  <a:lnTo>
                    <a:pt x="2075241" y="3187"/>
                  </a:lnTo>
                  <a:lnTo>
                    <a:pt x="2097466" y="2761"/>
                  </a:lnTo>
                  <a:lnTo>
                    <a:pt x="2119242" y="2343"/>
                  </a:lnTo>
                  <a:lnTo>
                    <a:pt x="2140587" y="1934"/>
                  </a:lnTo>
                  <a:lnTo>
                    <a:pt x="2161518" y="1532"/>
                  </a:lnTo>
                  <a:lnTo>
                    <a:pt x="2182049" y="1138"/>
                  </a:lnTo>
                  <a:lnTo>
                    <a:pt x="2202197" y="752"/>
                  </a:lnTo>
                  <a:lnTo>
                    <a:pt x="2221976" y="372"/>
                  </a:lnTo>
                  <a:lnTo>
                    <a:pt x="2241397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98" name="pl497"/>
            <p:cNvSpPr/>
            <p:nvPr/>
          </p:nvSpPr>
          <p:spPr>
            <a:xfrm>
              <a:off x="1569761" y="5384600"/>
              <a:ext cx="2241397" cy="164448"/>
            </a:xfrm>
            <a:custGeom>
              <a:avLst/>
              <a:pathLst>
                <a:path w="2241397" h="164448">
                  <a:moveTo>
                    <a:pt x="0" y="164448"/>
                  </a:moveTo>
                  <a:lnTo>
                    <a:pt x="143931" y="153888"/>
                  </a:lnTo>
                  <a:lnTo>
                    <a:pt x="270887" y="144573"/>
                  </a:lnTo>
                  <a:lnTo>
                    <a:pt x="384454" y="136241"/>
                  </a:lnTo>
                  <a:lnTo>
                    <a:pt x="487187" y="128704"/>
                  </a:lnTo>
                  <a:lnTo>
                    <a:pt x="580976" y="121822"/>
                  </a:lnTo>
                  <a:lnTo>
                    <a:pt x="667252" y="115492"/>
                  </a:lnTo>
                  <a:lnTo>
                    <a:pt x="747132" y="109632"/>
                  </a:lnTo>
                  <a:lnTo>
                    <a:pt x="821498" y="104176"/>
                  </a:lnTo>
                  <a:lnTo>
                    <a:pt x="891064" y="99072"/>
                  </a:lnTo>
                  <a:lnTo>
                    <a:pt x="956410" y="94277"/>
                  </a:lnTo>
                  <a:lnTo>
                    <a:pt x="1018020" y="89757"/>
                  </a:lnTo>
                  <a:lnTo>
                    <a:pt x="1076298" y="85481"/>
                  </a:lnTo>
                  <a:lnTo>
                    <a:pt x="1131587" y="81425"/>
                  </a:lnTo>
                  <a:lnTo>
                    <a:pt x="1184177" y="77566"/>
                  </a:lnTo>
                  <a:lnTo>
                    <a:pt x="1234320" y="73887"/>
                  </a:lnTo>
                  <a:lnTo>
                    <a:pt x="1282234" y="70372"/>
                  </a:lnTo>
                  <a:lnTo>
                    <a:pt x="1328108" y="67006"/>
                  </a:lnTo>
                  <a:lnTo>
                    <a:pt x="1372110" y="63778"/>
                  </a:lnTo>
                  <a:lnTo>
                    <a:pt x="1414385" y="60676"/>
                  </a:lnTo>
                  <a:lnTo>
                    <a:pt x="1455065" y="57692"/>
                  </a:lnTo>
                  <a:lnTo>
                    <a:pt x="1494265" y="54816"/>
                  </a:lnTo>
                  <a:lnTo>
                    <a:pt x="1532089" y="52040"/>
                  </a:lnTo>
                  <a:lnTo>
                    <a:pt x="1568631" y="49359"/>
                  </a:lnTo>
                  <a:lnTo>
                    <a:pt x="1603975" y="46766"/>
                  </a:lnTo>
                  <a:lnTo>
                    <a:pt x="1638196" y="44256"/>
                  </a:lnTo>
                  <a:lnTo>
                    <a:pt x="1671364" y="41822"/>
                  </a:lnTo>
                  <a:lnTo>
                    <a:pt x="1703543" y="39461"/>
                  </a:lnTo>
                  <a:lnTo>
                    <a:pt x="1734788" y="37169"/>
                  </a:lnTo>
                  <a:lnTo>
                    <a:pt x="1765153" y="34941"/>
                  </a:lnTo>
                  <a:lnTo>
                    <a:pt x="1794686" y="32774"/>
                  </a:lnTo>
                  <a:lnTo>
                    <a:pt x="1823431" y="30665"/>
                  </a:lnTo>
                  <a:lnTo>
                    <a:pt x="1851430" y="28611"/>
                  </a:lnTo>
                  <a:lnTo>
                    <a:pt x="1878719" y="26609"/>
                  </a:lnTo>
                  <a:lnTo>
                    <a:pt x="1905335" y="24656"/>
                  </a:lnTo>
                  <a:lnTo>
                    <a:pt x="1931309" y="22750"/>
                  </a:lnTo>
                  <a:lnTo>
                    <a:pt x="1956673" y="20889"/>
                  </a:lnTo>
                  <a:lnTo>
                    <a:pt x="1981453" y="19071"/>
                  </a:lnTo>
                  <a:lnTo>
                    <a:pt x="2005676" y="17294"/>
                  </a:lnTo>
                  <a:lnTo>
                    <a:pt x="2029366" y="15556"/>
                  </a:lnTo>
                  <a:lnTo>
                    <a:pt x="2052548" y="13855"/>
                  </a:lnTo>
                  <a:lnTo>
                    <a:pt x="2075241" y="12190"/>
                  </a:lnTo>
                  <a:lnTo>
                    <a:pt x="2097466" y="10560"/>
                  </a:lnTo>
                  <a:lnTo>
                    <a:pt x="2119242" y="8962"/>
                  </a:lnTo>
                  <a:lnTo>
                    <a:pt x="2140587" y="7396"/>
                  </a:lnTo>
                  <a:lnTo>
                    <a:pt x="2161518" y="5860"/>
                  </a:lnTo>
                  <a:lnTo>
                    <a:pt x="2182049" y="4354"/>
                  </a:lnTo>
                  <a:lnTo>
                    <a:pt x="2202197" y="2876"/>
                  </a:lnTo>
                  <a:lnTo>
                    <a:pt x="2221976" y="1424"/>
                  </a:lnTo>
                  <a:lnTo>
                    <a:pt x="2241397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99" name="pl498"/>
            <p:cNvSpPr/>
            <p:nvPr/>
          </p:nvSpPr>
          <p:spPr>
            <a:xfrm>
              <a:off x="1569761" y="5436339"/>
              <a:ext cx="2241397" cy="184668"/>
            </a:xfrm>
            <a:custGeom>
              <a:avLst/>
              <a:pathLst>
                <a:path w="2241397" h="184668">
                  <a:moveTo>
                    <a:pt x="0" y="0"/>
                  </a:moveTo>
                  <a:lnTo>
                    <a:pt x="143931" y="11858"/>
                  </a:lnTo>
                  <a:lnTo>
                    <a:pt x="270887" y="22318"/>
                  </a:lnTo>
                  <a:lnTo>
                    <a:pt x="384454" y="31675"/>
                  </a:lnTo>
                  <a:lnTo>
                    <a:pt x="487187" y="40139"/>
                  </a:lnTo>
                  <a:lnTo>
                    <a:pt x="580976" y="47866"/>
                  </a:lnTo>
                  <a:lnTo>
                    <a:pt x="667252" y="54974"/>
                  </a:lnTo>
                  <a:lnTo>
                    <a:pt x="747132" y="61556"/>
                  </a:lnTo>
                  <a:lnTo>
                    <a:pt x="821498" y="67683"/>
                  </a:lnTo>
                  <a:lnTo>
                    <a:pt x="891064" y="73414"/>
                  </a:lnTo>
                  <a:lnTo>
                    <a:pt x="956410" y="78798"/>
                  </a:lnTo>
                  <a:lnTo>
                    <a:pt x="1018020" y="83874"/>
                  </a:lnTo>
                  <a:lnTo>
                    <a:pt x="1076298" y="88676"/>
                  </a:lnTo>
                  <a:lnTo>
                    <a:pt x="1131587" y="93231"/>
                  </a:lnTo>
                  <a:lnTo>
                    <a:pt x="1184177" y="97564"/>
                  </a:lnTo>
                  <a:lnTo>
                    <a:pt x="1234320" y="101695"/>
                  </a:lnTo>
                  <a:lnTo>
                    <a:pt x="1282234" y="105643"/>
                  </a:lnTo>
                  <a:lnTo>
                    <a:pt x="1328108" y="109422"/>
                  </a:lnTo>
                  <a:lnTo>
                    <a:pt x="1372110" y="113048"/>
                  </a:lnTo>
                  <a:lnTo>
                    <a:pt x="1414385" y="116531"/>
                  </a:lnTo>
                  <a:lnTo>
                    <a:pt x="1455065" y="119882"/>
                  </a:lnTo>
                  <a:lnTo>
                    <a:pt x="1494265" y="123112"/>
                  </a:lnTo>
                  <a:lnTo>
                    <a:pt x="1532089" y="126228"/>
                  </a:lnTo>
                  <a:lnTo>
                    <a:pt x="1568631" y="129239"/>
                  </a:lnTo>
                  <a:lnTo>
                    <a:pt x="1603975" y="132151"/>
                  </a:lnTo>
                  <a:lnTo>
                    <a:pt x="1638196" y="134971"/>
                  </a:lnTo>
                  <a:lnTo>
                    <a:pt x="1671364" y="137703"/>
                  </a:lnTo>
                  <a:lnTo>
                    <a:pt x="1703543" y="140354"/>
                  </a:lnTo>
                  <a:lnTo>
                    <a:pt x="1734788" y="142929"/>
                  </a:lnTo>
                  <a:lnTo>
                    <a:pt x="1765153" y="145431"/>
                  </a:lnTo>
                  <a:lnTo>
                    <a:pt x="1794686" y="147864"/>
                  </a:lnTo>
                  <a:lnTo>
                    <a:pt x="1823431" y="150232"/>
                  </a:lnTo>
                  <a:lnTo>
                    <a:pt x="1851430" y="152539"/>
                  </a:lnTo>
                  <a:lnTo>
                    <a:pt x="1878719" y="154787"/>
                  </a:lnTo>
                  <a:lnTo>
                    <a:pt x="1905335" y="156980"/>
                  </a:lnTo>
                  <a:lnTo>
                    <a:pt x="1931309" y="159120"/>
                  </a:lnTo>
                  <a:lnTo>
                    <a:pt x="1956673" y="161210"/>
                  </a:lnTo>
                  <a:lnTo>
                    <a:pt x="1981453" y="163251"/>
                  </a:lnTo>
                  <a:lnTo>
                    <a:pt x="2005676" y="165247"/>
                  </a:lnTo>
                  <a:lnTo>
                    <a:pt x="2029366" y="167199"/>
                  </a:lnTo>
                  <a:lnTo>
                    <a:pt x="2052548" y="169109"/>
                  </a:lnTo>
                  <a:lnTo>
                    <a:pt x="2075241" y="170979"/>
                  </a:lnTo>
                  <a:lnTo>
                    <a:pt x="2097466" y="172810"/>
                  </a:lnTo>
                  <a:lnTo>
                    <a:pt x="2119242" y="174604"/>
                  </a:lnTo>
                  <a:lnTo>
                    <a:pt x="2140587" y="176363"/>
                  </a:lnTo>
                  <a:lnTo>
                    <a:pt x="2161518" y="178087"/>
                  </a:lnTo>
                  <a:lnTo>
                    <a:pt x="2182049" y="179779"/>
                  </a:lnTo>
                  <a:lnTo>
                    <a:pt x="2202197" y="181439"/>
                  </a:lnTo>
                  <a:lnTo>
                    <a:pt x="2221976" y="183068"/>
                  </a:lnTo>
                  <a:lnTo>
                    <a:pt x="2241397" y="184668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0" name="pl499"/>
            <p:cNvSpPr/>
            <p:nvPr/>
          </p:nvSpPr>
          <p:spPr>
            <a:xfrm>
              <a:off x="1569761" y="5365302"/>
              <a:ext cx="2241397" cy="54209"/>
            </a:xfrm>
            <a:custGeom>
              <a:avLst/>
              <a:pathLst>
                <a:path w="2241397" h="54209">
                  <a:moveTo>
                    <a:pt x="0" y="54209"/>
                  </a:moveTo>
                  <a:lnTo>
                    <a:pt x="143931" y="50728"/>
                  </a:lnTo>
                  <a:lnTo>
                    <a:pt x="270887" y="47657"/>
                  </a:lnTo>
                  <a:lnTo>
                    <a:pt x="384454" y="44911"/>
                  </a:lnTo>
                  <a:lnTo>
                    <a:pt x="487187" y="42426"/>
                  </a:lnTo>
                  <a:lnTo>
                    <a:pt x="580976" y="40158"/>
                  </a:lnTo>
                  <a:lnTo>
                    <a:pt x="667252" y="38071"/>
                  </a:lnTo>
                  <a:lnTo>
                    <a:pt x="747132" y="36139"/>
                  </a:lnTo>
                  <a:lnTo>
                    <a:pt x="821498" y="34340"/>
                  </a:lnTo>
                  <a:lnTo>
                    <a:pt x="891064" y="32658"/>
                  </a:lnTo>
                  <a:lnTo>
                    <a:pt x="956410" y="31078"/>
                  </a:lnTo>
                  <a:lnTo>
                    <a:pt x="1018020" y="29587"/>
                  </a:lnTo>
                  <a:lnTo>
                    <a:pt x="1076298" y="28178"/>
                  </a:lnTo>
                  <a:lnTo>
                    <a:pt x="1131587" y="26841"/>
                  </a:lnTo>
                  <a:lnTo>
                    <a:pt x="1184177" y="25569"/>
                  </a:lnTo>
                  <a:lnTo>
                    <a:pt x="1234320" y="24356"/>
                  </a:lnTo>
                  <a:lnTo>
                    <a:pt x="1282234" y="23197"/>
                  </a:lnTo>
                  <a:lnTo>
                    <a:pt x="1328108" y="22088"/>
                  </a:lnTo>
                  <a:lnTo>
                    <a:pt x="1372110" y="21024"/>
                  </a:lnTo>
                  <a:lnTo>
                    <a:pt x="1414385" y="20001"/>
                  </a:lnTo>
                  <a:lnTo>
                    <a:pt x="1455065" y="19017"/>
                  </a:lnTo>
                  <a:lnTo>
                    <a:pt x="1494265" y="18069"/>
                  </a:lnTo>
                  <a:lnTo>
                    <a:pt x="1532089" y="17154"/>
                  </a:lnTo>
                  <a:lnTo>
                    <a:pt x="1568631" y="16271"/>
                  </a:lnTo>
                  <a:lnTo>
                    <a:pt x="1603975" y="15416"/>
                  </a:lnTo>
                  <a:lnTo>
                    <a:pt x="1638196" y="14588"/>
                  </a:lnTo>
                  <a:lnTo>
                    <a:pt x="1671364" y="13786"/>
                  </a:lnTo>
                  <a:lnTo>
                    <a:pt x="1703543" y="13008"/>
                  </a:lnTo>
                  <a:lnTo>
                    <a:pt x="1734788" y="12252"/>
                  </a:lnTo>
                  <a:lnTo>
                    <a:pt x="1765153" y="11518"/>
                  </a:lnTo>
                  <a:lnTo>
                    <a:pt x="1794686" y="10803"/>
                  </a:lnTo>
                  <a:lnTo>
                    <a:pt x="1823431" y="10108"/>
                  </a:lnTo>
                  <a:lnTo>
                    <a:pt x="1851430" y="9431"/>
                  </a:lnTo>
                  <a:lnTo>
                    <a:pt x="1878719" y="8771"/>
                  </a:lnTo>
                  <a:lnTo>
                    <a:pt x="1905335" y="8127"/>
                  </a:lnTo>
                  <a:lnTo>
                    <a:pt x="1931309" y="7499"/>
                  </a:lnTo>
                  <a:lnTo>
                    <a:pt x="1956673" y="6886"/>
                  </a:lnTo>
                  <a:lnTo>
                    <a:pt x="1981453" y="6286"/>
                  </a:lnTo>
                  <a:lnTo>
                    <a:pt x="2005676" y="5701"/>
                  </a:lnTo>
                  <a:lnTo>
                    <a:pt x="2029366" y="5128"/>
                  </a:lnTo>
                  <a:lnTo>
                    <a:pt x="2052548" y="4567"/>
                  </a:lnTo>
                  <a:lnTo>
                    <a:pt x="2075241" y="4018"/>
                  </a:lnTo>
                  <a:lnTo>
                    <a:pt x="2097466" y="3481"/>
                  </a:lnTo>
                  <a:lnTo>
                    <a:pt x="2119242" y="2954"/>
                  </a:lnTo>
                  <a:lnTo>
                    <a:pt x="2140587" y="2438"/>
                  </a:lnTo>
                  <a:lnTo>
                    <a:pt x="2161518" y="1931"/>
                  </a:lnTo>
                  <a:lnTo>
                    <a:pt x="2182049" y="1435"/>
                  </a:lnTo>
                  <a:lnTo>
                    <a:pt x="2202197" y="948"/>
                  </a:lnTo>
                  <a:lnTo>
                    <a:pt x="2221976" y="469"/>
                  </a:lnTo>
                  <a:lnTo>
                    <a:pt x="2241397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1" name="pl500"/>
            <p:cNvSpPr/>
            <p:nvPr/>
          </p:nvSpPr>
          <p:spPr>
            <a:xfrm>
              <a:off x="1569761" y="5292724"/>
              <a:ext cx="2241397" cy="236619"/>
            </a:xfrm>
            <a:custGeom>
              <a:avLst/>
              <a:pathLst>
                <a:path w="2241397" h="236619">
                  <a:moveTo>
                    <a:pt x="0" y="236619"/>
                  </a:moveTo>
                  <a:lnTo>
                    <a:pt x="143931" y="221425"/>
                  </a:lnTo>
                  <a:lnTo>
                    <a:pt x="270887" y="208022"/>
                  </a:lnTo>
                  <a:lnTo>
                    <a:pt x="384454" y="196033"/>
                  </a:lnTo>
                  <a:lnTo>
                    <a:pt x="487187" y="185188"/>
                  </a:lnTo>
                  <a:lnTo>
                    <a:pt x="580976" y="175287"/>
                  </a:lnTo>
                  <a:lnTo>
                    <a:pt x="667252" y="166179"/>
                  </a:lnTo>
                  <a:lnTo>
                    <a:pt x="747132" y="157746"/>
                  </a:lnTo>
                  <a:lnTo>
                    <a:pt x="821498" y="149895"/>
                  </a:lnTo>
                  <a:lnTo>
                    <a:pt x="891064" y="142552"/>
                  </a:lnTo>
                  <a:lnTo>
                    <a:pt x="956410" y="135653"/>
                  </a:lnTo>
                  <a:lnTo>
                    <a:pt x="1018020" y="129149"/>
                  </a:lnTo>
                  <a:lnTo>
                    <a:pt x="1076298" y="122997"/>
                  </a:lnTo>
                  <a:lnTo>
                    <a:pt x="1131587" y="117160"/>
                  </a:lnTo>
                  <a:lnTo>
                    <a:pt x="1184177" y="111608"/>
                  </a:lnTo>
                  <a:lnTo>
                    <a:pt x="1234320" y="106315"/>
                  </a:lnTo>
                  <a:lnTo>
                    <a:pt x="1282234" y="101256"/>
                  </a:lnTo>
                  <a:lnTo>
                    <a:pt x="1328108" y="96414"/>
                  </a:lnTo>
                  <a:lnTo>
                    <a:pt x="1372110" y="91768"/>
                  </a:lnTo>
                  <a:lnTo>
                    <a:pt x="1414385" y="87306"/>
                  </a:lnTo>
                  <a:lnTo>
                    <a:pt x="1455065" y="83011"/>
                  </a:lnTo>
                  <a:lnTo>
                    <a:pt x="1494265" y="78873"/>
                  </a:lnTo>
                  <a:lnTo>
                    <a:pt x="1532089" y="74880"/>
                  </a:lnTo>
                  <a:lnTo>
                    <a:pt x="1568631" y="71022"/>
                  </a:lnTo>
                  <a:lnTo>
                    <a:pt x="1603975" y="67291"/>
                  </a:lnTo>
                  <a:lnTo>
                    <a:pt x="1638196" y="63678"/>
                  </a:lnTo>
                  <a:lnTo>
                    <a:pt x="1671364" y="60177"/>
                  </a:lnTo>
                  <a:lnTo>
                    <a:pt x="1703543" y="56780"/>
                  </a:lnTo>
                  <a:lnTo>
                    <a:pt x="1734788" y="53481"/>
                  </a:lnTo>
                  <a:lnTo>
                    <a:pt x="1765153" y="50276"/>
                  </a:lnTo>
                  <a:lnTo>
                    <a:pt x="1794686" y="47158"/>
                  </a:lnTo>
                  <a:lnTo>
                    <a:pt x="1823431" y="44123"/>
                  </a:lnTo>
                  <a:lnTo>
                    <a:pt x="1851430" y="41168"/>
                  </a:lnTo>
                  <a:lnTo>
                    <a:pt x="1878719" y="38287"/>
                  </a:lnTo>
                  <a:lnTo>
                    <a:pt x="1905335" y="35477"/>
                  </a:lnTo>
                  <a:lnTo>
                    <a:pt x="1931309" y="32735"/>
                  </a:lnTo>
                  <a:lnTo>
                    <a:pt x="1956673" y="30057"/>
                  </a:lnTo>
                  <a:lnTo>
                    <a:pt x="1981453" y="27441"/>
                  </a:lnTo>
                  <a:lnTo>
                    <a:pt x="2005676" y="24884"/>
                  </a:lnTo>
                  <a:lnTo>
                    <a:pt x="2029366" y="22383"/>
                  </a:lnTo>
                  <a:lnTo>
                    <a:pt x="2052548" y="19936"/>
                  </a:lnTo>
                  <a:lnTo>
                    <a:pt x="2075241" y="17540"/>
                  </a:lnTo>
                  <a:lnTo>
                    <a:pt x="2097466" y="15194"/>
                  </a:lnTo>
                  <a:lnTo>
                    <a:pt x="2119242" y="12895"/>
                  </a:lnTo>
                  <a:lnTo>
                    <a:pt x="2140587" y="10642"/>
                  </a:lnTo>
                  <a:lnTo>
                    <a:pt x="2161518" y="8432"/>
                  </a:lnTo>
                  <a:lnTo>
                    <a:pt x="2182049" y="6265"/>
                  </a:lnTo>
                  <a:lnTo>
                    <a:pt x="2202197" y="4138"/>
                  </a:lnTo>
                  <a:lnTo>
                    <a:pt x="2221976" y="2050"/>
                  </a:lnTo>
                  <a:lnTo>
                    <a:pt x="2241397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2" name="pl501"/>
            <p:cNvSpPr/>
            <p:nvPr/>
          </p:nvSpPr>
          <p:spPr>
            <a:xfrm>
              <a:off x="1569761" y="5201718"/>
              <a:ext cx="2241397" cy="20849"/>
            </a:xfrm>
            <a:custGeom>
              <a:avLst/>
              <a:pathLst>
                <a:path w="2241397" h="20849">
                  <a:moveTo>
                    <a:pt x="0" y="20849"/>
                  </a:moveTo>
                  <a:lnTo>
                    <a:pt x="143931" y="19510"/>
                  </a:lnTo>
                  <a:lnTo>
                    <a:pt x="270887" y="18329"/>
                  </a:lnTo>
                  <a:lnTo>
                    <a:pt x="384454" y="17273"/>
                  </a:lnTo>
                  <a:lnTo>
                    <a:pt x="487187" y="16317"/>
                  </a:lnTo>
                  <a:lnTo>
                    <a:pt x="580976" y="15445"/>
                  </a:lnTo>
                  <a:lnTo>
                    <a:pt x="667252" y="14642"/>
                  </a:lnTo>
                  <a:lnTo>
                    <a:pt x="747132" y="13899"/>
                  </a:lnTo>
                  <a:lnTo>
                    <a:pt x="821498" y="13208"/>
                  </a:lnTo>
                  <a:lnTo>
                    <a:pt x="891064" y="12560"/>
                  </a:lnTo>
                  <a:lnTo>
                    <a:pt x="956410" y="11953"/>
                  </a:lnTo>
                  <a:lnTo>
                    <a:pt x="1018020" y="11379"/>
                  </a:lnTo>
                  <a:lnTo>
                    <a:pt x="1076298" y="10837"/>
                  </a:lnTo>
                  <a:lnTo>
                    <a:pt x="1131587" y="10323"/>
                  </a:lnTo>
                  <a:lnTo>
                    <a:pt x="1184177" y="9834"/>
                  </a:lnTo>
                  <a:lnTo>
                    <a:pt x="1234320" y="9367"/>
                  </a:lnTo>
                  <a:lnTo>
                    <a:pt x="1282234" y="8922"/>
                  </a:lnTo>
                  <a:lnTo>
                    <a:pt x="1328108" y="8495"/>
                  </a:lnTo>
                  <a:lnTo>
                    <a:pt x="1372110" y="8086"/>
                  </a:lnTo>
                  <a:lnTo>
                    <a:pt x="1414385" y="7692"/>
                  </a:lnTo>
                  <a:lnTo>
                    <a:pt x="1455065" y="7314"/>
                  </a:lnTo>
                  <a:lnTo>
                    <a:pt x="1494265" y="6949"/>
                  </a:lnTo>
                  <a:lnTo>
                    <a:pt x="1532089" y="6598"/>
                  </a:lnTo>
                  <a:lnTo>
                    <a:pt x="1568631" y="6258"/>
                  </a:lnTo>
                  <a:lnTo>
                    <a:pt x="1603975" y="5929"/>
                  </a:lnTo>
                  <a:lnTo>
                    <a:pt x="1638196" y="5611"/>
                  </a:lnTo>
                  <a:lnTo>
                    <a:pt x="1671364" y="5302"/>
                  </a:lnTo>
                  <a:lnTo>
                    <a:pt x="1703543" y="5003"/>
                  </a:lnTo>
                  <a:lnTo>
                    <a:pt x="1734788" y="4712"/>
                  </a:lnTo>
                  <a:lnTo>
                    <a:pt x="1765153" y="4430"/>
                  </a:lnTo>
                  <a:lnTo>
                    <a:pt x="1794686" y="4155"/>
                  </a:lnTo>
                  <a:lnTo>
                    <a:pt x="1823431" y="3887"/>
                  </a:lnTo>
                  <a:lnTo>
                    <a:pt x="1851430" y="3627"/>
                  </a:lnTo>
                  <a:lnTo>
                    <a:pt x="1878719" y="3373"/>
                  </a:lnTo>
                  <a:lnTo>
                    <a:pt x="1905335" y="3126"/>
                  </a:lnTo>
                  <a:lnTo>
                    <a:pt x="1931309" y="2884"/>
                  </a:lnTo>
                  <a:lnTo>
                    <a:pt x="1956673" y="2648"/>
                  </a:lnTo>
                  <a:lnTo>
                    <a:pt x="1981453" y="2418"/>
                  </a:lnTo>
                  <a:lnTo>
                    <a:pt x="2005676" y="2192"/>
                  </a:lnTo>
                  <a:lnTo>
                    <a:pt x="2029366" y="1972"/>
                  </a:lnTo>
                  <a:lnTo>
                    <a:pt x="2052548" y="1756"/>
                  </a:lnTo>
                  <a:lnTo>
                    <a:pt x="2075241" y="1545"/>
                  </a:lnTo>
                  <a:lnTo>
                    <a:pt x="2097466" y="1338"/>
                  </a:lnTo>
                  <a:lnTo>
                    <a:pt x="2119242" y="1136"/>
                  </a:lnTo>
                  <a:lnTo>
                    <a:pt x="2140587" y="937"/>
                  </a:lnTo>
                  <a:lnTo>
                    <a:pt x="2161518" y="743"/>
                  </a:lnTo>
                  <a:lnTo>
                    <a:pt x="2182049" y="552"/>
                  </a:lnTo>
                  <a:lnTo>
                    <a:pt x="2202197" y="364"/>
                  </a:lnTo>
                  <a:lnTo>
                    <a:pt x="2221976" y="180"/>
                  </a:lnTo>
                  <a:lnTo>
                    <a:pt x="2241397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3" name="pl502"/>
            <p:cNvSpPr/>
            <p:nvPr/>
          </p:nvSpPr>
          <p:spPr>
            <a:xfrm>
              <a:off x="1569761" y="5170009"/>
              <a:ext cx="2241397" cy="177743"/>
            </a:xfrm>
            <a:custGeom>
              <a:avLst/>
              <a:pathLst>
                <a:path w="2241397" h="177743">
                  <a:moveTo>
                    <a:pt x="0" y="177743"/>
                  </a:moveTo>
                  <a:lnTo>
                    <a:pt x="143931" y="166329"/>
                  </a:lnTo>
                  <a:lnTo>
                    <a:pt x="270887" y="156262"/>
                  </a:lnTo>
                  <a:lnTo>
                    <a:pt x="384454" y="147256"/>
                  </a:lnTo>
                  <a:lnTo>
                    <a:pt x="487187" y="139109"/>
                  </a:lnTo>
                  <a:lnTo>
                    <a:pt x="580976" y="131672"/>
                  </a:lnTo>
                  <a:lnTo>
                    <a:pt x="667252" y="124830"/>
                  </a:lnTo>
                  <a:lnTo>
                    <a:pt x="747132" y="118495"/>
                  </a:lnTo>
                  <a:lnTo>
                    <a:pt x="821498" y="112598"/>
                  </a:lnTo>
                  <a:lnTo>
                    <a:pt x="891064" y="107082"/>
                  </a:lnTo>
                  <a:lnTo>
                    <a:pt x="956410" y="101900"/>
                  </a:lnTo>
                  <a:lnTo>
                    <a:pt x="1018020" y="97014"/>
                  </a:lnTo>
                  <a:lnTo>
                    <a:pt x="1076298" y="92392"/>
                  </a:lnTo>
                  <a:lnTo>
                    <a:pt x="1131587" y="88008"/>
                  </a:lnTo>
                  <a:lnTo>
                    <a:pt x="1184177" y="83838"/>
                  </a:lnTo>
                  <a:lnTo>
                    <a:pt x="1234320" y="79861"/>
                  </a:lnTo>
                  <a:lnTo>
                    <a:pt x="1282234" y="76062"/>
                  </a:lnTo>
                  <a:lnTo>
                    <a:pt x="1328108" y="72424"/>
                  </a:lnTo>
                  <a:lnTo>
                    <a:pt x="1372110" y="68934"/>
                  </a:lnTo>
                  <a:lnTo>
                    <a:pt x="1414385" y="65582"/>
                  </a:lnTo>
                  <a:lnTo>
                    <a:pt x="1455065" y="62356"/>
                  </a:lnTo>
                  <a:lnTo>
                    <a:pt x="1494265" y="59247"/>
                  </a:lnTo>
                  <a:lnTo>
                    <a:pt x="1532089" y="56248"/>
                  </a:lnTo>
                  <a:lnTo>
                    <a:pt x="1568631" y="53350"/>
                  </a:lnTo>
                  <a:lnTo>
                    <a:pt x="1603975" y="50547"/>
                  </a:lnTo>
                  <a:lnTo>
                    <a:pt x="1638196" y="47834"/>
                  </a:lnTo>
                  <a:lnTo>
                    <a:pt x="1671364" y="45203"/>
                  </a:lnTo>
                  <a:lnTo>
                    <a:pt x="1703543" y="42652"/>
                  </a:lnTo>
                  <a:lnTo>
                    <a:pt x="1734788" y="40174"/>
                  </a:lnTo>
                  <a:lnTo>
                    <a:pt x="1765153" y="37766"/>
                  </a:lnTo>
                  <a:lnTo>
                    <a:pt x="1794686" y="35424"/>
                  </a:lnTo>
                  <a:lnTo>
                    <a:pt x="1823431" y="33144"/>
                  </a:lnTo>
                  <a:lnTo>
                    <a:pt x="1851430" y="30924"/>
                  </a:lnTo>
                  <a:lnTo>
                    <a:pt x="1878719" y="28760"/>
                  </a:lnTo>
                  <a:lnTo>
                    <a:pt x="1905335" y="26649"/>
                  </a:lnTo>
                  <a:lnTo>
                    <a:pt x="1931309" y="24590"/>
                  </a:lnTo>
                  <a:lnTo>
                    <a:pt x="1956673" y="22578"/>
                  </a:lnTo>
                  <a:lnTo>
                    <a:pt x="1981453" y="20613"/>
                  </a:lnTo>
                  <a:lnTo>
                    <a:pt x="2005676" y="18692"/>
                  </a:lnTo>
                  <a:lnTo>
                    <a:pt x="2029366" y="16814"/>
                  </a:lnTo>
                  <a:lnTo>
                    <a:pt x="2052548" y="14975"/>
                  </a:lnTo>
                  <a:lnTo>
                    <a:pt x="2075241" y="13176"/>
                  </a:lnTo>
                  <a:lnTo>
                    <a:pt x="2097466" y="11413"/>
                  </a:lnTo>
                  <a:lnTo>
                    <a:pt x="2119242" y="9686"/>
                  </a:lnTo>
                  <a:lnTo>
                    <a:pt x="2140587" y="7994"/>
                  </a:lnTo>
                  <a:lnTo>
                    <a:pt x="2161518" y="6334"/>
                  </a:lnTo>
                  <a:lnTo>
                    <a:pt x="2182049" y="4706"/>
                  </a:lnTo>
                  <a:lnTo>
                    <a:pt x="2202197" y="3108"/>
                  </a:lnTo>
                  <a:lnTo>
                    <a:pt x="2221976" y="1540"/>
                  </a:lnTo>
                  <a:lnTo>
                    <a:pt x="2241397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4" name="pl503"/>
            <p:cNvSpPr/>
            <p:nvPr/>
          </p:nvSpPr>
          <p:spPr>
            <a:xfrm>
              <a:off x="1569761" y="5196518"/>
              <a:ext cx="2241397" cy="175584"/>
            </a:xfrm>
            <a:custGeom>
              <a:avLst/>
              <a:pathLst>
                <a:path w="2241397" h="175584">
                  <a:moveTo>
                    <a:pt x="0" y="175584"/>
                  </a:moveTo>
                  <a:lnTo>
                    <a:pt x="143931" y="164309"/>
                  </a:lnTo>
                  <a:lnTo>
                    <a:pt x="270887" y="154363"/>
                  </a:lnTo>
                  <a:lnTo>
                    <a:pt x="384454" y="145467"/>
                  </a:lnTo>
                  <a:lnTo>
                    <a:pt x="487187" y="137419"/>
                  </a:lnTo>
                  <a:lnTo>
                    <a:pt x="580976" y="130072"/>
                  </a:lnTo>
                  <a:lnTo>
                    <a:pt x="667252" y="123313"/>
                  </a:lnTo>
                  <a:lnTo>
                    <a:pt x="747132" y="117056"/>
                  </a:lnTo>
                  <a:lnTo>
                    <a:pt x="821498" y="111230"/>
                  </a:lnTo>
                  <a:lnTo>
                    <a:pt x="891064" y="105781"/>
                  </a:lnTo>
                  <a:lnTo>
                    <a:pt x="956410" y="100662"/>
                  </a:lnTo>
                  <a:lnTo>
                    <a:pt x="1018020" y="95835"/>
                  </a:lnTo>
                  <a:lnTo>
                    <a:pt x="1076298" y="91270"/>
                  </a:lnTo>
                  <a:lnTo>
                    <a:pt x="1131587" y="86939"/>
                  </a:lnTo>
                  <a:lnTo>
                    <a:pt x="1184177" y="82819"/>
                  </a:lnTo>
                  <a:lnTo>
                    <a:pt x="1234320" y="78891"/>
                  </a:lnTo>
                  <a:lnTo>
                    <a:pt x="1282234" y="75137"/>
                  </a:lnTo>
                  <a:lnTo>
                    <a:pt x="1328108" y="71544"/>
                  </a:lnTo>
                  <a:lnTo>
                    <a:pt x="1372110" y="68097"/>
                  </a:lnTo>
                  <a:lnTo>
                    <a:pt x="1414385" y="64785"/>
                  </a:lnTo>
                  <a:lnTo>
                    <a:pt x="1455065" y="61598"/>
                  </a:lnTo>
                  <a:lnTo>
                    <a:pt x="1494265" y="58528"/>
                  </a:lnTo>
                  <a:lnTo>
                    <a:pt x="1532089" y="55565"/>
                  </a:lnTo>
                  <a:lnTo>
                    <a:pt x="1568631" y="52702"/>
                  </a:lnTo>
                  <a:lnTo>
                    <a:pt x="1603975" y="49933"/>
                  </a:lnTo>
                  <a:lnTo>
                    <a:pt x="1638196" y="47252"/>
                  </a:lnTo>
                  <a:lnTo>
                    <a:pt x="1671364" y="44654"/>
                  </a:lnTo>
                  <a:lnTo>
                    <a:pt x="1703543" y="42133"/>
                  </a:lnTo>
                  <a:lnTo>
                    <a:pt x="1734788" y="39686"/>
                  </a:lnTo>
                  <a:lnTo>
                    <a:pt x="1765153" y="37307"/>
                  </a:lnTo>
                  <a:lnTo>
                    <a:pt x="1794686" y="34994"/>
                  </a:lnTo>
                  <a:lnTo>
                    <a:pt x="1823431" y="32742"/>
                  </a:lnTo>
                  <a:lnTo>
                    <a:pt x="1851430" y="30548"/>
                  </a:lnTo>
                  <a:lnTo>
                    <a:pt x="1878719" y="28411"/>
                  </a:lnTo>
                  <a:lnTo>
                    <a:pt x="1905335" y="26326"/>
                  </a:lnTo>
                  <a:lnTo>
                    <a:pt x="1931309" y="24291"/>
                  </a:lnTo>
                  <a:lnTo>
                    <a:pt x="1956673" y="22304"/>
                  </a:lnTo>
                  <a:lnTo>
                    <a:pt x="1981453" y="20363"/>
                  </a:lnTo>
                  <a:lnTo>
                    <a:pt x="2005676" y="18465"/>
                  </a:lnTo>
                  <a:lnTo>
                    <a:pt x="2029366" y="16609"/>
                  </a:lnTo>
                  <a:lnTo>
                    <a:pt x="2052548" y="14793"/>
                  </a:lnTo>
                  <a:lnTo>
                    <a:pt x="2075241" y="13016"/>
                  </a:lnTo>
                  <a:lnTo>
                    <a:pt x="2097466" y="11275"/>
                  </a:lnTo>
                  <a:lnTo>
                    <a:pt x="2119242" y="9569"/>
                  </a:lnTo>
                  <a:lnTo>
                    <a:pt x="2140587" y="7897"/>
                  </a:lnTo>
                  <a:lnTo>
                    <a:pt x="2161518" y="6257"/>
                  </a:lnTo>
                  <a:lnTo>
                    <a:pt x="2182049" y="4649"/>
                  </a:lnTo>
                  <a:lnTo>
                    <a:pt x="2202197" y="3070"/>
                  </a:lnTo>
                  <a:lnTo>
                    <a:pt x="2221976" y="1521"/>
                  </a:lnTo>
                  <a:lnTo>
                    <a:pt x="2241397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5" name="pl504"/>
            <p:cNvSpPr/>
            <p:nvPr/>
          </p:nvSpPr>
          <p:spPr>
            <a:xfrm>
              <a:off x="1569761" y="5398436"/>
              <a:ext cx="2241397" cy="131843"/>
            </a:xfrm>
            <a:custGeom>
              <a:avLst/>
              <a:pathLst>
                <a:path w="2241397" h="131843">
                  <a:moveTo>
                    <a:pt x="0" y="0"/>
                  </a:moveTo>
                  <a:lnTo>
                    <a:pt x="143931" y="8466"/>
                  </a:lnTo>
                  <a:lnTo>
                    <a:pt x="270887" y="15934"/>
                  </a:lnTo>
                  <a:lnTo>
                    <a:pt x="384454" y="22614"/>
                  </a:lnTo>
                  <a:lnTo>
                    <a:pt x="487187" y="28657"/>
                  </a:lnTo>
                  <a:lnTo>
                    <a:pt x="580976" y="34174"/>
                  </a:lnTo>
                  <a:lnTo>
                    <a:pt x="667252" y="39249"/>
                  </a:lnTo>
                  <a:lnTo>
                    <a:pt x="747132" y="43947"/>
                  </a:lnTo>
                  <a:lnTo>
                    <a:pt x="821498" y="48322"/>
                  </a:lnTo>
                  <a:lnTo>
                    <a:pt x="891064" y="52414"/>
                  </a:lnTo>
                  <a:lnTo>
                    <a:pt x="956410" y="56258"/>
                  </a:lnTo>
                  <a:lnTo>
                    <a:pt x="1018020" y="59882"/>
                  </a:lnTo>
                  <a:lnTo>
                    <a:pt x="1076298" y="63310"/>
                  </a:lnTo>
                  <a:lnTo>
                    <a:pt x="1131587" y="66562"/>
                  </a:lnTo>
                  <a:lnTo>
                    <a:pt x="1184177" y="69655"/>
                  </a:lnTo>
                  <a:lnTo>
                    <a:pt x="1234320" y="72605"/>
                  </a:lnTo>
                  <a:lnTo>
                    <a:pt x="1282234" y="75423"/>
                  </a:lnTo>
                  <a:lnTo>
                    <a:pt x="1328108" y="78122"/>
                  </a:lnTo>
                  <a:lnTo>
                    <a:pt x="1372110" y="80710"/>
                  </a:lnTo>
                  <a:lnTo>
                    <a:pt x="1414385" y="83197"/>
                  </a:lnTo>
                  <a:lnTo>
                    <a:pt x="1455065" y="85589"/>
                  </a:lnTo>
                  <a:lnTo>
                    <a:pt x="1494265" y="87895"/>
                  </a:lnTo>
                  <a:lnTo>
                    <a:pt x="1532089" y="90120"/>
                  </a:lnTo>
                  <a:lnTo>
                    <a:pt x="1568631" y="92270"/>
                  </a:lnTo>
                  <a:lnTo>
                    <a:pt x="1603975" y="94349"/>
                  </a:lnTo>
                  <a:lnTo>
                    <a:pt x="1638196" y="96362"/>
                  </a:lnTo>
                  <a:lnTo>
                    <a:pt x="1671364" y="98313"/>
                  </a:lnTo>
                  <a:lnTo>
                    <a:pt x="1703543" y="100205"/>
                  </a:lnTo>
                  <a:lnTo>
                    <a:pt x="1734788" y="102043"/>
                  </a:lnTo>
                  <a:lnTo>
                    <a:pt x="1765153" y="103830"/>
                  </a:lnTo>
                  <a:lnTo>
                    <a:pt x="1794686" y="105567"/>
                  </a:lnTo>
                  <a:lnTo>
                    <a:pt x="1823431" y="107258"/>
                  </a:lnTo>
                  <a:lnTo>
                    <a:pt x="1851430" y="108904"/>
                  </a:lnTo>
                  <a:lnTo>
                    <a:pt x="1878719" y="110510"/>
                  </a:lnTo>
                  <a:lnTo>
                    <a:pt x="1905335" y="112075"/>
                  </a:lnTo>
                  <a:lnTo>
                    <a:pt x="1931309" y="113603"/>
                  </a:lnTo>
                  <a:lnTo>
                    <a:pt x="1956673" y="115095"/>
                  </a:lnTo>
                  <a:lnTo>
                    <a:pt x="1981453" y="116553"/>
                  </a:lnTo>
                  <a:lnTo>
                    <a:pt x="2005676" y="117978"/>
                  </a:lnTo>
                  <a:lnTo>
                    <a:pt x="2029366" y="119371"/>
                  </a:lnTo>
                  <a:lnTo>
                    <a:pt x="2052548" y="120735"/>
                  </a:lnTo>
                  <a:lnTo>
                    <a:pt x="2075241" y="122070"/>
                  </a:lnTo>
                  <a:lnTo>
                    <a:pt x="2097466" y="123377"/>
                  </a:lnTo>
                  <a:lnTo>
                    <a:pt x="2119242" y="124658"/>
                  </a:lnTo>
                  <a:lnTo>
                    <a:pt x="2140587" y="125913"/>
                  </a:lnTo>
                  <a:lnTo>
                    <a:pt x="2161518" y="127145"/>
                  </a:lnTo>
                  <a:lnTo>
                    <a:pt x="2182049" y="128352"/>
                  </a:lnTo>
                  <a:lnTo>
                    <a:pt x="2202197" y="129537"/>
                  </a:lnTo>
                  <a:lnTo>
                    <a:pt x="2221976" y="130701"/>
                  </a:lnTo>
                  <a:lnTo>
                    <a:pt x="2241397" y="131843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6" name="pl505"/>
            <p:cNvSpPr/>
            <p:nvPr/>
          </p:nvSpPr>
          <p:spPr>
            <a:xfrm>
              <a:off x="1569761" y="5364922"/>
              <a:ext cx="2241397" cy="73447"/>
            </a:xfrm>
            <a:custGeom>
              <a:avLst/>
              <a:pathLst>
                <a:path w="2241397" h="73447">
                  <a:moveTo>
                    <a:pt x="0" y="0"/>
                  </a:moveTo>
                  <a:lnTo>
                    <a:pt x="143931" y="4716"/>
                  </a:lnTo>
                  <a:lnTo>
                    <a:pt x="270887" y="8876"/>
                  </a:lnTo>
                  <a:lnTo>
                    <a:pt x="384454" y="12598"/>
                  </a:lnTo>
                  <a:lnTo>
                    <a:pt x="487187" y="15964"/>
                  </a:lnTo>
                  <a:lnTo>
                    <a:pt x="580976" y="19037"/>
                  </a:lnTo>
                  <a:lnTo>
                    <a:pt x="667252" y="21865"/>
                  </a:lnTo>
                  <a:lnTo>
                    <a:pt x="747132" y="24482"/>
                  </a:lnTo>
                  <a:lnTo>
                    <a:pt x="821498" y="26919"/>
                  </a:lnTo>
                  <a:lnTo>
                    <a:pt x="891064" y="29199"/>
                  </a:lnTo>
                  <a:lnTo>
                    <a:pt x="956410" y="31340"/>
                  </a:lnTo>
                  <a:lnTo>
                    <a:pt x="1018020" y="33359"/>
                  </a:lnTo>
                  <a:lnTo>
                    <a:pt x="1076298" y="35268"/>
                  </a:lnTo>
                  <a:lnTo>
                    <a:pt x="1131587" y="37080"/>
                  </a:lnTo>
                  <a:lnTo>
                    <a:pt x="1184177" y="38804"/>
                  </a:lnTo>
                  <a:lnTo>
                    <a:pt x="1234320" y="40447"/>
                  </a:lnTo>
                  <a:lnTo>
                    <a:pt x="1282234" y="42017"/>
                  </a:lnTo>
                  <a:lnTo>
                    <a:pt x="1328108" y="43520"/>
                  </a:lnTo>
                  <a:lnTo>
                    <a:pt x="1372110" y="44962"/>
                  </a:lnTo>
                  <a:lnTo>
                    <a:pt x="1414385" y="46347"/>
                  </a:lnTo>
                  <a:lnTo>
                    <a:pt x="1455065" y="47680"/>
                  </a:lnTo>
                  <a:lnTo>
                    <a:pt x="1494265" y="48965"/>
                  </a:lnTo>
                  <a:lnTo>
                    <a:pt x="1532089" y="50204"/>
                  </a:lnTo>
                  <a:lnTo>
                    <a:pt x="1568631" y="51402"/>
                  </a:lnTo>
                  <a:lnTo>
                    <a:pt x="1603975" y="52560"/>
                  </a:lnTo>
                  <a:lnTo>
                    <a:pt x="1638196" y="53681"/>
                  </a:lnTo>
                  <a:lnTo>
                    <a:pt x="1671364" y="54768"/>
                  </a:lnTo>
                  <a:lnTo>
                    <a:pt x="1703543" y="55822"/>
                  </a:lnTo>
                  <a:lnTo>
                    <a:pt x="1734788" y="56846"/>
                  </a:lnTo>
                  <a:lnTo>
                    <a:pt x="1765153" y="57841"/>
                  </a:lnTo>
                  <a:lnTo>
                    <a:pt x="1794686" y="58809"/>
                  </a:lnTo>
                  <a:lnTo>
                    <a:pt x="1823431" y="59751"/>
                  </a:lnTo>
                  <a:lnTo>
                    <a:pt x="1851430" y="60669"/>
                  </a:lnTo>
                  <a:lnTo>
                    <a:pt x="1878719" y="61563"/>
                  </a:lnTo>
                  <a:lnTo>
                    <a:pt x="1905335" y="62435"/>
                  </a:lnTo>
                  <a:lnTo>
                    <a:pt x="1931309" y="63286"/>
                  </a:lnTo>
                  <a:lnTo>
                    <a:pt x="1956673" y="64117"/>
                  </a:lnTo>
                  <a:lnTo>
                    <a:pt x="1981453" y="64929"/>
                  </a:lnTo>
                  <a:lnTo>
                    <a:pt x="2005676" y="65723"/>
                  </a:lnTo>
                  <a:lnTo>
                    <a:pt x="2029366" y="66499"/>
                  </a:lnTo>
                  <a:lnTo>
                    <a:pt x="2052548" y="67259"/>
                  </a:lnTo>
                  <a:lnTo>
                    <a:pt x="2075241" y="68003"/>
                  </a:lnTo>
                  <a:lnTo>
                    <a:pt x="2097466" y="68731"/>
                  </a:lnTo>
                  <a:lnTo>
                    <a:pt x="2119242" y="69444"/>
                  </a:lnTo>
                  <a:lnTo>
                    <a:pt x="2140587" y="70144"/>
                  </a:lnTo>
                  <a:lnTo>
                    <a:pt x="2161518" y="70830"/>
                  </a:lnTo>
                  <a:lnTo>
                    <a:pt x="2182049" y="71503"/>
                  </a:lnTo>
                  <a:lnTo>
                    <a:pt x="2202197" y="72163"/>
                  </a:lnTo>
                  <a:lnTo>
                    <a:pt x="2221976" y="72811"/>
                  </a:lnTo>
                  <a:lnTo>
                    <a:pt x="2241397" y="73447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7" name="rc506"/>
            <p:cNvSpPr/>
            <p:nvPr/>
          </p:nvSpPr>
          <p:spPr>
            <a:xfrm>
              <a:off x="1405201" y="4793818"/>
              <a:ext cx="2575782" cy="102910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08" name="pl507"/>
            <p:cNvSpPr/>
            <p:nvPr/>
          </p:nvSpPr>
          <p:spPr>
            <a:xfrm>
              <a:off x="1405201" y="4793818"/>
              <a:ext cx="0" cy="1029104"/>
            </a:xfrm>
            <a:custGeom>
              <a:avLst/>
              <a:pathLst>
                <a:path w="0" h="1029104">
                  <a:moveTo>
                    <a:pt x="0" y="102910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tx508"/>
            <p:cNvSpPr/>
            <p:nvPr/>
          </p:nvSpPr>
          <p:spPr>
            <a:xfrm rot="-5400000">
              <a:off x="1235634" y="5716440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10" name="tx509"/>
            <p:cNvSpPr/>
            <p:nvPr/>
          </p:nvSpPr>
          <p:spPr>
            <a:xfrm rot="-5400000">
              <a:off x="1235634" y="543016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511" name="tx510"/>
            <p:cNvSpPr/>
            <p:nvPr/>
          </p:nvSpPr>
          <p:spPr>
            <a:xfrm rot="-5400000">
              <a:off x="1235634" y="5143888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512" name="tx511"/>
            <p:cNvSpPr/>
            <p:nvPr/>
          </p:nvSpPr>
          <p:spPr>
            <a:xfrm rot="-5400000">
              <a:off x="1235634" y="4857612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513" name="pl512"/>
            <p:cNvSpPr/>
            <p:nvPr/>
          </p:nvSpPr>
          <p:spPr>
            <a:xfrm>
              <a:off x="1376732" y="575287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l513"/>
            <p:cNvSpPr/>
            <p:nvPr/>
          </p:nvSpPr>
          <p:spPr>
            <a:xfrm>
              <a:off x="1376732" y="546660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l514"/>
            <p:cNvSpPr/>
            <p:nvPr/>
          </p:nvSpPr>
          <p:spPr>
            <a:xfrm>
              <a:off x="1376732" y="518032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l515"/>
            <p:cNvSpPr/>
            <p:nvPr/>
          </p:nvSpPr>
          <p:spPr>
            <a:xfrm>
              <a:off x="1376732" y="489405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l516"/>
            <p:cNvSpPr/>
            <p:nvPr/>
          </p:nvSpPr>
          <p:spPr>
            <a:xfrm>
              <a:off x="1405201" y="5822922"/>
              <a:ext cx="2575782" cy="0"/>
            </a:xfrm>
            <a:custGeom>
              <a:avLst/>
              <a:pathLst>
                <a:path w="2575782" h="0">
                  <a:moveTo>
                    <a:pt x="0" y="0"/>
                  </a:moveTo>
                  <a:lnTo>
                    <a:pt x="2575782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l517"/>
            <p:cNvSpPr/>
            <p:nvPr/>
          </p:nvSpPr>
          <p:spPr>
            <a:xfrm>
              <a:off x="1569761" y="5822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l518"/>
            <p:cNvSpPr/>
            <p:nvPr/>
          </p:nvSpPr>
          <p:spPr>
            <a:xfrm>
              <a:off x="2316894" y="5822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l519"/>
            <p:cNvSpPr/>
            <p:nvPr/>
          </p:nvSpPr>
          <p:spPr>
            <a:xfrm>
              <a:off x="3064027" y="5822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l520"/>
            <p:cNvSpPr/>
            <p:nvPr/>
          </p:nvSpPr>
          <p:spPr>
            <a:xfrm>
              <a:off x="3811159" y="5822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tx521"/>
            <p:cNvSpPr/>
            <p:nvPr/>
          </p:nvSpPr>
          <p:spPr>
            <a:xfrm>
              <a:off x="1541507" y="5874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23" name="tx522"/>
            <p:cNvSpPr/>
            <p:nvPr/>
          </p:nvSpPr>
          <p:spPr>
            <a:xfrm>
              <a:off x="2288639" y="5874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24" name="tx523"/>
            <p:cNvSpPr/>
            <p:nvPr/>
          </p:nvSpPr>
          <p:spPr>
            <a:xfrm>
              <a:off x="3035772" y="5874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25" name="tx524"/>
            <p:cNvSpPr/>
            <p:nvPr/>
          </p:nvSpPr>
          <p:spPr>
            <a:xfrm>
              <a:off x="3782904" y="5874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526" name="tx525"/>
            <p:cNvSpPr/>
            <p:nvPr/>
          </p:nvSpPr>
          <p:spPr>
            <a:xfrm>
              <a:off x="2410679" y="6031802"/>
              <a:ext cx="56482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527" name="tx526"/>
            <p:cNvSpPr/>
            <p:nvPr/>
          </p:nvSpPr>
          <p:spPr>
            <a:xfrm rot="-5400000">
              <a:off x="1029315" y="5262650"/>
              <a:ext cx="197510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528" name="tx527"/>
            <p:cNvSpPr/>
            <p:nvPr/>
          </p:nvSpPr>
          <p:spPr>
            <a:xfrm>
              <a:off x="1405201" y="4617278"/>
              <a:ext cx="89656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Above_PC2</a:t>
              </a:r>
            </a:p>
          </p:txBody>
        </p:sp>
        <p:sp>
          <p:nvSpPr>
            <p:cNvPr id="529" name="rc528"/>
            <p:cNvSpPr/>
            <p:nvPr/>
          </p:nvSpPr>
          <p:spPr>
            <a:xfrm>
              <a:off x="4262502" y="4793818"/>
              <a:ext cx="2575782" cy="102910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4417240" y="537036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4351510" y="531667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4357114" y="5359229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4358079" y="558432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4412110" y="555607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4401092" y="552464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4385009" y="518772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4445995" y="538560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4428740" y="554142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4454636" y="529752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5155242" y="574807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5108347" y="547507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5130214" y="532203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5160825" y="564823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5102210" y="541755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5133053" y="513925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5103209" y="544423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5150174" y="549234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5195344" y="530691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5169808" y="555744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5100671" y="526611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5167710" y="552890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5097183" y="524651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5153320" y="499417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5170458" y="518945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5194353" y="522532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5178255" y="531097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5148726" y="551527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5945484" y="5352104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5940952" y="539346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5890474" y="554236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5878668" y="522525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5940701" y="539500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5866057" y="524059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5872141" y="491303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5862712" y="543555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5928927" y="530870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5847809" y="481252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5917792" y="531294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5901728" y="539463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5928900" y="522345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5842798" y="517381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5845534" y="507646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5854979" y="546538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5873572" y="548842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5944212" y="563339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5851984" y="534548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5846657" y="528762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6683852" y="532000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6611666" y="541232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6685253" y="5466064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6628701" y="549229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6693131" y="535036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6657461" y="530361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6589434" y="546428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6692206" y="525527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6649193" y="551848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6653432" y="540794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6591825" y="535373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6611102" y="541552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6673662" y="538651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6651388" y="560451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6641284" y="540140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6588972" y="541435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6665301" y="532982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6670879" y="534991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6641369" y="561587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6683732" y="532570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6642676" y="524390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6589530" y="526428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6641700" y="548423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6654538" y="553553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2" name="pl601"/>
            <p:cNvSpPr/>
            <p:nvPr/>
          </p:nvSpPr>
          <p:spPr>
            <a:xfrm>
              <a:off x="4429235" y="5406004"/>
              <a:ext cx="2240453" cy="3498"/>
            </a:xfrm>
            <a:custGeom>
              <a:avLst/>
              <a:pathLst>
                <a:path w="2240453" h="3498">
                  <a:moveTo>
                    <a:pt x="0" y="0"/>
                  </a:moveTo>
                  <a:lnTo>
                    <a:pt x="143870" y="224"/>
                  </a:lnTo>
                  <a:lnTo>
                    <a:pt x="270773" y="422"/>
                  </a:lnTo>
                  <a:lnTo>
                    <a:pt x="384292" y="600"/>
                  </a:lnTo>
                  <a:lnTo>
                    <a:pt x="486982" y="760"/>
                  </a:lnTo>
                  <a:lnTo>
                    <a:pt x="580731" y="906"/>
                  </a:lnTo>
                  <a:lnTo>
                    <a:pt x="666971" y="1041"/>
                  </a:lnTo>
                  <a:lnTo>
                    <a:pt x="746817" y="1166"/>
                  </a:lnTo>
                  <a:lnTo>
                    <a:pt x="821152" y="1282"/>
                  </a:lnTo>
                  <a:lnTo>
                    <a:pt x="890688" y="1390"/>
                  </a:lnTo>
                  <a:lnTo>
                    <a:pt x="956007" y="1492"/>
                  </a:lnTo>
                  <a:lnTo>
                    <a:pt x="1017591" y="1589"/>
                  </a:lnTo>
                  <a:lnTo>
                    <a:pt x="1075845" y="1680"/>
                  </a:lnTo>
                  <a:lnTo>
                    <a:pt x="1131110" y="1766"/>
                  </a:lnTo>
                  <a:lnTo>
                    <a:pt x="1183678" y="1848"/>
                  </a:lnTo>
                  <a:lnTo>
                    <a:pt x="1233800" y="1926"/>
                  </a:lnTo>
                  <a:lnTo>
                    <a:pt x="1281694" y="2001"/>
                  </a:lnTo>
                  <a:lnTo>
                    <a:pt x="1327549" y="2073"/>
                  </a:lnTo>
                  <a:lnTo>
                    <a:pt x="1371532" y="2141"/>
                  </a:lnTo>
                  <a:lnTo>
                    <a:pt x="1413789" y="2207"/>
                  </a:lnTo>
                  <a:lnTo>
                    <a:pt x="1454452" y="2271"/>
                  </a:lnTo>
                  <a:lnTo>
                    <a:pt x="1493635" y="2332"/>
                  </a:lnTo>
                  <a:lnTo>
                    <a:pt x="1531444" y="2391"/>
                  </a:lnTo>
                  <a:lnTo>
                    <a:pt x="1567970" y="2448"/>
                  </a:lnTo>
                  <a:lnTo>
                    <a:pt x="1603299" y="2503"/>
                  </a:lnTo>
                  <a:lnTo>
                    <a:pt x="1637506" y="2557"/>
                  </a:lnTo>
                  <a:lnTo>
                    <a:pt x="1670660" y="2608"/>
                  </a:lnTo>
                  <a:lnTo>
                    <a:pt x="1702825" y="2659"/>
                  </a:lnTo>
                  <a:lnTo>
                    <a:pt x="1734057" y="2707"/>
                  </a:lnTo>
                  <a:lnTo>
                    <a:pt x="1764409" y="2755"/>
                  </a:lnTo>
                  <a:lnTo>
                    <a:pt x="1793930" y="2801"/>
                  </a:lnTo>
                  <a:lnTo>
                    <a:pt x="1822663" y="2846"/>
                  </a:lnTo>
                  <a:lnTo>
                    <a:pt x="1850650" y="2890"/>
                  </a:lnTo>
                  <a:lnTo>
                    <a:pt x="1877928" y="2932"/>
                  </a:lnTo>
                  <a:lnTo>
                    <a:pt x="1904532" y="2974"/>
                  </a:lnTo>
                  <a:lnTo>
                    <a:pt x="1930496" y="3014"/>
                  </a:lnTo>
                  <a:lnTo>
                    <a:pt x="1955848" y="3054"/>
                  </a:lnTo>
                  <a:lnTo>
                    <a:pt x="1980618" y="3093"/>
                  </a:lnTo>
                  <a:lnTo>
                    <a:pt x="2004831" y="3130"/>
                  </a:lnTo>
                  <a:lnTo>
                    <a:pt x="2028512" y="3167"/>
                  </a:lnTo>
                  <a:lnTo>
                    <a:pt x="2051683" y="3204"/>
                  </a:lnTo>
                  <a:lnTo>
                    <a:pt x="2074367" y="3239"/>
                  </a:lnTo>
                  <a:lnTo>
                    <a:pt x="2096582" y="3274"/>
                  </a:lnTo>
                  <a:lnTo>
                    <a:pt x="2118349" y="3308"/>
                  </a:lnTo>
                  <a:lnTo>
                    <a:pt x="2139685" y="3341"/>
                  </a:lnTo>
                  <a:lnTo>
                    <a:pt x="2160607" y="3374"/>
                  </a:lnTo>
                  <a:lnTo>
                    <a:pt x="2181130" y="3406"/>
                  </a:lnTo>
                  <a:lnTo>
                    <a:pt x="2201270" y="3437"/>
                  </a:lnTo>
                  <a:lnTo>
                    <a:pt x="2221040" y="3468"/>
                  </a:lnTo>
                  <a:lnTo>
                    <a:pt x="2240453" y="3498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3" name="pl602"/>
            <p:cNvSpPr/>
            <p:nvPr/>
          </p:nvSpPr>
          <p:spPr>
            <a:xfrm>
              <a:off x="4429235" y="5247253"/>
              <a:ext cx="2240453" cy="74115"/>
            </a:xfrm>
            <a:custGeom>
              <a:avLst/>
              <a:pathLst>
                <a:path w="2240453" h="74115">
                  <a:moveTo>
                    <a:pt x="0" y="0"/>
                  </a:moveTo>
                  <a:lnTo>
                    <a:pt x="143870" y="4759"/>
                  </a:lnTo>
                  <a:lnTo>
                    <a:pt x="270773" y="8957"/>
                  </a:lnTo>
                  <a:lnTo>
                    <a:pt x="384292" y="12712"/>
                  </a:lnTo>
                  <a:lnTo>
                    <a:pt x="486982" y="16109"/>
                  </a:lnTo>
                  <a:lnTo>
                    <a:pt x="580731" y="19210"/>
                  </a:lnTo>
                  <a:lnTo>
                    <a:pt x="666971" y="22063"/>
                  </a:lnTo>
                  <a:lnTo>
                    <a:pt x="746817" y="24705"/>
                  </a:lnTo>
                  <a:lnTo>
                    <a:pt x="821152" y="27164"/>
                  </a:lnTo>
                  <a:lnTo>
                    <a:pt x="890688" y="29464"/>
                  </a:lnTo>
                  <a:lnTo>
                    <a:pt x="956007" y="31625"/>
                  </a:lnTo>
                  <a:lnTo>
                    <a:pt x="1017591" y="33662"/>
                  </a:lnTo>
                  <a:lnTo>
                    <a:pt x="1075845" y="35589"/>
                  </a:lnTo>
                  <a:lnTo>
                    <a:pt x="1131110" y="37417"/>
                  </a:lnTo>
                  <a:lnTo>
                    <a:pt x="1183678" y="39156"/>
                  </a:lnTo>
                  <a:lnTo>
                    <a:pt x="1233800" y="40814"/>
                  </a:lnTo>
                  <a:lnTo>
                    <a:pt x="1281694" y="42399"/>
                  </a:lnTo>
                  <a:lnTo>
                    <a:pt x="1327549" y="43916"/>
                  </a:lnTo>
                  <a:lnTo>
                    <a:pt x="1371532" y="45371"/>
                  </a:lnTo>
                  <a:lnTo>
                    <a:pt x="1413789" y="46769"/>
                  </a:lnTo>
                  <a:lnTo>
                    <a:pt x="1454452" y="48114"/>
                  </a:lnTo>
                  <a:lnTo>
                    <a:pt x="1493635" y="49410"/>
                  </a:lnTo>
                  <a:lnTo>
                    <a:pt x="1531444" y="50661"/>
                  </a:lnTo>
                  <a:lnTo>
                    <a:pt x="1567970" y="51869"/>
                  </a:lnTo>
                  <a:lnTo>
                    <a:pt x="1603299" y="53038"/>
                  </a:lnTo>
                  <a:lnTo>
                    <a:pt x="1637506" y="54169"/>
                  </a:lnTo>
                  <a:lnTo>
                    <a:pt x="1670660" y="55266"/>
                  </a:lnTo>
                  <a:lnTo>
                    <a:pt x="1702825" y="56330"/>
                  </a:lnTo>
                  <a:lnTo>
                    <a:pt x="1734057" y="57363"/>
                  </a:lnTo>
                  <a:lnTo>
                    <a:pt x="1764409" y="58367"/>
                  </a:lnTo>
                  <a:lnTo>
                    <a:pt x="1793930" y="59344"/>
                  </a:lnTo>
                  <a:lnTo>
                    <a:pt x="1822663" y="60294"/>
                  </a:lnTo>
                  <a:lnTo>
                    <a:pt x="1850650" y="61220"/>
                  </a:lnTo>
                  <a:lnTo>
                    <a:pt x="1877928" y="62123"/>
                  </a:lnTo>
                  <a:lnTo>
                    <a:pt x="1904532" y="63003"/>
                  </a:lnTo>
                  <a:lnTo>
                    <a:pt x="1930496" y="63862"/>
                  </a:lnTo>
                  <a:lnTo>
                    <a:pt x="1955848" y="64700"/>
                  </a:lnTo>
                  <a:lnTo>
                    <a:pt x="1980618" y="65520"/>
                  </a:lnTo>
                  <a:lnTo>
                    <a:pt x="2004831" y="66321"/>
                  </a:lnTo>
                  <a:lnTo>
                    <a:pt x="2028512" y="67104"/>
                  </a:lnTo>
                  <a:lnTo>
                    <a:pt x="2051683" y="67871"/>
                  </a:lnTo>
                  <a:lnTo>
                    <a:pt x="2074367" y="68621"/>
                  </a:lnTo>
                  <a:lnTo>
                    <a:pt x="2096582" y="69356"/>
                  </a:lnTo>
                  <a:lnTo>
                    <a:pt x="2118349" y="70076"/>
                  </a:lnTo>
                  <a:lnTo>
                    <a:pt x="2139685" y="70782"/>
                  </a:lnTo>
                  <a:lnTo>
                    <a:pt x="2160607" y="71474"/>
                  </a:lnTo>
                  <a:lnTo>
                    <a:pt x="2181130" y="72153"/>
                  </a:lnTo>
                  <a:lnTo>
                    <a:pt x="2201270" y="72819"/>
                  </a:lnTo>
                  <a:lnTo>
                    <a:pt x="2221040" y="73473"/>
                  </a:lnTo>
                  <a:lnTo>
                    <a:pt x="2240453" y="74115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4" name="pl603"/>
            <p:cNvSpPr/>
            <p:nvPr/>
          </p:nvSpPr>
          <p:spPr>
            <a:xfrm>
              <a:off x="4429235" y="5371016"/>
              <a:ext cx="2240453" cy="89569"/>
            </a:xfrm>
            <a:custGeom>
              <a:avLst/>
              <a:pathLst>
                <a:path w="2240453" h="89569">
                  <a:moveTo>
                    <a:pt x="0" y="0"/>
                  </a:moveTo>
                  <a:lnTo>
                    <a:pt x="143870" y="5751"/>
                  </a:lnTo>
                  <a:lnTo>
                    <a:pt x="270773" y="10825"/>
                  </a:lnTo>
                  <a:lnTo>
                    <a:pt x="384292" y="15363"/>
                  </a:lnTo>
                  <a:lnTo>
                    <a:pt x="486982" y="19468"/>
                  </a:lnTo>
                  <a:lnTo>
                    <a:pt x="580731" y="23216"/>
                  </a:lnTo>
                  <a:lnTo>
                    <a:pt x="666971" y="26664"/>
                  </a:lnTo>
                  <a:lnTo>
                    <a:pt x="746817" y="29856"/>
                  </a:lnTo>
                  <a:lnTo>
                    <a:pt x="821152" y="32828"/>
                  </a:lnTo>
                  <a:lnTo>
                    <a:pt x="890688" y="35608"/>
                  </a:lnTo>
                  <a:lnTo>
                    <a:pt x="956007" y="38219"/>
                  </a:lnTo>
                  <a:lnTo>
                    <a:pt x="1017591" y="40681"/>
                  </a:lnTo>
                  <a:lnTo>
                    <a:pt x="1075845" y="43010"/>
                  </a:lnTo>
                  <a:lnTo>
                    <a:pt x="1131110" y="45219"/>
                  </a:lnTo>
                  <a:lnTo>
                    <a:pt x="1183678" y="47321"/>
                  </a:lnTo>
                  <a:lnTo>
                    <a:pt x="1233800" y="49325"/>
                  </a:lnTo>
                  <a:lnTo>
                    <a:pt x="1281694" y="51239"/>
                  </a:lnTo>
                  <a:lnTo>
                    <a:pt x="1327549" y="53073"/>
                  </a:lnTo>
                  <a:lnTo>
                    <a:pt x="1371532" y="54831"/>
                  </a:lnTo>
                  <a:lnTo>
                    <a:pt x="1413789" y="56520"/>
                  </a:lnTo>
                  <a:lnTo>
                    <a:pt x="1454452" y="58146"/>
                  </a:lnTo>
                  <a:lnTo>
                    <a:pt x="1493635" y="59713"/>
                  </a:lnTo>
                  <a:lnTo>
                    <a:pt x="1531444" y="61224"/>
                  </a:lnTo>
                  <a:lnTo>
                    <a:pt x="1567970" y="62684"/>
                  </a:lnTo>
                  <a:lnTo>
                    <a:pt x="1603299" y="64097"/>
                  </a:lnTo>
                  <a:lnTo>
                    <a:pt x="1637506" y="65464"/>
                  </a:lnTo>
                  <a:lnTo>
                    <a:pt x="1670660" y="66790"/>
                  </a:lnTo>
                  <a:lnTo>
                    <a:pt x="1702825" y="68076"/>
                  </a:lnTo>
                  <a:lnTo>
                    <a:pt x="1734057" y="69324"/>
                  </a:lnTo>
                  <a:lnTo>
                    <a:pt x="1764409" y="70538"/>
                  </a:lnTo>
                  <a:lnTo>
                    <a:pt x="1793930" y="71718"/>
                  </a:lnTo>
                  <a:lnTo>
                    <a:pt x="1822663" y="72867"/>
                  </a:lnTo>
                  <a:lnTo>
                    <a:pt x="1850650" y="73985"/>
                  </a:lnTo>
                  <a:lnTo>
                    <a:pt x="1877928" y="75076"/>
                  </a:lnTo>
                  <a:lnTo>
                    <a:pt x="1904532" y="76140"/>
                  </a:lnTo>
                  <a:lnTo>
                    <a:pt x="1930496" y="77178"/>
                  </a:lnTo>
                  <a:lnTo>
                    <a:pt x="1955848" y="78191"/>
                  </a:lnTo>
                  <a:lnTo>
                    <a:pt x="1980618" y="79181"/>
                  </a:lnTo>
                  <a:lnTo>
                    <a:pt x="2004831" y="80149"/>
                  </a:lnTo>
                  <a:lnTo>
                    <a:pt x="2028512" y="81096"/>
                  </a:lnTo>
                  <a:lnTo>
                    <a:pt x="2051683" y="82022"/>
                  </a:lnTo>
                  <a:lnTo>
                    <a:pt x="2074367" y="82929"/>
                  </a:lnTo>
                  <a:lnTo>
                    <a:pt x="2096582" y="83817"/>
                  </a:lnTo>
                  <a:lnTo>
                    <a:pt x="2118349" y="84688"/>
                  </a:lnTo>
                  <a:lnTo>
                    <a:pt x="2139685" y="85541"/>
                  </a:lnTo>
                  <a:lnTo>
                    <a:pt x="2160607" y="86377"/>
                  </a:lnTo>
                  <a:lnTo>
                    <a:pt x="2181130" y="87197"/>
                  </a:lnTo>
                  <a:lnTo>
                    <a:pt x="2201270" y="88003"/>
                  </a:lnTo>
                  <a:lnTo>
                    <a:pt x="2221040" y="88793"/>
                  </a:lnTo>
                  <a:lnTo>
                    <a:pt x="2240453" y="89569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5" name="pl604"/>
            <p:cNvSpPr/>
            <p:nvPr/>
          </p:nvSpPr>
          <p:spPr>
            <a:xfrm>
              <a:off x="4429235" y="5486897"/>
              <a:ext cx="2240453" cy="81732"/>
            </a:xfrm>
            <a:custGeom>
              <a:avLst/>
              <a:pathLst>
                <a:path w="2240453" h="81732">
                  <a:moveTo>
                    <a:pt x="0" y="0"/>
                  </a:moveTo>
                  <a:lnTo>
                    <a:pt x="143870" y="5248"/>
                  </a:lnTo>
                  <a:lnTo>
                    <a:pt x="270773" y="9877"/>
                  </a:lnTo>
                  <a:lnTo>
                    <a:pt x="384292" y="14019"/>
                  </a:lnTo>
                  <a:lnTo>
                    <a:pt x="486982" y="17765"/>
                  </a:lnTo>
                  <a:lnTo>
                    <a:pt x="580731" y="21185"/>
                  </a:lnTo>
                  <a:lnTo>
                    <a:pt x="666971" y="24331"/>
                  </a:lnTo>
                  <a:lnTo>
                    <a:pt x="746817" y="27244"/>
                  </a:lnTo>
                  <a:lnTo>
                    <a:pt x="821152" y="29955"/>
                  </a:lnTo>
                  <a:lnTo>
                    <a:pt x="890688" y="32492"/>
                  </a:lnTo>
                  <a:lnTo>
                    <a:pt x="956007" y="34875"/>
                  </a:lnTo>
                  <a:lnTo>
                    <a:pt x="1017591" y="37121"/>
                  </a:lnTo>
                  <a:lnTo>
                    <a:pt x="1075845" y="39247"/>
                  </a:lnTo>
                  <a:lnTo>
                    <a:pt x="1131110" y="41263"/>
                  </a:lnTo>
                  <a:lnTo>
                    <a:pt x="1183678" y="43180"/>
                  </a:lnTo>
                  <a:lnTo>
                    <a:pt x="1233800" y="45009"/>
                  </a:lnTo>
                  <a:lnTo>
                    <a:pt x="1281694" y="46756"/>
                  </a:lnTo>
                  <a:lnTo>
                    <a:pt x="1327549" y="48429"/>
                  </a:lnTo>
                  <a:lnTo>
                    <a:pt x="1371532" y="50033"/>
                  </a:lnTo>
                  <a:lnTo>
                    <a:pt x="1413789" y="51575"/>
                  </a:lnTo>
                  <a:lnTo>
                    <a:pt x="1454452" y="53058"/>
                  </a:lnTo>
                  <a:lnTo>
                    <a:pt x="1493635" y="54488"/>
                  </a:lnTo>
                  <a:lnTo>
                    <a:pt x="1531444" y="55867"/>
                  </a:lnTo>
                  <a:lnTo>
                    <a:pt x="1567970" y="57199"/>
                  </a:lnTo>
                  <a:lnTo>
                    <a:pt x="1603299" y="58488"/>
                  </a:lnTo>
                  <a:lnTo>
                    <a:pt x="1637506" y="59736"/>
                  </a:lnTo>
                  <a:lnTo>
                    <a:pt x="1670660" y="60946"/>
                  </a:lnTo>
                  <a:lnTo>
                    <a:pt x="1702825" y="62119"/>
                  </a:lnTo>
                  <a:lnTo>
                    <a:pt x="1734057" y="63258"/>
                  </a:lnTo>
                  <a:lnTo>
                    <a:pt x="1764409" y="64366"/>
                  </a:lnTo>
                  <a:lnTo>
                    <a:pt x="1793930" y="65442"/>
                  </a:lnTo>
                  <a:lnTo>
                    <a:pt x="1822663" y="66491"/>
                  </a:lnTo>
                  <a:lnTo>
                    <a:pt x="1850650" y="67512"/>
                  </a:lnTo>
                  <a:lnTo>
                    <a:pt x="1877928" y="68507"/>
                  </a:lnTo>
                  <a:lnTo>
                    <a:pt x="1904532" y="69477"/>
                  </a:lnTo>
                  <a:lnTo>
                    <a:pt x="1930496" y="70424"/>
                  </a:lnTo>
                  <a:lnTo>
                    <a:pt x="1955848" y="71349"/>
                  </a:lnTo>
                  <a:lnTo>
                    <a:pt x="1980618" y="72253"/>
                  </a:lnTo>
                  <a:lnTo>
                    <a:pt x="2004831" y="73136"/>
                  </a:lnTo>
                  <a:lnTo>
                    <a:pt x="2028512" y="74000"/>
                  </a:lnTo>
                  <a:lnTo>
                    <a:pt x="2051683" y="74845"/>
                  </a:lnTo>
                  <a:lnTo>
                    <a:pt x="2074367" y="75673"/>
                  </a:lnTo>
                  <a:lnTo>
                    <a:pt x="2096582" y="76483"/>
                  </a:lnTo>
                  <a:lnTo>
                    <a:pt x="2118349" y="77277"/>
                  </a:lnTo>
                  <a:lnTo>
                    <a:pt x="2139685" y="78056"/>
                  </a:lnTo>
                  <a:lnTo>
                    <a:pt x="2160607" y="78819"/>
                  </a:lnTo>
                  <a:lnTo>
                    <a:pt x="2181130" y="79568"/>
                  </a:lnTo>
                  <a:lnTo>
                    <a:pt x="2201270" y="80302"/>
                  </a:lnTo>
                  <a:lnTo>
                    <a:pt x="2221040" y="81024"/>
                  </a:lnTo>
                  <a:lnTo>
                    <a:pt x="2240453" y="81732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6" name="pl605"/>
            <p:cNvSpPr/>
            <p:nvPr/>
          </p:nvSpPr>
          <p:spPr>
            <a:xfrm>
              <a:off x="4429235" y="5376744"/>
              <a:ext cx="2240453" cy="28120"/>
            </a:xfrm>
            <a:custGeom>
              <a:avLst/>
              <a:pathLst>
                <a:path w="2240453" h="28120">
                  <a:moveTo>
                    <a:pt x="0" y="0"/>
                  </a:moveTo>
                  <a:lnTo>
                    <a:pt x="143870" y="1805"/>
                  </a:lnTo>
                  <a:lnTo>
                    <a:pt x="270773" y="3398"/>
                  </a:lnTo>
                  <a:lnTo>
                    <a:pt x="384292" y="4823"/>
                  </a:lnTo>
                  <a:lnTo>
                    <a:pt x="486982" y="6112"/>
                  </a:lnTo>
                  <a:lnTo>
                    <a:pt x="580731" y="7288"/>
                  </a:lnTo>
                  <a:lnTo>
                    <a:pt x="666971" y="8371"/>
                  </a:lnTo>
                  <a:lnTo>
                    <a:pt x="746817" y="9373"/>
                  </a:lnTo>
                  <a:lnTo>
                    <a:pt x="821152" y="10306"/>
                  </a:lnTo>
                  <a:lnTo>
                    <a:pt x="890688" y="11179"/>
                  </a:lnTo>
                  <a:lnTo>
                    <a:pt x="956007" y="11999"/>
                  </a:lnTo>
                  <a:lnTo>
                    <a:pt x="1017591" y="12772"/>
                  </a:lnTo>
                  <a:lnTo>
                    <a:pt x="1075845" y="13503"/>
                  </a:lnTo>
                  <a:lnTo>
                    <a:pt x="1131110" y="14196"/>
                  </a:lnTo>
                  <a:lnTo>
                    <a:pt x="1183678" y="14856"/>
                  </a:lnTo>
                  <a:lnTo>
                    <a:pt x="1233800" y="15485"/>
                  </a:lnTo>
                  <a:lnTo>
                    <a:pt x="1281694" y="16086"/>
                  </a:lnTo>
                  <a:lnTo>
                    <a:pt x="1327549" y="16662"/>
                  </a:lnTo>
                  <a:lnTo>
                    <a:pt x="1371532" y="17214"/>
                  </a:lnTo>
                  <a:lnTo>
                    <a:pt x="1413789" y="17744"/>
                  </a:lnTo>
                  <a:lnTo>
                    <a:pt x="1454452" y="18255"/>
                  </a:lnTo>
                  <a:lnTo>
                    <a:pt x="1493635" y="18747"/>
                  </a:lnTo>
                  <a:lnTo>
                    <a:pt x="1531444" y="19221"/>
                  </a:lnTo>
                  <a:lnTo>
                    <a:pt x="1567970" y="19680"/>
                  </a:lnTo>
                  <a:lnTo>
                    <a:pt x="1603299" y="20123"/>
                  </a:lnTo>
                  <a:lnTo>
                    <a:pt x="1637506" y="20552"/>
                  </a:lnTo>
                  <a:lnTo>
                    <a:pt x="1670660" y="20969"/>
                  </a:lnTo>
                  <a:lnTo>
                    <a:pt x="1702825" y="21372"/>
                  </a:lnTo>
                  <a:lnTo>
                    <a:pt x="1734057" y="21764"/>
                  </a:lnTo>
                  <a:lnTo>
                    <a:pt x="1764409" y="22145"/>
                  </a:lnTo>
                  <a:lnTo>
                    <a:pt x="1793930" y="22516"/>
                  </a:lnTo>
                  <a:lnTo>
                    <a:pt x="1822663" y="22876"/>
                  </a:lnTo>
                  <a:lnTo>
                    <a:pt x="1850650" y="23228"/>
                  </a:lnTo>
                  <a:lnTo>
                    <a:pt x="1877928" y="23570"/>
                  </a:lnTo>
                  <a:lnTo>
                    <a:pt x="1904532" y="23904"/>
                  </a:lnTo>
                  <a:lnTo>
                    <a:pt x="1930496" y="24230"/>
                  </a:lnTo>
                  <a:lnTo>
                    <a:pt x="1955848" y="24548"/>
                  </a:lnTo>
                  <a:lnTo>
                    <a:pt x="1980618" y="24859"/>
                  </a:lnTo>
                  <a:lnTo>
                    <a:pt x="2004831" y="25163"/>
                  </a:lnTo>
                  <a:lnTo>
                    <a:pt x="2028512" y="25460"/>
                  </a:lnTo>
                  <a:lnTo>
                    <a:pt x="2051683" y="25751"/>
                  </a:lnTo>
                  <a:lnTo>
                    <a:pt x="2074367" y="26036"/>
                  </a:lnTo>
                  <a:lnTo>
                    <a:pt x="2096582" y="26314"/>
                  </a:lnTo>
                  <a:lnTo>
                    <a:pt x="2118349" y="26588"/>
                  </a:lnTo>
                  <a:lnTo>
                    <a:pt x="2139685" y="26855"/>
                  </a:lnTo>
                  <a:lnTo>
                    <a:pt x="2160607" y="27118"/>
                  </a:lnTo>
                  <a:lnTo>
                    <a:pt x="2181130" y="27376"/>
                  </a:lnTo>
                  <a:lnTo>
                    <a:pt x="2201270" y="27628"/>
                  </a:lnTo>
                  <a:lnTo>
                    <a:pt x="2221040" y="27877"/>
                  </a:lnTo>
                  <a:lnTo>
                    <a:pt x="2240453" y="2812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7" name="pl606"/>
            <p:cNvSpPr/>
            <p:nvPr/>
          </p:nvSpPr>
          <p:spPr>
            <a:xfrm>
              <a:off x="4429235" y="5319000"/>
              <a:ext cx="2240453" cy="129456"/>
            </a:xfrm>
            <a:custGeom>
              <a:avLst/>
              <a:pathLst>
                <a:path w="2240453" h="129456">
                  <a:moveTo>
                    <a:pt x="0" y="129456"/>
                  </a:moveTo>
                  <a:lnTo>
                    <a:pt x="143870" y="121143"/>
                  </a:lnTo>
                  <a:lnTo>
                    <a:pt x="270773" y="113810"/>
                  </a:lnTo>
                  <a:lnTo>
                    <a:pt x="384292" y="107251"/>
                  </a:lnTo>
                  <a:lnTo>
                    <a:pt x="486982" y="101317"/>
                  </a:lnTo>
                  <a:lnTo>
                    <a:pt x="580731" y="95900"/>
                  </a:lnTo>
                  <a:lnTo>
                    <a:pt x="666971" y="90917"/>
                  </a:lnTo>
                  <a:lnTo>
                    <a:pt x="746817" y="86304"/>
                  </a:lnTo>
                  <a:lnTo>
                    <a:pt x="821152" y="82008"/>
                  </a:lnTo>
                  <a:lnTo>
                    <a:pt x="890688" y="77991"/>
                  </a:lnTo>
                  <a:lnTo>
                    <a:pt x="956007" y="74216"/>
                  </a:lnTo>
                  <a:lnTo>
                    <a:pt x="1017591" y="70658"/>
                  </a:lnTo>
                  <a:lnTo>
                    <a:pt x="1075845" y="67292"/>
                  </a:lnTo>
                  <a:lnTo>
                    <a:pt x="1131110" y="64099"/>
                  </a:lnTo>
                  <a:lnTo>
                    <a:pt x="1183678" y="61061"/>
                  </a:lnTo>
                  <a:lnTo>
                    <a:pt x="1233800" y="58165"/>
                  </a:lnTo>
                  <a:lnTo>
                    <a:pt x="1281694" y="55398"/>
                  </a:lnTo>
                  <a:lnTo>
                    <a:pt x="1327549" y="52748"/>
                  </a:lnTo>
                  <a:lnTo>
                    <a:pt x="1371532" y="50207"/>
                  </a:lnTo>
                  <a:lnTo>
                    <a:pt x="1413789" y="47765"/>
                  </a:lnTo>
                  <a:lnTo>
                    <a:pt x="1454452" y="45416"/>
                  </a:lnTo>
                  <a:lnTo>
                    <a:pt x="1493635" y="43152"/>
                  </a:lnTo>
                  <a:lnTo>
                    <a:pt x="1531444" y="40967"/>
                  </a:lnTo>
                  <a:lnTo>
                    <a:pt x="1567970" y="38856"/>
                  </a:lnTo>
                  <a:lnTo>
                    <a:pt x="1603299" y="36815"/>
                  </a:lnTo>
                  <a:lnTo>
                    <a:pt x="1637506" y="34838"/>
                  </a:lnTo>
                  <a:lnTo>
                    <a:pt x="1670660" y="32923"/>
                  </a:lnTo>
                  <a:lnTo>
                    <a:pt x="1702825" y="31064"/>
                  </a:lnTo>
                  <a:lnTo>
                    <a:pt x="1734057" y="29260"/>
                  </a:lnTo>
                  <a:lnTo>
                    <a:pt x="1764409" y="27506"/>
                  </a:lnTo>
                  <a:lnTo>
                    <a:pt x="1793930" y="25800"/>
                  </a:lnTo>
                  <a:lnTo>
                    <a:pt x="1822663" y="24140"/>
                  </a:lnTo>
                  <a:lnTo>
                    <a:pt x="1850650" y="22523"/>
                  </a:lnTo>
                  <a:lnTo>
                    <a:pt x="1877928" y="20947"/>
                  </a:lnTo>
                  <a:lnTo>
                    <a:pt x="1904532" y="19409"/>
                  </a:lnTo>
                  <a:lnTo>
                    <a:pt x="1930496" y="17909"/>
                  </a:lnTo>
                  <a:lnTo>
                    <a:pt x="1955848" y="16444"/>
                  </a:lnTo>
                  <a:lnTo>
                    <a:pt x="1980618" y="15013"/>
                  </a:lnTo>
                  <a:lnTo>
                    <a:pt x="2004831" y="13614"/>
                  </a:lnTo>
                  <a:lnTo>
                    <a:pt x="2028512" y="12246"/>
                  </a:lnTo>
                  <a:lnTo>
                    <a:pt x="2051683" y="10907"/>
                  </a:lnTo>
                  <a:lnTo>
                    <a:pt x="2074367" y="9596"/>
                  </a:lnTo>
                  <a:lnTo>
                    <a:pt x="2096582" y="8313"/>
                  </a:lnTo>
                  <a:lnTo>
                    <a:pt x="2118349" y="7055"/>
                  </a:lnTo>
                  <a:lnTo>
                    <a:pt x="2139685" y="5822"/>
                  </a:lnTo>
                  <a:lnTo>
                    <a:pt x="2160607" y="4613"/>
                  </a:lnTo>
                  <a:lnTo>
                    <a:pt x="2181130" y="3427"/>
                  </a:lnTo>
                  <a:lnTo>
                    <a:pt x="2201270" y="2264"/>
                  </a:lnTo>
                  <a:lnTo>
                    <a:pt x="2221040" y="1121"/>
                  </a:lnTo>
                  <a:lnTo>
                    <a:pt x="2240453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8" name="pl607"/>
            <p:cNvSpPr/>
            <p:nvPr/>
          </p:nvSpPr>
          <p:spPr>
            <a:xfrm>
              <a:off x="4429235" y="5133633"/>
              <a:ext cx="2240453" cy="157376"/>
            </a:xfrm>
            <a:custGeom>
              <a:avLst/>
              <a:pathLst>
                <a:path w="2240453" h="157376">
                  <a:moveTo>
                    <a:pt x="0" y="0"/>
                  </a:moveTo>
                  <a:lnTo>
                    <a:pt x="143870" y="10105"/>
                  </a:lnTo>
                  <a:lnTo>
                    <a:pt x="270773" y="19020"/>
                  </a:lnTo>
                  <a:lnTo>
                    <a:pt x="384292" y="26993"/>
                  </a:lnTo>
                  <a:lnTo>
                    <a:pt x="486982" y="34207"/>
                  </a:lnTo>
                  <a:lnTo>
                    <a:pt x="580731" y="40792"/>
                  </a:lnTo>
                  <a:lnTo>
                    <a:pt x="666971" y="46850"/>
                  </a:lnTo>
                  <a:lnTo>
                    <a:pt x="746817" y="52458"/>
                  </a:lnTo>
                  <a:lnTo>
                    <a:pt x="821152" y="57680"/>
                  </a:lnTo>
                  <a:lnTo>
                    <a:pt x="890688" y="62564"/>
                  </a:lnTo>
                  <a:lnTo>
                    <a:pt x="956007" y="67152"/>
                  </a:lnTo>
                  <a:lnTo>
                    <a:pt x="1017591" y="71478"/>
                  </a:lnTo>
                  <a:lnTo>
                    <a:pt x="1075845" y="75570"/>
                  </a:lnTo>
                  <a:lnTo>
                    <a:pt x="1131110" y="79452"/>
                  </a:lnTo>
                  <a:lnTo>
                    <a:pt x="1183678" y="83145"/>
                  </a:lnTo>
                  <a:lnTo>
                    <a:pt x="1233800" y="86666"/>
                  </a:lnTo>
                  <a:lnTo>
                    <a:pt x="1281694" y="90030"/>
                  </a:lnTo>
                  <a:lnTo>
                    <a:pt x="1327549" y="93251"/>
                  </a:lnTo>
                  <a:lnTo>
                    <a:pt x="1371532" y="96340"/>
                  </a:lnTo>
                  <a:lnTo>
                    <a:pt x="1413789" y="99309"/>
                  </a:lnTo>
                  <a:lnTo>
                    <a:pt x="1454452" y="102165"/>
                  </a:lnTo>
                  <a:lnTo>
                    <a:pt x="1493635" y="104917"/>
                  </a:lnTo>
                  <a:lnTo>
                    <a:pt x="1531444" y="107573"/>
                  </a:lnTo>
                  <a:lnTo>
                    <a:pt x="1567970" y="110139"/>
                  </a:lnTo>
                  <a:lnTo>
                    <a:pt x="1603299" y="112620"/>
                  </a:lnTo>
                  <a:lnTo>
                    <a:pt x="1637506" y="115023"/>
                  </a:lnTo>
                  <a:lnTo>
                    <a:pt x="1670660" y="117352"/>
                  </a:lnTo>
                  <a:lnTo>
                    <a:pt x="1702825" y="119611"/>
                  </a:lnTo>
                  <a:lnTo>
                    <a:pt x="1734057" y="121805"/>
                  </a:lnTo>
                  <a:lnTo>
                    <a:pt x="1764409" y="123937"/>
                  </a:lnTo>
                  <a:lnTo>
                    <a:pt x="1793930" y="126011"/>
                  </a:lnTo>
                  <a:lnTo>
                    <a:pt x="1822663" y="128029"/>
                  </a:lnTo>
                  <a:lnTo>
                    <a:pt x="1850650" y="129995"/>
                  </a:lnTo>
                  <a:lnTo>
                    <a:pt x="1877928" y="131911"/>
                  </a:lnTo>
                  <a:lnTo>
                    <a:pt x="1904532" y="133780"/>
                  </a:lnTo>
                  <a:lnTo>
                    <a:pt x="1930496" y="135604"/>
                  </a:lnTo>
                  <a:lnTo>
                    <a:pt x="1955848" y="137385"/>
                  </a:lnTo>
                  <a:lnTo>
                    <a:pt x="1980618" y="139124"/>
                  </a:lnTo>
                  <a:lnTo>
                    <a:pt x="2004831" y="140825"/>
                  </a:lnTo>
                  <a:lnTo>
                    <a:pt x="2028512" y="142489"/>
                  </a:lnTo>
                  <a:lnTo>
                    <a:pt x="2051683" y="144116"/>
                  </a:lnTo>
                  <a:lnTo>
                    <a:pt x="2074367" y="145710"/>
                  </a:lnTo>
                  <a:lnTo>
                    <a:pt x="2096582" y="147270"/>
                  </a:lnTo>
                  <a:lnTo>
                    <a:pt x="2118349" y="148799"/>
                  </a:lnTo>
                  <a:lnTo>
                    <a:pt x="2139685" y="150298"/>
                  </a:lnTo>
                  <a:lnTo>
                    <a:pt x="2160607" y="151767"/>
                  </a:lnTo>
                  <a:lnTo>
                    <a:pt x="2181130" y="153209"/>
                  </a:lnTo>
                  <a:lnTo>
                    <a:pt x="2201270" y="154624"/>
                  </a:lnTo>
                  <a:lnTo>
                    <a:pt x="2221040" y="156012"/>
                  </a:lnTo>
                  <a:lnTo>
                    <a:pt x="2240453" y="157376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9" name="pl608"/>
            <p:cNvSpPr/>
            <p:nvPr/>
          </p:nvSpPr>
          <p:spPr>
            <a:xfrm>
              <a:off x="4429235" y="5533614"/>
              <a:ext cx="2240453" cy="32349"/>
            </a:xfrm>
            <a:custGeom>
              <a:avLst/>
              <a:pathLst>
                <a:path w="2240453" h="32349">
                  <a:moveTo>
                    <a:pt x="0" y="32349"/>
                  </a:moveTo>
                  <a:lnTo>
                    <a:pt x="143870" y="30271"/>
                  </a:lnTo>
                  <a:lnTo>
                    <a:pt x="270773" y="28439"/>
                  </a:lnTo>
                  <a:lnTo>
                    <a:pt x="384292" y="26800"/>
                  </a:lnTo>
                  <a:lnTo>
                    <a:pt x="486982" y="25317"/>
                  </a:lnTo>
                  <a:lnTo>
                    <a:pt x="580731" y="23964"/>
                  </a:lnTo>
                  <a:lnTo>
                    <a:pt x="666971" y="22718"/>
                  </a:lnTo>
                  <a:lnTo>
                    <a:pt x="746817" y="21566"/>
                  </a:lnTo>
                  <a:lnTo>
                    <a:pt x="821152" y="20492"/>
                  </a:lnTo>
                  <a:lnTo>
                    <a:pt x="890688" y="19488"/>
                  </a:lnTo>
                  <a:lnTo>
                    <a:pt x="956007" y="18545"/>
                  </a:lnTo>
                  <a:lnTo>
                    <a:pt x="1017591" y="17656"/>
                  </a:lnTo>
                  <a:lnTo>
                    <a:pt x="1075845" y="16815"/>
                  </a:lnTo>
                  <a:lnTo>
                    <a:pt x="1131110" y="16017"/>
                  </a:lnTo>
                  <a:lnTo>
                    <a:pt x="1183678" y="15258"/>
                  </a:lnTo>
                  <a:lnTo>
                    <a:pt x="1233800" y="14534"/>
                  </a:lnTo>
                  <a:lnTo>
                    <a:pt x="1281694" y="13843"/>
                  </a:lnTo>
                  <a:lnTo>
                    <a:pt x="1327549" y="13181"/>
                  </a:lnTo>
                  <a:lnTo>
                    <a:pt x="1371532" y="12546"/>
                  </a:lnTo>
                  <a:lnTo>
                    <a:pt x="1413789" y="11935"/>
                  </a:lnTo>
                  <a:lnTo>
                    <a:pt x="1454452" y="11348"/>
                  </a:lnTo>
                  <a:lnTo>
                    <a:pt x="1493635" y="10783"/>
                  </a:lnTo>
                  <a:lnTo>
                    <a:pt x="1531444" y="10237"/>
                  </a:lnTo>
                  <a:lnTo>
                    <a:pt x="1567970" y="9709"/>
                  </a:lnTo>
                  <a:lnTo>
                    <a:pt x="1603299" y="9199"/>
                  </a:lnTo>
                  <a:lnTo>
                    <a:pt x="1637506" y="8705"/>
                  </a:lnTo>
                  <a:lnTo>
                    <a:pt x="1670660" y="8227"/>
                  </a:lnTo>
                  <a:lnTo>
                    <a:pt x="1702825" y="7762"/>
                  </a:lnTo>
                  <a:lnTo>
                    <a:pt x="1734057" y="7311"/>
                  </a:lnTo>
                  <a:lnTo>
                    <a:pt x="1764409" y="6873"/>
                  </a:lnTo>
                  <a:lnTo>
                    <a:pt x="1793930" y="6447"/>
                  </a:lnTo>
                  <a:lnTo>
                    <a:pt x="1822663" y="6032"/>
                  </a:lnTo>
                  <a:lnTo>
                    <a:pt x="1850650" y="5628"/>
                  </a:lnTo>
                  <a:lnTo>
                    <a:pt x="1877928" y="5234"/>
                  </a:lnTo>
                  <a:lnTo>
                    <a:pt x="1904532" y="4850"/>
                  </a:lnTo>
                  <a:lnTo>
                    <a:pt x="1930496" y="4475"/>
                  </a:lnTo>
                  <a:lnTo>
                    <a:pt x="1955848" y="4109"/>
                  </a:lnTo>
                  <a:lnTo>
                    <a:pt x="1980618" y="3751"/>
                  </a:lnTo>
                  <a:lnTo>
                    <a:pt x="2004831" y="3402"/>
                  </a:lnTo>
                  <a:lnTo>
                    <a:pt x="2028512" y="3060"/>
                  </a:lnTo>
                  <a:lnTo>
                    <a:pt x="2051683" y="2725"/>
                  </a:lnTo>
                  <a:lnTo>
                    <a:pt x="2074367" y="2398"/>
                  </a:lnTo>
                  <a:lnTo>
                    <a:pt x="2096582" y="2077"/>
                  </a:lnTo>
                  <a:lnTo>
                    <a:pt x="2118349" y="1763"/>
                  </a:lnTo>
                  <a:lnTo>
                    <a:pt x="2139685" y="1454"/>
                  </a:lnTo>
                  <a:lnTo>
                    <a:pt x="2160607" y="1152"/>
                  </a:lnTo>
                  <a:lnTo>
                    <a:pt x="2181130" y="856"/>
                  </a:lnTo>
                  <a:lnTo>
                    <a:pt x="2201270" y="565"/>
                  </a:lnTo>
                  <a:lnTo>
                    <a:pt x="2221040" y="280"/>
                  </a:lnTo>
                  <a:lnTo>
                    <a:pt x="2240453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10" name="pl609"/>
            <p:cNvSpPr/>
            <p:nvPr/>
          </p:nvSpPr>
          <p:spPr>
            <a:xfrm>
              <a:off x="4429235" y="5315584"/>
              <a:ext cx="2240453" cy="230016"/>
            </a:xfrm>
            <a:custGeom>
              <a:avLst/>
              <a:pathLst>
                <a:path w="2240453" h="230016">
                  <a:moveTo>
                    <a:pt x="0" y="230016"/>
                  </a:moveTo>
                  <a:lnTo>
                    <a:pt x="143870" y="215245"/>
                  </a:lnTo>
                  <a:lnTo>
                    <a:pt x="270773" y="202217"/>
                  </a:lnTo>
                  <a:lnTo>
                    <a:pt x="384292" y="190562"/>
                  </a:lnTo>
                  <a:lnTo>
                    <a:pt x="486982" y="180019"/>
                  </a:lnTo>
                  <a:lnTo>
                    <a:pt x="580731" y="170395"/>
                  </a:lnTo>
                  <a:lnTo>
                    <a:pt x="666971" y="161541"/>
                  </a:lnTo>
                  <a:lnTo>
                    <a:pt x="746817" y="153344"/>
                  </a:lnTo>
                  <a:lnTo>
                    <a:pt x="821152" y="145712"/>
                  </a:lnTo>
                  <a:lnTo>
                    <a:pt x="890688" y="138573"/>
                  </a:lnTo>
                  <a:lnTo>
                    <a:pt x="956007" y="131867"/>
                  </a:lnTo>
                  <a:lnTo>
                    <a:pt x="1017591" y="125545"/>
                  </a:lnTo>
                  <a:lnTo>
                    <a:pt x="1075845" y="119564"/>
                  </a:lnTo>
                  <a:lnTo>
                    <a:pt x="1131110" y="113890"/>
                  </a:lnTo>
                  <a:lnTo>
                    <a:pt x="1183678" y="108493"/>
                  </a:lnTo>
                  <a:lnTo>
                    <a:pt x="1233800" y="103347"/>
                  </a:lnTo>
                  <a:lnTo>
                    <a:pt x="1281694" y="98430"/>
                  </a:lnTo>
                  <a:lnTo>
                    <a:pt x="1327549" y="93723"/>
                  </a:lnTo>
                  <a:lnTo>
                    <a:pt x="1371532" y="89207"/>
                  </a:lnTo>
                  <a:lnTo>
                    <a:pt x="1413789" y="84869"/>
                  </a:lnTo>
                  <a:lnTo>
                    <a:pt x="1454452" y="80694"/>
                  </a:lnTo>
                  <a:lnTo>
                    <a:pt x="1493635" y="76672"/>
                  </a:lnTo>
                  <a:lnTo>
                    <a:pt x="1531444" y="72790"/>
                  </a:lnTo>
                  <a:lnTo>
                    <a:pt x="1567970" y="69040"/>
                  </a:lnTo>
                  <a:lnTo>
                    <a:pt x="1603299" y="65413"/>
                  </a:lnTo>
                  <a:lnTo>
                    <a:pt x="1637506" y="61901"/>
                  </a:lnTo>
                  <a:lnTo>
                    <a:pt x="1670660" y="58497"/>
                  </a:lnTo>
                  <a:lnTo>
                    <a:pt x="1702825" y="55195"/>
                  </a:lnTo>
                  <a:lnTo>
                    <a:pt x="1734057" y="51989"/>
                  </a:lnTo>
                  <a:lnTo>
                    <a:pt x="1764409" y="48873"/>
                  </a:lnTo>
                  <a:lnTo>
                    <a:pt x="1793930" y="45842"/>
                  </a:lnTo>
                  <a:lnTo>
                    <a:pt x="1822663" y="42892"/>
                  </a:lnTo>
                  <a:lnTo>
                    <a:pt x="1850650" y="40019"/>
                  </a:lnTo>
                  <a:lnTo>
                    <a:pt x="1877928" y="37218"/>
                  </a:lnTo>
                  <a:lnTo>
                    <a:pt x="1904532" y="34487"/>
                  </a:lnTo>
                  <a:lnTo>
                    <a:pt x="1930496" y="31821"/>
                  </a:lnTo>
                  <a:lnTo>
                    <a:pt x="1955848" y="29218"/>
                  </a:lnTo>
                  <a:lnTo>
                    <a:pt x="1980618" y="26675"/>
                  </a:lnTo>
                  <a:lnTo>
                    <a:pt x="2004831" y="24190"/>
                  </a:lnTo>
                  <a:lnTo>
                    <a:pt x="2028512" y="21758"/>
                  </a:lnTo>
                  <a:lnTo>
                    <a:pt x="2051683" y="19380"/>
                  </a:lnTo>
                  <a:lnTo>
                    <a:pt x="2074367" y="17051"/>
                  </a:lnTo>
                  <a:lnTo>
                    <a:pt x="2096582" y="14770"/>
                  </a:lnTo>
                  <a:lnTo>
                    <a:pt x="2118349" y="12535"/>
                  </a:lnTo>
                  <a:lnTo>
                    <a:pt x="2139685" y="10345"/>
                  </a:lnTo>
                  <a:lnTo>
                    <a:pt x="2160607" y="8197"/>
                  </a:lnTo>
                  <a:lnTo>
                    <a:pt x="2181130" y="6090"/>
                  </a:lnTo>
                  <a:lnTo>
                    <a:pt x="2201270" y="4022"/>
                  </a:lnTo>
                  <a:lnTo>
                    <a:pt x="2221040" y="1993"/>
                  </a:lnTo>
                  <a:lnTo>
                    <a:pt x="2240453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11" name="pl610"/>
            <p:cNvSpPr/>
            <p:nvPr/>
          </p:nvSpPr>
          <p:spPr>
            <a:xfrm>
              <a:off x="4429235" y="5322838"/>
              <a:ext cx="2240453" cy="151657"/>
            </a:xfrm>
            <a:custGeom>
              <a:avLst/>
              <a:pathLst>
                <a:path w="2240453" h="151657">
                  <a:moveTo>
                    <a:pt x="0" y="0"/>
                  </a:moveTo>
                  <a:lnTo>
                    <a:pt x="143870" y="9738"/>
                  </a:lnTo>
                  <a:lnTo>
                    <a:pt x="270773" y="18328"/>
                  </a:lnTo>
                  <a:lnTo>
                    <a:pt x="384292" y="26012"/>
                  </a:lnTo>
                  <a:lnTo>
                    <a:pt x="486982" y="32964"/>
                  </a:lnTo>
                  <a:lnTo>
                    <a:pt x="580731" y="39310"/>
                  </a:lnTo>
                  <a:lnTo>
                    <a:pt x="666971" y="45147"/>
                  </a:lnTo>
                  <a:lnTo>
                    <a:pt x="746817" y="50552"/>
                  </a:lnTo>
                  <a:lnTo>
                    <a:pt x="821152" y="55584"/>
                  </a:lnTo>
                  <a:lnTo>
                    <a:pt x="890688" y="60291"/>
                  </a:lnTo>
                  <a:lnTo>
                    <a:pt x="956007" y="64712"/>
                  </a:lnTo>
                  <a:lnTo>
                    <a:pt x="1017591" y="68881"/>
                  </a:lnTo>
                  <a:lnTo>
                    <a:pt x="1075845" y="72824"/>
                  </a:lnTo>
                  <a:lnTo>
                    <a:pt x="1131110" y="76565"/>
                  </a:lnTo>
                  <a:lnTo>
                    <a:pt x="1183678" y="80123"/>
                  </a:lnTo>
                  <a:lnTo>
                    <a:pt x="1233800" y="83516"/>
                  </a:lnTo>
                  <a:lnTo>
                    <a:pt x="1281694" y="86758"/>
                  </a:lnTo>
                  <a:lnTo>
                    <a:pt x="1327549" y="89862"/>
                  </a:lnTo>
                  <a:lnTo>
                    <a:pt x="1371532" y="92839"/>
                  </a:lnTo>
                  <a:lnTo>
                    <a:pt x="1413789" y="95700"/>
                  </a:lnTo>
                  <a:lnTo>
                    <a:pt x="1454452" y="98452"/>
                  </a:lnTo>
                  <a:lnTo>
                    <a:pt x="1493635" y="101105"/>
                  </a:lnTo>
                  <a:lnTo>
                    <a:pt x="1531444" y="103664"/>
                  </a:lnTo>
                  <a:lnTo>
                    <a:pt x="1567970" y="106136"/>
                  </a:lnTo>
                  <a:lnTo>
                    <a:pt x="1603299" y="108528"/>
                  </a:lnTo>
                  <a:lnTo>
                    <a:pt x="1637506" y="110843"/>
                  </a:lnTo>
                  <a:lnTo>
                    <a:pt x="1670660" y="113087"/>
                  </a:lnTo>
                  <a:lnTo>
                    <a:pt x="1702825" y="115265"/>
                  </a:lnTo>
                  <a:lnTo>
                    <a:pt x="1734057" y="117379"/>
                  </a:lnTo>
                  <a:lnTo>
                    <a:pt x="1764409" y="119433"/>
                  </a:lnTo>
                  <a:lnTo>
                    <a:pt x="1793930" y="121432"/>
                  </a:lnTo>
                  <a:lnTo>
                    <a:pt x="1822663" y="123377"/>
                  </a:lnTo>
                  <a:lnTo>
                    <a:pt x="1850650" y="125271"/>
                  </a:lnTo>
                  <a:lnTo>
                    <a:pt x="1877928" y="127118"/>
                  </a:lnTo>
                  <a:lnTo>
                    <a:pt x="1904532" y="128918"/>
                  </a:lnTo>
                  <a:lnTo>
                    <a:pt x="1930496" y="130676"/>
                  </a:lnTo>
                  <a:lnTo>
                    <a:pt x="1955848" y="132392"/>
                  </a:lnTo>
                  <a:lnTo>
                    <a:pt x="1980618" y="134069"/>
                  </a:lnTo>
                  <a:lnTo>
                    <a:pt x="2004831" y="135708"/>
                  </a:lnTo>
                  <a:lnTo>
                    <a:pt x="2028512" y="137311"/>
                  </a:lnTo>
                  <a:lnTo>
                    <a:pt x="2051683" y="138879"/>
                  </a:lnTo>
                  <a:lnTo>
                    <a:pt x="2074367" y="140415"/>
                  </a:lnTo>
                  <a:lnTo>
                    <a:pt x="2096582" y="141918"/>
                  </a:lnTo>
                  <a:lnTo>
                    <a:pt x="2118349" y="143392"/>
                  </a:lnTo>
                  <a:lnTo>
                    <a:pt x="2139685" y="144836"/>
                  </a:lnTo>
                  <a:lnTo>
                    <a:pt x="2160607" y="146252"/>
                  </a:lnTo>
                  <a:lnTo>
                    <a:pt x="2181130" y="147641"/>
                  </a:lnTo>
                  <a:lnTo>
                    <a:pt x="2201270" y="149005"/>
                  </a:lnTo>
                  <a:lnTo>
                    <a:pt x="2221040" y="150343"/>
                  </a:lnTo>
                  <a:lnTo>
                    <a:pt x="2240453" y="151657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12" name="rc611"/>
            <p:cNvSpPr/>
            <p:nvPr/>
          </p:nvSpPr>
          <p:spPr>
            <a:xfrm>
              <a:off x="4262502" y="4793818"/>
              <a:ext cx="2575782" cy="102910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13" name="pl612"/>
            <p:cNvSpPr/>
            <p:nvPr/>
          </p:nvSpPr>
          <p:spPr>
            <a:xfrm>
              <a:off x="4262502" y="4793818"/>
              <a:ext cx="0" cy="1029104"/>
            </a:xfrm>
            <a:custGeom>
              <a:avLst/>
              <a:pathLst>
                <a:path w="0" h="1029104">
                  <a:moveTo>
                    <a:pt x="0" y="102910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l613"/>
            <p:cNvSpPr/>
            <p:nvPr/>
          </p:nvSpPr>
          <p:spPr>
            <a:xfrm>
              <a:off x="4234034" y="576031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l614"/>
            <p:cNvSpPr/>
            <p:nvPr/>
          </p:nvSpPr>
          <p:spPr>
            <a:xfrm>
              <a:off x="4234034" y="555563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l615"/>
            <p:cNvSpPr/>
            <p:nvPr/>
          </p:nvSpPr>
          <p:spPr>
            <a:xfrm>
              <a:off x="4234034" y="535095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l616"/>
            <p:cNvSpPr/>
            <p:nvPr/>
          </p:nvSpPr>
          <p:spPr>
            <a:xfrm>
              <a:off x="4234034" y="514627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l617"/>
            <p:cNvSpPr/>
            <p:nvPr/>
          </p:nvSpPr>
          <p:spPr>
            <a:xfrm>
              <a:off x="4234034" y="494159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l618"/>
            <p:cNvSpPr/>
            <p:nvPr/>
          </p:nvSpPr>
          <p:spPr>
            <a:xfrm>
              <a:off x="4262502" y="5822922"/>
              <a:ext cx="2575782" cy="0"/>
            </a:xfrm>
            <a:custGeom>
              <a:avLst/>
              <a:pathLst>
                <a:path w="2575782" h="0">
                  <a:moveTo>
                    <a:pt x="0" y="0"/>
                  </a:moveTo>
                  <a:lnTo>
                    <a:pt x="2575782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l619"/>
            <p:cNvSpPr/>
            <p:nvPr/>
          </p:nvSpPr>
          <p:spPr>
            <a:xfrm>
              <a:off x="4429235" y="5822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l620"/>
            <p:cNvSpPr/>
            <p:nvPr/>
          </p:nvSpPr>
          <p:spPr>
            <a:xfrm>
              <a:off x="5176053" y="5822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l621"/>
            <p:cNvSpPr/>
            <p:nvPr/>
          </p:nvSpPr>
          <p:spPr>
            <a:xfrm>
              <a:off x="5922871" y="5822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l622"/>
            <p:cNvSpPr/>
            <p:nvPr/>
          </p:nvSpPr>
          <p:spPr>
            <a:xfrm>
              <a:off x="6669689" y="5822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tx623"/>
            <p:cNvSpPr/>
            <p:nvPr/>
          </p:nvSpPr>
          <p:spPr>
            <a:xfrm>
              <a:off x="4400980" y="5874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625" name="tx624"/>
            <p:cNvSpPr/>
            <p:nvPr/>
          </p:nvSpPr>
          <p:spPr>
            <a:xfrm>
              <a:off x="5147798" y="5874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626" name="tx625"/>
            <p:cNvSpPr/>
            <p:nvPr/>
          </p:nvSpPr>
          <p:spPr>
            <a:xfrm>
              <a:off x="5894616" y="5874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627" name="tx626"/>
            <p:cNvSpPr/>
            <p:nvPr/>
          </p:nvSpPr>
          <p:spPr>
            <a:xfrm>
              <a:off x="6641434" y="5874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628" name="tx627"/>
            <p:cNvSpPr/>
            <p:nvPr/>
          </p:nvSpPr>
          <p:spPr>
            <a:xfrm>
              <a:off x="5267981" y="6031802"/>
              <a:ext cx="56482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629" name="tx628"/>
            <p:cNvSpPr/>
            <p:nvPr/>
          </p:nvSpPr>
          <p:spPr>
            <a:xfrm>
              <a:off x="4262502" y="4617278"/>
              <a:ext cx="85404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Below_PC2</a:t>
              </a:r>
            </a:p>
          </p:txBody>
        </p:sp>
        <p:sp>
          <p:nvSpPr>
            <p:cNvPr id="630" name="rc629"/>
            <p:cNvSpPr/>
            <p:nvPr/>
          </p:nvSpPr>
          <p:spPr>
            <a:xfrm>
              <a:off x="3040259" y="6256787"/>
              <a:ext cx="2162967" cy="58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tx630"/>
            <p:cNvSpPr/>
            <p:nvPr/>
          </p:nvSpPr>
          <p:spPr>
            <a:xfrm>
              <a:off x="3905716" y="6269452"/>
              <a:ext cx="43205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632" name="rc631"/>
            <p:cNvSpPr/>
            <p:nvPr/>
          </p:nvSpPr>
          <p:spPr>
            <a:xfrm>
              <a:off x="3040259" y="6421348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3102186" y="648327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4" name="pl633"/>
            <p:cNvSpPr/>
            <p:nvPr/>
          </p:nvSpPr>
          <p:spPr>
            <a:xfrm>
              <a:off x="3058259" y="6511348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rc634"/>
            <p:cNvSpPr/>
            <p:nvPr/>
          </p:nvSpPr>
          <p:spPr>
            <a:xfrm>
              <a:off x="3040259" y="6658285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3102186" y="672021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7" name="pl636"/>
            <p:cNvSpPr/>
            <p:nvPr/>
          </p:nvSpPr>
          <p:spPr>
            <a:xfrm>
              <a:off x="3058259" y="6748285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rc637"/>
            <p:cNvSpPr/>
            <p:nvPr/>
          </p:nvSpPr>
          <p:spPr>
            <a:xfrm>
              <a:off x="3492140" y="6421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3554067" y="6483275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0" name="pl639"/>
            <p:cNvSpPr/>
            <p:nvPr/>
          </p:nvSpPr>
          <p:spPr>
            <a:xfrm>
              <a:off x="3510140" y="6511348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rc640"/>
            <p:cNvSpPr/>
            <p:nvPr/>
          </p:nvSpPr>
          <p:spPr>
            <a:xfrm>
              <a:off x="3492140" y="6658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3554067" y="672021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3" name="pl642"/>
            <p:cNvSpPr/>
            <p:nvPr/>
          </p:nvSpPr>
          <p:spPr>
            <a:xfrm>
              <a:off x="3510140" y="6748285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rc643"/>
            <p:cNvSpPr/>
            <p:nvPr/>
          </p:nvSpPr>
          <p:spPr>
            <a:xfrm>
              <a:off x="3938352" y="6421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4000279" y="648327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6" name="pl645"/>
            <p:cNvSpPr/>
            <p:nvPr/>
          </p:nvSpPr>
          <p:spPr>
            <a:xfrm>
              <a:off x="3956352" y="6511348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rc646"/>
            <p:cNvSpPr/>
            <p:nvPr/>
          </p:nvSpPr>
          <p:spPr>
            <a:xfrm>
              <a:off x="3938352" y="6658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4000279" y="672021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9" name="pl648"/>
            <p:cNvSpPr/>
            <p:nvPr/>
          </p:nvSpPr>
          <p:spPr>
            <a:xfrm>
              <a:off x="3956352" y="6748285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rc649"/>
            <p:cNvSpPr/>
            <p:nvPr/>
          </p:nvSpPr>
          <p:spPr>
            <a:xfrm>
              <a:off x="4373317" y="6421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4435244" y="648327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2" name="pl651"/>
            <p:cNvSpPr/>
            <p:nvPr/>
          </p:nvSpPr>
          <p:spPr>
            <a:xfrm>
              <a:off x="4391317" y="6511348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rc652"/>
            <p:cNvSpPr/>
            <p:nvPr/>
          </p:nvSpPr>
          <p:spPr>
            <a:xfrm>
              <a:off x="4373317" y="6658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4435244" y="672021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5" name="pl654"/>
            <p:cNvSpPr/>
            <p:nvPr/>
          </p:nvSpPr>
          <p:spPr>
            <a:xfrm>
              <a:off x="4391317" y="6748285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rc655"/>
            <p:cNvSpPr/>
            <p:nvPr/>
          </p:nvSpPr>
          <p:spPr>
            <a:xfrm>
              <a:off x="4819529" y="6421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4881456" y="648327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8" name="pl657"/>
            <p:cNvSpPr/>
            <p:nvPr/>
          </p:nvSpPr>
          <p:spPr>
            <a:xfrm>
              <a:off x="4837529" y="6511348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rc658"/>
            <p:cNvSpPr/>
            <p:nvPr/>
          </p:nvSpPr>
          <p:spPr>
            <a:xfrm>
              <a:off x="4819529" y="6658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4881456" y="672021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1" name="pl660"/>
            <p:cNvSpPr/>
            <p:nvPr/>
          </p:nvSpPr>
          <p:spPr>
            <a:xfrm>
              <a:off x="4837529" y="6748285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tx661"/>
            <p:cNvSpPr/>
            <p:nvPr/>
          </p:nvSpPr>
          <p:spPr>
            <a:xfrm>
              <a:off x="3277195" y="647491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663" name="tx662"/>
            <p:cNvSpPr/>
            <p:nvPr/>
          </p:nvSpPr>
          <p:spPr>
            <a:xfrm>
              <a:off x="3277195" y="6711846"/>
              <a:ext cx="15800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664" name="tx663"/>
            <p:cNvSpPr/>
            <p:nvPr/>
          </p:nvSpPr>
          <p:spPr>
            <a:xfrm>
              <a:off x="3729077" y="647491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665" name="tx664"/>
            <p:cNvSpPr/>
            <p:nvPr/>
          </p:nvSpPr>
          <p:spPr>
            <a:xfrm>
              <a:off x="3729077" y="6711846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666" name="tx665"/>
            <p:cNvSpPr/>
            <p:nvPr/>
          </p:nvSpPr>
          <p:spPr>
            <a:xfrm>
              <a:off x="4175289" y="647491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667" name="tx666"/>
            <p:cNvSpPr/>
            <p:nvPr/>
          </p:nvSpPr>
          <p:spPr>
            <a:xfrm>
              <a:off x="4175289" y="6711846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668" name="tx667"/>
            <p:cNvSpPr/>
            <p:nvPr/>
          </p:nvSpPr>
          <p:spPr>
            <a:xfrm>
              <a:off x="4610254" y="6474910"/>
              <a:ext cx="12984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669" name="tx668"/>
            <p:cNvSpPr/>
            <p:nvPr/>
          </p:nvSpPr>
          <p:spPr>
            <a:xfrm>
              <a:off x="4610254" y="6711846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670" name="tx669"/>
            <p:cNvSpPr/>
            <p:nvPr/>
          </p:nvSpPr>
          <p:spPr>
            <a:xfrm>
              <a:off x="5056466" y="6474910"/>
              <a:ext cx="14676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671" name="tx670"/>
            <p:cNvSpPr/>
            <p:nvPr/>
          </p:nvSpPr>
          <p:spPr>
            <a:xfrm>
              <a:off x="5056466" y="6711846"/>
              <a:ext cx="13551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2026-07-20T11:00:27Z</dcterms:modified>
  <cp:category/>
</cp:coreProperties>
</file>