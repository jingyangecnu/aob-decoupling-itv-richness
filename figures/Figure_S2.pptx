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57095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22106" y="952357"/>
              <a:ext cx="2861683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62189"/>
              <a:ext cx="3157095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22106" y="2762189"/>
              <a:ext cx="2861683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72020"/>
              <a:ext cx="3157095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22106" y="4572020"/>
              <a:ext cx="2861683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05626" y="242658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47684" y="23519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53974" y="246443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52345" y="246125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38219" y="24889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29219" y="23312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24078" y="224340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02151" y="24440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33371" y="252057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71587" y="230951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77186" y="252944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04447" y="246203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92494" y="18208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29032" y="23764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76158" y="24554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31175" y="25235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80960" y="25509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69592" y="23676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90843" y="16874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11262" y="18858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31512" y="25409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23369" y="23253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43251" y="22656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67845" y="22761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08838" y="244810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07741" y="238430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57287" y="187737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38936" y="202243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30063" y="248638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86136" y="22554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43052" y="24997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73861" y="25955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92473" y="232535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101701" y="247517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80310" y="15041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60335" y="25235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18428" y="21591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97856" y="18056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20662" y="12251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121834" y="20529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94048" y="222895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62748" y="208037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31308" y="22013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75596" y="23628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102808" y="227052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9508" y="22550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20475" y="23612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103679" y="23502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23823" y="236859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22709" y="23661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97888" y="232015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918975" y="24658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902409" y="20730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918552" y="20921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72890" y="23224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73373" y="224250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43627" y="214805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96256" y="19102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92515" y="198051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32776" y="183605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24411" y="20812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23358" y="20121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42657" y="243244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912667" y="22602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94478" y="21628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15167" y="22269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55414" y="19553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67776" y="21966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58931" y="20550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46385" y="19383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38588" y="21138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23923" y="20819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21141" y="2242141"/>
              <a:ext cx="2369662" cy="235896"/>
            </a:xfrm>
            <a:custGeom>
              <a:avLst/>
              <a:pathLst>
                <a:path w="2369662" h="235896">
                  <a:moveTo>
                    <a:pt x="0" y="235896"/>
                  </a:moveTo>
                  <a:lnTo>
                    <a:pt x="152167" y="220748"/>
                  </a:lnTo>
                  <a:lnTo>
                    <a:pt x="286389" y="207386"/>
                  </a:lnTo>
                  <a:lnTo>
                    <a:pt x="406454" y="195434"/>
                  </a:lnTo>
                  <a:lnTo>
                    <a:pt x="515067" y="184622"/>
                  </a:lnTo>
                  <a:lnTo>
                    <a:pt x="614222" y="174751"/>
                  </a:lnTo>
                  <a:lnTo>
                    <a:pt x="705436" y="165671"/>
                  </a:lnTo>
                  <a:lnTo>
                    <a:pt x="789887" y="157264"/>
                  </a:lnTo>
                  <a:lnTo>
                    <a:pt x="868509" y="149437"/>
                  </a:lnTo>
                  <a:lnTo>
                    <a:pt x="942055" y="142116"/>
                  </a:lnTo>
                  <a:lnTo>
                    <a:pt x="1011141" y="135238"/>
                  </a:lnTo>
                  <a:lnTo>
                    <a:pt x="1076277" y="128754"/>
                  </a:lnTo>
                  <a:lnTo>
                    <a:pt x="1137890" y="122621"/>
                  </a:lnTo>
                  <a:lnTo>
                    <a:pt x="1196342" y="116802"/>
                  </a:lnTo>
                  <a:lnTo>
                    <a:pt x="1251941" y="111267"/>
                  </a:lnTo>
                  <a:lnTo>
                    <a:pt x="1304954" y="105990"/>
                  </a:lnTo>
                  <a:lnTo>
                    <a:pt x="1355610" y="100947"/>
                  </a:lnTo>
                  <a:lnTo>
                    <a:pt x="1404109" y="96119"/>
                  </a:lnTo>
                  <a:lnTo>
                    <a:pt x="1450629" y="91488"/>
                  </a:lnTo>
                  <a:lnTo>
                    <a:pt x="1495323" y="87039"/>
                  </a:lnTo>
                  <a:lnTo>
                    <a:pt x="1538331" y="82757"/>
                  </a:lnTo>
                  <a:lnTo>
                    <a:pt x="1579774" y="78632"/>
                  </a:lnTo>
                  <a:lnTo>
                    <a:pt x="1619763" y="74651"/>
                  </a:lnTo>
                  <a:lnTo>
                    <a:pt x="1658396" y="70805"/>
                  </a:lnTo>
                  <a:lnTo>
                    <a:pt x="1695763" y="67085"/>
                  </a:lnTo>
                  <a:lnTo>
                    <a:pt x="1731942" y="63484"/>
                  </a:lnTo>
                  <a:lnTo>
                    <a:pt x="1767009" y="59993"/>
                  </a:lnTo>
                  <a:lnTo>
                    <a:pt x="1801028" y="56606"/>
                  </a:lnTo>
                  <a:lnTo>
                    <a:pt x="1834061" y="53318"/>
                  </a:lnTo>
                  <a:lnTo>
                    <a:pt x="1866164" y="50122"/>
                  </a:lnTo>
                  <a:lnTo>
                    <a:pt x="1897387" y="47014"/>
                  </a:lnTo>
                  <a:lnTo>
                    <a:pt x="1927777" y="43989"/>
                  </a:lnTo>
                  <a:lnTo>
                    <a:pt x="1957378" y="41042"/>
                  </a:lnTo>
                  <a:lnTo>
                    <a:pt x="1986229" y="38170"/>
                  </a:lnTo>
                  <a:lnTo>
                    <a:pt x="2014368" y="35368"/>
                  </a:lnTo>
                  <a:lnTo>
                    <a:pt x="2041829" y="32635"/>
                  </a:lnTo>
                  <a:lnTo>
                    <a:pt x="2068644" y="29965"/>
                  </a:lnTo>
                  <a:lnTo>
                    <a:pt x="2094842" y="27357"/>
                  </a:lnTo>
                  <a:lnTo>
                    <a:pt x="2120451" y="24808"/>
                  </a:lnTo>
                  <a:lnTo>
                    <a:pt x="2145497" y="22315"/>
                  </a:lnTo>
                  <a:lnTo>
                    <a:pt x="2170005" y="19875"/>
                  </a:lnTo>
                  <a:lnTo>
                    <a:pt x="2193997" y="17487"/>
                  </a:lnTo>
                  <a:lnTo>
                    <a:pt x="2217494" y="15148"/>
                  </a:lnTo>
                  <a:lnTo>
                    <a:pt x="2240516" y="12856"/>
                  </a:lnTo>
                  <a:lnTo>
                    <a:pt x="2263083" y="10609"/>
                  </a:lnTo>
                  <a:lnTo>
                    <a:pt x="2285211" y="8406"/>
                  </a:lnTo>
                  <a:lnTo>
                    <a:pt x="2306918" y="6246"/>
                  </a:lnTo>
                  <a:lnTo>
                    <a:pt x="2328219" y="4125"/>
                  </a:lnTo>
                  <a:lnTo>
                    <a:pt x="2349129" y="2044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21141" y="2178234"/>
              <a:ext cx="2369662" cy="337494"/>
            </a:xfrm>
            <a:custGeom>
              <a:avLst/>
              <a:pathLst>
                <a:path w="2369662" h="337494">
                  <a:moveTo>
                    <a:pt x="0" y="337494"/>
                  </a:moveTo>
                  <a:lnTo>
                    <a:pt x="152167" y="315822"/>
                  </a:lnTo>
                  <a:lnTo>
                    <a:pt x="286389" y="296706"/>
                  </a:lnTo>
                  <a:lnTo>
                    <a:pt x="406454" y="279606"/>
                  </a:lnTo>
                  <a:lnTo>
                    <a:pt x="515067" y="264137"/>
                  </a:lnTo>
                  <a:lnTo>
                    <a:pt x="614222" y="250015"/>
                  </a:lnTo>
                  <a:lnTo>
                    <a:pt x="705436" y="237024"/>
                  </a:lnTo>
                  <a:lnTo>
                    <a:pt x="789887" y="224996"/>
                  </a:lnTo>
                  <a:lnTo>
                    <a:pt x="868509" y="213799"/>
                  </a:lnTo>
                  <a:lnTo>
                    <a:pt x="942055" y="203324"/>
                  </a:lnTo>
                  <a:lnTo>
                    <a:pt x="1011141" y="193484"/>
                  </a:lnTo>
                  <a:lnTo>
                    <a:pt x="1076277" y="184208"/>
                  </a:lnTo>
                  <a:lnTo>
                    <a:pt x="1137890" y="175432"/>
                  </a:lnTo>
                  <a:lnTo>
                    <a:pt x="1196342" y="167107"/>
                  </a:lnTo>
                  <a:lnTo>
                    <a:pt x="1251941" y="159189"/>
                  </a:lnTo>
                  <a:lnTo>
                    <a:pt x="1304954" y="151639"/>
                  </a:lnTo>
                  <a:lnTo>
                    <a:pt x="1355610" y="144424"/>
                  </a:lnTo>
                  <a:lnTo>
                    <a:pt x="1404109" y="137517"/>
                  </a:lnTo>
                  <a:lnTo>
                    <a:pt x="1450629" y="130891"/>
                  </a:lnTo>
                  <a:lnTo>
                    <a:pt x="1495323" y="124526"/>
                  </a:lnTo>
                  <a:lnTo>
                    <a:pt x="1538331" y="118400"/>
                  </a:lnTo>
                  <a:lnTo>
                    <a:pt x="1579774" y="112498"/>
                  </a:lnTo>
                  <a:lnTo>
                    <a:pt x="1619763" y="106802"/>
                  </a:lnTo>
                  <a:lnTo>
                    <a:pt x="1658396" y="101300"/>
                  </a:lnTo>
                  <a:lnTo>
                    <a:pt x="1695763" y="95978"/>
                  </a:lnTo>
                  <a:lnTo>
                    <a:pt x="1731942" y="90826"/>
                  </a:lnTo>
                  <a:lnTo>
                    <a:pt x="1767009" y="85831"/>
                  </a:lnTo>
                  <a:lnTo>
                    <a:pt x="1801028" y="80986"/>
                  </a:lnTo>
                  <a:lnTo>
                    <a:pt x="1834061" y="76281"/>
                  </a:lnTo>
                  <a:lnTo>
                    <a:pt x="1866164" y="71709"/>
                  </a:lnTo>
                  <a:lnTo>
                    <a:pt x="1897387" y="67262"/>
                  </a:lnTo>
                  <a:lnTo>
                    <a:pt x="1927777" y="62934"/>
                  </a:lnTo>
                  <a:lnTo>
                    <a:pt x="1957378" y="58718"/>
                  </a:lnTo>
                  <a:lnTo>
                    <a:pt x="1986229" y="54609"/>
                  </a:lnTo>
                  <a:lnTo>
                    <a:pt x="2014368" y="50602"/>
                  </a:lnTo>
                  <a:lnTo>
                    <a:pt x="2041829" y="46691"/>
                  </a:lnTo>
                  <a:lnTo>
                    <a:pt x="2068644" y="42871"/>
                  </a:lnTo>
                  <a:lnTo>
                    <a:pt x="2094842" y="39140"/>
                  </a:lnTo>
                  <a:lnTo>
                    <a:pt x="2120451" y="35493"/>
                  </a:lnTo>
                  <a:lnTo>
                    <a:pt x="2145497" y="31926"/>
                  </a:lnTo>
                  <a:lnTo>
                    <a:pt x="2170005" y="28435"/>
                  </a:lnTo>
                  <a:lnTo>
                    <a:pt x="2193997" y="25018"/>
                  </a:lnTo>
                  <a:lnTo>
                    <a:pt x="2217494" y="21672"/>
                  </a:lnTo>
                  <a:lnTo>
                    <a:pt x="2240516" y="18393"/>
                  </a:lnTo>
                  <a:lnTo>
                    <a:pt x="2263083" y="15179"/>
                  </a:lnTo>
                  <a:lnTo>
                    <a:pt x="2285211" y="12027"/>
                  </a:lnTo>
                  <a:lnTo>
                    <a:pt x="2306918" y="8936"/>
                  </a:lnTo>
                  <a:lnTo>
                    <a:pt x="2328219" y="5902"/>
                  </a:lnTo>
                  <a:lnTo>
                    <a:pt x="2349129" y="2924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21141" y="2399203"/>
              <a:ext cx="2369662" cy="118998"/>
            </a:xfrm>
            <a:custGeom>
              <a:avLst/>
              <a:pathLst>
                <a:path w="2369662" h="118998">
                  <a:moveTo>
                    <a:pt x="0" y="118998"/>
                  </a:moveTo>
                  <a:lnTo>
                    <a:pt x="152167" y="111356"/>
                  </a:lnTo>
                  <a:lnTo>
                    <a:pt x="286389" y="104616"/>
                  </a:lnTo>
                  <a:lnTo>
                    <a:pt x="406454" y="98586"/>
                  </a:lnTo>
                  <a:lnTo>
                    <a:pt x="515067" y="93132"/>
                  </a:lnTo>
                  <a:lnTo>
                    <a:pt x="614222" y="88153"/>
                  </a:lnTo>
                  <a:lnTo>
                    <a:pt x="705436" y="83572"/>
                  </a:lnTo>
                  <a:lnTo>
                    <a:pt x="789887" y="79332"/>
                  </a:lnTo>
                  <a:lnTo>
                    <a:pt x="868509" y="75383"/>
                  </a:lnTo>
                  <a:lnTo>
                    <a:pt x="942055" y="71690"/>
                  </a:lnTo>
                  <a:lnTo>
                    <a:pt x="1011141" y="68221"/>
                  </a:lnTo>
                  <a:lnTo>
                    <a:pt x="1076277" y="64950"/>
                  </a:lnTo>
                  <a:lnTo>
                    <a:pt x="1137890" y="61856"/>
                  </a:lnTo>
                  <a:lnTo>
                    <a:pt x="1196342" y="58920"/>
                  </a:lnTo>
                  <a:lnTo>
                    <a:pt x="1251941" y="56128"/>
                  </a:lnTo>
                  <a:lnTo>
                    <a:pt x="1304954" y="53466"/>
                  </a:lnTo>
                  <a:lnTo>
                    <a:pt x="1355610" y="50922"/>
                  </a:lnTo>
                  <a:lnTo>
                    <a:pt x="1404109" y="48487"/>
                  </a:lnTo>
                  <a:lnTo>
                    <a:pt x="1450629" y="46151"/>
                  </a:lnTo>
                  <a:lnTo>
                    <a:pt x="1495323" y="43906"/>
                  </a:lnTo>
                  <a:lnTo>
                    <a:pt x="1538331" y="41747"/>
                  </a:lnTo>
                  <a:lnTo>
                    <a:pt x="1579774" y="39666"/>
                  </a:lnTo>
                  <a:lnTo>
                    <a:pt x="1619763" y="37657"/>
                  </a:lnTo>
                  <a:lnTo>
                    <a:pt x="1658396" y="35717"/>
                  </a:lnTo>
                  <a:lnTo>
                    <a:pt x="1695763" y="33841"/>
                  </a:lnTo>
                  <a:lnTo>
                    <a:pt x="1731942" y="32024"/>
                  </a:lnTo>
                  <a:lnTo>
                    <a:pt x="1767009" y="30263"/>
                  </a:lnTo>
                  <a:lnTo>
                    <a:pt x="1801028" y="28555"/>
                  </a:lnTo>
                  <a:lnTo>
                    <a:pt x="1834061" y="26896"/>
                  </a:lnTo>
                  <a:lnTo>
                    <a:pt x="1866164" y="25284"/>
                  </a:lnTo>
                  <a:lnTo>
                    <a:pt x="1897387" y="23716"/>
                  </a:lnTo>
                  <a:lnTo>
                    <a:pt x="1927777" y="22190"/>
                  </a:lnTo>
                  <a:lnTo>
                    <a:pt x="1957378" y="20703"/>
                  </a:lnTo>
                  <a:lnTo>
                    <a:pt x="1986229" y="19254"/>
                  </a:lnTo>
                  <a:lnTo>
                    <a:pt x="2014368" y="17841"/>
                  </a:lnTo>
                  <a:lnTo>
                    <a:pt x="2041829" y="16462"/>
                  </a:lnTo>
                  <a:lnTo>
                    <a:pt x="2068644" y="15116"/>
                  </a:lnTo>
                  <a:lnTo>
                    <a:pt x="2094842" y="13800"/>
                  </a:lnTo>
                  <a:lnTo>
                    <a:pt x="2120451" y="12514"/>
                  </a:lnTo>
                  <a:lnTo>
                    <a:pt x="2145497" y="11256"/>
                  </a:lnTo>
                  <a:lnTo>
                    <a:pt x="2170005" y="10026"/>
                  </a:lnTo>
                  <a:lnTo>
                    <a:pt x="2193997" y="8821"/>
                  </a:lnTo>
                  <a:lnTo>
                    <a:pt x="2217494" y="7641"/>
                  </a:lnTo>
                  <a:lnTo>
                    <a:pt x="2240516" y="6485"/>
                  </a:lnTo>
                  <a:lnTo>
                    <a:pt x="2263083" y="5352"/>
                  </a:lnTo>
                  <a:lnTo>
                    <a:pt x="2285211" y="4240"/>
                  </a:lnTo>
                  <a:lnTo>
                    <a:pt x="2306918" y="3150"/>
                  </a:lnTo>
                  <a:lnTo>
                    <a:pt x="2328219" y="2081"/>
                  </a:lnTo>
                  <a:lnTo>
                    <a:pt x="2349129" y="1031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21141" y="2000898"/>
              <a:ext cx="2369662" cy="337373"/>
            </a:xfrm>
            <a:custGeom>
              <a:avLst/>
              <a:pathLst>
                <a:path w="2369662" h="337373">
                  <a:moveTo>
                    <a:pt x="0" y="337373"/>
                  </a:moveTo>
                  <a:lnTo>
                    <a:pt x="152167" y="315708"/>
                  </a:lnTo>
                  <a:lnTo>
                    <a:pt x="286389" y="296599"/>
                  </a:lnTo>
                  <a:lnTo>
                    <a:pt x="406454" y="279505"/>
                  </a:lnTo>
                  <a:lnTo>
                    <a:pt x="515067" y="264042"/>
                  </a:lnTo>
                  <a:lnTo>
                    <a:pt x="614222" y="249925"/>
                  </a:lnTo>
                  <a:lnTo>
                    <a:pt x="705436" y="236938"/>
                  </a:lnTo>
                  <a:lnTo>
                    <a:pt x="789887" y="224915"/>
                  </a:lnTo>
                  <a:lnTo>
                    <a:pt x="868509" y="213721"/>
                  </a:lnTo>
                  <a:lnTo>
                    <a:pt x="942055" y="203251"/>
                  </a:lnTo>
                  <a:lnTo>
                    <a:pt x="1011141" y="193415"/>
                  </a:lnTo>
                  <a:lnTo>
                    <a:pt x="1076277" y="184141"/>
                  </a:lnTo>
                  <a:lnTo>
                    <a:pt x="1137890" y="175369"/>
                  </a:lnTo>
                  <a:lnTo>
                    <a:pt x="1196342" y="167047"/>
                  </a:lnTo>
                  <a:lnTo>
                    <a:pt x="1251941" y="159131"/>
                  </a:lnTo>
                  <a:lnTo>
                    <a:pt x="1304954" y="151584"/>
                  </a:lnTo>
                  <a:lnTo>
                    <a:pt x="1355610" y="144372"/>
                  </a:lnTo>
                  <a:lnTo>
                    <a:pt x="1404109" y="137467"/>
                  </a:lnTo>
                  <a:lnTo>
                    <a:pt x="1450629" y="130844"/>
                  </a:lnTo>
                  <a:lnTo>
                    <a:pt x="1495323" y="124481"/>
                  </a:lnTo>
                  <a:lnTo>
                    <a:pt x="1538331" y="118358"/>
                  </a:lnTo>
                  <a:lnTo>
                    <a:pt x="1579774" y="112457"/>
                  </a:lnTo>
                  <a:lnTo>
                    <a:pt x="1619763" y="106764"/>
                  </a:lnTo>
                  <a:lnTo>
                    <a:pt x="1658396" y="101264"/>
                  </a:lnTo>
                  <a:lnTo>
                    <a:pt x="1695763" y="95944"/>
                  </a:lnTo>
                  <a:lnTo>
                    <a:pt x="1731942" y="90793"/>
                  </a:lnTo>
                  <a:lnTo>
                    <a:pt x="1767009" y="85800"/>
                  </a:lnTo>
                  <a:lnTo>
                    <a:pt x="1801028" y="80957"/>
                  </a:lnTo>
                  <a:lnTo>
                    <a:pt x="1834061" y="76254"/>
                  </a:lnTo>
                  <a:lnTo>
                    <a:pt x="1866164" y="71683"/>
                  </a:lnTo>
                  <a:lnTo>
                    <a:pt x="1897387" y="67238"/>
                  </a:lnTo>
                  <a:lnTo>
                    <a:pt x="1927777" y="62911"/>
                  </a:lnTo>
                  <a:lnTo>
                    <a:pt x="1957378" y="58697"/>
                  </a:lnTo>
                  <a:lnTo>
                    <a:pt x="1986229" y="54590"/>
                  </a:lnTo>
                  <a:lnTo>
                    <a:pt x="2014368" y="50583"/>
                  </a:lnTo>
                  <a:lnTo>
                    <a:pt x="2041829" y="46674"/>
                  </a:lnTo>
                  <a:lnTo>
                    <a:pt x="2068644" y="42856"/>
                  </a:lnTo>
                  <a:lnTo>
                    <a:pt x="2094842" y="39126"/>
                  </a:lnTo>
                  <a:lnTo>
                    <a:pt x="2120451" y="35480"/>
                  </a:lnTo>
                  <a:lnTo>
                    <a:pt x="2145497" y="31914"/>
                  </a:lnTo>
                  <a:lnTo>
                    <a:pt x="2170005" y="28425"/>
                  </a:lnTo>
                  <a:lnTo>
                    <a:pt x="2193997" y="25009"/>
                  </a:lnTo>
                  <a:lnTo>
                    <a:pt x="2217494" y="21664"/>
                  </a:lnTo>
                  <a:lnTo>
                    <a:pt x="2240516" y="18386"/>
                  </a:lnTo>
                  <a:lnTo>
                    <a:pt x="2263083" y="15173"/>
                  </a:lnTo>
                  <a:lnTo>
                    <a:pt x="2285211" y="12023"/>
                  </a:lnTo>
                  <a:lnTo>
                    <a:pt x="2306918" y="8933"/>
                  </a:lnTo>
                  <a:lnTo>
                    <a:pt x="2328219" y="5900"/>
                  </a:lnTo>
                  <a:lnTo>
                    <a:pt x="2349129" y="2923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21141" y="2225738"/>
              <a:ext cx="2369662" cy="298733"/>
            </a:xfrm>
            <a:custGeom>
              <a:avLst/>
              <a:pathLst>
                <a:path w="2369662" h="298733">
                  <a:moveTo>
                    <a:pt x="0" y="298733"/>
                  </a:moveTo>
                  <a:lnTo>
                    <a:pt x="152167" y="279550"/>
                  </a:lnTo>
                  <a:lnTo>
                    <a:pt x="286389" y="262629"/>
                  </a:lnTo>
                  <a:lnTo>
                    <a:pt x="406454" y="247493"/>
                  </a:lnTo>
                  <a:lnTo>
                    <a:pt x="515067" y="233801"/>
                  </a:lnTo>
                  <a:lnTo>
                    <a:pt x="614222" y="221300"/>
                  </a:lnTo>
                  <a:lnTo>
                    <a:pt x="705436" y="209801"/>
                  </a:lnTo>
                  <a:lnTo>
                    <a:pt x="789887" y="199155"/>
                  </a:lnTo>
                  <a:lnTo>
                    <a:pt x="868509" y="189244"/>
                  </a:lnTo>
                  <a:lnTo>
                    <a:pt x="942055" y="179972"/>
                  </a:lnTo>
                  <a:lnTo>
                    <a:pt x="1011141" y="171263"/>
                  </a:lnTo>
                  <a:lnTo>
                    <a:pt x="1076277" y="163051"/>
                  </a:lnTo>
                  <a:lnTo>
                    <a:pt x="1137890" y="155284"/>
                  </a:lnTo>
                  <a:lnTo>
                    <a:pt x="1196342" y="147915"/>
                  </a:lnTo>
                  <a:lnTo>
                    <a:pt x="1251941" y="140906"/>
                  </a:lnTo>
                  <a:lnTo>
                    <a:pt x="1304954" y="134223"/>
                  </a:lnTo>
                  <a:lnTo>
                    <a:pt x="1355610" y="127837"/>
                  </a:lnTo>
                  <a:lnTo>
                    <a:pt x="1404109" y="121723"/>
                  </a:lnTo>
                  <a:lnTo>
                    <a:pt x="1450629" y="115858"/>
                  </a:lnTo>
                  <a:lnTo>
                    <a:pt x="1495323" y="110224"/>
                  </a:lnTo>
                  <a:lnTo>
                    <a:pt x="1538331" y="104802"/>
                  </a:lnTo>
                  <a:lnTo>
                    <a:pt x="1579774" y="99577"/>
                  </a:lnTo>
                  <a:lnTo>
                    <a:pt x="1619763" y="94536"/>
                  </a:lnTo>
                  <a:lnTo>
                    <a:pt x="1658396" y="89666"/>
                  </a:lnTo>
                  <a:lnTo>
                    <a:pt x="1695763" y="84955"/>
                  </a:lnTo>
                  <a:lnTo>
                    <a:pt x="1731942" y="80394"/>
                  </a:lnTo>
                  <a:lnTo>
                    <a:pt x="1767009" y="75973"/>
                  </a:lnTo>
                  <a:lnTo>
                    <a:pt x="1801028" y="71685"/>
                  </a:lnTo>
                  <a:lnTo>
                    <a:pt x="1834061" y="67520"/>
                  </a:lnTo>
                  <a:lnTo>
                    <a:pt x="1866164" y="63473"/>
                  </a:lnTo>
                  <a:lnTo>
                    <a:pt x="1897387" y="59537"/>
                  </a:lnTo>
                  <a:lnTo>
                    <a:pt x="1927777" y="55706"/>
                  </a:lnTo>
                  <a:lnTo>
                    <a:pt x="1957378" y="51974"/>
                  </a:lnTo>
                  <a:lnTo>
                    <a:pt x="1986229" y="48337"/>
                  </a:lnTo>
                  <a:lnTo>
                    <a:pt x="2014368" y="44790"/>
                  </a:lnTo>
                  <a:lnTo>
                    <a:pt x="2041829" y="41328"/>
                  </a:lnTo>
                  <a:lnTo>
                    <a:pt x="2068644" y="37948"/>
                  </a:lnTo>
                  <a:lnTo>
                    <a:pt x="2094842" y="34645"/>
                  </a:lnTo>
                  <a:lnTo>
                    <a:pt x="2120451" y="31416"/>
                  </a:lnTo>
                  <a:lnTo>
                    <a:pt x="2145497" y="28259"/>
                  </a:lnTo>
                  <a:lnTo>
                    <a:pt x="2170005" y="25169"/>
                  </a:lnTo>
                  <a:lnTo>
                    <a:pt x="2193997" y="22145"/>
                  </a:lnTo>
                  <a:lnTo>
                    <a:pt x="2217494" y="19183"/>
                  </a:lnTo>
                  <a:lnTo>
                    <a:pt x="2240516" y="16280"/>
                  </a:lnTo>
                  <a:lnTo>
                    <a:pt x="2263083" y="13435"/>
                  </a:lnTo>
                  <a:lnTo>
                    <a:pt x="2285211" y="10646"/>
                  </a:lnTo>
                  <a:lnTo>
                    <a:pt x="2306918" y="7909"/>
                  </a:lnTo>
                  <a:lnTo>
                    <a:pt x="2328219" y="5224"/>
                  </a:lnTo>
                  <a:lnTo>
                    <a:pt x="2349129" y="2588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21141" y="1936474"/>
              <a:ext cx="2369662" cy="144658"/>
            </a:xfrm>
            <a:custGeom>
              <a:avLst/>
              <a:pathLst>
                <a:path w="2369662" h="144658">
                  <a:moveTo>
                    <a:pt x="0" y="144658"/>
                  </a:moveTo>
                  <a:lnTo>
                    <a:pt x="152167" y="135368"/>
                  </a:lnTo>
                  <a:lnTo>
                    <a:pt x="286389" y="127175"/>
                  </a:lnTo>
                  <a:lnTo>
                    <a:pt x="406454" y="119845"/>
                  </a:lnTo>
                  <a:lnTo>
                    <a:pt x="515067" y="113215"/>
                  </a:lnTo>
                  <a:lnTo>
                    <a:pt x="614222" y="107162"/>
                  </a:lnTo>
                  <a:lnTo>
                    <a:pt x="705436" y="101594"/>
                  </a:lnTo>
                  <a:lnTo>
                    <a:pt x="789887" y="96438"/>
                  </a:lnTo>
                  <a:lnTo>
                    <a:pt x="868509" y="91639"/>
                  </a:lnTo>
                  <a:lnTo>
                    <a:pt x="942055" y="87149"/>
                  </a:lnTo>
                  <a:lnTo>
                    <a:pt x="1011141" y="82932"/>
                  </a:lnTo>
                  <a:lnTo>
                    <a:pt x="1076277" y="78955"/>
                  </a:lnTo>
                  <a:lnTo>
                    <a:pt x="1137890" y="75194"/>
                  </a:lnTo>
                  <a:lnTo>
                    <a:pt x="1196342" y="71626"/>
                  </a:lnTo>
                  <a:lnTo>
                    <a:pt x="1251941" y="68232"/>
                  </a:lnTo>
                  <a:lnTo>
                    <a:pt x="1304954" y="64996"/>
                  </a:lnTo>
                  <a:lnTo>
                    <a:pt x="1355610" y="61903"/>
                  </a:lnTo>
                  <a:lnTo>
                    <a:pt x="1404109" y="58943"/>
                  </a:lnTo>
                  <a:lnTo>
                    <a:pt x="1450629" y="56103"/>
                  </a:lnTo>
                  <a:lnTo>
                    <a:pt x="1495323" y="53374"/>
                  </a:lnTo>
                  <a:lnTo>
                    <a:pt x="1538331" y="50749"/>
                  </a:lnTo>
                  <a:lnTo>
                    <a:pt x="1579774" y="48219"/>
                  </a:lnTo>
                  <a:lnTo>
                    <a:pt x="1619763" y="45778"/>
                  </a:lnTo>
                  <a:lnTo>
                    <a:pt x="1658396" y="43419"/>
                  </a:lnTo>
                  <a:lnTo>
                    <a:pt x="1695763" y="41138"/>
                  </a:lnTo>
                  <a:lnTo>
                    <a:pt x="1731942" y="38930"/>
                  </a:lnTo>
                  <a:lnTo>
                    <a:pt x="1767009" y="36789"/>
                  </a:lnTo>
                  <a:lnTo>
                    <a:pt x="1801028" y="34712"/>
                  </a:lnTo>
                  <a:lnTo>
                    <a:pt x="1834061" y="32696"/>
                  </a:lnTo>
                  <a:lnTo>
                    <a:pt x="1866164" y="30736"/>
                  </a:lnTo>
                  <a:lnTo>
                    <a:pt x="1897387" y="28830"/>
                  </a:lnTo>
                  <a:lnTo>
                    <a:pt x="1927777" y="26975"/>
                  </a:lnTo>
                  <a:lnTo>
                    <a:pt x="1957378" y="25168"/>
                  </a:lnTo>
                  <a:lnTo>
                    <a:pt x="1986229" y="23406"/>
                  </a:lnTo>
                  <a:lnTo>
                    <a:pt x="2014368" y="21689"/>
                  </a:lnTo>
                  <a:lnTo>
                    <a:pt x="2041829" y="20012"/>
                  </a:lnTo>
                  <a:lnTo>
                    <a:pt x="2068644" y="18375"/>
                  </a:lnTo>
                  <a:lnTo>
                    <a:pt x="2094842" y="16776"/>
                  </a:lnTo>
                  <a:lnTo>
                    <a:pt x="2120451" y="15213"/>
                  </a:lnTo>
                  <a:lnTo>
                    <a:pt x="2145497" y="13684"/>
                  </a:lnTo>
                  <a:lnTo>
                    <a:pt x="2170005" y="12188"/>
                  </a:lnTo>
                  <a:lnTo>
                    <a:pt x="2193997" y="10723"/>
                  </a:lnTo>
                  <a:lnTo>
                    <a:pt x="2217494" y="9289"/>
                  </a:lnTo>
                  <a:lnTo>
                    <a:pt x="2240516" y="7883"/>
                  </a:lnTo>
                  <a:lnTo>
                    <a:pt x="2263083" y="6506"/>
                  </a:lnTo>
                  <a:lnTo>
                    <a:pt x="2285211" y="5155"/>
                  </a:lnTo>
                  <a:lnTo>
                    <a:pt x="2306918" y="3830"/>
                  </a:lnTo>
                  <a:lnTo>
                    <a:pt x="2328219" y="2529"/>
                  </a:lnTo>
                  <a:lnTo>
                    <a:pt x="2349129" y="1253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21141" y="2021166"/>
              <a:ext cx="2369662" cy="143745"/>
            </a:xfrm>
            <a:custGeom>
              <a:avLst/>
              <a:pathLst>
                <a:path w="2369662" h="143745">
                  <a:moveTo>
                    <a:pt x="0" y="143745"/>
                  </a:moveTo>
                  <a:lnTo>
                    <a:pt x="152167" y="134515"/>
                  </a:lnTo>
                  <a:lnTo>
                    <a:pt x="286389" y="126373"/>
                  </a:lnTo>
                  <a:lnTo>
                    <a:pt x="406454" y="119089"/>
                  </a:lnTo>
                  <a:lnTo>
                    <a:pt x="515067" y="112501"/>
                  </a:lnTo>
                  <a:lnTo>
                    <a:pt x="614222" y="106486"/>
                  </a:lnTo>
                  <a:lnTo>
                    <a:pt x="705436" y="100953"/>
                  </a:lnTo>
                  <a:lnTo>
                    <a:pt x="789887" y="95830"/>
                  </a:lnTo>
                  <a:lnTo>
                    <a:pt x="868509" y="91061"/>
                  </a:lnTo>
                  <a:lnTo>
                    <a:pt x="942055" y="86599"/>
                  </a:lnTo>
                  <a:lnTo>
                    <a:pt x="1011141" y="82409"/>
                  </a:lnTo>
                  <a:lnTo>
                    <a:pt x="1076277" y="78457"/>
                  </a:lnTo>
                  <a:lnTo>
                    <a:pt x="1137890" y="74720"/>
                  </a:lnTo>
                  <a:lnTo>
                    <a:pt x="1196342" y="71174"/>
                  </a:lnTo>
                  <a:lnTo>
                    <a:pt x="1251941" y="67801"/>
                  </a:lnTo>
                  <a:lnTo>
                    <a:pt x="1304954" y="64586"/>
                  </a:lnTo>
                  <a:lnTo>
                    <a:pt x="1355610" y="61513"/>
                  </a:lnTo>
                  <a:lnTo>
                    <a:pt x="1404109" y="58571"/>
                  </a:lnTo>
                  <a:lnTo>
                    <a:pt x="1450629" y="55749"/>
                  </a:lnTo>
                  <a:lnTo>
                    <a:pt x="1495323" y="53038"/>
                  </a:lnTo>
                  <a:lnTo>
                    <a:pt x="1538331" y="50429"/>
                  </a:lnTo>
                  <a:lnTo>
                    <a:pt x="1579774" y="47915"/>
                  </a:lnTo>
                  <a:lnTo>
                    <a:pt x="1619763" y="45489"/>
                  </a:lnTo>
                  <a:lnTo>
                    <a:pt x="1658396" y="43145"/>
                  </a:lnTo>
                  <a:lnTo>
                    <a:pt x="1695763" y="40879"/>
                  </a:lnTo>
                  <a:lnTo>
                    <a:pt x="1731942" y="38684"/>
                  </a:lnTo>
                  <a:lnTo>
                    <a:pt x="1767009" y="36557"/>
                  </a:lnTo>
                  <a:lnTo>
                    <a:pt x="1801028" y="34493"/>
                  </a:lnTo>
                  <a:lnTo>
                    <a:pt x="1834061" y="32489"/>
                  </a:lnTo>
                  <a:lnTo>
                    <a:pt x="1866164" y="30542"/>
                  </a:lnTo>
                  <a:lnTo>
                    <a:pt x="1897387" y="28648"/>
                  </a:lnTo>
                  <a:lnTo>
                    <a:pt x="1927777" y="26805"/>
                  </a:lnTo>
                  <a:lnTo>
                    <a:pt x="1957378" y="25009"/>
                  </a:lnTo>
                  <a:lnTo>
                    <a:pt x="1986229" y="23259"/>
                  </a:lnTo>
                  <a:lnTo>
                    <a:pt x="2014368" y="21552"/>
                  </a:lnTo>
                  <a:lnTo>
                    <a:pt x="2041829" y="19886"/>
                  </a:lnTo>
                  <a:lnTo>
                    <a:pt x="2068644" y="18260"/>
                  </a:lnTo>
                  <a:lnTo>
                    <a:pt x="2094842" y="16670"/>
                  </a:lnTo>
                  <a:lnTo>
                    <a:pt x="2120451" y="15117"/>
                  </a:lnTo>
                  <a:lnTo>
                    <a:pt x="2145497" y="13598"/>
                  </a:lnTo>
                  <a:lnTo>
                    <a:pt x="2170005" y="12111"/>
                  </a:lnTo>
                  <a:lnTo>
                    <a:pt x="2193997" y="10655"/>
                  </a:lnTo>
                  <a:lnTo>
                    <a:pt x="2217494" y="9230"/>
                  </a:lnTo>
                  <a:lnTo>
                    <a:pt x="2240516" y="7834"/>
                  </a:lnTo>
                  <a:lnTo>
                    <a:pt x="2263083" y="6465"/>
                  </a:lnTo>
                  <a:lnTo>
                    <a:pt x="2285211" y="5122"/>
                  </a:lnTo>
                  <a:lnTo>
                    <a:pt x="2306918" y="3806"/>
                  </a:lnTo>
                  <a:lnTo>
                    <a:pt x="2328219" y="2513"/>
                  </a:lnTo>
                  <a:lnTo>
                    <a:pt x="2349129" y="1245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21141" y="2230975"/>
              <a:ext cx="2369662" cy="208903"/>
            </a:xfrm>
            <a:custGeom>
              <a:avLst/>
              <a:pathLst>
                <a:path w="2369662" h="208903">
                  <a:moveTo>
                    <a:pt x="0" y="208903"/>
                  </a:moveTo>
                  <a:lnTo>
                    <a:pt x="152167" y="195488"/>
                  </a:lnTo>
                  <a:lnTo>
                    <a:pt x="286389" y="183655"/>
                  </a:lnTo>
                  <a:lnTo>
                    <a:pt x="406454" y="173071"/>
                  </a:lnTo>
                  <a:lnTo>
                    <a:pt x="515067" y="163496"/>
                  </a:lnTo>
                  <a:lnTo>
                    <a:pt x="614222" y="154754"/>
                  </a:lnTo>
                  <a:lnTo>
                    <a:pt x="705436" y="146713"/>
                  </a:lnTo>
                  <a:lnTo>
                    <a:pt x="789887" y="139268"/>
                  </a:lnTo>
                  <a:lnTo>
                    <a:pt x="868509" y="132337"/>
                  </a:lnTo>
                  <a:lnTo>
                    <a:pt x="942055" y="125854"/>
                  </a:lnTo>
                  <a:lnTo>
                    <a:pt x="1011141" y="119763"/>
                  </a:lnTo>
                  <a:lnTo>
                    <a:pt x="1076277" y="114021"/>
                  </a:lnTo>
                  <a:lnTo>
                    <a:pt x="1137890" y="108589"/>
                  </a:lnTo>
                  <a:lnTo>
                    <a:pt x="1196342" y="103436"/>
                  </a:lnTo>
                  <a:lnTo>
                    <a:pt x="1251941" y="98535"/>
                  </a:lnTo>
                  <a:lnTo>
                    <a:pt x="1304954" y="93861"/>
                  </a:lnTo>
                  <a:lnTo>
                    <a:pt x="1355610" y="89396"/>
                  </a:lnTo>
                  <a:lnTo>
                    <a:pt x="1404109" y="85120"/>
                  </a:lnTo>
                  <a:lnTo>
                    <a:pt x="1450629" y="81019"/>
                  </a:lnTo>
                  <a:lnTo>
                    <a:pt x="1495323" y="77079"/>
                  </a:lnTo>
                  <a:lnTo>
                    <a:pt x="1538331" y="73287"/>
                  </a:lnTo>
                  <a:lnTo>
                    <a:pt x="1579774" y="69634"/>
                  </a:lnTo>
                  <a:lnTo>
                    <a:pt x="1619763" y="66109"/>
                  </a:lnTo>
                  <a:lnTo>
                    <a:pt x="1658396" y="62703"/>
                  </a:lnTo>
                  <a:lnTo>
                    <a:pt x="1695763" y="59409"/>
                  </a:lnTo>
                  <a:lnTo>
                    <a:pt x="1731942" y="56219"/>
                  </a:lnTo>
                  <a:lnTo>
                    <a:pt x="1767009" y="53128"/>
                  </a:lnTo>
                  <a:lnTo>
                    <a:pt x="1801028" y="50129"/>
                  </a:lnTo>
                  <a:lnTo>
                    <a:pt x="1834061" y="47217"/>
                  </a:lnTo>
                  <a:lnTo>
                    <a:pt x="1866164" y="44387"/>
                  </a:lnTo>
                  <a:lnTo>
                    <a:pt x="1897387" y="41634"/>
                  </a:lnTo>
                  <a:lnTo>
                    <a:pt x="1927777" y="38955"/>
                  </a:lnTo>
                  <a:lnTo>
                    <a:pt x="1957378" y="36345"/>
                  </a:lnTo>
                  <a:lnTo>
                    <a:pt x="1986229" y="33802"/>
                  </a:lnTo>
                  <a:lnTo>
                    <a:pt x="2014368" y="31321"/>
                  </a:lnTo>
                  <a:lnTo>
                    <a:pt x="2041829" y="28900"/>
                  </a:lnTo>
                  <a:lnTo>
                    <a:pt x="2068644" y="26536"/>
                  </a:lnTo>
                  <a:lnTo>
                    <a:pt x="2094842" y="24227"/>
                  </a:lnTo>
                  <a:lnTo>
                    <a:pt x="2120451" y="21969"/>
                  </a:lnTo>
                  <a:lnTo>
                    <a:pt x="2145497" y="19761"/>
                  </a:lnTo>
                  <a:lnTo>
                    <a:pt x="2170005" y="17601"/>
                  </a:lnTo>
                  <a:lnTo>
                    <a:pt x="2193997" y="15486"/>
                  </a:lnTo>
                  <a:lnTo>
                    <a:pt x="2217494" y="13414"/>
                  </a:lnTo>
                  <a:lnTo>
                    <a:pt x="2240516" y="11385"/>
                  </a:lnTo>
                  <a:lnTo>
                    <a:pt x="2263083" y="9395"/>
                  </a:lnTo>
                  <a:lnTo>
                    <a:pt x="2285211" y="7444"/>
                  </a:lnTo>
                  <a:lnTo>
                    <a:pt x="2306918" y="5531"/>
                  </a:lnTo>
                  <a:lnTo>
                    <a:pt x="2328219" y="3653"/>
                  </a:lnTo>
                  <a:lnTo>
                    <a:pt x="2349129" y="1810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21141" y="2412459"/>
              <a:ext cx="2369662" cy="166531"/>
            </a:xfrm>
            <a:custGeom>
              <a:avLst/>
              <a:pathLst>
                <a:path w="2369662" h="166531">
                  <a:moveTo>
                    <a:pt x="0" y="166531"/>
                  </a:moveTo>
                  <a:lnTo>
                    <a:pt x="152167" y="155837"/>
                  </a:lnTo>
                  <a:lnTo>
                    <a:pt x="286389" y="146405"/>
                  </a:lnTo>
                  <a:lnTo>
                    <a:pt x="406454" y="137967"/>
                  </a:lnTo>
                  <a:lnTo>
                    <a:pt x="515067" y="130334"/>
                  </a:lnTo>
                  <a:lnTo>
                    <a:pt x="614222" y="123366"/>
                  </a:lnTo>
                  <a:lnTo>
                    <a:pt x="705436" y="116956"/>
                  </a:lnTo>
                  <a:lnTo>
                    <a:pt x="789887" y="111021"/>
                  </a:lnTo>
                  <a:lnTo>
                    <a:pt x="868509" y="105495"/>
                  </a:lnTo>
                  <a:lnTo>
                    <a:pt x="942055" y="100327"/>
                  </a:lnTo>
                  <a:lnTo>
                    <a:pt x="1011141" y="95472"/>
                  </a:lnTo>
                  <a:lnTo>
                    <a:pt x="1076277" y="90894"/>
                  </a:lnTo>
                  <a:lnTo>
                    <a:pt x="1137890" y="86564"/>
                  </a:lnTo>
                  <a:lnTo>
                    <a:pt x="1196342" y="82456"/>
                  </a:lnTo>
                  <a:lnTo>
                    <a:pt x="1251941" y="78549"/>
                  </a:lnTo>
                  <a:lnTo>
                    <a:pt x="1304954" y="74823"/>
                  </a:lnTo>
                  <a:lnTo>
                    <a:pt x="1355610" y="71264"/>
                  </a:lnTo>
                  <a:lnTo>
                    <a:pt x="1404109" y="67855"/>
                  </a:lnTo>
                  <a:lnTo>
                    <a:pt x="1450629" y="64586"/>
                  </a:lnTo>
                  <a:lnTo>
                    <a:pt x="1495323" y="61445"/>
                  </a:lnTo>
                  <a:lnTo>
                    <a:pt x="1538331" y="58423"/>
                  </a:lnTo>
                  <a:lnTo>
                    <a:pt x="1579774" y="55510"/>
                  </a:lnTo>
                  <a:lnTo>
                    <a:pt x="1619763" y="52700"/>
                  </a:lnTo>
                  <a:lnTo>
                    <a:pt x="1658396" y="49985"/>
                  </a:lnTo>
                  <a:lnTo>
                    <a:pt x="1695763" y="47359"/>
                  </a:lnTo>
                  <a:lnTo>
                    <a:pt x="1731942" y="44816"/>
                  </a:lnTo>
                  <a:lnTo>
                    <a:pt x="1767009" y="42352"/>
                  </a:lnTo>
                  <a:lnTo>
                    <a:pt x="1801028" y="39961"/>
                  </a:lnTo>
                  <a:lnTo>
                    <a:pt x="1834061" y="37640"/>
                  </a:lnTo>
                  <a:lnTo>
                    <a:pt x="1866164" y="35384"/>
                  </a:lnTo>
                  <a:lnTo>
                    <a:pt x="1897387" y="33189"/>
                  </a:lnTo>
                  <a:lnTo>
                    <a:pt x="1927777" y="31054"/>
                  </a:lnTo>
                  <a:lnTo>
                    <a:pt x="1957378" y="28973"/>
                  </a:lnTo>
                  <a:lnTo>
                    <a:pt x="1986229" y="26946"/>
                  </a:lnTo>
                  <a:lnTo>
                    <a:pt x="2014368" y="24968"/>
                  </a:lnTo>
                  <a:lnTo>
                    <a:pt x="2041829" y="23038"/>
                  </a:lnTo>
                  <a:lnTo>
                    <a:pt x="2068644" y="21154"/>
                  </a:lnTo>
                  <a:lnTo>
                    <a:pt x="2094842" y="19313"/>
                  </a:lnTo>
                  <a:lnTo>
                    <a:pt x="2120451" y="17513"/>
                  </a:lnTo>
                  <a:lnTo>
                    <a:pt x="2145497" y="15753"/>
                  </a:lnTo>
                  <a:lnTo>
                    <a:pt x="2170005" y="14031"/>
                  </a:lnTo>
                  <a:lnTo>
                    <a:pt x="2193997" y="12345"/>
                  </a:lnTo>
                  <a:lnTo>
                    <a:pt x="2217494" y="10693"/>
                  </a:lnTo>
                  <a:lnTo>
                    <a:pt x="2240516" y="9075"/>
                  </a:lnTo>
                  <a:lnTo>
                    <a:pt x="2263083" y="7490"/>
                  </a:lnTo>
                  <a:lnTo>
                    <a:pt x="2285211" y="5934"/>
                  </a:lnTo>
                  <a:lnTo>
                    <a:pt x="2306918" y="4409"/>
                  </a:lnTo>
                  <a:lnTo>
                    <a:pt x="2328219" y="2912"/>
                  </a:lnTo>
                  <a:lnTo>
                    <a:pt x="2349129" y="1443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21141" y="2224379"/>
              <a:ext cx="2369662" cy="87502"/>
            </a:xfrm>
            <a:custGeom>
              <a:avLst/>
              <a:pathLst>
                <a:path w="2369662" h="87502">
                  <a:moveTo>
                    <a:pt x="0" y="87502"/>
                  </a:moveTo>
                  <a:lnTo>
                    <a:pt x="152167" y="81883"/>
                  </a:lnTo>
                  <a:lnTo>
                    <a:pt x="286389" y="76927"/>
                  </a:lnTo>
                  <a:lnTo>
                    <a:pt x="406454" y="72493"/>
                  </a:lnTo>
                  <a:lnTo>
                    <a:pt x="515067" y="68483"/>
                  </a:lnTo>
                  <a:lnTo>
                    <a:pt x="614222" y="64821"/>
                  </a:lnTo>
                  <a:lnTo>
                    <a:pt x="705436" y="61453"/>
                  </a:lnTo>
                  <a:lnTo>
                    <a:pt x="789887" y="58335"/>
                  </a:lnTo>
                  <a:lnTo>
                    <a:pt x="868509" y="55431"/>
                  </a:lnTo>
                  <a:lnTo>
                    <a:pt x="942055" y="52716"/>
                  </a:lnTo>
                  <a:lnTo>
                    <a:pt x="1011141" y="50165"/>
                  </a:lnTo>
                  <a:lnTo>
                    <a:pt x="1076277" y="47759"/>
                  </a:lnTo>
                  <a:lnTo>
                    <a:pt x="1137890" y="45484"/>
                  </a:lnTo>
                  <a:lnTo>
                    <a:pt x="1196342" y="43326"/>
                  </a:lnTo>
                  <a:lnTo>
                    <a:pt x="1251941" y="41273"/>
                  </a:lnTo>
                  <a:lnTo>
                    <a:pt x="1304954" y="39315"/>
                  </a:lnTo>
                  <a:lnTo>
                    <a:pt x="1355610" y="37445"/>
                  </a:lnTo>
                  <a:lnTo>
                    <a:pt x="1404109" y="35654"/>
                  </a:lnTo>
                  <a:lnTo>
                    <a:pt x="1450629" y="33936"/>
                  </a:lnTo>
                  <a:lnTo>
                    <a:pt x="1495323" y="32286"/>
                  </a:lnTo>
                  <a:lnTo>
                    <a:pt x="1538331" y="30697"/>
                  </a:lnTo>
                  <a:lnTo>
                    <a:pt x="1579774" y="29167"/>
                  </a:lnTo>
                  <a:lnTo>
                    <a:pt x="1619763" y="27690"/>
                  </a:lnTo>
                  <a:lnTo>
                    <a:pt x="1658396" y="26264"/>
                  </a:lnTo>
                  <a:lnTo>
                    <a:pt x="1695763" y="24884"/>
                  </a:lnTo>
                  <a:lnTo>
                    <a:pt x="1731942" y="23548"/>
                  </a:lnTo>
                  <a:lnTo>
                    <a:pt x="1767009" y="22253"/>
                  </a:lnTo>
                  <a:lnTo>
                    <a:pt x="1801028" y="20997"/>
                  </a:lnTo>
                  <a:lnTo>
                    <a:pt x="1834061" y="19777"/>
                  </a:lnTo>
                  <a:lnTo>
                    <a:pt x="1866164" y="18592"/>
                  </a:lnTo>
                  <a:lnTo>
                    <a:pt x="1897387" y="17439"/>
                  </a:lnTo>
                  <a:lnTo>
                    <a:pt x="1927777" y="16317"/>
                  </a:lnTo>
                  <a:lnTo>
                    <a:pt x="1957378" y="15224"/>
                  </a:lnTo>
                  <a:lnTo>
                    <a:pt x="1986229" y="14158"/>
                  </a:lnTo>
                  <a:lnTo>
                    <a:pt x="2014368" y="13119"/>
                  </a:lnTo>
                  <a:lnTo>
                    <a:pt x="2041829" y="12105"/>
                  </a:lnTo>
                  <a:lnTo>
                    <a:pt x="2068644" y="11115"/>
                  </a:lnTo>
                  <a:lnTo>
                    <a:pt x="2094842" y="10148"/>
                  </a:lnTo>
                  <a:lnTo>
                    <a:pt x="2120451" y="9202"/>
                  </a:lnTo>
                  <a:lnTo>
                    <a:pt x="2145497" y="8277"/>
                  </a:lnTo>
                  <a:lnTo>
                    <a:pt x="2170005" y="7372"/>
                  </a:lnTo>
                  <a:lnTo>
                    <a:pt x="2193997" y="6486"/>
                  </a:lnTo>
                  <a:lnTo>
                    <a:pt x="2217494" y="5618"/>
                  </a:lnTo>
                  <a:lnTo>
                    <a:pt x="2240516" y="4768"/>
                  </a:lnTo>
                  <a:lnTo>
                    <a:pt x="2263083" y="3935"/>
                  </a:lnTo>
                  <a:lnTo>
                    <a:pt x="2285211" y="3118"/>
                  </a:lnTo>
                  <a:lnTo>
                    <a:pt x="2306918" y="2316"/>
                  </a:lnTo>
                  <a:lnTo>
                    <a:pt x="2328219" y="1530"/>
                  </a:lnTo>
                  <a:lnTo>
                    <a:pt x="2349129" y="758"/>
                  </a:lnTo>
                  <a:lnTo>
                    <a:pt x="236966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42663" y="1185068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42663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52636" y="23724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52636" y="196304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55360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20861" y="114417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11032" y="24134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11032" y="20040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11032" y="15946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11851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42663" y="2692600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21141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11029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100916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90804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04347" y="1185068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91694" y="228181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81665" y="14555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58500" y="227408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19063" y="217687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17632" y="235582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299903" y="17054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78273" y="12839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44946" y="20470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74462" y="255692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87254" y="20083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49502" y="25773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25642" y="170581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47671" y="21912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85130" y="2595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82593" y="188366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51714" y="12251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02783" y="256354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00502" y="25070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41428" y="22146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68376" y="25702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89977" y="23697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95021" y="25668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089850" y="21041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87018" y="197594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12570" y="20330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18740" y="184478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69478" y="23383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83382" y="256032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14199" y="231776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78676" y="240811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97504" y="25055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77979" y="227265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68841" y="176854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886389" y="14319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63026" y="16593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39560" y="23482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92351" y="229199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55715" y="17317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57010" y="193198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24018" y="24811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03719" y="16828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96480" y="18729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88252" y="20592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08374" y="24530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20375" y="20505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91317" y="24264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67237" y="18532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49203" y="206438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42907" y="21712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11374" y="231352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51213" y="236882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84388" y="21541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23472" y="20357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51477" y="20869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50274" y="23116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80659" y="211027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96005" y="23475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49712" y="22346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83472" y="20698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19537" y="17623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68751" y="233511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42849" y="25379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35343" y="23988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18681" y="21790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95563" y="230547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79622" y="215518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40096" y="213235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49179" y="196324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58756" y="200674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29486" y="20735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48380" y="24361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39006" y="21472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371273" y="2084294"/>
              <a:ext cx="2396408" cy="141452"/>
            </a:xfrm>
            <a:custGeom>
              <a:avLst/>
              <a:pathLst>
                <a:path w="2396408" h="141452">
                  <a:moveTo>
                    <a:pt x="0" y="0"/>
                  </a:moveTo>
                  <a:lnTo>
                    <a:pt x="153885" y="9083"/>
                  </a:lnTo>
                  <a:lnTo>
                    <a:pt x="289622" y="17095"/>
                  </a:lnTo>
                  <a:lnTo>
                    <a:pt x="411042" y="24262"/>
                  </a:lnTo>
                  <a:lnTo>
                    <a:pt x="520880" y="30745"/>
                  </a:lnTo>
                  <a:lnTo>
                    <a:pt x="621155" y="36664"/>
                  </a:lnTo>
                  <a:lnTo>
                    <a:pt x="713398" y="42109"/>
                  </a:lnTo>
                  <a:lnTo>
                    <a:pt x="798802" y="47150"/>
                  </a:lnTo>
                  <a:lnTo>
                    <a:pt x="878312" y="51844"/>
                  </a:lnTo>
                  <a:lnTo>
                    <a:pt x="952688" y="56234"/>
                  </a:lnTo>
                  <a:lnTo>
                    <a:pt x="1022553" y="60358"/>
                  </a:lnTo>
                  <a:lnTo>
                    <a:pt x="1088424" y="64246"/>
                  </a:lnTo>
                  <a:lnTo>
                    <a:pt x="1150733" y="67924"/>
                  </a:lnTo>
                  <a:lnTo>
                    <a:pt x="1209845" y="71413"/>
                  </a:lnTo>
                  <a:lnTo>
                    <a:pt x="1266072" y="74732"/>
                  </a:lnTo>
                  <a:lnTo>
                    <a:pt x="1319683" y="77896"/>
                  </a:lnTo>
                  <a:lnTo>
                    <a:pt x="1370911" y="80920"/>
                  </a:lnTo>
                  <a:lnTo>
                    <a:pt x="1419957" y="83815"/>
                  </a:lnTo>
                  <a:lnTo>
                    <a:pt x="1467002" y="86592"/>
                  </a:lnTo>
                  <a:lnTo>
                    <a:pt x="1512201" y="89260"/>
                  </a:lnTo>
                  <a:lnTo>
                    <a:pt x="1555694" y="91827"/>
                  </a:lnTo>
                  <a:lnTo>
                    <a:pt x="1597605" y="94301"/>
                  </a:lnTo>
                  <a:lnTo>
                    <a:pt x="1638045" y="96688"/>
                  </a:lnTo>
                  <a:lnTo>
                    <a:pt x="1677115" y="98994"/>
                  </a:lnTo>
                  <a:lnTo>
                    <a:pt x="1714902" y="101225"/>
                  </a:lnTo>
                  <a:lnTo>
                    <a:pt x="1751491" y="103385"/>
                  </a:lnTo>
                  <a:lnTo>
                    <a:pt x="1786953" y="105478"/>
                  </a:lnTo>
                  <a:lnTo>
                    <a:pt x="1821356" y="107509"/>
                  </a:lnTo>
                  <a:lnTo>
                    <a:pt x="1854762" y="109480"/>
                  </a:lnTo>
                  <a:lnTo>
                    <a:pt x="1887227" y="111397"/>
                  </a:lnTo>
                  <a:lnTo>
                    <a:pt x="1918803" y="113261"/>
                  </a:lnTo>
                  <a:lnTo>
                    <a:pt x="1949536" y="115075"/>
                  </a:lnTo>
                  <a:lnTo>
                    <a:pt x="1979471" y="116842"/>
                  </a:lnTo>
                  <a:lnTo>
                    <a:pt x="2008648" y="118564"/>
                  </a:lnTo>
                  <a:lnTo>
                    <a:pt x="2037104" y="120244"/>
                  </a:lnTo>
                  <a:lnTo>
                    <a:pt x="2064875" y="121883"/>
                  </a:lnTo>
                  <a:lnTo>
                    <a:pt x="2091992" y="123483"/>
                  </a:lnTo>
                  <a:lnTo>
                    <a:pt x="2118486" y="125047"/>
                  </a:lnTo>
                  <a:lnTo>
                    <a:pt x="2144384" y="126576"/>
                  </a:lnTo>
                  <a:lnTo>
                    <a:pt x="2169713" y="128071"/>
                  </a:lnTo>
                  <a:lnTo>
                    <a:pt x="2194498" y="129534"/>
                  </a:lnTo>
                  <a:lnTo>
                    <a:pt x="2218760" y="130966"/>
                  </a:lnTo>
                  <a:lnTo>
                    <a:pt x="2242523" y="132369"/>
                  </a:lnTo>
                  <a:lnTo>
                    <a:pt x="2265805" y="133743"/>
                  </a:lnTo>
                  <a:lnTo>
                    <a:pt x="2288626" y="135090"/>
                  </a:lnTo>
                  <a:lnTo>
                    <a:pt x="2311004" y="136411"/>
                  </a:lnTo>
                  <a:lnTo>
                    <a:pt x="2332955" y="137707"/>
                  </a:lnTo>
                  <a:lnTo>
                    <a:pt x="2354497" y="138978"/>
                  </a:lnTo>
                  <a:lnTo>
                    <a:pt x="2375643" y="140226"/>
                  </a:lnTo>
                  <a:lnTo>
                    <a:pt x="2396408" y="14145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71273" y="1517579"/>
              <a:ext cx="2396408" cy="639730"/>
            </a:xfrm>
            <a:custGeom>
              <a:avLst/>
              <a:pathLst>
                <a:path w="2396408" h="639730">
                  <a:moveTo>
                    <a:pt x="0" y="0"/>
                  </a:moveTo>
                  <a:lnTo>
                    <a:pt x="153885" y="41080"/>
                  </a:lnTo>
                  <a:lnTo>
                    <a:pt x="289622" y="77315"/>
                  </a:lnTo>
                  <a:lnTo>
                    <a:pt x="411042" y="109729"/>
                  </a:lnTo>
                  <a:lnTo>
                    <a:pt x="520880" y="139051"/>
                  </a:lnTo>
                  <a:lnTo>
                    <a:pt x="621155" y="165819"/>
                  </a:lnTo>
                  <a:lnTo>
                    <a:pt x="713398" y="190444"/>
                  </a:lnTo>
                  <a:lnTo>
                    <a:pt x="798802" y="213243"/>
                  </a:lnTo>
                  <a:lnTo>
                    <a:pt x="878312" y="234468"/>
                  </a:lnTo>
                  <a:lnTo>
                    <a:pt x="952688" y="254323"/>
                  </a:lnTo>
                  <a:lnTo>
                    <a:pt x="1022553" y="272974"/>
                  </a:lnTo>
                  <a:lnTo>
                    <a:pt x="1088424" y="290559"/>
                  </a:lnTo>
                  <a:lnTo>
                    <a:pt x="1150733" y="307192"/>
                  </a:lnTo>
                  <a:lnTo>
                    <a:pt x="1209845" y="322973"/>
                  </a:lnTo>
                  <a:lnTo>
                    <a:pt x="1266072" y="337983"/>
                  </a:lnTo>
                  <a:lnTo>
                    <a:pt x="1319683" y="352294"/>
                  </a:lnTo>
                  <a:lnTo>
                    <a:pt x="1370911" y="365970"/>
                  </a:lnTo>
                  <a:lnTo>
                    <a:pt x="1419957" y="379063"/>
                  </a:lnTo>
                  <a:lnTo>
                    <a:pt x="1467002" y="391622"/>
                  </a:lnTo>
                  <a:lnTo>
                    <a:pt x="1512201" y="403688"/>
                  </a:lnTo>
                  <a:lnTo>
                    <a:pt x="1555694" y="415298"/>
                  </a:lnTo>
                  <a:lnTo>
                    <a:pt x="1597605" y="426487"/>
                  </a:lnTo>
                  <a:lnTo>
                    <a:pt x="1638045" y="437282"/>
                  </a:lnTo>
                  <a:lnTo>
                    <a:pt x="1677115" y="447712"/>
                  </a:lnTo>
                  <a:lnTo>
                    <a:pt x="1714902" y="457800"/>
                  </a:lnTo>
                  <a:lnTo>
                    <a:pt x="1751491" y="467567"/>
                  </a:lnTo>
                  <a:lnTo>
                    <a:pt x="1786953" y="477034"/>
                  </a:lnTo>
                  <a:lnTo>
                    <a:pt x="1821356" y="486218"/>
                  </a:lnTo>
                  <a:lnTo>
                    <a:pt x="1854762" y="495136"/>
                  </a:lnTo>
                  <a:lnTo>
                    <a:pt x="1887227" y="503803"/>
                  </a:lnTo>
                  <a:lnTo>
                    <a:pt x="1918803" y="512232"/>
                  </a:lnTo>
                  <a:lnTo>
                    <a:pt x="1949536" y="520436"/>
                  </a:lnTo>
                  <a:lnTo>
                    <a:pt x="1979471" y="528427"/>
                  </a:lnTo>
                  <a:lnTo>
                    <a:pt x="2008648" y="536216"/>
                  </a:lnTo>
                  <a:lnTo>
                    <a:pt x="2037104" y="543813"/>
                  </a:lnTo>
                  <a:lnTo>
                    <a:pt x="2064875" y="551226"/>
                  </a:lnTo>
                  <a:lnTo>
                    <a:pt x="2091992" y="558465"/>
                  </a:lnTo>
                  <a:lnTo>
                    <a:pt x="2118486" y="565538"/>
                  </a:lnTo>
                  <a:lnTo>
                    <a:pt x="2144384" y="572452"/>
                  </a:lnTo>
                  <a:lnTo>
                    <a:pt x="2169713" y="579213"/>
                  </a:lnTo>
                  <a:lnTo>
                    <a:pt x="2194498" y="585830"/>
                  </a:lnTo>
                  <a:lnTo>
                    <a:pt x="2218760" y="592307"/>
                  </a:lnTo>
                  <a:lnTo>
                    <a:pt x="2242523" y="598650"/>
                  </a:lnTo>
                  <a:lnTo>
                    <a:pt x="2265805" y="604865"/>
                  </a:lnTo>
                  <a:lnTo>
                    <a:pt x="2288626" y="610958"/>
                  </a:lnTo>
                  <a:lnTo>
                    <a:pt x="2311004" y="616931"/>
                  </a:lnTo>
                  <a:lnTo>
                    <a:pt x="2332955" y="622792"/>
                  </a:lnTo>
                  <a:lnTo>
                    <a:pt x="2354497" y="628542"/>
                  </a:lnTo>
                  <a:lnTo>
                    <a:pt x="2375643" y="634187"/>
                  </a:lnTo>
                  <a:lnTo>
                    <a:pt x="2396408" y="63973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71273" y="2298389"/>
              <a:ext cx="2396408" cy="90737"/>
            </a:xfrm>
            <a:custGeom>
              <a:avLst/>
              <a:pathLst>
                <a:path w="2396408" h="90737">
                  <a:moveTo>
                    <a:pt x="0" y="0"/>
                  </a:moveTo>
                  <a:lnTo>
                    <a:pt x="153885" y="5826"/>
                  </a:lnTo>
                  <a:lnTo>
                    <a:pt x="289622" y="10966"/>
                  </a:lnTo>
                  <a:lnTo>
                    <a:pt x="411042" y="15563"/>
                  </a:lnTo>
                  <a:lnTo>
                    <a:pt x="520880" y="19722"/>
                  </a:lnTo>
                  <a:lnTo>
                    <a:pt x="621155" y="23519"/>
                  </a:lnTo>
                  <a:lnTo>
                    <a:pt x="713398" y="27012"/>
                  </a:lnTo>
                  <a:lnTo>
                    <a:pt x="798802" y="30245"/>
                  </a:lnTo>
                  <a:lnTo>
                    <a:pt x="878312" y="33256"/>
                  </a:lnTo>
                  <a:lnTo>
                    <a:pt x="952688" y="36072"/>
                  </a:lnTo>
                  <a:lnTo>
                    <a:pt x="1022553" y="38717"/>
                  </a:lnTo>
                  <a:lnTo>
                    <a:pt x="1088424" y="41212"/>
                  </a:lnTo>
                  <a:lnTo>
                    <a:pt x="1150733" y="43571"/>
                  </a:lnTo>
                  <a:lnTo>
                    <a:pt x="1209845" y="45809"/>
                  </a:lnTo>
                  <a:lnTo>
                    <a:pt x="1266072" y="47938"/>
                  </a:lnTo>
                  <a:lnTo>
                    <a:pt x="1319683" y="49968"/>
                  </a:lnTo>
                  <a:lnTo>
                    <a:pt x="1370911" y="51908"/>
                  </a:lnTo>
                  <a:lnTo>
                    <a:pt x="1419957" y="53765"/>
                  </a:lnTo>
                  <a:lnTo>
                    <a:pt x="1467002" y="55546"/>
                  </a:lnTo>
                  <a:lnTo>
                    <a:pt x="1512201" y="57257"/>
                  </a:lnTo>
                  <a:lnTo>
                    <a:pt x="1555694" y="58904"/>
                  </a:lnTo>
                  <a:lnTo>
                    <a:pt x="1597605" y="60491"/>
                  </a:lnTo>
                  <a:lnTo>
                    <a:pt x="1638045" y="62022"/>
                  </a:lnTo>
                  <a:lnTo>
                    <a:pt x="1677115" y="63502"/>
                  </a:lnTo>
                  <a:lnTo>
                    <a:pt x="1714902" y="64932"/>
                  </a:lnTo>
                  <a:lnTo>
                    <a:pt x="1751491" y="66318"/>
                  </a:lnTo>
                  <a:lnTo>
                    <a:pt x="1786953" y="67661"/>
                  </a:lnTo>
                  <a:lnTo>
                    <a:pt x="1821356" y="68963"/>
                  </a:lnTo>
                  <a:lnTo>
                    <a:pt x="1854762" y="70228"/>
                  </a:lnTo>
                  <a:lnTo>
                    <a:pt x="1887227" y="71457"/>
                  </a:lnTo>
                  <a:lnTo>
                    <a:pt x="1918803" y="72653"/>
                  </a:lnTo>
                  <a:lnTo>
                    <a:pt x="1949536" y="73817"/>
                  </a:lnTo>
                  <a:lnTo>
                    <a:pt x="1979471" y="74950"/>
                  </a:lnTo>
                  <a:lnTo>
                    <a:pt x="2008648" y="76055"/>
                  </a:lnTo>
                  <a:lnTo>
                    <a:pt x="2037104" y="77132"/>
                  </a:lnTo>
                  <a:lnTo>
                    <a:pt x="2064875" y="78184"/>
                  </a:lnTo>
                  <a:lnTo>
                    <a:pt x="2091992" y="79211"/>
                  </a:lnTo>
                  <a:lnTo>
                    <a:pt x="2118486" y="80214"/>
                  </a:lnTo>
                  <a:lnTo>
                    <a:pt x="2144384" y="81194"/>
                  </a:lnTo>
                  <a:lnTo>
                    <a:pt x="2169713" y="82153"/>
                  </a:lnTo>
                  <a:lnTo>
                    <a:pt x="2194498" y="83092"/>
                  </a:lnTo>
                  <a:lnTo>
                    <a:pt x="2218760" y="84010"/>
                  </a:lnTo>
                  <a:lnTo>
                    <a:pt x="2242523" y="84910"/>
                  </a:lnTo>
                  <a:lnTo>
                    <a:pt x="2265805" y="85792"/>
                  </a:lnTo>
                  <a:lnTo>
                    <a:pt x="2288626" y="86656"/>
                  </a:lnTo>
                  <a:lnTo>
                    <a:pt x="2311004" y="87503"/>
                  </a:lnTo>
                  <a:lnTo>
                    <a:pt x="2332955" y="88334"/>
                  </a:lnTo>
                  <a:lnTo>
                    <a:pt x="2354497" y="89150"/>
                  </a:lnTo>
                  <a:lnTo>
                    <a:pt x="2375643" y="89951"/>
                  </a:lnTo>
                  <a:lnTo>
                    <a:pt x="2396408" y="9073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71273" y="2139701"/>
              <a:ext cx="2396408" cy="126565"/>
            </a:xfrm>
            <a:custGeom>
              <a:avLst/>
              <a:pathLst>
                <a:path w="2396408" h="126565">
                  <a:moveTo>
                    <a:pt x="0" y="126565"/>
                  </a:moveTo>
                  <a:lnTo>
                    <a:pt x="153885" y="118438"/>
                  </a:lnTo>
                  <a:lnTo>
                    <a:pt x="289622" y="111269"/>
                  </a:lnTo>
                  <a:lnTo>
                    <a:pt x="411042" y="104856"/>
                  </a:lnTo>
                  <a:lnTo>
                    <a:pt x="520880" y="99055"/>
                  </a:lnTo>
                  <a:lnTo>
                    <a:pt x="621155" y="93759"/>
                  </a:lnTo>
                  <a:lnTo>
                    <a:pt x="713398" y="88887"/>
                  </a:lnTo>
                  <a:lnTo>
                    <a:pt x="798802" y="84377"/>
                  </a:lnTo>
                  <a:lnTo>
                    <a:pt x="878312" y="80177"/>
                  </a:lnTo>
                  <a:lnTo>
                    <a:pt x="952688" y="76249"/>
                  </a:lnTo>
                  <a:lnTo>
                    <a:pt x="1022553" y="72559"/>
                  </a:lnTo>
                  <a:lnTo>
                    <a:pt x="1088424" y="69080"/>
                  </a:lnTo>
                  <a:lnTo>
                    <a:pt x="1150733" y="65789"/>
                  </a:lnTo>
                  <a:lnTo>
                    <a:pt x="1209845" y="62667"/>
                  </a:lnTo>
                  <a:lnTo>
                    <a:pt x="1266072" y="59698"/>
                  </a:lnTo>
                  <a:lnTo>
                    <a:pt x="1319683" y="56866"/>
                  </a:lnTo>
                  <a:lnTo>
                    <a:pt x="1370911" y="54161"/>
                  </a:lnTo>
                  <a:lnTo>
                    <a:pt x="1419957" y="51570"/>
                  </a:lnTo>
                  <a:lnTo>
                    <a:pt x="1467002" y="49086"/>
                  </a:lnTo>
                  <a:lnTo>
                    <a:pt x="1512201" y="46699"/>
                  </a:lnTo>
                  <a:lnTo>
                    <a:pt x="1555694" y="44402"/>
                  </a:lnTo>
                  <a:lnTo>
                    <a:pt x="1597605" y="42188"/>
                  </a:lnTo>
                  <a:lnTo>
                    <a:pt x="1638045" y="40052"/>
                  </a:lnTo>
                  <a:lnTo>
                    <a:pt x="1677115" y="37989"/>
                  </a:lnTo>
                  <a:lnTo>
                    <a:pt x="1714902" y="35993"/>
                  </a:lnTo>
                  <a:lnTo>
                    <a:pt x="1751491" y="34061"/>
                  </a:lnTo>
                  <a:lnTo>
                    <a:pt x="1786953" y="32188"/>
                  </a:lnTo>
                  <a:lnTo>
                    <a:pt x="1821356" y="30371"/>
                  </a:lnTo>
                  <a:lnTo>
                    <a:pt x="1854762" y="28606"/>
                  </a:lnTo>
                  <a:lnTo>
                    <a:pt x="1887227" y="26892"/>
                  </a:lnTo>
                  <a:lnTo>
                    <a:pt x="1918803" y="25224"/>
                  </a:lnTo>
                  <a:lnTo>
                    <a:pt x="1949536" y="23601"/>
                  </a:lnTo>
                  <a:lnTo>
                    <a:pt x="1979471" y="22020"/>
                  </a:lnTo>
                  <a:lnTo>
                    <a:pt x="2008648" y="20479"/>
                  </a:lnTo>
                  <a:lnTo>
                    <a:pt x="2037104" y="18976"/>
                  </a:lnTo>
                  <a:lnTo>
                    <a:pt x="2064875" y="17509"/>
                  </a:lnTo>
                  <a:lnTo>
                    <a:pt x="2091992" y="16077"/>
                  </a:lnTo>
                  <a:lnTo>
                    <a:pt x="2118486" y="14678"/>
                  </a:lnTo>
                  <a:lnTo>
                    <a:pt x="2144384" y="13310"/>
                  </a:lnTo>
                  <a:lnTo>
                    <a:pt x="2169713" y="11972"/>
                  </a:lnTo>
                  <a:lnTo>
                    <a:pt x="2194498" y="10663"/>
                  </a:lnTo>
                  <a:lnTo>
                    <a:pt x="2218760" y="9382"/>
                  </a:lnTo>
                  <a:lnTo>
                    <a:pt x="2242523" y="8127"/>
                  </a:lnTo>
                  <a:lnTo>
                    <a:pt x="2265805" y="6897"/>
                  </a:lnTo>
                  <a:lnTo>
                    <a:pt x="2288626" y="5692"/>
                  </a:lnTo>
                  <a:lnTo>
                    <a:pt x="2311004" y="4510"/>
                  </a:lnTo>
                  <a:lnTo>
                    <a:pt x="2332955" y="3351"/>
                  </a:lnTo>
                  <a:lnTo>
                    <a:pt x="2354497" y="2213"/>
                  </a:lnTo>
                  <a:lnTo>
                    <a:pt x="2375643" y="1096"/>
                  </a:lnTo>
                  <a:lnTo>
                    <a:pt x="239640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71273" y="2058324"/>
              <a:ext cx="2396408" cy="242984"/>
            </a:xfrm>
            <a:custGeom>
              <a:avLst/>
              <a:pathLst>
                <a:path w="2396408" h="242984">
                  <a:moveTo>
                    <a:pt x="0" y="242984"/>
                  </a:moveTo>
                  <a:lnTo>
                    <a:pt x="153885" y="227381"/>
                  </a:lnTo>
                  <a:lnTo>
                    <a:pt x="289622" y="213618"/>
                  </a:lnTo>
                  <a:lnTo>
                    <a:pt x="411042" y="201306"/>
                  </a:lnTo>
                  <a:lnTo>
                    <a:pt x="520880" y="190169"/>
                  </a:lnTo>
                  <a:lnTo>
                    <a:pt x="621155" y="180002"/>
                  </a:lnTo>
                  <a:lnTo>
                    <a:pt x="713398" y="170649"/>
                  </a:lnTo>
                  <a:lnTo>
                    <a:pt x="798802" y="161989"/>
                  </a:lnTo>
                  <a:lnTo>
                    <a:pt x="878312" y="153927"/>
                  </a:lnTo>
                  <a:lnTo>
                    <a:pt x="952688" y="146386"/>
                  </a:lnTo>
                  <a:lnTo>
                    <a:pt x="1022553" y="139302"/>
                  </a:lnTo>
                  <a:lnTo>
                    <a:pt x="1088424" y="132623"/>
                  </a:lnTo>
                  <a:lnTo>
                    <a:pt x="1150733" y="126305"/>
                  </a:lnTo>
                  <a:lnTo>
                    <a:pt x="1209845" y="120311"/>
                  </a:lnTo>
                  <a:lnTo>
                    <a:pt x="1266072" y="114610"/>
                  </a:lnTo>
                  <a:lnTo>
                    <a:pt x="1319683" y="109174"/>
                  </a:lnTo>
                  <a:lnTo>
                    <a:pt x="1370911" y="103980"/>
                  </a:lnTo>
                  <a:lnTo>
                    <a:pt x="1419957" y="99007"/>
                  </a:lnTo>
                  <a:lnTo>
                    <a:pt x="1467002" y="94237"/>
                  </a:lnTo>
                  <a:lnTo>
                    <a:pt x="1512201" y="89654"/>
                  </a:lnTo>
                  <a:lnTo>
                    <a:pt x="1555694" y="85244"/>
                  </a:lnTo>
                  <a:lnTo>
                    <a:pt x="1597605" y="80994"/>
                  </a:lnTo>
                  <a:lnTo>
                    <a:pt x="1638045" y="76894"/>
                  </a:lnTo>
                  <a:lnTo>
                    <a:pt x="1677115" y="72932"/>
                  </a:lnTo>
                  <a:lnTo>
                    <a:pt x="1714902" y="69101"/>
                  </a:lnTo>
                  <a:lnTo>
                    <a:pt x="1751491" y="65391"/>
                  </a:lnTo>
                  <a:lnTo>
                    <a:pt x="1786953" y="61795"/>
                  </a:lnTo>
                  <a:lnTo>
                    <a:pt x="1821356" y="58307"/>
                  </a:lnTo>
                  <a:lnTo>
                    <a:pt x="1854762" y="54920"/>
                  </a:lnTo>
                  <a:lnTo>
                    <a:pt x="1887227" y="51628"/>
                  </a:lnTo>
                  <a:lnTo>
                    <a:pt x="1918803" y="48426"/>
                  </a:lnTo>
                  <a:lnTo>
                    <a:pt x="1949536" y="45310"/>
                  </a:lnTo>
                  <a:lnTo>
                    <a:pt x="1979471" y="42275"/>
                  </a:lnTo>
                  <a:lnTo>
                    <a:pt x="2008648" y="39317"/>
                  </a:lnTo>
                  <a:lnTo>
                    <a:pt x="2037104" y="36431"/>
                  </a:lnTo>
                  <a:lnTo>
                    <a:pt x="2064875" y="33615"/>
                  </a:lnTo>
                  <a:lnTo>
                    <a:pt x="2091992" y="30866"/>
                  </a:lnTo>
                  <a:lnTo>
                    <a:pt x="2118486" y="28179"/>
                  </a:lnTo>
                  <a:lnTo>
                    <a:pt x="2144384" y="25554"/>
                  </a:lnTo>
                  <a:lnTo>
                    <a:pt x="2169713" y="22985"/>
                  </a:lnTo>
                  <a:lnTo>
                    <a:pt x="2194498" y="20472"/>
                  </a:lnTo>
                  <a:lnTo>
                    <a:pt x="2218760" y="18012"/>
                  </a:lnTo>
                  <a:lnTo>
                    <a:pt x="2242523" y="15603"/>
                  </a:lnTo>
                  <a:lnTo>
                    <a:pt x="2265805" y="13242"/>
                  </a:lnTo>
                  <a:lnTo>
                    <a:pt x="2288626" y="10928"/>
                  </a:lnTo>
                  <a:lnTo>
                    <a:pt x="2311004" y="8659"/>
                  </a:lnTo>
                  <a:lnTo>
                    <a:pt x="2332955" y="6433"/>
                  </a:lnTo>
                  <a:lnTo>
                    <a:pt x="2354497" y="4249"/>
                  </a:lnTo>
                  <a:lnTo>
                    <a:pt x="2375643" y="2105"/>
                  </a:lnTo>
                  <a:lnTo>
                    <a:pt x="239640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71273" y="1906547"/>
              <a:ext cx="2396408" cy="67267"/>
            </a:xfrm>
            <a:custGeom>
              <a:avLst/>
              <a:pathLst>
                <a:path w="2396408" h="67267">
                  <a:moveTo>
                    <a:pt x="0" y="0"/>
                  </a:moveTo>
                  <a:lnTo>
                    <a:pt x="153885" y="4319"/>
                  </a:lnTo>
                  <a:lnTo>
                    <a:pt x="289622" y="8129"/>
                  </a:lnTo>
                  <a:lnTo>
                    <a:pt x="411042" y="11537"/>
                  </a:lnTo>
                  <a:lnTo>
                    <a:pt x="520880" y="14621"/>
                  </a:lnTo>
                  <a:lnTo>
                    <a:pt x="621155" y="17435"/>
                  </a:lnTo>
                  <a:lnTo>
                    <a:pt x="713398" y="20025"/>
                  </a:lnTo>
                  <a:lnTo>
                    <a:pt x="798802" y="22422"/>
                  </a:lnTo>
                  <a:lnTo>
                    <a:pt x="878312" y="24654"/>
                  </a:lnTo>
                  <a:lnTo>
                    <a:pt x="952688" y="26741"/>
                  </a:lnTo>
                  <a:lnTo>
                    <a:pt x="1022553" y="28703"/>
                  </a:lnTo>
                  <a:lnTo>
                    <a:pt x="1088424" y="30552"/>
                  </a:lnTo>
                  <a:lnTo>
                    <a:pt x="1150733" y="32301"/>
                  </a:lnTo>
                  <a:lnTo>
                    <a:pt x="1209845" y="33960"/>
                  </a:lnTo>
                  <a:lnTo>
                    <a:pt x="1266072" y="35538"/>
                  </a:lnTo>
                  <a:lnTo>
                    <a:pt x="1319683" y="37043"/>
                  </a:lnTo>
                  <a:lnTo>
                    <a:pt x="1370911" y="38481"/>
                  </a:lnTo>
                  <a:lnTo>
                    <a:pt x="1419957" y="39858"/>
                  </a:lnTo>
                  <a:lnTo>
                    <a:pt x="1467002" y="41178"/>
                  </a:lnTo>
                  <a:lnTo>
                    <a:pt x="1512201" y="42447"/>
                  </a:lnTo>
                  <a:lnTo>
                    <a:pt x="1555694" y="43668"/>
                  </a:lnTo>
                  <a:lnTo>
                    <a:pt x="1597605" y="44844"/>
                  </a:lnTo>
                  <a:lnTo>
                    <a:pt x="1638045" y="45979"/>
                  </a:lnTo>
                  <a:lnTo>
                    <a:pt x="1677115" y="47076"/>
                  </a:lnTo>
                  <a:lnTo>
                    <a:pt x="1714902" y="48137"/>
                  </a:lnTo>
                  <a:lnTo>
                    <a:pt x="1751491" y="49164"/>
                  </a:lnTo>
                  <a:lnTo>
                    <a:pt x="1786953" y="50159"/>
                  </a:lnTo>
                  <a:lnTo>
                    <a:pt x="1821356" y="51125"/>
                  </a:lnTo>
                  <a:lnTo>
                    <a:pt x="1854762" y="52063"/>
                  </a:lnTo>
                  <a:lnTo>
                    <a:pt x="1887227" y="52974"/>
                  </a:lnTo>
                  <a:lnTo>
                    <a:pt x="1918803" y="53860"/>
                  </a:lnTo>
                  <a:lnTo>
                    <a:pt x="1949536" y="54723"/>
                  </a:lnTo>
                  <a:lnTo>
                    <a:pt x="1979471" y="55563"/>
                  </a:lnTo>
                  <a:lnTo>
                    <a:pt x="2008648" y="56382"/>
                  </a:lnTo>
                  <a:lnTo>
                    <a:pt x="2037104" y="57181"/>
                  </a:lnTo>
                  <a:lnTo>
                    <a:pt x="2064875" y="57960"/>
                  </a:lnTo>
                  <a:lnTo>
                    <a:pt x="2091992" y="58722"/>
                  </a:lnTo>
                  <a:lnTo>
                    <a:pt x="2118486" y="59465"/>
                  </a:lnTo>
                  <a:lnTo>
                    <a:pt x="2144384" y="60192"/>
                  </a:lnTo>
                  <a:lnTo>
                    <a:pt x="2169713" y="60903"/>
                  </a:lnTo>
                  <a:lnTo>
                    <a:pt x="2194498" y="61599"/>
                  </a:lnTo>
                  <a:lnTo>
                    <a:pt x="2218760" y="62280"/>
                  </a:lnTo>
                  <a:lnTo>
                    <a:pt x="2242523" y="62947"/>
                  </a:lnTo>
                  <a:lnTo>
                    <a:pt x="2265805" y="63601"/>
                  </a:lnTo>
                  <a:lnTo>
                    <a:pt x="2288626" y="64241"/>
                  </a:lnTo>
                  <a:lnTo>
                    <a:pt x="2311004" y="64869"/>
                  </a:lnTo>
                  <a:lnTo>
                    <a:pt x="2332955" y="65486"/>
                  </a:lnTo>
                  <a:lnTo>
                    <a:pt x="2354497" y="66090"/>
                  </a:lnTo>
                  <a:lnTo>
                    <a:pt x="2375643" y="66684"/>
                  </a:lnTo>
                  <a:lnTo>
                    <a:pt x="2396408" y="6726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71273" y="1660865"/>
              <a:ext cx="2396408" cy="596826"/>
            </a:xfrm>
            <a:custGeom>
              <a:avLst/>
              <a:pathLst>
                <a:path w="2396408" h="596826">
                  <a:moveTo>
                    <a:pt x="0" y="0"/>
                  </a:moveTo>
                  <a:lnTo>
                    <a:pt x="153885" y="38325"/>
                  </a:lnTo>
                  <a:lnTo>
                    <a:pt x="289622" y="72130"/>
                  </a:lnTo>
                  <a:lnTo>
                    <a:pt x="411042" y="102370"/>
                  </a:lnTo>
                  <a:lnTo>
                    <a:pt x="520880" y="129725"/>
                  </a:lnTo>
                  <a:lnTo>
                    <a:pt x="621155" y="154699"/>
                  </a:lnTo>
                  <a:lnTo>
                    <a:pt x="713398" y="177672"/>
                  </a:lnTo>
                  <a:lnTo>
                    <a:pt x="798802" y="198942"/>
                  </a:lnTo>
                  <a:lnTo>
                    <a:pt x="878312" y="218744"/>
                  </a:lnTo>
                  <a:lnTo>
                    <a:pt x="952688" y="237267"/>
                  </a:lnTo>
                  <a:lnTo>
                    <a:pt x="1022553" y="254667"/>
                  </a:lnTo>
                  <a:lnTo>
                    <a:pt x="1088424" y="271072"/>
                  </a:lnTo>
                  <a:lnTo>
                    <a:pt x="1150733" y="286590"/>
                  </a:lnTo>
                  <a:lnTo>
                    <a:pt x="1209845" y="301312"/>
                  </a:lnTo>
                  <a:lnTo>
                    <a:pt x="1266072" y="315316"/>
                  </a:lnTo>
                  <a:lnTo>
                    <a:pt x="1319683" y="328667"/>
                  </a:lnTo>
                  <a:lnTo>
                    <a:pt x="1370911" y="341426"/>
                  </a:lnTo>
                  <a:lnTo>
                    <a:pt x="1419957" y="353641"/>
                  </a:lnTo>
                  <a:lnTo>
                    <a:pt x="1467002" y="365357"/>
                  </a:lnTo>
                  <a:lnTo>
                    <a:pt x="1512201" y="376614"/>
                  </a:lnTo>
                  <a:lnTo>
                    <a:pt x="1555694" y="387446"/>
                  </a:lnTo>
                  <a:lnTo>
                    <a:pt x="1597605" y="397884"/>
                  </a:lnTo>
                  <a:lnTo>
                    <a:pt x="1638045" y="407956"/>
                  </a:lnTo>
                  <a:lnTo>
                    <a:pt x="1677115" y="417686"/>
                  </a:lnTo>
                  <a:lnTo>
                    <a:pt x="1714902" y="427097"/>
                  </a:lnTo>
                  <a:lnTo>
                    <a:pt x="1751491" y="436209"/>
                  </a:lnTo>
                  <a:lnTo>
                    <a:pt x="1786953" y="445041"/>
                  </a:lnTo>
                  <a:lnTo>
                    <a:pt x="1821356" y="453609"/>
                  </a:lnTo>
                  <a:lnTo>
                    <a:pt x="1854762" y="461929"/>
                  </a:lnTo>
                  <a:lnTo>
                    <a:pt x="1887227" y="470015"/>
                  </a:lnTo>
                  <a:lnTo>
                    <a:pt x="1918803" y="477879"/>
                  </a:lnTo>
                  <a:lnTo>
                    <a:pt x="1949536" y="485533"/>
                  </a:lnTo>
                  <a:lnTo>
                    <a:pt x="1979471" y="492988"/>
                  </a:lnTo>
                  <a:lnTo>
                    <a:pt x="2008648" y="500254"/>
                  </a:lnTo>
                  <a:lnTo>
                    <a:pt x="2037104" y="507342"/>
                  </a:lnTo>
                  <a:lnTo>
                    <a:pt x="2064875" y="514258"/>
                  </a:lnTo>
                  <a:lnTo>
                    <a:pt x="2091992" y="521011"/>
                  </a:lnTo>
                  <a:lnTo>
                    <a:pt x="2118486" y="527610"/>
                  </a:lnTo>
                  <a:lnTo>
                    <a:pt x="2144384" y="534060"/>
                  </a:lnTo>
                  <a:lnTo>
                    <a:pt x="2169713" y="540368"/>
                  </a:lnTo>
                  <a:lnTo>
                    <a:pt x="2194498" y="546541"/>
                  </a:lnTo>
                  <a:lnTo>
                    <a:pt x="2218760" y="552583"/>
                  </a:lnTo>
                  <a:lnTo>
                    <a:pt x="2242523" y="558501"/>
                  </a:lnTo>
                  <a:lnTo>
                    <a:pt x="2265805" y="564300"/>
                  </a:lnTo>
                  <a:lnTo>
                    <a:pt x="2288626" y="569983"/>
                  </a:lnTo>
                  <a:lnTo>
                    <a:pt x="2311004" y="575556"/>
                  </a:lnTo>
                  <a:lnTo>
                    <a:pt x="2332955" y="581024"/>
                  </a:lnTo>
                  <a:lnTo>
                    <a:pt x="2354497" y="586388"/>
                  </a:lnTo>
                  <a:lnTo>
                    <a:pt x="2375643" y="591655"/>
                  </a:lnTo>
                  <a:lnTo>
                    <a:pt x="2396408" y="59682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71273" y="2453520"/>
              <a:ext cx="2396408" cy="56266"/>
            </a:xfrm>
            <a:custGeom>
              <a:avLst/>
              <a:pathLst>
                <a:path w="2396408" h="56266">
                  <a:moveTo>
                    <a:pt x="0" y="0"/>
                  </a:moveTo>
                  <a:lnTo>
                    <a:pt x="153885" y="3613"/>
                  </a:lnTo>
                  <a:lnTo>
                    <a:pt x="289622" y="6800"/>
                  </a:lnTo>
                  <a:lnTo>
                    <a:pt x="411042" y="9651"/>
                  </a:lnTo>
                  <a:lnTo>
                    <a:pt x="520880" y="12230"/>
                  </a:lnTo>
                  <a:lnTo>
                    <a:pt x="621155" y="14584"/>
                  </a:lnTo>
                  <a:lnTo>
                    <a:pt x="713398" y="16750"/>
                  </a:lnTo>
                  <a:lnTo>
                    <a:pt x="798802" y="18755"/>
                  </a:lnTo>
                  <a:lnTo>
                    <a:pt x="878312" y="20622"/>
                  </a:lnTo>
                  <a:lnTo>
                    <a:pt x="952688" y="22368"/>
                  </a:lnTo>
                  <a:lnTo>
                    <a:pt x="1022553" y="24009"/>
                  </a:lnTo>
                  <a:lnTo>
                    <a:pt x="1088424" y="25555"/>
                  </a:lnTo>
                  <a:lnTo>
                    <a:pt x="1150733" y="27018"/>
                  </a:lnTo>
                  <a:lnTo>
                    <a:pt x="1209845" y="28406"/>
                  </a:lnTo>
                  <a:lnTo>
                    <a:pt x="1266072" y="29726"/>
                  </a:lnTo>
                  <a:lnTo>
                    <a:pt x="1319683" y="30985"/>
                  </a:lnTo>
                  <a:lnTo>
                    <a:pt x="1370911" y="32188"/>
                  </a:lnTo>
                  <a:lnTo>
                    <a:pt x="1419957" y="33340"/>
                  </a:lnTo>
                  <a:lnTo>
                    <a:pt x="1467002" y="34444"/>
                  </a:lnTo>
                  <a:lnTo>
                    <a:pt x="1512201" y="35505"/>
                  </a:lnTo>
                  <a:lnTo>
                    <a:pt x="1555694" y="36527"/>
                  </a:lnTo>
                  <a:lnTo>
                    <a:pt x="1597605" y="37511"/>
                  </a:lnTo>
                  <a:lnTo>
                    <a:pt x="1638045" y="38460"/>
                  </a:lnTo>
                  <a:lnTo>
                    <a:pt x="1677115" y="39377"/>
                  </a:lnTo>
                  <a:lnTo>
                    <a:pt x="1714902" y="40265"/>
                  </a:lnTo>
                  <a:lnTo>
                    <a:pt x="1751491" y="41124"/>
                  </a:lnTo>
                  <a:lnTo>
                    <a:pt x="1786953" y="41956"/>
                  </a:lnTo>
                  <a:lnTo>
                    <a:pt x="1821356" y="42764"/>
                  </a:lnTo>
                  <a:lnTo>
                    <a:pt x="1854762" y="43549"/>
                  </a:lnTo>
                  <a:lnTo>
                    <a:pt x="1887227" y="44311"/>
                  </a:lnTo>
                  <a:lnTo>
                    <a:pt x="1918803" y="45052"/>
                  </a:lnTo>
                  <a:lnTo>
                    <a:pt x="1949536" y="45774"/>
                  </a:lnTo>
                  <a:lnTo>
                    <a:pt x="1979471" y="46477"/>
                  </a:lnTo>
                  <a:lnTo>
                    <a:pt x="2008648" y="47162"/>
                  </a:lnTo>
                  <a:lnTo>
                    <a:pt x="2037104" y="47830"/>
                  </a:lnTo>
                  <a:lnTo>
                    <a:pt x="2064875" y="48482"/>
                  </a:lnTo>
                  <a:lnTo>
                    <a:pt x="2091992" y="49119"/>
                  </a:lnTo>
                  <a:lnTo>
                    <a:pt x="2118486" y="49741"/>
                  </a:lnTo>
                  <a:lnTo>
                    <a:pt x="2144384" y="50349"/>
                  </a:lnTo>
                  <a:lnTo>
                    <a:pt x="2169713" y="50944"/>
                  </a:lnTo>
                  <a:lnTo>
                    <a:pt x="2194498" y="51525"/>
                  </a:lnTo>
                  <a:lnTo>
                    <a:pt x="2218760" y="52095"/>
                  </a:lnTo>
                  <a:lnTo>
                    <a:pt x="2242523" y="52653"/>
                  </a:lnTo>
                  <a:lnTo>
                    <a:pt x="2265805" y="53200"/>
                  </a:lnTo>
                  <a:lnTo>
                    <a:pt x="2288626" y="53736"/>
                  </a:lnTo>
                  <a:lnTo>
                    <a:pt x="2311004" y="54261"/>
                  </a:lnTo>
                  <a:lnTo>
                    <a:pt x="2332955" y="54776"/>
                  </a:lnTo>
                  <a:lnTo>
                    <a:pt x="2354497" y="55282"/>
                  </a:lnTo>
                  <a:lnTo>
                    <a:pt x="2375643" y="55779"/>
                  </a:lnTo>
                  <a:lnTo>
                    <a:pt x="2396408" y="5626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71273" y="2219432"/>
              <a:ext cx="2396408" cy="45011"/>
            </a:xfrm>
            <a:custGeom>
              <a:avLst/>
              <a:pathLst>
                <a:path w="2396408" h="45011">
                  <a:moveTo>
                    <a:pt x="0" y="45011"/>
                  </a:moveTo>
                  <a:lnTo>
                    <a:pt x="153885" y="42121"/>
                  </a:lnTo>
                  <a:lnTo>
                    <a:pt x="289622" y="39571"/>
                  </a:lnTo>
                  <a:lnTo>
                    <a:pt x="411042" y="37290"/>
                  </a:lnTo>
                  <a:lnTo>
                    <a:pt x="520880" y="35227"/>
                  </a:lnTo>
                  <a:lnTo>
                    <a:pt x="621155" y="33344"/>
                  </a:lnTo>
                  <a:lnTo>
                    <a:pt x="713398" y="31611"/>
                  </a:lnTo>
                  <a:lnTo>
                    <a:pt x="798802" y="30007"/>
                  </a:lnTo>
                  <a:lnTo>
                    <a:pt x="878312" y="28514"/>
                  </a:lnTo>
                  <a:lnTo>
                    <a:pt x="952688" y="27117"/>
                  </a:lnTo>
                  <a:lnTo>
                    <a:pt x="1022553" y="25804"/>
                  </a:lnTo>
                  <a:lnTo>
                    <a:pt x="1088424" y="24567"/>
                  </a:lnTo>
                  <a:lnTo>
                    <a:pt x="1150733" y="23397"/>
                  </a:lnTo>
                  <a:lnTo>
                    <a:pt x="1209845" y="22287"/>
                  </a:lnTo>
                  <a:lnTo>
                    <a:pt x="1266072" y="21230"/>
                  </a:lnTo>
                  <a:lnTo>
                    <a:pt x="1319683" y="20223"/>
                  </a:lnTo>
                  <a:lnTo>
                    <a:pt x="1370911" y="19261"/>
                  </a:lnTo>
                  <a:lnTo>
                    <a:pt x="1419957" y="18340"/>
                  </a:lnTo>
                  <a:lnTo>
                    <a:pt x="1467002" y="17456"/>
                  </a:lnTo>
                  <a:lnTo>
                    <a:pt x="1512201" y="16607"/>
                  </a:lnTo>
                  <a:lnTo>
                    <a:pt x="1555694" y="15791"/>
                  </a:lnTo>
                  <a:lnTo>
                    <a:pt x="1597605" y="15003"/>
                  </a:lnTo>
                  <a:lnTo>
                    <a:pt x="1638045" y="14244"/>
                  </a:lnTo>
                  <a:lnTo>
                    <a:pt x="1677115" y="13510"/>
                  </a:lnTo>
                  <a:lnTo>
                    <a:pt x="1714902" y="12800"/>
                  </a:lnTo>
                  <a:lnTo>
                    <a:pt x="1751491" y="12113"/>
                  </a:lnTo>
                  <a:lnTo>
                    <a:pt x="1786953" y="11447"/>
                  </a:lnTo>
                  <a:lnTo>
                    <a:pt x="1821356" y="10801"/>
                  </a:lnTo>
                  <a:lnTo>
                    <a:pt x="1854762" y="10173"/>
                  </a:lnTo>
                  <a:lnTo>
                    <a:pt x="1887227" y="9563"/>
                  </a:lnTo>
                  <a:lnTo>
                    <a:pt x="1918803" y="8970"/>
                  </a:lnTo>
                  <a:lnTo>
                    <a:pt x="1949536" y="8393"/>
                  </a:lnTo>
                  <a:lnTo>
                    <a:pt x="1979471" y="7831"/>
                  </a:lnTo>
                  <a:lnTo>
                    <a:pt x="2008648" y="7283"/>
                  </a:lnTo>
                  <a:lnTo>
                    <a:pt x="2037104" y="6748"/>
                  </a:lnTo>
                  <a:lnTo>
                    <a:pt x="2064875" y="6227"/>
                  </a:lnTo>
                  <a:lnTo>
                    <a:pt x="2091992" y="5717"/>
                  </a:lnTo>
                  <a:lnTo>
                    <a:pt x="2118486" y="5220"/>
                  </a:lnTo>
                  <a:lnTo>
                    <a:pt x="2144384" y="4733"/>
                  </a:lnTo>
                  <a:lnTo>
                    <a:pt x="2169713" y="4257"/>
                  </a:lnTo>
                  <a:lnTo>
                    <a:pt x="2194498" y="3792"/>
                  </a:lnTo>
                  <a:lnTo>
                    <a:pt x="2218760" y="3336"/>
                  </a:lnTo>
                  <a:lnTo>
                    <a:pt x="2242523" y="2890"/>
                  </a:lnTo>
                  <a:lnTo>
                    <a:pt x="2265805" y="2453"/>
                  </a:lnTo>
                  <a:lnTo>
                    <a:pt x="2288626" y="2024"/>
                  </a:lnTo>
                  <a:lnTo>
                    <a:pt x="2311004" y="1604"/>
                  </a:lnTo>
                  <a:lnTo>
                    <a:pt x="2332955" y="1191"/>
                  </a:lnTo>
                  <a:lnTo>
                    <a:pt x="2354497" y="787"/>
                  </a:lnTo>
                  <a:lnTo>
                    <a:pt x="2375643" y="390"/>
                  </a:lnTo>
                  <a:lnTo>
                    <a:pt x="239640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71273" y="2123276"/>
              <a:ext cx="2396408" cy="70654"/>
            </a:xfrm>
            <a:custGeom>
              <a:avLst/>
              <a:pathLst>
                <a:path w="2396408" h="70654">
                  <a:moveTo>
                    <a:pt x="0" y="0"/>
                  </a:moveTo>
                  <a:lnTo>
                    <a:pt x="153885" y="4537"/>
                  </a:lnTo>
                  <a:lnTo>
                    <a:pt x="289622" y="8539"/>
                  </a:lnTo>
                  <a:lnTo>
                    <a:pt x="411042" y="12118"/>
                  </a:lnTo>
                  <a:lnTo>
                    <a:pt x="520880" y="15357"/>
                  </a:lnTo>
                  <a:lnTo>
                    <a:pt x="621155" y="18313"/>
                  </a:lnTo>
                  <a:lnTo>
                    <a:pt x="713398" y="21033"/>
                  </a:lnTo>
                  <a:lnTo>
                    <a:pt x="798802" y="23551"/>
                  </a:lnTo>
                  <a:lnTo>
                    <a:pt x="878312" y="25895"/>
                  </a:lnTo>
                  <a:lnTo>
                    <a:pt x="952688" y="28088"/>
                  </a:lnTo>
                  <a:lnTo>
                    <a:pt x="1022553" y="30148"/>
                  </a:lnTo>
                  <a:lnTo>
                    <a:pt x="1088424" y="32090"/>
                  </a:lnTo>
                  <a:lnTo>
                    <a:pt x="1150733" y="33927"/>
                  </a:lnTo>
                  <a:lnTo>
                    <a:pt x="1209845" y="35670"/>
                  </a:lnTo>
                  <a:lnTo>
                    <a:pt x="1266072" y="37328"/>
                  </a:lnTo>
                  <a:lnTo>
                    <a:pt x="1319683" y="38908"/>
                  </a:lnTo>
                  <a:lnTo>
                    <a:pt x="1370911" y="40419"/>
                  </a:lnTo>
                  <a:lnTo>
                    <a:pt x="1419957" y="41865"/>
                  </a:lnTo>
                  <a:lnTo>
                    <a:pt x="1467002" y="43252"/>
                  </a:lnTo>
                  <a:lnTo>
                    <a:pt x="1512201" y="44584"/>
                  </a:lnTo>
                  <a:lnTo>
                    <a:pt x="1555694" y="45867"/>
                  </a:lnTo>
                  <a:lnTo>
                    <a:pt x="1597605" y="47102"/>
                  </a:lnTo>
                  <a:lnTo>
                    <a:pt x="1638045" y="48295"/>
                  </a:lnTo>
                  <a:lnTo>
                    <a:pt x="1677115" y="49447"/>
                  </a:lnTo>
                  <a:lnTo>
                    <a:pt x="1714902" y="50561"/>
                  </a:lnTo>
                  <a:lnTo>
                    <a:pt x="1751491" y="51639"/>
                  </a:lnTo>
                  <a:lnTo>
                    <a:pt x="1786953" y="52685"/>
                  </a:lnTo>
                  <a:lnTo>
                    <a:pt x="1821356" y="53699"/>
                  </a:lnTo>
                  <a:lnTo>
                    <a:pt x="1854762" y="54684"/>
                  </a:lnTo>
                  <a:lnTo>
                    <a:pt x="1887227" y="55641"/>
                  </a:lnTo>
                  <a:lnTo>
                    <a:pt x="1918803" y="56572"/>
                  </a:lnTo>
                  <a:lnTo>
                    <a:pt x="1949536" y="57479"/>
                  </a:lnTo>
                  <a:lnTo>
                    <a:pt x="1979471" y="58361"/>
                  </a:lnTo>
                  <a:lnTo>
                    <a:pt x="2008648" y="59221"/>
                  </a:lnTo>
                  <a:lnTo>
                    <a:pt x="2037104" y="60060"/>
                  </a:lnTo>
                  <a:lnTo>
                    <a:pt x="2064875" y="60879"/>
                  </a:lnTo>
                  <a:lnTo>
                    <a:pt x="2091992" y="61679"/>
                  </a:lnTo>
                  <a:lnTo>
                    <a:pt x="2118486" y="62460"/>
                  </a:lnTo>
                  <a:lnTo>
                    <a:pt x="2144384" y="63223"/>
                  </a:lnTo>
                  <a:lnTo>
                    <a:pt x="2169713" y="63970"/>
                  </a:lnTo>
                  <a:lnTo>
                    <a:pt x="2194498" y="64701"/>
                  </a:lnTo>
                  <a:lnTo>
                    <a:pt x="2218760" y="65416"/>
                  </a:lnTo>
                  <a:lnTo>
                    <a:pt x="2242523" y="66117"/>
                  </a:lnTo>
                  <a:lnTo>
                    <a:pt x="2265805" y="66803"/>
                  </a:lnTo>
                  <a:lnTo>
                    <a:pt x="2288626" y="67476"/>
                  </a:lnTo>
                  <a:lnTo>
                    <a:pt x="2311004" y="68136"/>
                  </a:lnTo>
                  <a:lnTo>
                    <a:pt x="2332955" y="68783"/>
                  </a:lnTo>
                  <a:lnTo>
                    <a:pt x="2354497" y="69418"/>
                  </a:lnTo>
                  <a:lnTo>
                    <a:pt x="2375643" y="70042"/>
                  </a:lnTo>
                  <a:lnTo>
                    <a:pt x="2396408" y="7065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204347" y="1185068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04347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72716" y="23994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72716" y="19013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72716" y="14032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04347" y="2692600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371273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170075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6887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767681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4204347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42663" y="2994900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70891" y="426271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05327" y="410153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78068" y="433405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28149" y="41891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15830" y="422283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12606" y="40814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89610" y="37264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52227" y="41896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79911" y="413933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38219" y="408174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20609" y="43424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77696" y="43961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40503" y="313030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97956" y="42562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07064" y="428380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42939" y="4110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75424" y="42867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89155" y="42900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93334" y="36266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13160" y="37762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32856" y="40155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57844" y="41029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03338" y="393764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16302" y="416769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08639" y="41945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94927" y="40551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26489" y="346572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96512" y="373929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06838" y="404050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84558" y="39254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40913" y="43838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52824" y="437537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83694" y="41530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38686" y="439066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82924" y="335630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55194" y="44054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34819" y="38633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81178" y="31572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34961" y="30349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13681" y="38478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60729" y="37025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47270" y="36516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102470" y="369439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104632" y="43044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56003" y="364015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60271" y="40989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03960" y="41222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112920" y="390100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77693" y="388739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32684" y="400394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63820" y="392492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918975" y="42450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23031" y="36421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914589" y="40284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86943" y="41589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34735" y="382998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909222" y="375077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77234" y="343004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64517" y="345785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85146" y="343413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918927" y="35539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92990" y="38375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904511" y="38709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66509" y="375495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93584" y="371136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52121" y="369675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75970" y="348966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911176" y="362733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905813" y="36755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41001" y="34587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68919" y="37101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77103" y="351874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517734" y="3834299"/>
              <a:ext cx="2389012" cy="547139"/>
            </a:xfrm>
            <a:custGeom>
              <a:avLst/>
              <a:pathLst>
                <a:path w="2389012" h="547139">
                  <a:moveTo>
                    <a:pt x="0" y="547139"/>
                  </a:moveTo>
                  <a:lnTo>
                    <a:pt x="153410" y="512004"/>
                  </a:lnTo>
                  <a:lnTo>
                    <a:pt x="288728" y="481013"/>
                  </a:lnTo>
                  <a:lnTo>
                    <a:pt x="409773" y="453291"/>
                  </a:lnTo>
                  <a:lnTo>
                    <a:pt x="519273" y="428213"/>
                  </a:lnTo>
                  <a:lnTo>
                    <a:pt x="619238" y="405319"/>
                  </a:lnTo>
                  <a:lnTo>
                    <a:pt x="711197" y="384258"/>
                  </a:lnTo>
                  <a:lnTo>
                    <a:pt x="796337" y="364759"/>
                  </a:lnTo>
                  <a:lnTo>
                    <a:pt x="875601" y="346606"/>
                  </a:lnTo>
                  <a:lnTo>
                    <a:pt x="949748" y="329624"/>
                  </a:lnTo>
                  <a:lnTo>
                    <a:pt x="1019398" y="313673"/>
                  </a:lnTo>
                  <a:lnTo>
                    <a:pt x="1085065" y="298634"/>
                  </a:lnTo>
                  <a:lnTo>
                    <a:pt x="1147182" y="284407"/>
                  </a:lnTo>
                  <a:lnTo>
                    <a:pt x="1206111" y="270911"/>
                  </a:lnTo>
                  <a:lnTo>
                    <a:pt x="1262165" y="258074"/>
                  </a:lnTo>
                  <a:lnTo>
                    <a:pt x="1315610" y="245833"/>
                  </a:lnTo>
                  <a:lnTo>
                    <a:pt x="1366680" y="234137"/>
                  </a:lnTo>
                  <a:lnTo>
                    <a:pt x="1415575" y="222939"/>
                  </a:lnTo>
                  <a:lnTo>
                    <a:pt x="1462475" y="212198"/>
                  </a:lnTo>
                  <a:lnTo>
                    <a:pt x="1507534" y="201878"/>
                  </a:lnTo>
                  <a:lnTo>
                    <a:pt x="1550893" y="191948"/>
                  </a:lnTo>
                  <a:lnTo>
                    <a:pt x="1592675" y="182379"/>
                  </a:lnTo>
                  <a:lnTo>
                    <a:pt x="1632990" y="173146"/>
                  </a:lnTo>
                  <a:lnTo>
                    <a:pt x="1671939" y="164226"/>
                  </a:lnTo>
                  <a:lnTo>
                    <a:pt x="1709610" y="155598"/>
                  </a:lnTo>
                  <a:lnTo>
                    <a:pt x="1746085" y="147245"/>
                  </a:lnTo>
                  <a:lnTo>
                    <a:pt x="1781438" y="139148"/>
                  </a:lnTo>
                  <a:lnTo>
                    <a:pt x="1815735" y="131293"/>
                  </a:lnTo>
                  <a:lnTo>
                    <a:pt x="1849038" y="123666"/>
                  </a:lnTo>
                  <a:lnTo>
                    <a:pt x="1881403" y="116254"/>
                  </a:lnTo>
                  <a:lnTo>
                    <a:pt x="1912881" y="109045"/>
                  </a:lnTo>
                  <a:lnTo>
                    <a:pt x="1943519" y="102028"/>
                  </a:lnTo>
                  <a:lnTo>
                    <a:pt x="1973362" y="95193"/>
                  </a:lnTo>
                  <a:lnTo>
                    <a:pt x="2002449" y="88532"/>
                  </a:lnTo>
                  <a:lnTo>
                    <a:pt x="2030817" y="82034"/>
                  </a:lnTo>
                  <a:lnTo>
                    <a:pt x="2058502" y="75694"/>
                  </a:lnTo>
                  <a:lnTo>
                    <a:pt x="2085536" y="69503"/>
                  </a:lnTo>
                  <a:lnTo>
                    <a:pt x="2111948" y="63454"/>
                  </a:lnTo>
                  <a:lnTo>
                    <a:pt x="2137766" y="57541"/>
                  </a:lnTo>
                  <a:lnTo>
                    <a:pt x="2163017" y="51758"/>
                  </a:lnTo>
                  <a:lnTo>
                    <a:pt x="2187725" y="46099"/>
                  </a:lnTo>
                  <a:lnTo>
                    <a:pt x="2211913" y="40559"/>
                  </a:lnTo>
                  <a:lnTo>
                    <a:pt x="2235602" y="35134"/>
                  </a:lnTo>
                  <a:lnTo>
                    <a:pt x="2258812" y="29818"/>
                  </a:lnTo>
                  <a:lnTo>
                    <a:pt x="2281563" y="24608"/>
                  </a:lnTo>
                  <a:lnTo>
                    <a:pt x="2303872" y="19499"/>
                  </a:lnTo>
                  <a:lnTo>
                    <a:pt x="2325756" y="14487"/>
                  </a:lnTo>
                  <a:lnTo>
                    <a:pt x="2347231" y="9568"/>
                  </a:lnTo>
                  <a:lnTo>
                    <a:pt x="2368311" y="4740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17734" y="3726927"/>
              <a:ext cx="2389012" cy="528315"/>
            </a:xfrm>
            <a:custGeom>
              <a:avLst/>
              <a:pathLst>
                <a:path w="2389012" h="528315">
                  <a:moveTo>
                    <a:pt x="0" y="528315"/>
                  </a:moveTo>
                  <a:lnTo>
                    <a:pt x="153410" y="494389"/>
                  </a:lnTo>
                  <a:lnTo>
                    <a:pt x="288728" y="464464"/>
                  </a:lnTo>
                  <a:lnTo>
                    <a:pt x="409773" y="437696"/>
                  </a:lnTo>
                  <a:lnTo>
                    <a:pt x="519273" y="413481"/>
                  </a:lnTo>
                  <a:lnTo>
                    <a:pt x="619238" y="391374"/>
                  </a:lnTo>
                  <a:lnTo>
                    <a:pt x="711197" y="371038"/>
                  </a:lnTo>
                  <a:lnTo>
                    <a:pt x="796337" y="352210"/>
                  </a:lnTo>
                  <a:lnTo>
                    <a:pt x="875601" y="334681"/>
                  </a:lnTo>
                  <a:lnTo>
                    <a:pt x="949748" y="318284"/>
                  </a:lnTo>
                  <a:lnTo>
                    <a:pt x="1019398" y="302881"/>
                  </a:lnTo>
                  <a:lnTo>
                    <a:pt x="1085065" y="288359"/>
                  </a:lnTo>
                  <a:lnTo>
                    <a:pt x="1147182" y="274623"/>
                  </a:lnTo>
                  <a:lnTo>
                    <a:pt x="1206111" y="261591"/>
                  </a:lnTo>
                  <a:lnTo>
                    <a:pt x="1262165" y="249195"/>
                  </a:lnTo>
                  <a:lnTo>
                    <a:pt x="1315610" y="237376"/>
                  </a:lnTo>
                  <a:lnTo>
                    <a:pt x="1366680" y="226082"/>
                  </a:lnTo>
                  <a:lnTo>
                    <a:pt x="1415575" y="215269"/>
                  </a:lnTo>
                  <a:lnTo>
                    <a:pt x="1462475" y="204897"/>
                  </a:lnTo>
                  <a:lnTo>
                    <a:pt x="1507534" y="194933"/>
                  </a:lnTo>
                  <a:lnTo>
                    <a:pt x="1550893" y="185344"/>
                  </a:lnTo>
                  <a:lnTo>
                    <a:pt x="1592675" y="176105"/>
                  </a:lnTo>
                  <a:lnTo>
                    <a:pt x="1632990" y="167189"/>
                  </a:lnTo>
                  <a:lnTo>
                    <a:pt x="1671939" y="158576"/>
                  </a:lnTo>
                  <a:lnTo>
                    <a:pt x="1709610" y="150245"/>
                  </a:lnTo>
                  <a:lnTo>
                    <a:pt x="1746085" y="142179"/>
                  </a:lnTo>
                  <a:lnTo>
                    <a:pt x="1781438" y="134361"/>
                  </a:lnTo>
                  <a:lnTo>
                    <a:pt x="1815735" y="126776"/>
                  </a:lnTo>
                  <a:lnTo>
                    <a:pt x="1849038" y="119411"/>
                  </a:lnTo>
                  <a:lnTo>
                    <a:pt x="1881403" y="112254"/>
                  </a:lnTo>
                  <a:lnTo>
                    <a:pt x="1912881" y="105293"/>
                  </a:lnTo>
                  <a:lnTo>
                    <a:pt x="1943519" y="98517"/>
                  </a:lnTo>
                  <a:lnTo>
                    <a:pt x="1973362" y="91918"/>
                  </a:lnTo>
                  <a:lnTo>
                    <a:pt x="2002449" y="85486"/>
                  </a:lnTo>
                  <a:lnTo>
                    <a:pt x="2030817" y="79212"/>
                  </a:lnTo>
                  <a:lnTo>
                    <a:pt x="2058502" y="73090"/>
                  </a:lnTo>
                  <a:lnTo>
                    <a:pt x="2085536" y="67111"/>
                  </a:lnTo>
                  <a:lnTo>
                    <a:pt x="2111948" y="61271"/>
                  </a:lnTo>
                  <a:lnTo>
                    <a:pt x="2137766" y="55561"/>
                  </a:lnTo>
                  <a:lnTo>
                    <a:pt x="2163017" y="49977"/>
                  </a:lnTo>
                  <a:lnTo>
                    <a:pt x="2187725" y="44513"/>
                  </a:lnTo>
                  <a:lnTo>
                    <a:pt x="2211913" y="39164"/>
                  </a:lnTo>
                  <a:lnTo>
                    <a:pt x="2235602" y="33925"/>
                  </a:lnTo>
                  <a:lnTo>
                    <a:pt x="2258812" y="28792"/>
                  </a:lnTo>
                  <a:lnTo>
                    <a:pt x="2281563" y="23761"/>
                  </a:lnTo>
                  <a:lnTo>
                    <a:pt x="2303872" y="18828"/>
                  </a:lnTo>
                  <a:lnTo>
                    <a:pt x="2325756" y="13988"/>
                  </a:lnTo>
                  <a:lnTo>
                    <a:pt x="2347231" y="9239"/>
                  </a:lnTo>
                  <a:lnTo>
                    <a:pt x="2368311" y="4577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17734" y="3943759"/>
              <a:ext cx="2389012" cy="415254"/>
            </a:xfrm>
            <a:custGeom>
              <a:avLst/>
              <a:pathLst>
                <a:path w="2389012" h="415254">
                  <a:moveTo>
                    <a:pt x="0" y="415254"/>
                  </a:moveTo>
                  <a:lnTo>
                    <a:pt x="153410" y="388589"/>
                  </a:lnTo>
                  <a:lnTo>
                    <a:pt x="288728" y="365068"/>
                  </a:lnTo>
                  <a:lnTo>
                    <a:pt x="409773" y="344028"/>
                  </a:lnTo>
                  <a:lnTo>
                    <a:pt x="519273" y="324995"/>
                  </a:lnTo>
                  <a:lnTo>
                    <a:pt x="619238" y="307619"/>
                  </a:lnTo>
                  <a:lnTo>
                    <a:pt x="711197" y="291635"/>
                  </a:lnTo>
                  <a:lnTo>
                    <a:pt x="796337" y="276836"/>
                  </a:lnTo>
                  <a:lnTo>
                    <a:pt x="875601" y="263058"/>
                  </a:lnTo>
                  <a:lnTo>
                    <a:pt x="949748" y="250170"/>
                  </a:lnTo>
                  <a:lnTo>
                    <a:pt x="1019398" y="238064"/>
                  </a:lnTo>
                  <a:lnTo>
                    <a:pt x="1085065" y="226650"/>
                  </a:lnTo>
                  <a:lnTo>
                    <a:pt x="1147182" y="215853"/>
                  </a:lnTo>
                  <a:lnTo>
                    <a:pt x="1206111" y="205610"/>
                  </a:lnTo>
                  <a:lnTo>
                    <a:pt x="1262165" y="195866"/>
                  </a:lnTo>
                  <a:lnTo>
                    <a:pt x="1315610" y="186577"/>
                  </a:lnTo>
                  <a:lnTo>
                    <a:pt x="1366680" y="177700"/>
                  </a:lnTo>
                  <a:lnTo>
                    <a:pt x="1415575" y="169201"/>
                  </a:lnTo>
                  <a:lnTo>
                    <a:pt x="1462475" y="161049"/>
                  </a:lnTo>
                  <a:lnTo>
                    <a:pt x="1507534" y="153217"/>
                  </a:lnTo>
                  <a:lnTo>
                    <a:pt x="1550893" y="145680"/>
                  </a:lnTo>
                  <a:lnTo>
                    <a:pt x="1592675" y="138418"/>
                  </a:lnTo>
                  <a:lnTo>
                    <a:pt x="1632990" y="131410"/>
                  </a:lnTo>
                  <a:lnTo>
                    <a:pt x="1671939" y="124640"/>
                  </a:lnTo>
                  <a:lnTo>
                    <a:pt x="1709610" y="118092"/>
                  </a:lnTo>
                  <a:lnTo>
                    <a:pt x="1746085" y="111752"/>
                  </a:lnTo>
                  <a:lnTo>
                    <a:pt x="1781438" y="105607"/>
                  </a:lnTo>
                  <a:lnTo>
                    <a:pt x="1815735" y="99646"/>
                  </a:lnTo>
                  <a:lnTo>
                    <a:pt x="1849038" y="93857"/>
                  </a:lnTo>
                  <a:lnTo>
                    <a:pt x="1881403" y="88231"/>
                  </a:lnTo>
                  <a:lnTo>
                    <a:pt x="1912881" y="82760"/>
                  </a:lnTo>
                  <a:lnTo>
                    <a:pt x="1943519" y="77434"/>
                  </a:lnTo>
                  <a:lnTo>
                    <a:pt x="1973362" y="72247"/>
                  </a:lnTo>
                  <a:lnTo>
                    <a:pt x="2002449" y="67191"/>
                  </a:lnTo>
                  <a:lnTo>
                    <a:pt x="2030817" y="62260"/>
                  </a:lnTo>
                  <a:lnTo>
                    <a:pt x="2058502" y="57448"/>
                  </a:lnTo>
                  <a:lnTo>
                    <a:pt x="2085536" y="52749"/>
                  </a:lnTo>
                  <a:lnTo>
                    <a:pt x="2111948" y="48158"/>
                  </a:lnTo>
                  <a:lnTo>
                    <a:pt x="2137766" y="43671"/>
                  </a:lnTo>
                  <a:lnTo>
                    <a:pt x="2163017" y="39282"/>
                  </a:lnTo>
                  <a:lnTo>
                    <a:pt x="2187725" y="34987"/>
                  </a:lnTo>
                  <a:lnTo>
                    <a:pt x="2211913" y="30783"/>
                  </a:lnTo>
                  <a:lnTo>
                    <a:pt x="2235602" y="26665"/>
                  </a:lnTo>
                  <a:lnTo>
                    <a:pt x="2258812" y="22631"/>
                  </a:lnTo>
                  <a:lnTo>
                    <a:pt x="2281563" y="18676"/>
                  </a:lnTo>
                  <a:lnTo>
                    <a:pt x="2303872" y="14799"/>
                  </a:lnTo>
                  <a:lnTo>
                    <a:pt x="2325756" y="10995"/>
                  </a:lnTo>
                  <a:lnTo>
                    <a:pt x="2347231" y="7262"/>
                  </a:lnTo>
                  <a:lnTo>
                    <a:pt x="2368311" y="3598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17734" y="3435838"/>
              <a:ext cx="2389012" cy="578646"/>
            </a:xfrm>
            <a:custGeom>
              <a:avLst/>
              <a:pathLst>
                <a:path w="2389012" h="578646">
                  <a:moveTo>
                    <a:pt x="0" y="578646"/>
                  </a:moveTo>
                  <a:lnTo>
                    <a:pt x="153410" y="541488"/>
                  </a:lnTo>
                  <a:lnTo>
                    <a:pt x="288728" y="508713"/>
                  </a:lnTo>
                  <a:lnTo>
                    <a:pt x="409773" y="479394"/>
                  </a:lnTo>
                  <a:lnTo>
                    <a:pt x="519273" y="452872"/>
                  </a:lnTo>
                  <a:lnTo>
                    <a:pt x="619238" y="428659"/>
                  </a:lnTo>
                  <a:lnTo>
                    <a:pt x="711197" y="406386"/>
                  </a:lnTo>
                  <a:lnTo>
                    <a:pt x="796337" y="385764"/>
                  </a:lnTo>
                  <a:lnTo>
                    <a:pt x="875601" y="366565"/>
                  </a:lnTo>
                  <a:lnTo>
                    <a:pt x="949748" y="348606"/>
                  </a:lnTo>
                  <a:lnTo>
                    <a:pt x="1019398" y="331736"/>
                  </a:lnTo>
                  <a:lnTo>
                    <a:pt x="1085065" y="315830"/>
                  </a:lnTo>
                  <a:lnTo>
                    <a:pt x="1147182" y="300785"/>
                  </a:lnTo>
                  <a:lnTo>
                    <a:pt x="1206111" y="286512"/>
                  </a:lnTo>
                  <a:lnTo>
                    <a:pt x="1262165" y="272935"/>
                  </a:lnTo>
                  <a:lnTo>
                    <a:pt x="1315610" y="259990"/>
                  </a:lnTo>
                  <a:lnTo>
                    <a:pt x="1366680" y="247620"/>
                  </a:lnTo>
                  <a:lnTo>
                    <a:pt x="1415575" y="235777"/>
                  </a:lnTo>
                  <a:lnTo>
                    <a:pt x="1462475" y="224418"/>
                  </a:lnTo>
                  <a:lnTo>
                    <a:pt x="1507534" y="213504"/>
                  </a:lnTo>
                  <a:lnTo>
                    <a:pt x="1550893" y="203002"/>
                  </a:lnTo>
                  <a:lnTo>
                    <a:pt x="1592675" y="192882"/>
                  </a:lnTo>
                  <a:lnTo>
                    <a:pt x="1632990" y="183117"/>
                  </a:lnTo>
                  <a:lnTo>
                    <a:pt x="1671939" y="173683"/>
                  </a:lnTo>
                  <a:lnTo>
                    <a:pt x="1709610" y="164559"/>
                  </a:lnTo>
                  <a:lnTo>
                    <a:pt x="1746085" y="155724"/>
                  </a:lnTo>
                  <a:lnTo>
                    <a:pt x="1781438" y="147161"/>
                  </a:lnTo>
                  <a:lnTo>
                    <a:pt x="1815735" y="138854"/>
                  </a:lnTo>
                  <a:lnTo>
                    <a:pt x="1849038" y="130787"/>
                  </a:lnTo>
                  <a:lnTo>
                    <a:pt x="1881403" y="122948"/>
                  </a:lnTo>
                  <a:lnTo>
                    <a:pt x="1912881" y="115324"/>
                  </a:lnTo>
                  <a:lnTo>
                    <a:pt x="1943519" y="107903"/>
                  </a:lnTo>
                  <a:lnTo>
                    <a:pt x="1973362" y="100675"/>
                  </a:lnTo>
                  <a:lnTo>
                    <a:pt x="2002449" y="93630"/>
                  </a:lnTo>
                  <a:lnTo>
                    <a:pt x="2030817" y="86758"/>
                  </a:lnTo>
                  <a:lnTo>
                    <a:pt x="2058502" y="80053"/>
                  </a:lnTo>
                  <a:lnTo>
                    <a:pt x="2085536" y="73505"/>
                  </a:lnTo>
                  <a:lnTo>
                    <a:pt x="2111948" y="67108"/>
                  </a:lnTo>
                  <a:lnTo>
                    <a:pt x="2137766" y="60854"/>
                  </a:lnTo>
                  <a:lnTo>
                    <a:pt x="2163017" y="54738"/>
                  </a:lnTo>
                  <a:lnTo>
                    <a:pt x="2187725" y="48754"/>
                  </a:lnTo>
                  <a:lnTo>
                    <a:pt x="2211913" y="42895"/>
                  </a:lnTo>
                  <a:lnTo>
                    <a:pt x="2235602" y="37157"/>
                  </a:lnTo>
                  <a:lnTo>
                    <a:pt x="2258812" y="31535"/>
                  </a:lnTo>
                  <a:lnTo>
                    <a:pt x="2281563" y="26025"/>
                  </a:lnTo>
                  <a:lnTo>
                    <a:pt x="2303872" y="20622"/>
                  </a:lnTo>
                  <a:lnTo>
                    <a:pt x="2325756" y="15321"/>
                  </a:lnTo>
                  <a:lnTo>
                    <a:pt x="2347231" y="10120"/>
                  </a:lnTo>
                  <a:lnTo>
                    <a:pt x="2368311" y="5014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17734" y="3797147"/>
              <a:ext cx="2389012" cy="430967"/>
            </a:xfrm>
            <a:custGeom>
              <a:avLst/>
              <a:pathLst>
                <a:path w="2389012" h="430967">
                  <a:moveTo>
                    <a:pt x="0" y="430967"/>
                  </a:moveTo>
                  <a:lnTo>
                    <a:pt x="153410" y="403292"/>
                  </a:lnTo>
                  <a:lnTo>
                    <a:pt x="288728" y="378881"/>
                  </a:lnTo>
                  <a:lnTo>
                    <a:pt x="409773" y="357045"/>
                  </a:lnTo>
                  <a:lnTo>
                    <a:pt x="519273" y="337292"/>
                  </a:lnTo>
                  <a:lnTo>
                    <a:pt x="619238" y="319259"/>
                  </a:lnTo>
                  <a:lnTo>
                    <a:pt x="711197" y="302670"/>
                  </a:lnTo>
                  <a:lnTo>
                    <a:pt x="796337" y="287311"/>
                  </a:lnTo>
                  <a:lnTo>
                    <a:pt x="875601" y="273012"/>
                  </a:lnTo>
                  <a:lnTo>
                    <a:pt x="949748" y="259636"/>
                  </a:lnTo>
                  <a:lnTo>
                    <a:pt x="1019398" y="247072"/>
                  </a:lnTo>
                  <a:lnTo>
                    <a:pt x="1085065" y="235226"/>
                  </a:lnTo>
                  <a:lnTo>
                    <a:pt x="1147182" y="224020"/>
                  </a:lnTo>
                  <a:lnTo>
                    <a:pt x="1206111" y="213390"/>
                  </a:lnTo>
                  <a:lnTo>
                    <a:pt x="1262165" y="203278"/>
                  </a:lnTo>
                  <a:lnTo>
                    <a:pt x="1315610" y="193636"/>
                  </a:lnTo>
                  <a:lnTo>
                    <a:pt x="1366680" y="184424"/>
                  </a:lnTo>
                  <a:lnTo>
                    <a:pt x="1415575" y="175603"/>
                  </a:lnTo>
                  <a:lnTo>
                    <a:pt x="1462475" y="167143"/>
                  </a:lnTo>
                  <a:lnTo>
                    <a:pt x="1507534" y="159014"/>
                  </a:lnTo>
                  <a:lnTo>
                    <a:pt x="1550893" y="151192"/>
                  </a:lnTo>
                  <a:lnTo>
                    <a:pt x="1592675" y="143655"/>
                  </a:lnTo>
                  <a:lnTo>
                    <a:pt x="1632990" y="136382"/>
                  </a:lnTo>
                  <a:lnTo>
                    <a:pt x="1671939" y="129356"/>
                  </a:lnTo>
                  <a:lnTo>
                    <a:pt x="1709610" y="122561"/>
                  </a:lnTo>
                  <a:lnTo>
                    <a:pt x="1746085" y="115981"/>
                  </a:lnTo>
                  <a:lnTo>
                    <a:pt x="1781438" y="109603"/>
                  </a:lnTo>
                  <a:lnTo>
                    <a:pt x="1815735" y="103416"/>
                  </a:lnTo>
                  <a:lnTo>
                    <a:pt x="1849038" y="97408"/>
                  </a:lnTo>
                  <a:lnTo>
                    <a:pt x="1881403" y="91570"/>
                  </a:lnTo>
                  <a:lnTo>
                    <a:pt x="1912881" y="85891"/>
                  </a:lnTo>
                  <a:lnTo>
                    <a:pt x="1943519" y="80364"/>
                  </a:lnTo>
                  <a:lnTo>
                    <a:pt x="1973362" y="74981"/>
                  </a:lnTo>
                  <a:lnTo>
                    <a:pt x="2002449" y="69734"/>
                  </a:lnTo>
                  <a:lnTo>
                    <a:pt x="2030817" y="64616"/>
                  </a:lnTo>
                  <a:lnTo>
                    <a:pt x="2058502" y="59622"/>
                  </a:lnTo>
                  <a:lnTo>
                    <a:pt x="2085536" y="54745"/>
                  </a:lnTo>
                  <a:lnTo>
                    <a:pt x="2111948" y="49981"/>
                  </a:lnTo>
                  <a:lnTo>
                    <a:pt x="2137766" y="45323"/>
                  </a:lnTo>
                  <a:lnTo>
                    <a:pt x="2163017" y="40768"/>
                  </a:lnTo>
                  <a:lnTo>
                    <a:pt x="2187725" y="36311"/>
                  </a:lnTo>
                  <a:lnTo>
                    <a:pt x="2211913" y="31947"/>
                  </a:lnTo>
                  <a:lnTo>
                    <a:pt x="2235602" y="27674"/>
                  </a:lnTo>
                  <a:lnTo>
                    <a:pt x="2258812" y="23487"/>
                  </a:lnTo>
                  <a:lnTo>
                    <a:pt x="2281563" y="19383"/>
                  </a:lnTo>
                  <a:lnTo>
                    <a:pt x="2303872" y="15358"/>
                  </a:lnTo>
                  <a:lnTo>
                    <a:pt x="2325756" y="11411"/>
                  </a:lnTo>
                  <a:lnTo>
                    <a:pt x="2347231" y="7537"/>
                  </a:lnTo>
                  <a:lnTo>
                    <a:pt x="2368311" y="3734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17734" y="3558027"/>
              <a:ext cx="2389012" cy="387909"/>
            </a:xfrm>
            <a:custGeom>
              <a:avLst/>
              <a:pathLst>
                <a:path w="2389012" h="387909">
                  <a:moveTo>
                    <a:pt x="0" y="387909"/>
                  </a:moveTo>
                  <a:lnTo>
                    <a:pt x="153410" y="363000"/>
                  </a:lnTo>
                  <a:lnTo>
                    <a:pt x="288728" y="341028"/>
                  </a:lnTo>
                  <a:lnTo>
                    <a:pt x="409773" y="321373"/>
                  </a:lnTo>
                  <a:lnTo>
                    <a:pt x="519273" y="303594"/>
                  </a:lnTo>
                  <a:lnTo>
                    <a:pt x="619238" y="287362"/>
                  </a:lnTo>
                  <a:lnTo>
                    <a:pt x="711197" y="272431"/>
                  </a:lnTo>
                  <a:lnTo>
                    <a:pt x="796337" y="258606"/>
                  </a:lnTo>
                  <a:lnTo>
                    <a:pt x="875601" y="245736"/>
                  </a:lnTo>
                  <a:lnTo>
                    <a:pt x="949748" y="233696"/>
                  </a:lnTo>
                  <a:lnTo>
                    <a:pt x="1019398" y="222387"/>
                  </a:lnTo>
                  <a:lnTo>
                    <a:pt x="1085065" y="211725"/>
                  </a:lnTo>
                  <a:lnTo>
                    <a:pt x="1147182" y="201639"/>
                  </a:lnTo>
                  <a:lnTo>
                    <a:pt x="1206111" y="192070"/>
                  </a:lnTo>
                  <a:lnTo>
                    <a:pt x="1262165" y="182968"/>
                  </a:lnTo>
                  <a:lnTo>
                    <a:pt x="1315610" y="174290"/>
                  </a:lnTo>
                  <a:lnTo>
                    <a:pt x="1366680" y="165998"/>
                  </a:lnTo>
                  <a:lnTo>
                    <a:pt x="1415575" y="158059"/>
                  </a:lnTo>
                  <a:lnTo>
                    <a:pt x="1462475" y="150444"/>
                  </a:lnTo>
                  <a:lnTo>
                    <a:pt x="1507534" y="143127"/>
                  </a:lnTo>
                  <a:lnTo>
                    <a:pt x="1550893" y="136087"/>
                  </a:lnTo>
                  <a:lnTo>
                    <a:pt x="1592675" y="129303"/>
                  </a:lnTo>
                  <a:lnTo>
                    <a:pt x="1632990" y="122757"/>
                  </a:lnTo>
                  <a:lnTo>
                    <a:pt x="1671939" y="116432"/>
                  </a:lnTo>
                  <a:lnTo>
                    <a:pt x="1709610" y="110316"/>
                  </a:lnTo>
                  <a:lnTo>
                    <a:pt x="1746085" y="104393"/>
                  </a:lnTo>
                  <a:lnTo>
                    <a:pt x="1781438" y="98653"/>
                  </a:lnTo>
                  <a:lnTo>
                    <a:pt x="1815735" y="93084"/>
                  </a:lnTo>
                  <a:lnTo>
                    <a:pt x="1849038" y="87676"/>
                  </a:lnTo>
                  <a:lnTo>
                    <a:pt x="1881403" y="82421"/>
                  </a:lnTo>
                  <a:lnTo>
                    <a:pt x="1912881" y="77310"/>
                  </a:lnTo>
                  <a:lnTo>
                    <a:pt x="1943519" y="72335"/>
                  </a:lnTo>
                  <a:lnTo>
                    <a:pt x="1973362" y="67490"/>
                  </a:lnTo>
                  <a:lnTo>
                    <a:pt x="2002449" y="62767"/>
                  </a:lnTo>
                  <a:lnTo>
                    <a:pt x="2030817" y="58160"/>
                  </a:lnTo>
                  <a:lnTo>
                    <a:pt x="2058502" y="53665"/>
                  </a:lnTo>
                  <a:lnTo>
                    <a:pt x="2085536" y="49276"/>
                  </a:lnTo>
                  <a:lnTo>
                    <a:pt x="2111948" y="44987"/>
                  </a:lnTo>
                  <a:lnTo>
                    <a:pt x="2137766" y="40795"/>
                  </a:lnTo>
                  <a:lnTo>
                    <a:pt x="2163017" y="36695"/>
                  </a:lnTo>
                  <a:lnTo>
                    <a:pt x="2187725" y="32683"/>
                  </a:lnTo>
                  <a:lnTo>
                    <a:pt x="2211913" y="28756"/>
                  </a:lnTo>
                  <a:lnTo>
                    <a:pt x="2235602" y="24909"/>
                  </a:lnTo>
                  <a:lnTo>
                    <a:pt x="2258812" y="21140"/>
                  </a:lnTo>
                  <a:lnTo>
                    <a:pt x="2281563" y="17446"/>
                  </a:lnTo>
                  <a:lnTo>
                    <a:pt x="2303872" y="13824"/>
                  </a:lnTo>
                  <a:lnTo>
                    <a:pt x="2325756" y="10271"/>
                  </a:lnTo>
                  <a:lnTo>
                    <a:pt x="2347231" y="6784"/>
                  </a:lnTo>
                  <a:lnTo>
                    <a:pt x="2368311" y="3361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17734" y="3694106"/>
              <a:ext cx="2389012" cy="12365"/>
            </a:xfrm>
            <a:custGeom>
              <a:avLst/>
              <a:pathLst>
                <a:path w="2389012" h="12365">
                  <a:moveTo>
                    <a:pt x="0" y="12365"/>
                  </a:moveTo>
                  <a:lnTo>
                    <a:pt x="153410" y="11571"/>
                  </a:lnTo>
                  <a:lnTo>
                    <a:pt x="288728" y="10871"/>
                  </a:lnTo>
                  <a:lnTo>
                    <a:pt x="409773" y="10244"/>
                  </a:lnTo>
                  <a:lnTo>
                    <a:pt x="519273" y="9677"/>
                  </a:lnTo>
                  <a:lnTo>
                    <a:pt x="619238" y="9160"/>
                  </a:lnTo>
                  <a:lnTo>
                    <a:pt x="711197" y="8684"/>
                  </a:lnTo>
                  <a:lnTo>
                    <a:pt x="796337" y="8243"/>
                  </a:lnTo>
                  <a:lnTo>
                    <a:pt x="875601" y="7833"/>
                  </a:lnTo>
                  <a:lnTo>
                    <a:pt x="949748" y="7449"/>
                  </a:lnTo>
                  <a:lnTo>
                    <a:pt x="1019398" y="7089"/>
                  </a:lnTo>
                  <a:lnTo>
                    <a:pt x="1085065" y="6749"/>
                  </a:lnTo>
                  <a:lnTo>
                    <a:pt x="1147182" y="6427"/>
                  </a:lnTo>
                  <a:lnTo>
                    <a:pt x="1206111" y="6122"/>
                  </a:lnTo>
                  <a:lnTo>
                    <a:pt x="1262165" y="5832"/>
                  </a:lnTo>
                  <a:lnTo>
                    <a:pt x="1315610" y="5555"/>
                  </a:lnTo>
                  <a:lnTo>
                    <a:pt x="1366680" y="5291"/>
                  </a:lnTo>
                  <a:lnTo>
                    <a:pt x="1415575" y="5038"/>
                  </a:lnTo>
                  <a:lnTo>
                    <a:pt x="1462475" y="4795"/>
                  </a:lnTo>
                  <a:lnTo>
                    <a:pt x="1507534" y="4562"/>
                  </a:lnTo>
                  <a:lnTo>
                    <a:pt x="1550893" y="4338"/>
                  </a:lnTo>
                  <a:lnTo>
                    <a:pt x="1592675" y="4121"/>
                  </a:lnTo>
                  <a:lnTo>
                    <a:pt x="1632990" y="3913"/>
                  </a:lnTo>
                  <a:lnTo>
                    <a:pt x="1671939" y="3711"/>
                  </a:lnTo>
                  <a:lnTo>
                    <a:pt x="1709610" y="3516"/>
                  </a:lnTo>
                  <a:lnTo>
                    <a:pt x="1746085" y="3327"/>
                  </a:lnTo>
                  <a:lnTo>
                    <a:pt x="1781438" y="3144"/>
                  </a:lnTo>
                  <a:lnTo>
                    <a:pt x="1815735" y="2967"/>
                  </a:lnTo>
                  <a:lnTo>
                    <a:pt x="1849038" y="2794"/>
                  </a:lnTo>
                  <a:lnTo>
                    <a:pt x="1881403" y="2627"/>
                  </a:lnTo>
                  <a:lnTo>
                    <a:pt x="1912881" y="2464"/>
                  </a:lnTo>
                  <a:lnTo>
                    <a:pt x="1943519" y="2305"/>
                  </a:lnTo>
                  <a:lnTo>
                    <a:pt x="1973362" y="2151"/>
                  </a:lnTo>
                  <a:lnTo>
                    <a:pt x="2002449" y="2000"/>
                  </a:lnTo>
                  <a:lnTo>
                    <a:pt x="2030817" y="1854"/>
                  </a:lnTo>
                  <a:lnTo>
                    <a:pt x="2058502" y="1710"/>
                  </a:lnTo>
                  <a:lnTo>
                    <a:pt x="2085536" y="1570"/>
                  </a:lnTo>
                  <a:lnTo>
                    <a:pt x="2111948" y="1434"/>
                  </a:lnTo>
                  <a:lnTo>
                    <a:pt x="2137766" y="1300"/>
                  </a:lnTo>
                  <a:lnTo>
                    <a:pt x="2163017" y="1169"/>
                  </a:lnTo>
                  <a:lnTo>
                    <a:pt x="2187725" y="1041"/>
                  </a:lnTo>
                  <a:lnTo>
                    <a:pt x="2211913" y="916"/>
                  </a:lnTo>
                  <a:lnTo>
                    <a:pt x="2235602" y="794"/>
                  </a:lnTo>
                  <a:lnTo>
                    <a:pt x="2258812" y="673"/>
                  </a:lnTo>
                  <a:lnTo>
                    <a:pt x="2281563" y="556"/>
                  </a:lnTo>
                  <a:lnTo>
                    <a:pt x="2303872" y="440"/>
                  </a:lnTo>
                  <a:lnTo>
                    <a:pt x="2325756" y="327"/>
                  </a:lnTo>
                  <a:lnTo>
                    <a:pt x="2347231" y="216"/>
                  </a:lnTo>
                  <a:lnTo>
                    <a:pt x="2368311" y="107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17734" y="4037231"/>
              <a:ext cx="2389012" cy="263962"/>
            </a:xfrm>
            <a:custGeom>
              <a:avLst/>
              <a:pathLst>
                <a:path w="2389012" h="263962">
                  <a:moveTo>
                    <a:pt x="0" y="263962"/>
                  </a:moveTo>
                  <a:lnTo>
                    <a:pt x="153410" y="247012"/>
                  </a:lnTo>
                  <a:lnTo>
                    <a:pt x="288728" y="232060"/>
                  </a:lnTo>
                  <a:lnTo>
                    <a:pt x="409773" y="218686"/>
                  </a:lnTo>
                  <a:lnTo>
                    <a:pt x="519273" y="206587"/>
                  </a:lnTo>
                  <a:lnTo>
                    <a:pt x="619238" y="195542"/>
                  </a:lnTo>
                  <a:lnTo>
                    <a:pt x="711197" y="185382"/>
                  </a:lnTo>
                  <a:lnTo>
                    <a:pt x="796337" y="175975"/>
                  </a:lnTo>
                  <a:lnTo>
                    <a:pt x="875601" y="167217"/>
                  </a:lnTo>
                  <a:lnTo>
                    <a:pt x="949748" y="159024"/>
                  </a:lnTo>
                  <a:lnTo>
                    <a:pt x="1019398" y="151329"/>
                  </a:lnTo>
                  <a:lnTo>
                    <a:pt x="1085065" y="144073"/>
                  </a:lnTo>
                  <a:lnTo>
                    <a:pt x="1147182" y="137210"/>
                  </a:lnTo>
                  <a:lnTo>
                    <a:pt x="1206111" y="130699"/>
                  </a:lnTo>
                  <a:lnTo>
                    <a:pt x="1262165" y="124505"/>
                  </a:lnTo>
                  <a:lnTo>
                    <a:pt x="1315610" y="118600"/>
                  </a:lnTo>
                  <a:lnTo>
                    <a:pt x="1366680" y="112957"/>
                  </a:lnTo>
                  <a:lnTo>
                    <a:pt x="1415575" y="107555"/>
                  </a:lnTo>
                  <a:lnTo>
                    <a:pt x="1462475" y="102373"/>
                  </a:lnTo>
                  <a:lnTo>
                    <a:pt x="1507534" y="97394"/>
                  </a:lnTo>
                  <a:lnTo>
                    <a:pt x="1550893" y="92604"/>
                  </a:lnTo>
                  <a:lnTo>
                    <a:pt x="1592675" y="87987"/>
                  </a:lnTo>
                  <a:lnTo>
                    <a:pt x="1632990" y="83533"/>
                  </a:lnTo>
                  <a:lnTo>
                    <a:pt x="1671939" y="79229"/>
                  </a:lnTo>
                  <a:lnTo>
                    <a:pt x="1709610" y="75067"/>
                  </a:lnTo>
                  <a:lnTo>
                    <a:pt x="1746085" y="71037"/>
                  </a:lnTo>
                  <a:lnTo>
                    <a:pt x="1781438" y="67131"/>
                  </a:lnTo>
                  <a:lnTo>
                    <a:pt x="1815735" y="63341"/>
                  </a:lnTo>
                  <a:lnTo>
                    <a:pt x="1849038" y="59661"/>
                  </a:lnTo>
                  <a:lnTo>
                    <a:pt x="1881403" y="56085"/>
                  </a:lnTo>
                  <a:lnTo>
                    <a:pt x="1912881" y="52607"/>
                  </a:lnTo>
                  <a:lnTo>
                    <a:pt x="1943519" y="49222"/>
                  </a:lnTo>
                  <a:lnTo>
                    <a:pt x="1973362" y="45925"/>
                  </a:lnTo>
                  <a:lnTo>
                    <a:pt x="2002449" y="42711"/>
                  </a:lnTo>
                  <a:lnTo>
                    <a:pt x="2030817" y="39577"/>
                  </a:lnTo>
                  <a:lnTo>
                    <a:pt x="2058502" y="36518"/>
                  </a:lnTo>
                  <a:lnTo>
                    <a:pt x="2085536" y="33531"/>
                  </a:lnTo>
                  <a:lnTo>
                    <a:pt x="2111948" y="30612"/>
                  </a:lnTo>
                  <a:lnTo>
                    <a:pt x="2137766" y="27760"/>
                  </a:lnTo>
                  <a:lnTo>
                    <a:pt x="2163017" y="24970"/>
                  </a:lnTo>
                  <a:lnTo>
                    <a:pt x="2187725" y="22240"/>
                  </a:lnTo>
                  <a:lnTo>
                    <a:pt x="2211913" y="19567"/>
                  </a:lnTo>
                  <a:lnTo>
                    <a:pt x="2235602" y="16950"/>
                  </a:lnTo>
                  <a:lnTo>
                    <a:pt x="2258812" y="14385"/>
                  </a:lnTo>
                  <a:lnTo>
                    <a:pt x="2281563" y="11872"/>
                  </a:lnTo>
                  <a:lnTo>
                    <a:pt x="2303872" y="9407"/>
                  </a:lnTo>
                  <a:lnTo>
                    <a:pt x="2325756" y="6989"/>
                  </a:lnTo>
                  <a:lnTo>
                    <a:pt x="2347231" y="4616"/>
                  </a:lnTo>
                  <a:lnTo>
                    <a:pt x="2368311" y="2287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17734" y="3999445"/>
              <a:ext cx="2389012" cy="378643"/>
            </a:xfrm>
            <a:custGeom>
              <a:avLst/>
              <a:pathLst>
                <a:path w="2389012" h="378643">
                  <a:moveTo>
                    <a:pt x="0" y="378643"/>
                  </a:moveTo>
                  <a:lnTo>
                    <a:pt x="153410" y="354328"/>
                  </a:lnTo>
                  <a:lnTo>
                    <a:pt x="288728" y="332881"/>
                  </a:lnTo>
                  <a:lnTo>
                    <a:pt x="409773" y="313696"/>
                  </a:lnTo>
                  <a:lnTo>
                    <a:pt x="519273" y="296341"/>
                  </a:lnTo>
                  <a:lnTo>
                    <a:pt x="619238" y="280497"/>
                  </a:lnTo>
                  <a:lnTo>
                    <a:pt x="711197" y="265922"/>
                  </a:lnTo>
                  <a:lnTo>
                    <a:pt x="796337" y="252428"/>
                  </a:lnTo>
                  <a:lnTo>
                    <a:pt x="875601" y="239865"/>
                  </a:lnTo>
                  <a:lnTo>
                    <a:pt x="949748" y="228114"/>
                  </a:lnTo>
                  <a:lnTo>
                    <a:pt x="1019398" y="217075"/>
                  </a:lnTo>
                  <a:lnTo>
                    <a:pt x="1085065" y="206667"/>
                  </a:lnTo>
                  <a:lnTo>
                    <a:pt x="1147182" y="196822"/>
                  </a:lnTo>
                  <a:lnTo>
                    <a:pt x="1206111" y="187482"/>
                  </a:lnTo>
                  <a:lnTo>
                    <a:pt x="1262165" y="178598"/>
                  </a:lnTo>
                  <a:lnTo>
                    <a:pt x="1315610" y="170127"/>
                  </a:lnTo>
                  <a:lnTo>
                    <a:pt x="1366680" y="162033"/>
                  </a:lnTo>
                  <a:lnTo>
                    <a:pt x="1415575" y="154283"/>
                  </a:lnTo>
                  <a:lnTo>
                    <a:pt x="1462475" y="146850"/>
                  </a:lnTo>
                  <a:lnTo>
                    <a:pt x="1507534" y="139708"/>
                  </a:lnTo>
                  <a:lnTo>
                    <a:pt x="1550893" y="132836"/>
                  </a:lnTo>
                  <a:lnTo>
                    <a:pt x="1592675" y="126214"/>
                  </a:lnTo>
                  <a:lnTo>
                    <a:pt x="1632990" y="119824"/>
                  </a:lnTo>
                  <a:lnTo>
                    <a:pt x="1671939" y="113651"/>
                  </a:lnTo>
                  <a:lnTo>
                    <a:pt x="1709610" y="107680"/>
                  </a:lnTo>
                  <a:lnTo>
                    <a:pt x="1746085" y="101899"/>
                  </a:lnTo>
                  <a:lnTo>
                    <a:pt x="1781438" y="96296"/>
                  </a:lnTo>
                  <a:lnTo>
                    <a:pt x="1815735" y="90860"/>
                  </a:lnTo>
                  <a:lnTo>
                    <a:pt x="1849038" y="85582"/>
                  </a:lnTo>
                  <a:lnTo>
                    <a:pt x="1881403" y="80452"/>
                  </a:lnTo>
                  <a:lnTo>
                    <a:pt x="1912881" y="75463"/>
                  </a:lnTo>
                  <a:lnTo>
                    <a:pt x="1943519" y="70607"/>
                  </a:lnTo>
                  <a:lnTo>
                    <a:pt x="1973362" y="65877"/>
                  </a:lnTo>
                  <a:lnTo>
                    <a:pt x="2002449" y="61267"/>
                  </a:lnTo>
                  <a:lnTo>
                    <a:pt x="2030817" y="56771"/>
                  </a:lnTo>
                  <a:lnTo>
                    <a:pt x="2058502" y="52383"/>
                  </a:lnTo>
                  <a:lnTo>
                    <a:pt x="2085536" y="48099"/>
                  </a:lnTo>
                  <a:lnTo>
                    <a:pt x="2111948" y="43912"/>
                  </a:lnTo>
                  <a:lnTo>
                    <a:pt x="2137766" y="39820"/>
                  </a:lnTo>
                  <a:lnTo>
                    <a:pt x="2163017" y="35818"/>
                  </a:lnTo>
                  <a:lnTo>
                    <a:pt x="2187725" y="31902"/>
                  </a:lnTo>
                  <a:lnTo>
                    <a:pt x="2211913" y="28069"/>
                  </a:lnTo>
                  <a:lnTo>
                    <a:pt x="2235602" y="24314"/>
                  </a:lnTo>
                  <a:lnTo>
                    <a:pt x="2258812" y="20635"/>
                  </a:lnTo>
                  <a:lnTo>
                    <a:pt x="2281563" y="17030"/>
                  </a:lnTo>
                  <a:lnTo>
                    <a:pt x="2303872" y="13494"/>
                  </a:lnTo>
                  <a:lnTo>
                    <a:pt x="2325756" y="10025"/>
                  </a:lnTo>
                  <a:lnTo>
                    <a:pt x="2347231" y="6622"/>
                  </a:lnTo>
                  <a:lnTo>
                    <a:pt x="2368311" y="3280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17734" y="3688305"/>
              <a:ext cx="2389012" cy="409006"/>
            </a:xfrm>
            <a:custGeom>
              <a:avLst/>
              <a:pathLst>
                <a:path w="2389012" h="409006">
                  <a:moveTo>
                    <a:pt x="0" y="409006"/>
                  </a:moveTo>
                  <a:lnTo>
                    <a:pt x="153410" y="382742"/>
                  </a:lnTo>
                  <a:lnTo>
                    <a:pt x="288728" y="359575"/>
                  </a:lnTo>
                  <a:lnTo>
                    <a:pt x="409773" y="338852"/>
                  </a:lnTo>
                  <a:lnTo>
                    <a:pt x="519273" y="320105"/>
                  </a:lnTo>
                  <a:lnTo>
                    <a:pt x="619238" y="302991"/>
                  </a:lnTo>
                  <a:lnTo>
                    <a:pt x="711197" y="287247"/>
                  </a:lnTo>
                  <a:lnTo>
                    <a:pt x="796337" y="272671"/>
                  </a:lnTo>
                  <a:lnTo>
                    <a:pt x="875601" y="259101"/>
                  </a:lnTo>
                  <a:lnTo>
                    <a:pt x="949748" y="246406"/>
                  </a:lnTo>
                  <a:lnTo>
                    <a:pt x="1019398" y="234482"/>
                  </a:lnTo>
                  <a:lnTo>
                    <a:pt x="1085065" y="223240"/>
                  </a:lnTo>
                  <a:lnTo>
                    <a:pt x="1147182" y="212605"/>
                  </a:lnTo>
                  <a:lnTo>
                    <a:pt x="1206111" y="202516"/>
                  </a:lnTo>
                  <a:lnTo>
                    <a:pt x="1262165" y="192920"/>
                  </a:lnTo>
                  <a:lnTo>
                    <a:pt x="1315610" y="183770"/>
                  </a:lnTo>
                  <a:lnTo>
                    <a:pt x="1366680" y="175026"/>
                  </a:lnTo>
                  <a:lnTo>
                    <a:pt x="1415575" y="166655"/>
                  </a:lnTo>
                  <a:lnTo>
                    <a:pt x="1462475" y="158626"/>
                  </a:lnTo>
                  <a:lnTo>
                    <a:pt x="1507534" y="150912"/>
                  </a:lnTo>
                  <a:lnTo>
                    <a:pt x="1550893" y="143488"/>
                  </a:lnTo>
                  <a:lnTo>
                    <a:pt x="1592675" y="136335"/>
                  </a:lnTo>
                  <a:lnTo>
                    <a:pt x="1632990" y="129433"/>
                  </a:lnTo>
                  <a:lnTo>
                    <a:pt x="1671939" y="122765"/>
                  </a:lnTo>
                  <a:lnTo>
                    <a:pt x="1709610" y="116315"/>
                  </a:lnTo>
                  <a:lnTo>
                    <a:pt x="1746085" y="110071"/>
                  </a:lnTo>
                  <a:lnTo>
                    <a:pt x="1781438" y="104018"/>
                  </a:lnTo>
                  <a:lnTo>
                    <a:pt x="1815735" y="98146"/>
                  </a:lnTo>
                  <a:lnTo>
                    <a:pt x="1849038" y="92445"/>
                  </a:lnTo>
                  <a:lnTo>
                    <a:pt x="1881403" y="86904"/>
                  </a:lnTo>
                  <a:lnTo>
                    <a:pt x="1912881" y="81515"/>
                  </a:lnTo>
                  <a:lnTo>
                    <a:pt x="1943519" y="76269"/>
                  </a:lnTo>
                  <a:lnTo>
                    <a:pt x="1973362" y="71160"/>
                  </a:lnTo>
                  <a:lnTo>
                    <a:pt x="2002449" y="66180"/>
                  </a:lnTo>
                  <a:lnTo>
                    <a:pt x="2030817" y="61324"/>
                  </a:lnTo>
                  <a:lnTo>
                    <a:pt x="2058502" y="56584"/>
                  </a:lnTo>
                  <a:lnTo>
                    <a:pt x="2085536" y="51956"/>
                  </a:lnTo>
                  <a:lnTo>
                    <a:pt x="2111948" y="47434"/>
                  </a:lnTo>
                  <a:lnTo>
                    <a:pt x="2137766" y="43014"/>
                  </a:lnTo>
                  <a:lnTo>
                    <a:pt x="2163017" y="38691"/>
                  </a:lnTo>
                  <a:lnTo>
                    <a:pt x="2187725" y="34461"/>
                  </a:lnTo>
                  <a:lnTo>
                    <a:pt x="2211913" y="30320"/>
                  </a:lnTo>
                  <a:lnTo>
                    <a:pt x="2235602" y="26264"/>
                  </a:lnTo>
                  <a:lnTo>
                    <a:pt x="2258812" y="22290"/>
                  </a:lnTo>
                  <a:lnTo>
                    <a:pt x="2281563" y="18395"/>
                  </a:lnTo>
                  <a:lnTo>
                    <a:pt x="2303872" y="14576"/>
                  </a:lnTo>
                  <a:lnTo>
                    <a:pt x="2325756" y="10829"/>
                  </a:lnTo>
                  <a:lnTo>
                    <a:pt x="2347231" y="7153"/>
                  </a:lnTo>
                  <a:lnTo>
                    <a:pt x="2368311" y="3544"/>
                  </a:lnTo>
                  <a:lnTo>
                    <a:pt x="238901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rc287"/>
            <p:cNvSpPr/>
            <p:nvPr/>
          </p:nvSpPr>
          <p:spPr>
            <a:xfrm>
              <a:off x="1342663" y="2994900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342663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44040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409945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52636" y="379482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52636" y="34902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52636" y="318557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311032" y="44450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41404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83583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1032" y="35312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1032" y="32265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42663" y="4502431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517734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231407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110409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906746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42663" y="2800146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204347" y="2994900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387536" y="391363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22759" y="317617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98269" y="399284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29823" y="373012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53831" y="40451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78147" y="30747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57910" y="30349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98533" y="343761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88205" y="421156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299903" y="379355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173821" y="40946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09328" y="35329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72186" y="39957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71356" y="42594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81634" y="38727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81919" y="35069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46108" y="43451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59040" y="42267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67955" y="40806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43618" y="43404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22307" y="42128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6395" y="43379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71923" y="40371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28794" y="39766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62156" y="37046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32228" y="374817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47211" y="40969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91546" y="44054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899304" y="408541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54684" y="41545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38780" y="41283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92756" y="418653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31110" y="324476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93570" y="32929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50926" y="38951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09801" y="40740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90848" y="420469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61058" y="38552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12017" y="36205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38525" y="42658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95508" y="34461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61451" y="38354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65420" y="38998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45619" y="41929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90823" y="362305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49642" y="38804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65701" y="35939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95866" y="385053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60122" y="402273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16800" y="41257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36255" y="386424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78247" y="363295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25476" y="384062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95506" y="38840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93704" y="40393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8239" y="392531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06455" y="403917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76549" y="39480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28385" y="36763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00463" y="335791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12900" y="405855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70108" y="423047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42766" y="41926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52566" y="39214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96395" y="412105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83743" y="40018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88804" y="344551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40782" y="38112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72537" y="39095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80659" y="385041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30572" y="41873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02434" y="380138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4380165" y="3824878"/>
              <a:ext cx="2376228" cy="181802"/>
            </a:xfrm>
            <a:custGeom>
              <a:avLst/>
              <a:pathLst>
                <a:path w="2376228" h="181802">
                  <a:moveTo>
                    <a:pt x="0" y="0"/>
                  </a:moveTo>
                  <a:lnTo>
                    <a:pt x="152589" y="11674"/>
                  </a:lnTo>
                  <a:lnTo>
                    <a:pt x="287183" y="21972"/>
                  </a:lnTo>
                  <a:lnTo>
                    <a:pt x="407581" y="31183"/>
                  </a:lnTo>
                  <a:lnTo>
                    <a:pt x="516494" y="39516"/>
                  </a:lnTo>
                  <a:lnTo>
                    <a:pt x="615924" y="47123"/>
                  </a:lnTo>
                  <a:lnTo>
                    <a:pt x="707391" y="54121"/>
                  </a:lnTo>
                  <a:lnTo>
                    <a:pt x="792076" y="60600"/>
                  </a:lnTo>
                  <a:lnTo>
                    <a:pt x="870915" y="66632"/>
                  </a:lnTo>
                  <a:lnTo>
                    <a:pt x="944665" y="72275"/>
                  </a:lnTo>
                  <a:lnTo>
                    <a:pt x="1013942" y="77575"/>
                  </a:lnTo>
                  <a:lnTo>
                    <a:pt x="1079259" y="82573"/>
                  </a:lnTo>
                  <a:lnTo>
                    <a:pt x="1141043" y="87300"/>
                  </a:lnTo>
                  <a:lnTo>
                    <a:pt x="1199657" y="91784"/>
                  </a:lnTo>
                  <a:lnTo>
                    <a:pt x="1255410" y="96050"/>
                  </a:lnTo>
                  <a:lnTo>
                    <a:pt x="1308570" y="100117"/>
                  </a:lnTo>
                  <a:lnTo>
                    <a:pt x="1359366" y="104003"/>
                  </a:lnTo>
                  <a:lnTo>
                    <a:pt x="1408000" y="107724"/>
                  </a:lnTo>
                  <a:lnTo>
                    <a:pt x="1454648" y="111293"/>
                  </a:lnTo>
                  <a:lnTo>
                    <a:pt x="1499467" y="114722"/>
                  </a:lnTo>
                  <a:lnTo>
                    <a:pt x="1542593" y="118022"/>
                  </a:lnTo>
                  <a:lnTo>
                    <a:pt x="1584152" y="121201"/>
                  </a:lnTo>
                  <a:lnTo>
                    <a:pt x="1624251" y="124269"/>
                  </a:lnTo>
                  <a:lnTo>
                    <a:pt x="1662991" y="127233"/>
                  </a:lnTo>
                  <a:lnTo>
                    <a:pt x="1700461" y="130100"/>
                  </a:lnTo>
                  <a:lnTo>
                    <a:pt x="1736741" y="132876"/>
                  </a:lnTo>
                  <a:lnTo>
                    <a:pt x="1771905" y="135566"/>
                  </a:lnTo>
                  <a:lnTo>
                    <a:pt x="1806018" y="138176"/>
                  </a:lnTo>
                  <a:lnTo>
                    <a:pt x="1839143" y="140711"/>
                  </a:lnTo>
                  <a:lnTo>
                    <a:pt x="1871335" y="143174"/>
                  </a:lnTo>
                  <a:lnTo>
                    <a:pt x="1902644" y="145569"/>
                  </a:lnTo>
                  <a:lnTo>
                    <a:pt x="1933119" y="147901"/>
                  </a:lnTo>
                  <a:lnTo>
                    <a:pt x="1962801" y="150172"/>
                  </a:lnTo>
                  <a:lnTo>
                    <a:pt x="1991733" y="152385"/>
                  </a:lnTo>
                  <a:lnTo>
                    <a:pt x="2019949" y="154544"/>
                  </a:lnTo>
                  <a:lnTo>
                    <a:pt x="2047486" y="156651"/>
                  </a:lnTo>
                  <a:lnTo>
                    <a:pt x="2074375" y="158708"/>
                  </a:lnTo>
                  <a:lnTo>
                    <a:pt x="2100646" y="160718"/>
                  </a:lnTo>
                  <a:lnTo>
                    <a:pt x="2126326" y="162683"/>
                  </a:lnTo>
                  <a:lnTo>
                    <a:pt x="2151442" y="164604"/>
                  </a:lnTo>
                  <a:lnTo>
                    <a:pt x="2176018" y="166485"/>
                  </a:lnTo>
                  <a:lnTo>
                    <a:pt x="2200076" y="168325"/>
                  </a:lnTo>
                  <a:lnTo>
                    <a:pt x="2223638" y="170128"/>
                  </a:lnTo>
                  <a:lnTo>
                    <a:pt x="2246724" y="171894"/>
                  </a:lnTo>
                  <a:lnTo>
                    <a:pt x="2269353" y="173626"/>
                  </a:lnTo>
                  <a:lnTo>
                    <a:pt x="2291543" y="175323"/>
                  </a:lnTo>
                  <a:lnTo>
                    <a:pt x="2313309" y="176989"/>
                  </a:lnTo>
                  <a:lnTo>
                    <a:pt x="2334669" y="178623"/>
                  </a:lnTo>
                  <a:lnTo>
                    <a:pt x="2355637" y="180227"/>
                  </a:lnTo>
                  <a:lnTo>
                    <a:pt x="2376228" y="18180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80165" y="3459858"/>
              <a:ext cx="2376228" cy="560686"/>
            </a:xfrm>
            <a:custGeom>
              <a:avLst/>
              <a:pathLst>
                <a:path w="2376228" h="560686">
                  <a:moveTo>
                    <a:pt x="0" y="0"/>
                  </a:moveTo>
                  <a:lnTo>
                    <a:pt x="152589" y="36004"/>
                  </a:lnTo>
                  <a:lnTo>
                    <a:pt x="287183" y="67762"/>
                  </a:lnTo>
                  <a:lnTo>
                    <a:pt x="407581" y="96171"/>
                  </a:lnTo>
                  <a:lnTo>
                    <a:pt x="516494" y="121870"/>
                  </a:lnTo>
                  <a:lnTo>
                    <a:pt x="615924" y="145331"/>
                  </a:lnTo>
                  <a:lnTo>
                    <a:pt x="707391" y="166913"/>
                  </a:lnTo>
                  <a:lnTo>
                    <a:pt x="792076" y="186895"/>
                  </a:lnTo>
                  <a:lnTo>
                    <a:pt x="870915" y="205498"/>
                  </a:lnTo>
                  <a:lnTo>
                    <a:pt x="944665" y="222899"/>
                  </a:lnTo>
                  <a:lnTo>
                    <a:pt x="1013942" y="239246"/>
                  </a:lnTo>
                  <a:lnTo>
                    <a:pt x="1079259" y="254658"/>
                  </a:lnTo>
                  <a:lnTo>
                    <a:pt x="1141043" y="269236"/>
                  </a:lnTo>
                  <a:lnTo>
                    <a:pt x="1199657" y="283066"/>
                  </a:lnTo>
                  <a:lnTo>
                    <a:pt x="1255410" y="296222"/>
                  </a:lnTo>
                  <a:lnTo>
                    <a:pt x="1308570" y="308765"/>
                  </a:lnTo>
                  <a:lnTo>
                    <a:pt x="1359366" y="320751"/>
                  </a:lnTo>
                  <a:lnTo>
                    <a:pt x="1408000" y="332226"/>
                  </a:lnTo>
                  <a:lnTo>
                    <a:pt x="1454648" y="343233"/>
                  </a:lnTo>
                  <a:lnTo>
                    <a:pt x="1499467" y="353808"/>
                  </a:lnTo>
                  <a:lnTo>
                    <a:pt x="1542593" y="363984"/>
                  </a:lnTo>
                  <a:lnTo>
                    <a:pt x="1584152" y="373790"/>
                  </a:lnTo>
                  <a:lnTo>
                    <a:pt x="1624251" y="383252"/>
                  </a:lnTo>
                  <a:lnTo>
                    <a:pt x="1662991" y="392393"/>
                  </a:lnTo>
                  <a:lnTo>
                    <a:pt x="1700461" y="401234"/>
                  </a:lnTo>
                  <a:lnTo>
                    <a:pt x="1736741" y="409795"/>
                  </a:lnTo>
                  <a:lnTo>
                    <a:pt x="1771905" y="418092"/>
                  </a:lnTo>
                  <a:lnTo>
                    <a:pt x="1806018" y="426141"/>
                  </a:lnTo>
                  <a:lnTo>
                    <a:pt x="1839143" y="433957"/>
                  </a:lnTo>
                  <a:lnTo>
                    <a:pt x="1871335" y="441553"/>
                  </a:lnTo>
                  <a:lnTo>
                    <a:pt x="1902644" y="448941"/>
                  </a:lnTo>
                  <a:lnTo>
                    <a:pt x="1933119" y="456131"/>
                  </a:lnTo>
                  <a:lnTo>
                    <a:pt x="1962801" y="463135"/>
                  </a:lnTo>
                  <a:lnTo>
                    <a:pt x="1991733" y="469962"/>
                  </a:lnTo>
                  <a:lnTo>
                    <a:pt x="2019949" y="476619"/>
                  </a:lnTo>
                  <a:lnTo>
                    <a:pt x="2047486" y="483117"/>
                  </a:lnTo>
                  <a:lnTo>
                    <a:pt x="2074375" y="489462"/>
                  </a:lnTo>
                  <a:lnTo>
                    <a:pt x="2100646" y="495660"/>
                  </a:lnTo>
                  <a:lnTo>
                    <a:pt x="2126326" y="501720"/>
                  </a:lnTo>
                  <a:lnTo>
                    <a:pt x="2151442" y="507646"/>
                  </a:lnTo>
                  <a:lnTo>
                    <a:pt x="2176018" y="513445"/>
                  </a:lnTo>
                  <a:lnTo>
                    <a:pt x="2200076" y="519121"/>
                  </a:lnTo>
                  <a:lnTo>
                    <a:pt x="2223638" y="524681"/>
                  </a:lnTo>
                  <a:lnTo>
                    <a:pt x="2246724" y="530128"/>
                  </a:lnTo>
                  <a:lnTo>
                    <a:pt x="2269353" y="535468"/>
                  </a:lnTo>
                  <a:lnTo>
                    <a:pt x="2291543" y="540704"/>
                  </a:lnTo>
                  <a:lnTo>
                    <a:pt x="2313309" y="545840"/>
                  </a:lnTo>
                  <a:lnTo>
                    <a:pt x="2334669" y="550880"/>
                  </a:lnTo>
                  <a:lnTo>
                    <a:pt x="2355637" y="555827"/>
                  </a:lnTo>
                  <a:lnTo>
                    <a:pt x="2376228" y="56068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80165" y="3970203"/>
              <a:ext cx="2376228" cy="87545"/>
            </a:xfrm>
            <a:custGeom>
              <a:avLst/>
              <a:pathLst>
                <a:path w="2376228" h="87545">
                  <a:moveTo>
                    <a:pt x="0" y="87545"/>
                  </a:moveTo>
                  <a:lnTo>
                    <a:pt x="152589" y="81923"/>
                  </a:lnTo>
                  <a:lnTo>
                    <a:pt x="287183" y="76965"/>
                  </a:lnTo>
                  <a:lnTo>
                    <a:pt x="407581" y="72529"/>
                  </a:lnTo>
                  <a:lnTo>
                    <a:pt x="516494" y="68516"/>
                  </a:lnTo>
                  <a:lnTo>
                    <a:pt x="615924" y="64853"/>
                  </a:lnTo>
                  <a:lnTo>
                    <a:pt x="707391" y="61483"/>
                  </a:lnTo>
                  <a:lnTo>
                    <a:pt x="792076" y="58363"/>
                  </a:lnTo>
                  <a:lnTo>
                    <a:pt x="870915" y="55459"/>
                  </a:lnTo>
                  <a:lnTo>
                    <a:pt x="944665" y="52741"/>
                  </a:lnTo>
                  <a:lnTo>
                    <a:pt x="1013942" y="50189"/>
                  </a:lnTo>
                  <a:lnTo>
                    <a:pt x="1079259" y="47783"/>
                  </a:lnTo>
                  <a:lnTo>
                    <a:pt x="1141043" y="45506"/>
                  </a:lnTo>
                  <a:lnTo>
                    <a:pt x="1199657" y="43347"/>
                  </a:lnTo>
                  <a:lnTo>
                    <a:pt x="1255410" y="41293"/>
                  </a:lnTo>
                  <a:lnTo>
                    <a:pt x="1308570" y="39334"/>
                  </a:lnTo>
                  <a:lnTo>
                    <a:pt x="1359366" y="37463"/>
                  </a:lnTo>
                  <a:lnTo>
                    <a:pt x="1408000" y="35671"/>
                  </a:lnTo>
                  <a:lnTo>
                    <a:pt x="1454648" y="33953"/>
                  </a:lnTo>
                  <a:lnTo>
                    <a:pt x="1499467" y="32301"/>
                  </a:lnTo>
                  <a:lnTo>
                    <a:pt x="1542593" y="30712"/>
                  </a:lnTo>
                  <a:lnTo>
                    <a:pt x="1584152" y="29181"/>
                  </a:lnTo>
                  <a:lnTo>
                    <a:pt x="1624251" y="27704"/>
                  </a:lnTo>
                  <a:lnTo>
                    <a:pt x="1662991" y="26277"/>
                  </a:lnTo>
                  <a:lnTo>
                    <a:pt x="1700461" y="24896"/>
                  </a:lnTo>
                  <a:lnTo>
                    <a:pt x="1736741" y="23560"/>
                  </a:lnTo>
                  <a:lnTo>
                    <a:pt x="1771905" y="22264"/>
                  </a:lnTo>
                  <a:lnTo>
                    <a:pt x="1806018" y="21007"/>
                  </a:lnTo>
                  <a:lnTo>
                    <a:pt x="1839143" y="19787"/>
                  </a:lnTo>
                  <a:lnTo>
                    <a:pt x="1871335" y="18601"/>
                  </a:lnTo>
                  <a:lnTo>
                    <a:pt x="1902644" y="17447"/>
                  </a:lnTo>
                  <a:lnTo>
                    <a:pt x="1933119" y="16325"/>
                  </a:lnTo>
                  <a:lnTo>
                    <a:pt x="1962801" y="15231"/>
                  </a:lnTo>
                  <a:lnTo>
                    <a:pt x="1991733" y="14165"/>
                  </a:lnTo>
                  <a:lnTo>
                    <a:pt x="2019949" y="13126"/>
                  </a:lnTo>
                  <a:lnTo>
                    <a:pt x="2047486" y="12111"/>
                  </a:lnTo>
                  <a:lnTo>
                    <a:pt x="2074375" y="11120"/>
                  </a:lnTo>
                  <a:lnTo>
                    <a:pt x="2100646" y="10153"/>
                  </a:lnTo>
                  <a:lnTo>
                    <a:pt x="2126326" y="9206"/>
                  </a:lnTo>
                  <a:lnTo>
                    <a:pt x="2151442" y="8281"/>
                  </a:lnTo>
                  <a:lnTo>
                    <a:pt x="2176018" y="7376"/>
                  </a:lnTo>
                  <a:lnTo>
                    <a:pt x="2200076" y="6489"/>
                  </a:lnTo>
                  <a:lnTo>
                    <a:pt x="2223638" y="5621"/>
                  </a:lnTo>
                  <a:lnTo>
                    <a:pt x="2246724" y="4771"/>
                  </a:lnTo>
                  <a:lnTo>
                    <a:pt x="2269353" y="3937"/>
                  </a:lnTo>
                  <a:lnTo>
                    <a:pt x="2291543" y="3119"/>
                  </a:lnTo>
                  <a:lnTo>
                    <a:pt x="2313309" y="2318"/>
                  </a:lnTo>
                  <a:lnTo>
                    <a:pt x="2334669" y="1531"/>
                  </a:lnTo>
                  <a:lnTo>
                    <a:pt x="2355637" y="758"/>
                  </a:lnTo>
                  <a:lnTo>
                    <a:pt x="237622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80165" y="3553175"/>
              <a:ext cx="2376228" cy="397106"/>
            </a:xfrm>
            <a:custGeom>
              <a:avLst/>
              <a:pathLst>
                <a:path w="2376228" h="397106">
                  <a:moveTo>
                    <a:pt x="0" y="397106"/>
                  </a:moveTo>
                  <a:lnTo>
                    <a:pt x="152589" y="371606"/>
                  </a:lnTo>
                  <a:lnTo>
                    <a:pt x="287183" y="349113"/>
                  </a:lnTo>
                  <a:lnTo>
                    <a:pt x="407581" y="328993"/>
                  </a:lnTo>
                  <a:lnTo>
                    <a:pt x="516494" y="310791"/>
                  </a:lnTo>
                  <a:lnTo>
                    <a:pt x="615924" y="294175"/>
                  </a:lnTo>
                  <a:lnTo>
                    <a:pt x="707391" y="278889"/>
                  </a:lnTo>
                  <a:lnTo>
                    <a:pt x="792076" y="264737"/>
                  </a:lnTo>
                  <a:lnTo>
                    <a:pt x="870915" y="251562"/>
                  </a:lnTo>
                  <a:lnTo>
                    <a:pt x="944665" y="239237"/>
                  </a:lnTo>
                  <a:lnTo>
                    <a:pt x="1013942" y="227660"/>
                  </a:lnTo>
                  <a:lnTo>
                    <a:pt x="1079259" y="216744"/>
                  </a:lnTo>
                  <a:lnTo>
                    <a:pt x="1141043" y="206419"/>
                  </a:lnTo>
                  <a:lnTo>
                    <a:pt x="1199657" y="196624"/>
                  </a:lnTo>
                  <a:lnTo>
                    <a:pt x="1255410" y="187306"/>
                  </a:lnTo>
                  <a:lnTo>
                    <a:pt x="1308570" y="178423"/>
                  </a:lnTo>
                  <a:lnTo>
                    <a:pt x="1359366" y="169934"/>
                  </a:lnTo>
                  <a:lnTo>
                    <a:pt x="1408000" y="161806"/>
                  </a:lnTo>
                  <a:lnTo>
                    <a:pt x="1454648" y="154010"/>
                  </a:lnTo>
                  <a:lnTo>
                    <a:pt x="1499467" y="146521"/>
                  </a:lnTo>
                  <a:lnTo>
                    <a:pt x="1542593" y="139313"/>
                  </a:lnTo>
                  <a:lnTo>
                    <a:pt x="1584152" y="132368"/>
                  </a:lnTo>
                  <a:lnTo>
                    <a:pt x="1624251" y="125667"/>
                  </a:lnTo>
                  <a:lnTo>
                    <a:pt x="1662991" y="119193"/>
                  </a:lnTo>
                  <a:lnTo>
                    <a:pt x="1700461" y="112931"/>
                  </a:lnTo>
                  <a:lnTo>
                    <a:pt x="1736741" y="106868"/>
                  </a:lnTo>
                  <a:lnTo>
                    <a:pt x="1771905" y="100992"/>
                  </a:lnTo>
                  <a:lnTo>
                    <a:pt x="1806018" y="95291"/>
                  </a:lnTo>
                  <a:lnTo>
                    <a:pt x="1839143" y="89755"/>
                  </a:lnTo>
                  <a:lnTo>
                    <a:pt x="1871335" y="84375"/>
                  </a:lnTo>
                  <a:lnTo>
                    <a:pt x="1902644" y="79143"/>
                  </a:lnTo>
                  <a:lnTo>
                    <a:pt x="1933119" y="74050"/>
                  </a:lnTo>
                  <a:lnTo>
                    <a:pt x="1962801" y="69090"/>
                  </a:lnTo>
                  <a:lnTo>
                    <a:pt x="1991733" y="64255"/>
                  </a:lnTo>
                  <a:lnTo>
                    <a:pt x="2019949" y="59539"/>
                  </a:lnTo>
                  <a:lnTo>
                    <a:pt x="2047486" y="54938"/>
                  </a:lnTo>
                  <a:lnTo>
                    <a:pt x="2074375" y="50444"/>
                  </a:lnTo>
                  <a:lnTo>
                    <a:pt x="2100646" y="46054"/>
                  </a:lnTo>
                  <a:lnTo>
                    <a:pt x="2126326" y="41762"/>
                  </a:lnTo>
                  <a:lnTo>
                    <a:pt x="2151442" y="37565"/>
                  </a:lnTo>
                  <a:lnTo>
                    <a:pt x="2176018" y="33458"/>
                  </a:lnTo>
                  <a:lnTo>
                    <a:pt x="2200076" y="29437"/>
                  </a:lnTo>
                  <a:lnTo>
                    <a:pt x="2223638" y="25500"/>
                  </a:lnTo>
                  <a:lnTo>
                    <a:pt x="2246724" y="21642"/>
                  </a:lnTo>
                  <a:lnTo>
                    <a:pt x="2269353" y="17860"/>
                  </a:lnTo>
                  <a:lnTo>
                    <a:pt x="2291543" y="14152"/>
                  </a:lnTo>
                  <a:lnTo>
                    <a:pt x="2313309" y="10514"/>
                  </a:lnTo>
                  <a:lnTo>
                    <a:pt x="2334669" y="6945"/>
                  </a:lnTo>
                  <a:lnTo>
                    <a:pt x="2355637" y="3440"/>
                  </a:lnTo>
                  <a:lnTo>
                    <a:pt x="237622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80165" y="3693487"/>
              <a:ext cx="2376228" cy="398854"/>
            </a:xfrm>
            <a:custGeom>
              <a:avLst/>
              <a:pathLst>
                <a:path w="2376228" h="398854">
                  <a:moveTo>
                    <a:pt x="0" y="398854"/>
                  </a:moveTo>
                  <a:lnTo>
                    <a:pt x="152589" y="373242"/>
                  </a:lnTo>
                  <a:lnTo>
                    <a:pt x="287183" y="350650"/>
                  </a:lnTo>
                  <a:lnTo>
                    <a:pt x="407581" y="330441"/>
                  </a:lnTo>
                  <a:lnTo>
                    <a:pt x="516494" y="312160"/>
                  </a:lnTo>
                  <a:lnTo>
                    <a:pt x="615924" y="295470"/>
                  </a:lnTo>
                  <a:lnTo>
                    <a:pt x="707391" y="280117"/>
                  </a:lnTo>
                  <a:lnTo>
                    <a:pt x="792076" y="265903"/>
                  </a:lnTo>
                  <a:lnTo>
                    <a:pt x="870915" y="252669"/>
                  </a:lnTo>
                  <a:lnTo>
                    <a:pt x="944665" y="240290"/>
                  </a:lnTo>
                  <a:lnTo>
                    <a:pt x="1013942" y="228662"/>
                  </a:lnTo>
                  <a:lnTo>
                    <a:pt x="1079259" y="217698"/>
                  </a:lnTo>
                  <a:lnTo>
                    <a:pt x="1141043" y="207328"/>
                  </a:lnTo>
                  <a:lnTo>
                    <a:pt x="1199657" y="197489"/>
                  </a:lnTo>
                  <a:lnTo>
                    <a:pt x="1255410" y="188131"/>
                  </a:lnTo>
                  <a:lnTo>
                    <a:pt x="1308570" y="179208"/>
                  </a:lnTo>
                  <a:lnTo>
                    <a:pt x="1359366" y="170682"/>
                  </a:lnTo>
                  <a:lnTo>
                    <a:pt x="1408000" y="162519"/>
                  </a:lnTo>
                  <a:lnTo>
                    <a:pt x="1454648" y="154689"/>
                  </a:lnTo>
                  <a:lnTo>
                    <a:pt x="1499467" y="147166"/>
                  </a:lnTo>
                  <a:lnTo>
                    <a:pt x="1542593" y="139927"/>
                  </a:lnTo>
                  <a:lnTo>
                    <a:pt x="1584152" y="132951"/>
                  </a:lnTo>
                  <a:lnTo>
                    <a:pt x="1624251" y="126220"/>
                  </a:lnTo>
                  <a:lnTo>
                    <a:pt x="1662991" y="119718"/>
                  </a:lnTo>
                  <a:lnTo>
                    <a:pt x="1700461" y="113428"/>
                  </a:lnTo>
                  <a:lnTo>
                    <a:pt x="1736741" y="107339"/>
                  </a:lnTo>
                  <a:lnTo>
                    <a:pt x="1771905" y="101436"/>
                  </a:lnTo>
                  <a:lnTo>
                    <a:pt x="1806018" y="95710"/>
                  </a:lnTo>
                  <a:lnTo>
                    <a:pt x="1839143" y="90150"/>
                  </a:lnTo>
                  <a:lnTo>
                    <a:pt x="1871335" y="84747"/>
                  </a:lnTo>
                  <a:lnTo>
                    <a:pt x="1902644" y="79491"/>
                  </a:lnTo>
                  <a:lnTo>
                    <a:pt x="1933119" y="74376"/>
                  </a:lnTo>
                  <a:lnTo>
                    <a:pt x="1962801" y="69394"/>
                  </a:lnTo>
                  <a:lnTo>
                    <a:pt x="1991733" y="64538"/>
                  </a:lnTo>
                  <a:lnTo>
                    <a:pt x="2019949" y="59802"/>
                  </a:lnTo>
                  <a:lnTo>
                    <a:pt x="2047486" y="55179"/>
                  </a:lnTo>
                  <a:lnTo>
                    <a:pt x="2074375" y="50666"/>
                  </a:lnTo>
                  <a:lnTo>
                    <a:pt x="2100646" y="46256"/>
                  </a:lnTo>
                  <a:lnTo>
                    <a:pt x="2126326" y="41946"/>
                  </a:lnTo>
                  <a:lnTo>
                    <a:pt x="2151442" y="37730"/>
                  </a:lnTo>
                  <a:lnTo>
                    <a:pt x="2176018" y="33605"/>
                  </a:lnTo>
                  <a:lnTo>
                    <a:pt x="2200076" y="29567"/>
                  </a:lnTo>
                  <a:lnTo>
                    <a:pt x="2223638" y="25612"/>
                  </a:lnTo>
                  <a:lnTo>
                    <a:pt x="2246724" y="21737"/>
                  </a:lnTo>
                  <a:lnTo>
                    <a:pt x="2269353" y="17939"/>
                  </a:lnTo>
                  <a:lnTo>
                    <a:pt x="2291543" y="14214"/>
                  </a:lnTo>
                  <a:lnTo>
                    <a:pt x="2313309" y="10560"/>
                  </a:lnTo>
                  <a:lnTo>
                    <a:pt x="2334669" y="6975"/>
                  </a:lnTo>
                  <a:lnTo>
                    <a:pt x="2355637" y="3456"/>
                  </a:lnTo>
                  <a:lnTo>
                    <a:pt x="237622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80165" y="3473236"/>
              <a:ext cx="2376228" cy="328879"/>
            </a:xfrm>
            <a:custGeom>
              <a:avLst/>
              <a:pathLst>
                <a:path w="2376228" h="328879">
                  <a:moveTo>
                    <a:pt x="0" y="0"/>
                  </a:moveTo>
                  <a:lnTo>
                    <a:pt x="152589" y="21119"/>
                  </a:lnTo>
                  <a:lnTo>
                    <a:pt x="287183" y="39747"/>
                  </a:lnTo>
                  <a:lnTo>
                    <a:pt x="407581" y="56410"/>
                  </a:lnTo>
                  <a:lnTo>
                    <a:pt x="516494" y="71484"/>
                  </a:lnTo>
                  <a:lnTo>
                    <a:pt x="615924" y="85246"/>
                  </a:lnTo>
                  <a:lnTo>
                    <a:pt x="707391" y="97905"/>
                  </a:lnTo>
                  <a:lnTo>
                    <a:pt x="792076" y="109626"/>
                  </a:lnTo>
                  <a:lnTo>
                    <a:pt x="870915" y="120538"/>
                  </a:lnTo>
                  <a:lnTo>
                    <a:pt x="944665" y="130745"/>
                  </a:lnTo>
                  <a:lnTo>
                    <a:pt x="1013942" y="140333"/>
                  </a:lnTo>
                  <a:lnTo>
                    <a:pt x="1079259" y="149373"/>
                  </a:lnTo>
                  <a:lnTo>
                    <a:pt x="1141043" y="157924"/>
                  </a:lnTo>
                  <a:lnTo>
                    <a:pt x="1199657" y="166037"/>
                  </a:lnTo>
                  <a:lnTo>
                    <a:pt x="1255410" y="173753"/>
                  </a:lnTo>
                  <a:lnTo>
                    <a:pt x="1308570" y="181111"/>
                  </a:lnTo>
                  <a:lnTo>
                    <a:pt x="1359366" y="188141"/>
                  </a:lnTo>
                  <a:lnTo>
                    <a:pt x="1408000" y="194872"/>
                  </a:lnTo>
                  <a:lnTo>
                    <a:pt x="1454648" y="201329"/>
                  </a:lnTo>
                  <a:lnTo>
                    <a:pt x="1499467" y="207532"/>
                  </a:lnTo>
                  <a:lnTo>
                    <a:pt x="1542593" y="213501"/>
                  </a:lnTo>
                  <a:lnTo>
                    <a:pt x="1584152" y="219252"/>
                  </a:lnTo>
                  <a:lnTo>
                    <a:pt x="1624251" y="224802"/>
                  </a:lnTo>
                  <a:lnTo>
                    <a:pt x="1662991" y="230164"/>
                  </a:lnTo>
                  <a:lnTo>
                    <a:pt x="1700461" y="235350"/>
                  </a:lnTo>
                  <a:lnTo>
                    <a:pt x="1736741" y="240371"/>
                  </a:lnTo>
                  <a:lnTo>
                    <a:pt x="1771905" y="245238"/>
                  </a:lnTo>
                  <a:lnTo>
                    <a:pt x="1806018" y="249960"/>
                  </a:lnTo>
                  <a:lnTo>
                    <a:pt x="1839143" y="254544"/>
                  </a:lnTo>
                  <a:lnTo>
                    <a:pt x="1871335" y="259000"/>
                  </a:lnTo>
                  <a:lnTo>
                    <a:pt x="1902644" y="263333"/>
                  </a:lnTo>
                  <a:lnTo>
                    <a:pt x="1933119" y="267551"/>
                  </a:lnTo>
                  <a:lnTo>
                    <a:pt x="1962801" y="271659"/>
                  </a:lnTo>
                  <a:lnTo>
                    <a:pt x="1991733" y="275663"/>
                  </a:lnTo>
                  <a:lnTo>
                    <a:pt x="2019949" y="279569"/>
                  </a:lnTo>
                  <a:lnTo>
                    <a:pt x="2047486" y="283380"/>
                  </a:lnTo>
                  <a:lnTo>
                    <a:pt x="2074375" y="287101"/>
                  </a:lnTo>
                  <a:lnTo>
                    <a:pt x="2100646" y="290737"/>
                  </a:lnTo>
                  <a:lnTo>
                    <a:pt x="2126326" y="294292"/>
                  </a:lnTo>
                  <a:lnTo>
                    <a:pt x="2151442" y="297768"/>
                  </a:lnTo>
                  <a:lnTo>
                    <a:pt x="2176018" y="301169"/>
                  </a:lnTo>
                  <a:lnTo>
                    <a:pt x="2200076" y="304499"/>
                  </a:lnTo>
                  <a:lnTo>
                    <a:pt x="2223638" y="307760"/>
                  </a:lnTo>
                  <a:lnTo>
                    <a:pt x="2246724" y="310955"/>
                  </a:lnTo>
                  <a:lnTo>
                    <a:pt x="2269353" y="314087"/>
                  </a:lnTo>
                  <a:lnTo>
                    <a:pt x="2291543" y="317158"/>
                  </a:lnTo>
                  <a:lnTo>
                    <a:pt x="2313309" y="320171"/>
                  </a:lnTo>
                  <a:lnTo>
                    <a:pt x="2334669" y="323127"/>
                  </a:lnTo>
                  <a:lnTo>
                    <a:pt x="2355637" y="326029"/>
                  </a:lnTo>
                  <a:lnTo>
                    <a:pt x="2376228" y="32887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80165" y="3546162"/>
              <a:ext cx="2376228" cy="543978"/>
            </a:xfrm>
            <a:custGeom>
              <a:avLst/>
              <a:pathLst>
                <a:path w="2376228" h="543978">
                  <a:moveTo>
                    <a:pt x="0" y="0"/>
                  </a:moveTo>
                  <a:lnTo>
                    <a:pt x="152589" y="34931"/>
                  </a:lnTo>
                  <a:lnTo>
                    <a:pt x="287183" y="65743"/>
                  </a:lnTo>
                  <a:lnTo>
                    <a:pt x="407581" y="93305"/>
                  </a:lnTo>
                  <a:lnTo>
                    <a:pt x="516494" y="118238"/>
                  </a:lnTo>
                  <a:lnTo>
                    <a:pt x="615924" y="141000"/>
                  </a:lnTo>
                  <a:lnTo>
                    <a:pt x="707391" y="161939"/>
                  </a:lnTo>
                  <a:lnTo>
                    <a:pt x="792076" y="181326"/>
                  </a:lnTo>
                  <a:lnTo>
                    <a:pt x="870915" y="199374"/>
                  </a:lnTo>
                  <a:lnTo>
                    <a:pt x="944665" y="216257"/>
                  </a:lnTo>
                  <a:lnTo>
                    <a:pt x="1013942" y="232117"/>
                  </a:lnTo>
                  <a:lnTo>
                    <a:pt x="1079259" y="247069"/>
                  </a:lnTo>
                  <a:lnTo>
                    <a:pt x="1141043" y="261213"/>
                  </a:lnTo>
                  <a:lnTo>
                    <a:pt x="1199657" y="274631"/>
                  </a:lnTo>
                  <a:lnTo>
                    <a:pt x="1255410" y="287395"/>
                  </a:lnTo>
                  <a:lnTo>
                    <a:pt x="1308570" y="299564"/>
                  </a:lnTo>
                  <a:lnTo>
                    <a:pt x="1359366" y="311193"/>
                  </a:lnTo>
                  <a:lnTo>
                    <a:pt x="1408000" y="322326"/>
                  </a:lnTo>
                  <a:lnTo>
                    <a:pt x="1454648" y="333005"/>
                  </a:lnTo>
                  <a:lnTo>
                    <a:pt x="1499467" y="343266"/>
                  </a:lnTo>
                  <a:lnTo>
                    <a:pt x="1542593" y="353138"/>
                  </a:lnTo>
                  <a:lnTo>
                    <a:pt x="1584152" y="362652"/>
                  </a:lnTo>
                  <a:lnTo>
                    <a:pt x="1624251" y="371832"/>
                  </a:lnTo>
                  <a:lnTo>
                    <a:pt x="1662991" y="380700"/>
                  </a:lnTo>
                  <a:lnTo>
                    <a:pt x="1700461" y="389278"/>
                  </a:lnTo>
                  <a:lnTo>
                    <a:pt x="1736741" y="397584"/>
                  </a:lnTo>
                  <a:lnTo>
                    <a:pt x="1771905" y="405633"/>
                  </a:lnTo>
                  <a:lnTo>
                    <a:pt x="1806018" y="413443"/>
                  </a:lnTo>
                  <a:lnTo>
                    <a:pt x="1839143" y="421026"/>
                  </a:lnTo>
                  <a:lnTo>
                    <a:pt x="1871335" y="428396"/>
                  </a:lnTo>
                  <a:lnTo>
                    <a:pt x="1902644" y="435563"/>
                  </a:lnTo>
                  <a:lnTo>
                    <a:pt x="1933119" y="442539"/>
                  </a:lnTo>
                  <a:lnTo>
                    <a:pt x="1962801" y="449335"/>
                  </a:lnTo>
                  <a:lnTo>
                    <a:pt x="1991733" y="455958"/>
                  </a:lnTo>
                  <a:lnTo>
                    <a:pt x="2019949" y="462417"/>
                  </a:lnTo>
                  <a:lnTo>
                    <a:pt x="2047486" y="468721"/>
                  </a:lnTo>
                  <a:lnTo>
                    <a:pt x="2074375" y="474877"/>
                  </a:lnTo>
                  <a:lnTo>
                    <a:pt x="2100646" y="480891"/>
                  </a:lnTo>
                  <a:lnTo>
                    <a:pt x="2126326" y="486770"/>
                  </a:lnTo>
                  <a:lnTo>
                    <a:pt x="2151442" y="492519"/>
                  </a:lnTo>
                  <a:lnTo>
                    <a:pt x="2176018" y="498145"/>
                  </a:lnTo>
                  <a:lnTo>
                    <a:pt x="2200076" y="503653"/>
                  </a:lnTo>
                  <a:lnTo>
                    <a:pt x="2223638" y="509047"/>
                  </a:lnTo>
                  <a:lnTo>
                    <a:pt x="2246724" y="514332"/>
                  </a:lnTo>
                  <a:lnTo>
                    <a:pt x="2269353" y="519512"/>
                  </a:lnTo>
                  <a:lnTo>
                    <a:pt x="2291543" y="524592"/>
                  </a:lnTo>
                  <a:lnTo>
                    <a:pt x="2313309" y="529575"/>
                  </a:lnTo>
                  <a:lnTo>
                    <a:pt x="2334669" y="534465"/>
                  </a:lnTo>
                  <a:lnTo>
                    <a:pt x="2355637" y="539265"/>
                  </a:lnTo>
                  <a:lnTo>
                    <a:pt x="2376228" y="54397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80165" y="4028723"/>
              <a:ext cx="2376228" cy="246761"/>
            </a:xfrm>
            <a:custGeom>
              <a:avLst/>
              <a:pathLst>
                <a:path w="2376228" h="246761">
                  <a:moveTo>
                    <a:pt x="0" y="0"/>
                  </a:moveTo>
                  <a:lnTo>
                    <a:pt x="152589" y="15845"/>
                  </a:lnTo>
                  <a:lnTo>
                    <a:pt x="287183" y="29822"/>
                  </a:lnTo>
                  <a:lnTo>
                    <a:pt x="407581" y="42325"/>
                  </a:lnTo>
                  <a:lnTo>
                    <a:pt x="516494" y="53635"/>
                  </a:lnTo>
                  <a:lnTo>
                    <a:pt x="615924" y="63961"/>
                  </a:lnTo>
                  <a:lnTo>
                    <a:pt x="707391" y="73459"/>
                  </a:lnTo>
                  <a:lnTo>
                    <a:pt x="792076" y="82253"/>
                  </a:lnTo>
                  <a:lnTo>
                    <a:pt x="870915" y="90441"/>
                  </a:lnTo>
                  <a:lnTo>
                    <a:pt x="944665" y="98099"/>
                  </a:lnTo>
                  <a:lnTo>
                    <a:pt x="1013942" y="105293"/>
                  </a:lnTo>
                  <a:lnTo>
                    <a:pt x="1079259" y="112076"/>
                  </a:lnTo>
                  <a:lnTo>
                    <a:pt x="1141043" y="118492"/>
                  </a:lnTo>
                  <a:lnTo>
                    <a:pt x="1199657" y="124579"/>
                  </a:lnTo>
                  <a:lnTo>
                    <a:pt x="1255410" y="130369"/>
                  </a:lnTo>
                  <a:lnTo>
                    <a:pt x="1308570" y="135889"/>
                  </a:lnTo>
                  <a:lnTo>
                    <a:pt x="1359366" y="141164"/>
                  </a:lnTo>
                  <a:lnTo>
                    <a:pt x="1408000" y="146215"/>
                  </a:lnTo>
                  <a:lnTo>
                    <a:pt x="1454648" y="151059"/>
                  </a:lnTo>
                  <a:lnTo>
                    <a:pt x="1499467" y="155713"/>
                  </a:lnTo>
                  <a:lnTo>
                    <a:pt x="1542593" y="160192"/>
                  </a:lnTo>
                  <a:lnTo>
                    <a:pt x="1584152" y="164507"/>
                  </a:lnTo>
                  <a:lnTo>
                    <a:pt x="1624251" y="168671"/>
                  </a:lnTo>
                  <a:lnTo>
                    <a:pt x="1662991" y="172694"/>
                  </a:lnTo>
                  <a:lnTo>
                    <a:pt x="1700461" y="176586"/>
                  </a:lnTo>
                  <a:lnTo>
                    <a:pt x="1736741" y="180353"/>
                  </a:lnTo>
                  <a:lnTo>
                    <a:pt x="1771905" y="184005"/>
                  </a:lnTo>
                  <a:lnTo>
                    <a:pt x="1806018" y="187547"/>
                  </a:lnTo>
                  <a:lnTo>
                    <a:pt x="1839143" y="190987"/>
                  </a:lnTo>
                  <a:lnTo>
                    <a:pt x="1871335" y="194330"/>
                  </a:lnTo>
                  <a:lnTo>
                    <a:pt x="1902644" y="197581"/>
                  </a:lnTo>
                  <a:lnTo>
                    <a:pt x="1933119" y="200746"/>
                  </a:lnTo>
                  <a:lnTo>
                    <a:pt x="1962801" y="203829"/>
                  </a:lnTo>
                  <a:lnTo>
                    <a:pt x="1991733" y="206833"/>
                  </a:lnTo>
                  <a:lnTo>
                    <a:pt x="2019949" y="209763"/>
                  </a:lnTo>
                  <a:lnTo>
                    <a:pt x="2047486" y="212623"/>
                  </a:lnTo>
                  <a:lnTo>
                    <a:pt x="2074375" y="215415"/>
                  </a:lnTo>
                  <a:lnTo>
                    <a:pt x="2100646" y="218143"/>
                  </a:lnTo>
                  <a:lnTo>
                    <a:pt x="2126326" y="220810"/>
                  </a:lnTo>
                  <a:lnTo>
                    <a:pt x="2151442" y="223418"/>
                  </a:lnTo>
                  <a:lnTo>
                    <a:pt x="2176018" y="225970"/>
                  </a:lnTo>
                  <a:lnTo>
                    <a:pt x="2200076" y="228469"/>
                  </a:lnTo>
                  <a:lnTo>
                    <a:pt x="2223638" y="230915"/>
                  </a:lnTo>
                  <a:lnTo>
                    <a:pt x="2246724" y="233313"/>
                  </a:lnTo>
                  <a:lnTo>
                    <a:pt x="2269353" y="235663"/>
                  </a:lnTo>
                  <a:lnTo>
                    <a:pt x="2291543" y="237967"/>
                  </a:lnTo>
                  <a:lnTo>
                    <a:pt x="2313309" y="240227"/>
                  </a:lnTo>
                  <a:lnTo>
                    <a:pt x="2334669" y="242446"/>
                  </a:lnTo>
                  <a:lnTo>
                    <a:pt x="2355637" y="244623"/>
                  </a:lnTo>
                  <a:lnTo>
                    <a:pt x="2376228" y="24676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80165" y="3991809"/>
              <a:ext cx="2376228" cy="77864"/>
            </a:xfrm>
            <a:custGeom>
              <a:avLst/>
              <a:pathLst>
                <a:path w="2376228" h="77864">
                  <a:moveTo>
                    <a:pt x="0" y="0"/>
                  </a:moveTo>
                  <a:lnTo>
                    <a:pt x="152589" y="5000"/>
                  </a:lnTo>
                  <a:lnTo>
                    <a:pt x="287183" y="9410"/>
                  </a:lnTo>
                  <a:lnTo>
                    <a:pt x="407581" y="13355"/>
                  </a:lnTo>
                  <a:lnTo>
                    <a:pt x="516494" y="16924"/>
                  </a:lnTo>
                  <a:lnTo>
                    <a:pt x="615924" y="20182"/>
                  </a:lnTo>
                  <a:lnTo>
                    <a:pt x="707391" y="23179"/>
                  </a:lnTo>
                  <a:lnTo>
                    <a:pt x="792076" y="25954"/>
                  </a:lnTo>
                  <a:lnTo>
                    <a:pt x="870915" y="28538"/>
                  </a:lnTo>
                  <a:lnTo>
                    <a:pt x="944665" y="30954"/>
                  </a:lnTo>
                  <a:lnTo>
                    <a:pt x="1013942" y="33224"/>
                  </a:lnTo>
                  <a:lnTo>
                    <a:pt x="1079259" y="35365"/>
                  </a:lnTo>
                  <a:lnTo>
                    <a:pt x="1141043" y="37389"/>
                  </a:lnTo>
                  <a:lnTo>
                    <a:pt x="1199657" y="39310"/>
                  </a:lnTo>
                  <a:lnTo>
                    <a:pt x="1255410" y="41137"/>
                  </a:lnTo>
                  <a:lnTo>
                    <a:pt x="1308570" y="42879"/>
                  </a:lnTo>
                  <a:lnTo>
                    <a:pt x="1359366" y="44543"/>
                  </a:lnTo>
                  <a:lnTo>
                    <a:pt x="1408000" y="46137"/>
                  </a:lnTo>
                  <a:lnTo>
                    <a:pt x="1454648" y="47665"/>
                  </a:lnTo>
                  <a:lnTo>
                    <a:pt x="1499467" y="49134"/>
                  </a:lnTo>
                  <a:lnTo>
                    <a:pt x="1542593" y="50547"/>
                  </a:lnTo>
                  <a:lnTo>
                    <a:pt x="1584152" y="51909"/>
                  </a:lnTo>
                  <a:lnTo>
                    <a:pt x="1624251" y="53223"/>
                  </a:lnTo>
                  <a:lnTo>
                    <a:pt x="1662991" y="54492"/>
                  </a:lnTo>
                  <a:lnTo>
                    <a:pt x="1700461" y="55720"/>
                  </a:lnTo>
                  <a:lnTo>
                    <a:pt x="1736741" y="56909"/>
                  </a:lnTo>
                  <a:lnTo>
                    <a:pt x="1771905" y="58061"/>
                  </a:lnTo>
                  <a:lnTo>
                    <a:pt x="1806018" y="59179"/>
                  </a:lnTo>
                  <a:lnTo>
                    <a:pt x="1839143" y="60264"/>
                  </a:lnTo>
                  <a:lnTo>
                    <a:pt x="1871335" y="61319"/>
                  </a:lnTo>
                  <a:lnTo>
                    <a:pt x="1902644" y="62345"/>
                  </a:lnTo>
                  <a:lnTo>
                    <a:pt x="1933119" y="63344"/>
                  </a:lnTo>
                  <a:lnTo>
                    <a:pt x="1962801" y="64316"/>
                  </a:lnTo>
                  <a:lnTo>
                    <a:pt x="1991733" y="65264"/>
                  </a:lnTo>
                  <a:lnTo>
                    <a:pt x="2019949" y="66189"/>
                  </a:lnTo>
                  <a:lnTo>
                    <a:pt x="2047486" y="67091"/>
                  </a:lnTo>
                  <a:lnTo>
                    <a:pt x="2074375" y="67972"/>
                  </a:lnTo>
                  <a:lnTo>
                    <a:pt x="2100646" y="68833"/>
                  </a:lnTo>
                  <a:lnTo>
                    <a:pt x="2126326" y="69675"/>
                  </a:lnTo>
                  <a:lnTo>
                    <a:pt x="2151442" y="70498"/>
                  </a:lnTo>
                  <a:lnTo>
                    <a:pt x="2176018" y="71303"/>
                  </a:lnTo>
                  <a:lnTo>
                    <a:pt x="2200076" y="72091"/>
                  </a:lnTo>
                  <a:lnTo>
                    <a:pt x="2223638" y="72863"/>
                  </a:lnTo>
                  <a:lnTo>
                    <a:pt x="2246724" y="73620"/>
                  </a:lnTo>
                  <a:lnTo>
                    <a:pt x="2269353" y="74361"/>
                  </a:lnTo>
                  <a:lnTo>
                    <a:pt x="2291543" y="75089"/>
                  </a:lnTo>
                  <a:lnTo>
                    <a:pt x="2313309" y="75802"/>
                  </a:lnTo>
                  <a:lnTo>
                    <a:pt x="2334669" y="76502"/>
                  </a:lnTo>
                  <a:lnTo>
                    <a:pt x="2355637" y="77189"/>
                  </a:lnTo>
                  <a:lnTo>
                    <a:pt x="2376228" y="7786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80165" y="3915271"/>
              <a:ext cx="2376228" cy="74281"/>
            </a:xfrm>
            <a:custGeom>
              <a:avLst/>
              <a:pathLst>
                <a:path w="2376228" h="74281">
                  <a:moveTo>
                    <a:pt x="0" y="74281"/>
                  </a:moveTo>
                  <a:lnTo>
                    <a:pt x="152589" y="69511"/>
                  </a:lnTo>
                  <a:lnTo>
                    <a:pt x="287183" y="65303"/>
                  </a:lnTo>
                  <a:lnTo>
                    <a:pt x="407581" y="61540"/>
                  </a:lnTo>
                  <a:lnTo>
                    <a:pt x="516494" y="58135"/>
                  </a:lnTo>
                  <a:lnTo>
                    <a:pt x="615924" y="55027"/>
                  </a:lnTo>
                  <a:lnTo>
                    <a:pt x="707391" y="52167"/>
                  </a:lnTo>
                  <a:lnTo>
                    <a:pt x="792076" y="49520"/>
                  </a:lnTo>
                  <a:lnTo>
                    <a:pt x="870915" y="47056"/>
                  </a:lnTo>
                  <a:lnTo>
                    <a:pt x="944665" y="44750"/>
                  </a:lnTo>
                  <a:lnTo>
                    <a:pt x="1013942" y="42585"/>
                  </a:lnTo>
                  <a:lnTo>
                    <a:pt x="1079259" y="40543"/>
                  </a:lnTo>
                  <a:lnTo>
                    <a:pt x="1141043" y="38611"/>
                  </a:lnTo>
                  <a:lnTo>
                    <a:pt x="1199657" y="36779"/>
                  </a:lnTo>
                  <a:lnTo>
                    <a:pt x="1255410" y="35036"/>
                  </a:lnTo>
                  <a:lnTo>
                    <a:pt x="1308570" y="33375"/>
                  </a:lnTo>
                  <a:lnTo>
                    <a:pt x="1359366" y="31787"/>
                  </a:lnTo>
                  <a:lnTo>
                    <a:pt x="1408000" y="30266"/>
                  </a:lnTo>
                  <a:lnTo>
                    <a:pt x="1454648" y="28808"/>
                  </a:lnTo>
                  <a:lnTo>
                    <a:pt x="1499467" y="27407"/>
                  </a:lnTo>
                  <a:lnTo>
                    <a:pt x="1542593" y="26059"/>
                  </a:lnTo>
                  <a:lnTo>
                    <a:pt x="1584152" y="24760"/>
                  </a:lnTo>
                  <a:lnTo>
                    <a:pt x="1624251" y="23506"/>
                  </a:lnTo>
                  <a:lnTo>
                    <a:pt x="1662991" y="22295"/>
                  </a:lnTo>
                  <a:lnTo>
                    <a:pt x="1700461" y="21124"/>
                  </a:lnTo>
                  <a:lnTo>
                    <a:pt x="1736741" y="19990"/>
                  </a:lnTo>
                  <a:lnTo>
                    <a:pt x="1771905" y="18891"/>
                  </a:lnTo>
                  <a:lnTo>
                    <a:pt x="1806018" y="17824"/>
                  </a:lnTo>
                  <a:lnTo>
                    <a:pt x="1839143" y="16789"/>
                  </a:lnTo>
                  <a:lnTo>
                    <a:pt x="1871335" y="15782"/>
                  </a:lnTo>
                  <a:lnTo>
                    <a:pt x="1902644" y="14804"/>
                  </a:lnTo>
                  <a:lnTo>
                    <a:pt x="1933119" y="13851"/>
                  </a:lnTo>
                  <a:lnTo>
                    <a:pt x="1962801" y="12923"/>
                  </a:lnTo>
                  <a:lnTo>
                    <a:pt x="1991733" y="12019"/>
                  </a:lnTo>
                  <a:lnTo>
                    <a:pt x="2019949" y="11137"/>
                  </a:lnTo>
                  <a:lnTo>
                    <a:pt x="2047486" y="10276"/>
                  </a:lnTo>
                  <a:lnTo>
                    <a:pt x="2074375" y="9435"/>
                  </a:lnTo>
                  <a:lnTo>
                    <a:pt x="2100646" y="8614"/>
                  </a:lnTo>
                  <a:lnTo>
                    <a:pt x="2126326" y="7811"/>
                  </a:lnTo>
                  <a:lnTo>
                    <a:pt x="2151442" y="7026"/>
                  </a:lnTo>
                  <a:lnTo>
                    <a:pt x="2176018" y="6258"/>
                  </a:lnTo>
                  <a:lnTo>
                    <a:pt x="2200076" y="5506"/>
                  </a:lnTo>
                  <a:lnTo>
                    <a:pt x="2223638" y="4769"/>
                  </a:lnTo>
                  <a:lnTo>
                    <a:pt x="2246724" y="4048"/>
                  </a:lnTo>
                  <a:lnTo>
                    <a:pt x="2269353" y="3340"/>
                  </a:lnTo>
                  <a:lnTo>
                    <a:pt x="2291543" y="2647"/>
                  </a:lnTo>
                  <a:lnTo>
                    <a:pt x="2313309" y="1966"/>
                  </a:lnTo>
                  <a:lnTo>
                    <a:pt x="2334669" y="1299"/>
                  </a:lnTo>
                  <a:lnTo>
                    <a:pt x="2355637" y="643"/>
                  </a:lnTo>
                  <a:lnTo>
                    <a:pt x="237622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4204347" y="2994900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204347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72716" y="43034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72716" y="40229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72716" y="37424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72716" y="34620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72716" y="31815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04347" y="4502431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380165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7224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64317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756393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204347" y="2800146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42663" y="4804731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92731" y="575209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72098" y="560997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91730" y="569500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23122" y="589499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38219" y="60661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05471" y="571910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41960" y="585800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82489" y="58975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90583" y="600537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41576" y="56748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74650" y="58720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309598" y="508265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70141" y="52446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36199" y="55068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313350" y="56523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73703" y="62152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28752" y="591798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64886" y="54567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80909" y="49341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39177" y="48447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86444" y="57476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87317" y="54351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27711" y="521424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49929" y="53651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56838" y="59140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9557" y="585085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31496" y="526732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17497" y="531787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47325" y="595895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49147" y="56283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59498" y="57548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23898" y="603743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81976" y="560436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67380" y="591309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99122" y="50011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31526" y="58308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60478" y="549049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120122" y="52815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24871" y="490535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24780" y="51482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15730" y="58564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26271" y="54150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47046" y="55684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102505" y="53633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29876" y="582869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110603" y="54114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34497" y="57855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70850" y="574176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913564" y="58010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917117" y="57456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37087" y="594303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45882" y="546363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38204" y="553250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31195" y="49409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902531" y="55066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55394" y="574130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96683" y="55228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82124" y="539516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902905" y="53284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06792" y="51767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59603" y="56902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76421" y="50642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47464" y="601633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914419" y="58595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94959" y="56651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918975" y="576617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42671" y="561831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37544" y="58169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39170" y="558898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36625" y="54996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77280" y="55105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914606" y="558116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521100" y="5648360"/>
              <a:ext cx="2369547" cy="63025"/>
            </a:xfrm>
            <a:custGeom>
              <a:avLst/>
              <a:pathLst>
                <a:path w="2369547" h="63025">
                  <a:moveTo>
                    <a:pt x="0" y="63025"/>
                  </a:moveTo>
                  <a:lnTo>
                    <a:pt x="152160" y="58978"/>
                  </a:lnTo>
                  <a:lnTo>
                    <a:pt x="286375" y="55408"/>
                  </a:lnTo>
                  <a:lnTo>
                    <a:pt x="406435" y="52215"/>
                  </a:lnTo>
                  <a:lnTo>
                    <a:pt x="515042" y="49326"/>
                  </a:lnTo>
                  <a:lnTo>
                    <a:pt x="614192" y="46689"/>
                  </a:lnTo>
                  <a:lnTo>
                    <a:pt x="705402" y="44263"/>
                  </a:lnTo>
                  <a:lnTo>
                    <a:pt x="789849" y="42017"/>
                  </a:lnTo>
                  <a:lnTo>
                    <a:pt x="868467" y="39926"/>
                  </a:lnTo>
                  <a:lnTo>
                    <a:pt x="942009" y="37970"/>
                  </a:lnTo>
                  <a:lnTo>
                    <a:pt x="1011092" y="36132"/>
                  </a:lnTo>
                  <a:lnTo>
                    <a:pt x="1076224" y="34400"/>
                  </a:lnTo>
                  <a:lnTo>
                    <a:pt x="1137835" y="32761"/>
                  </a:lnTo>
                  <a:lnTo>
                    <a:pt x="1196284" y="31206"/>
                  </a:lnTo>
                  <a:lnTo>
                    <a:pt x="1251881" y="29728"/>
                  </a:lnTo>
                  <a:lnTo>
                    <a:pt x="1304891" y="28318"/>
                  </a:lnTo>
                  <a:lnTo>
                    <a:pt x="1355544" y="26970"/>
                  </a:lnTo>
                  <a:lnTo>
                    <a:pt x="1404041" y="25680"/>
                  </a:lnTo>
                  <a:lnTo>
                    <a:pt x="1450559" y="24443"/>
                  </a:lnTo>
                  <a:lnTo>
                    <a:pt x="1495251" y="23254"/>
                  </a:lnTo>
                  <a:lnTo>
                    <a:pt x="1538257" y="22110"/>
                  </a:lnTo>
                  <a:lnTo>
                    <a:pt x="1579698" y="21008"/>
                  </a:lnTo>
                  <a:lnTo>
                    <a:pt x="1619685" y="19945"/>
                  </a:lnTo>
                  <a:lnTo>
                    <a:pt x="1658316" y="18917"/>
                  </a:lnTo>
                  <a:lnTo>
                    <a:pt x="1695680" y="17923"/>
                  </a:lnTo>
                  <a:lnTo>
                    <a:pt x="1731858" y="16961"/>
                  </a:lnTo>
                  <a:lnTo>
                    <a:pt x="1766923" y="16028"/>
                  </a:lnTo>
                  <a:lnTo>
                    <a:pt x="1800941" y="15123"/>
                  </a:lnTo>
                  <a:lnTo>
                    <a:pt x="1833973" y="14245"/>
                  </a:lnTo>
                  <a:lnTo>
                    <a:pt x="1866074" y="13391"/>
                  </a:lnTo>
                  <a:lnTo>
                    <a:pt x="1897295" y="12561"/>
                  </a:lnTo>
                  <a:lnTo>
                    <a:pt x="1927684" y="11752"/>
                  </a:lnTo>
                  <a:lnTo>
                    <a:pt x="1957283" y="10965"/>
                  </a:lnTo>
                  <a:lnTo>
                    <a:pt x="1986133" y="10198"/>
                  </a:lnTo>
                  <a:lnTo>
                    <a:pt x="2014271" y="9449"/>
                  </a:lnTo>
                  <a:lnTo>
                    <a:pt x="2041730" y="8719"/>
                  </a:lnTo>
                  <a:lnTo>
                    <a:pt x="2068543" y="8006"/>
                  </a:lnTo>
                  <a:lnTo>
                    <a:pt x="2094740" y="7309"/>
                  </a:lnTo>
                  <a:lnTo>
                    <a:pt x="2120348" y="6628"/>
                  </a:lnTo>
                  <a:lnTo>
                    <a:pt x="2145393" y="5962"/>
                  </a:lnTo>
                  <a:lnTo>
                    <a:pt x="2169900" y="5310"/>
                  </a:lnTo>
                  <a:lnTo>
                    <a:pt x="2193891" y="4672"/>
                  </a:lnTo>
                  <a:lnTo>
                    <a:pt x="2217387" y="4047"/>
                  </a:lnTo>
                  <a:lnTo>
                    <a:pt x="2240408" y="3434"/>
                  </a:lnTo>
                  <a:lnTo>
                    <a:pt x="2262973" y="2834"/>
                  </a:lnTo>
                  <a:lnTo>
                    <a:pt x="2285100" y="2246"/>
                  </a:lnTo>
                  <a:lnTo>
                    <a:pt x="2306806" y="1668"/>
                  </a:lnTo>
                  <a:lnTo>
                    <a:pt x="2328106" y="1102"/>
                  </a:lnTo>
                  <a:lnTo>
                    <a:pt x="2349015" y="546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21100" y="5668477"/>
              <a:ext cx="2369547" cy="241020"/>
            </a:xfrm>
            <a:custGeom>
              <a:avLst/>
              <a:pathLst>
                <a:path w="2369547" h="241020">
                  <a:moveTo>
                    <a:pt x="0" y="241020"/>
                  </a:moveTo>
                  <a:lnTo>
                    <a:pt x="152160" y="225543"/>
                  </a:lnTo>
                  <a:lnTo>
                    <a:pt x="286375" y="211891"/>
                  </a:lnTo>
                  <a:lnTo>
                    <a:pt x="406435" y="199680"/>
                  </a:lnTo>
                  <a:lnTo>
                    <a:pt x="515042" y="188632"/>
                  </a:lnTo>
                  <a:lnTo>
                    <a:pt x="614192" y="178547"/>
                  </a:lnTo>
                  <a:lnTo>
                    <a:pt x="705402" y="169270"/>
                  </a:lnTo>
                  <a:lnTo>
                    <a:pt x="789849" y="160680"/>
                  </a:lnTo>
                  <a:lnTo>
                    <a:pt x="868467" y="152683"/>
                  </a:lnTo>
                  <a:lnTo>
                    <a:pt x="942009" y="145203"/>
                  </a:lnTo>
                  <a:lnTo>
                    <a:pt x="1011092" y="138176"/>
                  </a:lnTo>
                  <a:lnTo>
                    <a:pt x="1076224" y="131551"/>
                  </a:lnTo>
                  <a:lnTo>
                    <a:pt x="1137835" y="125284"/>
                  </a:lnTo>
                  <a:lnTo>
                    <a:pt x="1196284" y="119339"/>
                  </a:lnTo>
                  <a:lnTo>
                    <a:pt x="1251881" y="113684"/>
                  </a:lnTo>
                  <a:lnTo>
                    <a:pt x="1304891" y="108292"/>
                  </a:lnTo>
                  <a:lnTo>
                    <a:pt x="1355544" y="103140"/>
                  </a:lnTo>
                  <a:lnTo>
                    <a:pt x="1404041" y="98207"/>
                  </a:lnTo>
                  <a:lnTo>
                    <a:pt x="1450559" y="93475"/>
                  </a:lnTo>
                  <a:lnTo>
                    <a:pt x="1495251" y="88929"/>
                  </a:lnTo>
                  <a:lnTo>
                    <a:pt x="1538257" y="84555"/>
                  </a:lnTo>
                  <a:lnTo>
                    <a:pt x="1579698" y="80340"/>
                  </a:lnTo>
                  <a:lnTo>
                    <a:pt x="1619685" y="76273"/>
                  </a:lnTo>
                  <a:lnTo>
                    <a:pt x="1658316" y="72343"/>
                  </a:lnTo>
                  <a:lnTo>
                    <a:pt x="1695680" y="68543"/>
                  </a:lnTo>
                  <a:lnTo>
                    <a:pt x="1731858" y="64863"/>
                  </a:lnTo>
                  <a:lnTo>
                    <a:pt x="1766923" y="61296"/>
                  </a:lnTo>
                  <a:lnTo>
                    <a:pt x="1800941" y="57836"/>
                  </a:lnTo>
                  <a:lnTo>
                    <a:pt x="1833973" y="54476"/>
                  </a:lnTo>
                  <a:lnTo>
                    <a:pt x="1866074" y="51211"/>
                  </a:lnTo>
                  <a:lnTo>
                    <a:pt x="1897295" y="48035"/>
                  </a:lnTo>
                  <a:lnTo>
                    <a:pt x="1927684" y="44944"/>
                  </a:lnTo>
                  <a:lnTo>
                    <a:pt x="1957283" y="41933"/>
                  </a:lnTo>
                  <a:lnTo>
                    <a:pt x="1986133" y="38999"/>
                  </a:lnTo>
                  <a:lnTo>
                    <a:pt x="2014271" y="36137"/>
                  </a:lnTo>
                  <a:lnTo>
                    <a:pt x="2041730" y="33344"/>
                  </a:lnTo>
                  <a:lnTo>
                    <a:pt x="2068543" y="30616"/>
                  </a:lnTo>
                  <a:lnTo>
                    <a:pt x="2094740" y="27952"/>
                  </a:lnTo>
                  <a:lnTo>
                    <a:pt x="2120348" y="25347"/>
                  </a:lnTo>
                  <a:lnTo>
                    <a:pt x="2145393" y="22800"/>
                  </a:lnTo>
                  <a:lnTo>
                    <a:pt x="2169900" y="20307"/>
                  </a:lnTo>
                  <a:lnTo>
                    <a:pt x="2193891" y="17867"/>
                  </a:lnTo>
                  <a:lnTo>
                    <a:pt x="2217387" y="15477"/>
                  </a:lnTo>
                  <a:lnTo>
                    <a:pt x="2240408" y="13135"/>
                  </a:lnTo>
                  <a:lnTo>
                    <a:pt x="2262973" y="10840"/>
                  </a:lnTo>
                  <a:lnTo>
                    <a:pt x="2285100" y="8589"/>
                  </a:lnTo>
                  <a:lnTo>
                    <a:pt x="2306806" y="6381"/>
                  </a:lnTo>
                  <a:lnTo>
                    <a:pt x="2328106" y="4215"/>
                  </a:lnTo>
                  <a:lnTo>
                    <a:pt x="2349015" y="2088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21100" y="5744309"/>
              <a:ext cx="2369547" cy="270656"/>
            </a:xfrm>
            <a:custGeom>
              <a:avLst/>
              <a:pathLst>
                <a:path w="2369547" h="270656">
                  <a:moveTo>
                    <a:pt x="0" y="0"/>
                  </a:moveTo>
                  <a:lnTo>
                    <a:pt x="152160" y="17380"/>
                  </a:lnTo>
                  <a:lnTo>
                    <a:pt x="286375" y="32710"/>
                  </a:lnTo>
                  <a:lnTo>
                    <a:pt x="406435" y="46424"/>
                  </a:lnTo>
                  <a:lnTo>
                    <a:pt x="515042" y="58829"/>
                  </a:lnTo>
                  <a:lnTo>
                    <a:pt x="614192" y="70154"/>
                  </a:lnTo>
                  <a:lnTo>
                    <a:pt x="705402" y="80573"/>
                  </a:lnTo>
                  <a:lnTo>
                    <a:pt x="789849" y="90218"/>
                  </a:lnTo>
                  <a:lnTo>
                    <a:pt x="868467" y="99198"/>
                  </a:lnTo>
                  <a:lnTo>
                    <a:pt x="942009" y="107599"/>
                  </a:lnTo>
                  <a:lnTo>
                    <a:pt x="1011092" y="115489"/>
                  </a:lnTo>
                  <a:lnTo>
                    <a:pt x="1076224" y="122929"/>
                  </a:lnTo>
                  <a:lnTo>
                    <a:pt x="1137835" y="129966"/>
                  </a:lnTo>
                  <a:lnTo>
                    <a:pt x="1196284" y="136643"/>
                  </a:lnTo>
                  <a:lnTo>
                    <a:pt x="1251881" y="142993"/>
                  </a:lnTo>
                  <a:lnTo>
                    <a:pt x="1304891" y="149048"/>
                  </a:lnTo>
                  <a:lnTo>
                    <a:pt x="1355544" y="154834"/>
                  </a:lnTo>
                  <a:lnTo>
                    <a:pt x="1404041" y="160373"/>
                  </a:lnTo>
                  <a:lnTo>
                    <a:pt x="1450559" y="165687"/>
                  </a:lnTo>
                  <a:lnTo>
                    <a:pt x="1495251" y="170792"/>
                  </a:lnTo>
                  <a:lnTo>
                    <a:pt x="1538257" y="175704"/>
                  </a:lnTo>
                  <a:lnTo>
                    <a:pt x="1579698" y="180437"/>
                  </a:lnTo>
                  <a:lnTo>
                    <a:pt x="1619685" y="185005"/>
                  </a:lnTo>
                  <a:lnTo>
                    <a:pt x="1658316" y="189417"/>
                  </a:lnTo>
                  <a:lnTo>
                    <a:pt x="1695680" y="193685"/>
                  </a:lnTo>
                  <a:lnTo>
                    <a:pt x="1731858" y="197818"/>
                  </a:lnTo>
                  <a:lnTo>
                    <a:pt x="1766923" y="201823"/>
                  </a:lnTo>
                  <a:lnTo>
                    <a:pt x="1800941" y="205708"/>
                  </a:lnTo>
                  <a:lnTo>
                    <a:pt x="1833973" y="209481"/>
                  </a:lnTo>
                  <a:lnTo>
                    <a:pt x="1866074" y="213148"/>
                  </a:lnTo>
                  <a:lnTo>
                    <a:pt x="1897295" y="216714"/>
                  </a:lnTo>
                  <a:lnTo>
                    <a:pt x="1927684" y="220185"/>
                  </a:lnTo>
                  <a:lnTo>
                    <a:pt x="1957283" y="223566"/>
                  </a:lnTo>
                  <a:lnTo>
                    <a:pt x="1986133" y="226862"/>
                  </a:lnTo>
                  <a:lnTo>
                    <a:pt x="2014271" y="230076"/>
                  </a:lnTo>
                  <a:lnTo>
                    <a:pt x="2041730" y="233212"/>
                  </a:lnTo>
                  <a:lnTo>
                    <a:pt x="2068543" y="236275"/>
                  </a:lnTo>
                  <a:lnTo>
                    <a:pt x="2094740" y="239267"/>
                  </a:lnTo>
                  <a:lnTo>
                    <a:pt x="2120348" y="242192"/>
                  </a:lnTo>
                  <a:lnTo>
                    <a:pt x="2145393" y="245053"/>
                  </a:lnTo>
                  <a:lnTo>
                    <a:pt x="2169900" y="247852"/>
                  </a:lnTo>
                  <a:lnTo>
                    <a:pt x="2193891" y="250592"/>
                  </a:lnTo>
                  <a:lnTo>
                    <a:pt x="2217387" y="253276"/>
                  </a:lnTo>
                  <a:lnTo>
                    <a:pt x="2240408" y="255906"/>
                  </a:lnTo>
                  <a:lnTo>
                    <a:pt x="2262973" y="258483"/>
                  </a:lnTo>
                  <a:lnTo>
                    <a:pt x="2285100" y="261010"/>
                  </a:lnTo>
                  <a:lnTo>
                    <a:pt x="2306806" y="263490"/>
                  </a:lnTo>
                  <a:lnTo>
                    <a:pt x="2328106" y="265923"/>
                  </a:lnTo>
                  <a:lnTo>
                    <a:pt x="2349015" y="268311"/>
                  </a:lnTo>
                  <a:lnTo>
                    <a:pt x="2369547" y="27065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21100" y="5640193"/>
              <a:ext cx="2369547" cy="79450"/>
            </a:xfrm>
            <a:custGeom>
              <a:avLst/>
              <a:pathLst>
                <a:path w="2369547" h="79450">
                  <a:moveTo>
                    <a:pt x="0" y="79450"/>
                  </a:moveTo>
                  <a:lnTo>
                    <a:pt x="152160" y="74348"/>
                  </a:lnTo>
                  <a:lnTo>
                    <a:pt x="286375" y="69848"/>
                  </a:lnTo>
                  <a:lnTo>
                    <a:pt x="406435" y="65823"/>
                  </a:lnTo>
                  <a:lnTo>
                    <a:pt x="515042" y="62181"/>
                  </a:lnTo>
                  <a:lnTo>
                    <a:pt x="614192" y="58856"/>
                  </a:lnTo>
                  <a:lnTo>
                    <a:pt x="705402" y="55798"/>
                  </a:lnTo>
                  <a:lnTo>
                    <a:pt x="789849" y="52967"/>
                  </a:lnTo>
                  <a:lnTo>
                    <a:pt x="868467" y="50331"/>
                  </a:lnTo>
                  <a:lnTo>
                    <a:pt x="942009" y="47865"/>
                  </a:lnTo>
                  <a:lnTo>
                    <a:pt x="1011092" y="45548"/>
                  </a:lnTo>
                  <a:lnTo>
                    <a:pt x="1076224" y="43365"/>
                  </a:lnTo>
                  <a:lnTo>
                    <a:pt x="1137835" y="41299"/>
                  </a:lnTo>
                  <a:lnTo>
                    <a:pt x="1196284" y="39339"/>
                  </a:lnTo>
                  <a:lnTo>
                    <a:pt x="1251881" y="37475"/>
                  </a:lnTo>
                  <a:lnTo>
                    <a:pt x="1304891" y="35697"/>
                  </a:lnTo>
                  <a:lnTo>
                    <a:pt x="1355544" y="33999"/>
                  </a:lnTo>
                  <a:lnTo>
                    <a:pt x="1404041" y="32373"/>
                  </a:lnTo>
                  <a:lnTo>
                    <a:pt x="1450559" y="30813"/>
                  </a:lnTo>
                  <a:lnTo>
                    <a:pt x="1495251" y="29315"/>
                  </a:lnTo>
                  <a:lnTo>
                    <a:pt x="1538257" y="27873"/>
                  </a:lnTo>
                  <a:lnTo>
                    <a:pt x="1579698" y="26483"/>
                  </a:lnTo>
                  <a:lnTo>
                    <a:pt x="1619685" y="25142"/>
                  </a:lnTo>
                  <a:lnTo>
                    <a:pt x="1658316" y="23847"/>
                  </a:lnTo>
                  <a:lnTo>
                    <a:pt x="1695680" y="22594"/>
                  </a:lnTo>
                  <a:lnTo>
                    <a:pt x="1731858" y="21381"/>
                  </a:lnTo>
                  <a:lnTo>
                    <a:pt x="1766923" y="20205"/>
                  </a:lnTo>
                  <a:lnTo>
                    <a:pt x="1800941" y="19065"/>
                  </a:lnTo>
                  <a:lnTo>
                    <a:pt x="1833973" y="17957"/>
                  </a:lnTo>
                  <a:lnTo>
                    <a:pt x="1866074" y="16881"/>
                  </a:lnTo>
                  <a:lnTo>
                    <a:pt x="1897295" y="15834"/>
                  </a:lnTo>
                  <a:lnTo>
                    <a:pt x="1927684" y="14815"/>
                  </a:lnTo>
                  <a:lnTo>
                    <a:pt x="1957283" y="13823"/>
                  </a:lnTo>
                  <a:lnTo>
                    <a:pt x="1986133" y="12855"/>
                  </a:lnTo>
                  <a:lnTo>
                    <a:pt x="2014271" y="11912"/>
                  </a:lnTo>
                  <a:lnTo>
                    <a:pt x="2041730" y="10991"/>
                  </a:lnTo>
                  <a:lnTo>
                    <a:pt x="2068543" y="10092"/>
                  </a:lnTo>
                  <a:lnTo>
                    <a:pt x="2094740" y="9214"/>
                  </a:lnTo>
                  <a:lnTo>
                    <a:pt x="2120348" y="8355"/>
                  </a:lnTo>
                  <a:lnTo>
                    <a:pt x="2145393" y="7515"/>
                  </a:lnTo>
                  <a:lnTo>
                    <a:pt x="2169900" y="6694"/>
                  </a:lnTo>
                  <a:lnTo>
                    <a:pt x="2193891" y="5889"/>
                  </a:lnTo>
                  <a:lnTo>
                    <a:pt x="2217387" y="5101"/>
                  </a:lnTo>
                  <a:lnTo>
                    <a:pt x="2240408" y="4330"/>
                  </a:lnTo>
                  <a:lnTo>
                    <a:pt x="2262973" y="3573"/>
                  </a:lnTo>
                  <a:lnTo>
                    <a:pt x="2285100" y="2831"/>
                  </a:lnTo>
                  <a:lnTo>
                    <a:pt x="2306806" y="2103"/>
                  </a:lnTo>
                  <a:lnTo>
                    <a:pt x="2328106" y="1389"/>
                  </a:lnTo>
                  <a:lnTo>
                    <a:pt x="2349015" y="688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21100" y="5533821"/>
              <a:ext cx="2369547" cy="346797"/>
            </a:xfrm>
            <a:custGeom>
              <a:avLst/>
              <a:pathLst>
                <a:path w="2369547" h="346797">
                  <a:moveTo>
                    <a:pt x="0" y="346797"/>
                  </a:moveTo>
                  <a:lnTo>
                    <a:pt x="152160" y="324528"/>
                  </a:lnTo>
                  <a:lnTo>
                    <a:pt x="286375" y="304885"/>
                  </a:lnTo>
                  <a:lnTo>
                    <a:pt x="406435" y="287313"/>
                  </a:lnTo>
                  <a:lnTo>
                    <a:pt x="515042" y="271418"/>
                  </a:lnTo>
                  <a:lnTo>
                    <a:pt x="614192" y="256907"/>
                  </a:lnTo>
                  <a:lnTo>
                    <a:pt x="705402" y="243557"/>
                  </a:lnTo>
                  <a:lnTo>
                    <a:pt x="789849" y="231198"/>
                  </a:lnTo>
                  <a:lnTo>
                    <a:pt x="868467" y="219692"/>
                  </a:lnTo>
                  <a:lnTo>
                    <a:pt x="942009" y="208929"/>
                  </a:lnTo>
                  <a:lnTo>
                    <a:pt x="1011092" y="198818"/>
                  </a:lnTo>
                  <a:lnTo>
                    <a:pt x="1076224" y="189285"/>
                  </a:lnTo>
                  <a:lnTo>
                    <a:pt x="1137835" y="180268"/>
                  </a:lnTo>
                  <a:lnTo>
                    <a:pt x="1196284" y="171714"/>
                  </a:lnTo>
                  <a:lnTo>
                    <a:pt x="1251881" y="163577"/>
                  </a:lnTo>
                  <a:lnTo>
                    <a:pt x="1304891" y="155819"/>
                  </a:lnTo>
                  <a:lnTo>
                    <a:pt x="1355544" y="148405"/>
                  </a:lnTo>
                  <a:lnTo>
                    <a:pt x="1404041" y="141307"/>
                  </a:lnTo>
                  <a:lnTo>
                    <a:pt x="1450559" y="134499"/>
                  </a:lnTo>
                  <a:lnTo>
                    <a:pt x="1495251" y="127958"/>
                  </a:lnTo>
                  <a:lnTo>
                    <a:pt x="1538257" y="121664"/>
                  </a:lnTo>
                  <a:lnTo>
                    <a:pt x="1579698" y="115599"/>
                  </a:lnTo>
                  <a:lnTo>
                    <a:pt x="1619685" y="109746"/>
                  </a:lnTo>
                  <a:lnTo>
                    <a:pt x="1658316" y="104093"/>
                  </a:lnTo>
                  <a:lnTo>
                    <a:pt x="1695680" y="98624"/>
                  </a:lnTo>
                  <a:lnTo>
                    <a:pt x="1731858" y="93329"/>
                  </a:lnTo>
                  <a:lnTo>
                    <a:pt x="1766923" y="88197"/>
                  </a:lnTo>
                  <a:lnTo>
                    <a:pt x="1800941" y="83219"/>
                  </a:lnTo>
                  <a:lnTo>
                    <a:pt x="1833973" y="78384"/>
                  </a:lnTo>
                  <a:lnTo>
                    <a:pt x="1866074" y="73686"/>
                  </a:lnTo>
                  <a:lnTo>
                    <a:pt x="1897295" y="69117"/>
                  </a:lnTo>
                  <a:lnTo>
                    <a:pt x="1927684" y="64669"/>
                  </a:lnTo>
                  <a:lnTo>
                    <a:pt x="1957283" y="60337"/>
                  </a:lnTo>
                  <a:lnTo>
                    <a:pt x="1986133" y="56115"/>
                  </a:lnTo>
                  <a:lnTo>
                    <a:pt x="2014271" y="51996"/>
                  </a:lnTo>
                  <a:lnTo>
                    <a:pt x="2041730" y="47978"/>
                  </a:lnTo>
                  <a:lnTo>
                    <a:pt x="2068543" y="44053"/>
                  </a:lnTo>
                  <a:lnTo>
                    <a:pt x="2094740" y="40219"/>
                  </a:lnTo>
                  <a:lnTo>
                    <a:pt x="2120348" y="36471"/>
                  </a:lnTo>
                  <a:lnTo>
                    <a:pt x="2145393" y="32806"/>
                  </a:lnTo>
                  <a:lnTo>
                    <a:pt x="2169900" y="29219"/>
                  </a:lnTo>
                  <a:lnTo>
                    <a:pt x="2193891" y="25708"/>
                  </a:lnTo>
                  <a:lnTo>
                    <a:pt x="2217387" y="22269"/>
                  </a:lnTo>
                  <a:lnTo>
                    <a:pt x="2240408" y="18900"/>
                  </a:lnTo>
                  <a:lnTo>
                    <a:pt x="2262973" y="15597"/>
                  </a:lnTo>
                  <a:lnTo>
                    <a:pt x="2285100" y="12359"/>
                  </a:lnTo>
                  <a:lnTo>
                    <a:pt x="2306806" y="9182"/>
                  </a:lnTo>
                  <a:lnTo>
                    <a:pt x="2328106" y="6065"/>
                  </a:lnTo>
                  <a:lnTo>
                    <a:pt x="2349015" y="3005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21100" y="5400440"/>
              <a:ext cx="2369547" cy="30558"/>
            </a:xfrm>
            <a:custGeom>
              <a:avLst/>
              <a:pathLst>
                <a:path w="2369547" h="30558">
                  <a:moveTo>
                    <a:pt x="0" y="30558"/>
                  </a:moveTo>
                  <a:lnTo>
                    <a:pt x="152160" y="28595"/>
                  </a:lnTo>
                  <a:lnTo>
                    <a:pt x="286375" y="26864"/>
                  </a:lnTo>
                  <a:lnTo>
                    <a:pt x="406435" y="25316"/>
                  </a:lnTo>
                  <a:lnTo>
                    <a:pt x="515042" y="23915"/>
                  </a:lnTo>
                  <a:lnTo>
                    <a:pt x="614192" y="22637"/>
                  </a:lnTo>
                  <a:lnTo>
                    <a:pt x="705402" y="21461"/>
                  </a:lnTo>
                  <a:lnTo>
                    <a:pt x="789849" y="20372"/>
                  </a:lnTo>
                  <a:lnTo>
                    <a:pt x="868467" y="19358"/>
                  </a:lnTo>
                  <a:lnTo>
                    <a:pt x="942009" y="18409"/>
                  </a:lnTo>
                  <a:lnTo>
                    <a:pt x="1011092" y="17518"/>
                  </a:lnTo>
                  <a:lnTo>
                    <a:pt x="1076224" y="16678"/>
                  </a:lnTo>
                  <a:lnTo>
                    <a:pt x="1137835" y="15884"/>
                  </a:lnTo>
                  <a:lnTo>
                    <a:pt x="1196284" y="15130"/>
                  </a:lnTo>
                  <a:lnTo>
                    <a:pt x="1251881" y="14413"/>
                  </a:lnTo>
                  <a:lnTo>
                    <a:pt x="1304891" y="13729"/>
                  </a:lnTo>
                  <a:lnTo>
                    <a:pt x="1355544" y="13076"/>
                  </a:lnTo>
                  <a:lnTo>
                    <a:pt x="1404041" y="12451"/>
                  </a:lnTo>
                  <a:lnTo>
                    <a:pt x="1450559" y="11851"/>
                  </a:lnTo>
                  <a:lnTo>
                    <a:pt x="1495251" y="11275"/>
                  </a:lnTo>
                  <a:lnTo>
                    <a:pt x="1538257" y="10720"/>
                  </a:lnTo>
                  <a:lnTo>
                    <a:pt x="1579698" y="10186"/>
                  </a:lnTo>
                  <a:lnTo>
                    <a:pt x="1619685" y="9670"/>
                  </a:lnTo>
                  <a:lnTo>
                    <a:pt x="1658316" y="9172"/>
                  </a:lnTo>
                  <a:lnTo>
                    <a:pt x="1695680" y="8690"/>
                  </a:lnTo>
                  <a:lnTo>
                    <a:pt x="1731858" y="8223"/>
                  </a:lnTo>
                  <a:lnTo>
                    <a:pt x="1766923" y="7771"/>
                  </a:lnTo>
                  <a:lnTo>
                    <a:pt x="1800941" y="7332"/>
                  </a:lnTo>
                  <a:lnTo>
                    <a:pt x="1833973" y="6906"/>
                  </a:lnTo>
                  <a:lnTo>
                    <a:pt x="1866074" y="6492"/>
                  </a:lnTo>
                  <a:lnTo>
                    <a:pt x="1897295" y="6090"/>
                  </a:lnTo>
                  <a:lnTo>
                    <a:pt x="1927684" y="5698"/>
                  </a:lnTo>
                  <a:lnTo>
                    <a:pt x="1957283" y="5316"/>
                  </a:lnTo>
                  <a:lnTo>
                    <a:pt x="1986133" y="4944"/>
                  </a:lnTo>
                  <a:lnTo>
                    <a:pt x="2014271" y="4581"/>
                  </a:lnTo>
                  <a:lnTo>
                    <a:pt x="2041730" y="4227"/>
                  </a:lnTo>
                  <a:lnTo>
                    <a:pt x="2068543" y="3881"/>
                  </a:lnTo>
                  <a:lnTo>
                    <a:pt x="2094740" y="3543"/>
                  </a:lnTo>
                  <a:lnTo>
                    <a:pt x="2120348" y="3213"/>
                  </a:lnTo>
                  <a:lnTo>
                    <a:pt x="2145393" y="2890"/>
                  </a:lnTo>
                  <a:lnTo>
                    <a:pt x="2169900" y="2574"/>
                  </a:lnTo>
                  <a:lnTo>
                    <a:pt x="2193891" y="2265"/>
                  </a:lnTo>
                  <a:lnTo>
                    <a:pt x="2217387" y="1962"/>
                  </a:lnTo>
                  <a:lnTo>
                    <a:pt x="2240408" y="1665"/>
                  </a:lnTo>
                  <a:lnTo>
                    <a:pt x="2262973" y="1374"/>
                  </a:lnTo>
                  <a:lnTo>
                    <a:pt x="2285100" y="1089"/>
                  </a:lnTo>
                  <a:lnTo>
                    <a:pt x="2306806" y="809"/>
                  </a:lnTo>
                  <a:lnTo>
                    <a:pt x="2328106" y="534"/>
                  </a:lnTo>
                  <a:lnTo>
                    <a:pt x="2349015" y="264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21100" y="5353967"/>
              <a:ext cx="2369547" cy="260507"/>
            </a:xfrm>
            <a:custGeom>
              <a:avLst/>
              <a:pathLst>
                <a:path w="2369547" h="260507">
                  <a:moveTo>
                    <a:pt x="0" y="260507"/>
                  </a:moveTo>
                  <a:lnTo>
                    <a:pt x="152160" y="243778"/>
                  </a:lnTo>
                  <a:lnTo>
                    <a:pt x="286375" y="229023"/>
                  </a:lnTo>
                  <a:lnTo>
                    <a:pt x="406435" y="215823"/>
                  </a:lnTo>
                  <a:lnTo>
                    <a:pt x="515042" y="203883"/>
                  </a:lnTo>
                  <a:lnTo>
                    <a:pt x="614192" y="192983"/>
                  </a:lnTo>
                  <a:lnTo>
                    <a:pt x="705402" y="182955"/>
                  </a:lnTo>
                  <a:lnTo>
                    <a:pt x="789849" y="173671"/>
                  </a:lnTo>
                  <a:lnTo>
                    <a:pt x="868467" y="165028"/>
                  </a:lnTo>
                  <a:lnTo>
                    <a:pt x="942009" y="156942"/>
                  </a:lnTo>
                  <a:lnTo>
                    <a:pt x="1011092" y="149348"/>
                  </a:lnTo>
                  <a:lnTo>
                    <a:pt x="1076224" y="142187"/>
                  </a:lnTo>
                  <a:lnTo>
                    <a:pt x="1137835" y="135413"/>
                  </a:lnTo>
                  <a:lnTo>
                    <a:pt x="1196284" y="128988"/>
                  </a:lnTo>
                  <a:lnTo>
                    <a:pt x="1251881" y="122875"/>
                  </a:lnTo>
                  <a:lnTo>
                    <a:pt x="1304891" y="117047"/>
                  </a:lnTo>
                  <a:lnTo>
                    <a:pt x="1355544" y="111479"/>
                  </a:lnTo>
                  <a:lnTo>
                    <a:pt x="1404041" y="106147"/>
                  </a:lnTo>
                  <a:lnTo>
                    <a:pt x="1450559" y="101033"/>
                  </a:lnTo>
                  <a:lnTo>
                    <a:pt x="1495251" y="96119"/>
                  </a:lnTo>
                  <a:lnTo>
                    <a:pt x="1538257" y="91391"/>
                  </a:lnTo>
                  <a:lnTo>
                    <a:pt x="1579698" y="86835"/>
                  </a:lnTo>
                  <a:lnTo>
                    <a:pt x="1619685" y="82439"/>
                  </a:lnTo>
                  <a:lnTo>
                    <a:pt x="1658316" y="78192"/>
                  </a:lnTo>
                  <a:lnTo>
                    <a:pt x="1695680" y="74084"/>
                  </a:lnTo>
                  <a:lnTo>
                    <a:pt x="1731858" y="70107"/>
                  </a:lnTo>
                  <a:lnTo>
                    <a:pt x="1766923" y="66252"/>
                  </a:lnTo>
                  <a:lnTo>
                    <a:pt x="1800941" y="62512"/>
                  </a:lnTo>
                  <a:lnTo>
                    <a:pt x="1833973" y="58880"/>
                  </a:lnTo>
                  <a:lnTo>
                    <a:pt x="1866074" y="55351"/>
                  </a:lnTo>
                  <a:lnTo>
                    <a:pt x="1897295" y="51919"/>
                  </a:lnTo>
                  <a:lnTo>
                    <a:pt x="1927684" y="48578"/>
                  </a:lnTo>
                  <a:lnTo>
                    <a:pt x="1957283" y="45324"/>
                  </a:lnTo>
                  <a:lnTo>
                    <a:pt x="1986133" y="42152"/>
                  </a:lnTo>
                  <a:lnTo>
                    <a:pt x="2014271" y="39058"/>
                  </a:lnTo>
                  <a:lnTo>
                    <a:pt x="2041730" y="36040"/>
                  </a:lnTo>
                  <a:lnTo>
                    <a:pt x="2068543" y="33092"/>
                  </a:lnTo>
                  <a:lnTo>
                    <a:pt x="2094740" y="30212"/>
                  </a:lnTo>
                  <a:lnTo>
                    <a:pt x="2120348" y="27396"/>
                  </a:lnTo>
                  <a:lnTo>
                    <a:pt x="2145393" y="24643"/>
                  </a:lnTo>
                  <a:lnTo>
                    <a:pt x="2169900" y="21949"/>
                  </a:lnTo>
                  <a:lnTo>
                    <a:pt x="2193891" y="19311"/>
                  </a:lnTo>
                  <a:lnTo>
                    <a:pt x="2217387" y="16728"/>
                  </a:lnTo>
                  <a:lnTo>
                    <a:pt x="2240408" y="14197"/>
                  </a:lnTo>
                  <a:lnTo>
                    <a:pt x="2262973" y="11716"/>
                  </a:lnTo>
                  <a:lnTo>
                    <a:pt x="2285100" y="9284"/>
                  </a:lnTo>
                  <a:lnTo>
                    <a:pt x="2306806" y="6897"/>
                  </a:lnTo>
                  <a:lnTo>
                    <a:pt x="2328106" y="4556"/>
                  </a:lnTo>
                  <a:lnTo>
                    <a:pt x="2349015" y="2257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521100" y="5392819"/>
              <a:ext cx="2369547" cy="257342"/>
            </a:xfrm>
            <a:custGeom>
              <a:avLst/>
              <a:pathLst>
                <a:path w="2369547" h="257342">
                  <a:moveTo>
                    <a:pt x="0" y="257342"/>
                  </a:moveTo>
                  <a:lnTo>
                    <a:pt x="152160" y="240816"/>
                  </a:lnTo>
                  <a:lnTo>
                    <a:pt x="286375" y="226240"/>
                  </a:lnTo>
                  <a:lnTo>
                    <a:pt x="406435" y="213201"/>
                  </a:lnTo>
                  <a:lnTo>
                    <a:pt x="515042" y="201406"/>
                  </a:lnTo>
                  <a:lnTo>
                    <a:pt x="614192" y="190638"/>
                  </a:lnTo>
                  <a:lnTo>
                    <a:pt x="705402" y="180732"/>
                  </a:lnTo>
                  <a:lnTo>
                    <a:pt x="789849" y="171561"/>
                  </a:lnTo>
                  <a:lnTo>
                    <a:pt x="868467" y="163023"/>
                  </a:lnTo>
                  <a:lnTo>
                    <a:pt x="942009" y="155036"/>
                  </a:lnTo>
                  <a:lnTo>
                    <a:pt x="1011092" y="147533"/>
                  </a:lnTo>
                  <a:lnTo>
                    <a:pt x="1076224" y="140459"/>
                  </a:lnTo>
                  <a:lnTo>
                    <a:pt x="1137835" y="133768"/>
                  </a:lnTo>
                  <a:lnTo>
                    <a:pt x="1196284" y="127420"/>
                  </a:lnTo>
                  <a:lnTo>
                    <a:pt x="1251881" y="121382"/>
                  </a:lnTo>
                  <a:lnTo>
                    <a:pt x="1304891" y="115625"/>
                  </a:lnTo>
                  <a:lnTo>
                    <a:pt x="1355544" y="110124"/>
                  </a:lnTo>
                  <a:lnTo>
                    <a:pt x="1404041" y="104857"/>
                  </a:lnTo>
                  <a:lnTo>
                    <a:pt x="1450559" y="99805"/>
                  </a:lnTo>
                  <a:lnTo>
                    <a:pt x="1495251" y="94951"/>
                  </a:lnTo>
                  <a:lnTo>
                    <a:pt x="1538257" y="90281"/>
                  </a:lnTo>
                  <a:lnTo>
                    <a:pt x="1579698" y="85780"/>
                  </a:lnTo>
                  <a:lnTo>
                    <a:pt x="1619685" y="81437"/>
                  </a:lnTo>
                  <a:lnTo>
                    <a:pt x="1658316" y="77242"/>
                  </a:lnTo>
                  <a:lnTo>
                    <a:pt x="1695680" y="73184"/>
                  </a:lnTo>
                  <a:lnTo>
                    <a:pt x="1731858" y="69255"/>
                  </a:lnTo>
                  <a:lnTo>
                    <a:pt x="1766923" y="65447"/>
                  </a:lnTo>
                  <a:lnTo>
                    <a:pt x="1800941" y="61752"/>
                  </a:lnTo>
                  <a:lnTo>
                    <a:pt x="1833973" y="58165"/>
                  </a:lnTo>
                  <a:lnTo>
                    <a:pt x="1866074" y="54679"/>
                  </a:lnTo>
                  <a:lnTo>
                    <a:pt x="1897295" y="51288"/>
                  </a:lnTo>
                  <a:lnTo>
                    <a:pt x="1927684" y="47988"/>
                  </a:lnTo>
                  <a:lnTo>
                    <a:pt x="1957283" y="44773"/>
                  </a:lnTo>
                  <a:lnTo>
                    <a:pt x="1986133" y="41640"/>
                  </a:lnTo>
                  <a:lnTo>
                    <a:pt x="2014271" y="38584"/>
                  </a:lnTo>
                  <a:lnTo>
                    <a:pt x="2041730" y="35602"/>
                  </a:lnTo>
                  <a:lnTo>
                    <a:pt x="2068543" y="32690"/>
                  </a:lnTo>
                  <a:lnTo>
                    <a:pt x="2094740" y="29845"/>
                  </a:lnTo>
                  <a:lnTo>
                    <a:pt x="2120348" y="27063"/>
                  </a:lnTo>
                  <a:lnTo>
                    <a:pt x="2145393" y="24343"/>
                  </a:lnTo>
                  <a:lnTo>
                    <a:pt x="2169900" y="21682"/>
                  </a:lnTo>
                  <a:lnTo>
                    <a:pt x="2193891" y="19076"/>
                  </a:lnTo>
                  <a:lnTo>
                    <a:pt x="2217387" y="16525"/>
                  </a:lnTo>
                  <a:lnTo>
                    <a:pt x="2240408" y="14025"/>
                  </a:lnTo>
                  <a:lnTo>
                    <a:pt x="2262973" y="11574"/>
                  </a:lnTo>
                  <a:lnTo>
                    <a:pt x="2285100" y="9171"/>
                  </a:lnTo>
                  <a:lnTo>
                    <a:pt x="2306806" y="6813"/>
                  </a:lnTo>
                  <a:lnTo>
                    <a:pt x="2328106" y="4500"/>
                  </a:lnTo>
                  <a:lnTo>
                    <a:pt x="2349015" y="2229"/>
                  </a:lnTo>
                  <a:lnTo>
                    <a:pt x="236954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21100" y="5688757"/>
              <a:ext cx="2369547" cy="193234"/>
            </a:xfrm>
            <a:custGeom>
              <a:avLst/>
              <a:pathLst>
                <a:path w="2369547" h="193234">
                  <a:moveTo>
                    <a:pt x="0" y="0"/>
                  </a:moveTo>
                  <a:lnTo>
                    <a:pt x="152160" y="12408"/>
                  </a:lnTo>
                  <a:lnTo>
                    <a:pt x="286375" y="23353"/>
                  </a:lnTo>
                  <a:lnTo>
                    <a:pt x="406435" y="33144"/>
                  </a:lnTo>
                  <a:lnTo>
                    <a:pt x="515042" y="42001"/>
                  </a:lnTo>
                  <a:lnTo>
                    <a:pt x="614192" y="50086"/>
                  </a:lnTo>
                  <a:lnTo>
                    <a:pt x="705402" y="57524"/>
                  </a:lnTo>
                  <a:lnTo>
                    <a:pt x="789849" y="64411"/>
                  </a:lnTo>
                  <a:lnTo>
                    <a:pt x="868467" y="70822"/>
                  </a:lnTo>
                  <a:lnTo>
                    <a:pt x="942009" y="76820"/>
                  </a:lnTo>
                  <a:lnTo>
                    <a:pt x="1011092" y="82453"/>
                  </a:lnTo>
                  <a:lnTo>
                    <a:pt x="1076224" y="87765"/>
                  </a:lnTo>
                  <a:lnTo>
                    <a:pt x="1137835" y="92789"/>
                  </a:lnTo>
                  <a:lnTo>
                    <a:pt x="1196284" y="97555"/>
                  </a:lnTo>
                  <a:lnTo>
                    <a:pt x="1251881" y="102089"/>
                  </a:lnTo>
                  <a:lnTo>
                    <a:pt x="1304891" y="106412"/>
                  </a:lnTo>
                  <a:lnTo>
                    <a:pt x="1355544" y="110543"/>
                  </a:lnTo>
                  <a:lnTo>
                    <a:pt x="1404041" y="114498"/>
                  </a:lnTo>
                  <a:lnTo>
                    <a:pt x="1450559" y="118291"/>
                  </a:lnTo>
                  <a:lnTo>
                    <a:pt x="1495251" y="121936"/>
                  </a:lnTo>
                  <a:lnTo>
                    <a:pt x="1538257" y="125443"/>
                  </a:lnTo>
                  <a:lnTo>
                    <a:pt x="1579698" y="128823"/>
                  </a:lnTo>
                  <a:lnTo>
                    <a:pt x="1619685" y="132083"/>
                  </a:lnTo>
                  <a:lnTo>
                    <a:pt x="1658316" y="135234"/>
                  </a:lnTo>
                  <a:lnTo>
                    <a:pt x="1695680" y="138281"/>
                  </a:lnTo>
                  <a:lnTo>
                    <a:pt x="1731858" y="141231"/>
                  </a:lnTo>
                  <a:lnTo>
                    <a:pt x="1766923" y="144091"/>
                  </a:lnTo>
                  <a:lnTo>
                    <a:pt x="1800941" y="146865"/>
                  </a:lnTo>
                  <a:lnTo>
                    <a:pt x="1833973" y="149558"/>
                  </a:lnTo>
                  <a:lnTo>
                    <a:pt x="1866074" y="152176"/>
                  </a:lnTo>
                  <a:lnTo>
                    <a:pt x="1897295" y="154722"/>
                  </a:lnTo>
                  <a:lnTo>
                    <a:pt x="1927684" y="157200"/>
                  </a:lnTo>
                  <a:lnTo>
                    <a:pt x="1957283" y="159614"/>
                  </a:lnTo>
                  <a:lnTo>
                    <a:pt x="1986133" y="161967"/>
                  </a:lnTo>
                  <a:lnTo>
                    <a:pt x="2014271" y="164262"/>
                  </a:lnTo>
                  <a:lnTo>
                    <a:pt x="2041730" y="166501"/>
                  </a:lnTo>
                  <a:lnTo>
                    <a:pt x="2068543" y="168687"/>
                  </a:lnTo>
                  <a:lnTo>
                    <a:pt x="2094740" y="170824"/>
                  </a:lnTo>
                  <a:lnTo>
                    <a:pt x="2120348" y="172912"/>
                  </a:lnTo>
                  <a:lnTo>
                    <a:pt x="2145393" y="174954"/>
                  </a:lnTo>
                  <a:lnTo>
                    <a:pt x="2169900" y="176953"/>
                  </a:lnTo>
                  <a:lnTo>
                    <a:pt x="2193891" y="178909"/>
                  </a:lnTo>
                  <a:lnTo>
                    <a:pt x="2217387" y="180825"/>
                  </a:lnTo>
                  <a:lnTo>
                    <a:pt x="2240408" y="182703"/>
                  </a:lnTo>
                  <a:lnTo>
                    <a:pt x="2262973" y="184543"/>
                  </a:lnTo>
                  <a:lnTo>
                    <a:pt x="2285100" y="186347"/>
                  </a:lnTo>
                  <a:lnTo>
                    <a:pt x="2306806" y="188118"/>
                  </a:lnTo>
                  <a:lnTo>
                    <a:pt x="2328106" y="189855"/>
                  </a:lnTo>
                  <a:lnTo>
                    <a:pt x="2349015" y="191560"/>
                  </a:lnTo>
                  <a:lnTo>
                    <a:pt x="2369547" y="19323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21100" y="5639638"/>
              <a:ext cx="2369547" cy="107647"/>
            </a:xfrm>
            <a:custGeom>
              <a:avLst/>
              <a:pathLst>
                <a:path w="2369547" h="107647">
                  <a:moveTo>
                    <a:pt x="0" y="0"/>
                  </a:moveTo>
                  <a:lnTo>
                    <a:pt x="152160" y="6912"/>
                  </a:lnTo>
                  <a:lnTo>
                    <a:pt x="286375" y="13009"/>
                  </a:lnTo>
                  <a:lnTo>
                    <a:pt x="406435" y="18464"/>
                  </a:lnTo>
                  <a:lnTo>
                    <a:pt x="515042" y="23398"/>
                  </a:lnTo>
                  <a:lnTo>
                    <a:pt x="614192" y="27902"/>
                  </a:lnTo>
                  <a:lnTo>
                    <a:pt x="705402" y="32046"/>
                  </a:lnTo>
                  <a:lnTo>
                    <a:pt x="789849" y="35882"/>
                  </a:lnTo>
                  <a:lnTo>
                    <a:pt x="868467" y="39454"/>
                  </a:lnTo>
                  <a:lnTo>
                    <a:pt x="942009" y="42795"/>
                  </a:lnTo>
                  <a:lnTo>
                    <a:pt x="1011092" y="45933"/>
                  </a:lnTo>
                  <a:lnTo>
                    <a:pt x="1076224" y="48892"/>
                  </a:lnTo>
                  <a:lnTo>
                    <a:pt x="1137835" y="51691"/>
                  </a:lnTo>
                  <a:lnTo>
                    <a:pt x="1196284" y="54346"/>
                  </a:lnTo>
                  <a:lnTo>
                    <a:pt x="1251881" y="56872"/>
                  </a:lnTo>
                  <a:lnTo>
                    <a:pt x="1304891" y="59280"/>
                  </a:lnTo>
                  <a:lnTo>
                    <a:pt x="1355544" y="61581"/>
                  </a:lnTo>
                  <a:lnTo>
                    <a:pt x="1404041" y="63785"/>
                  </a:lnTo>
                  <a:lnTo>
                    <a:pt x="1450559" y="65898"/>
                  </a:lnTo>
                  <a:lnTo>
                    <a:pt x="1495251" y="67928"/>
                  </a:lnTo>
                  <a:lnTo>
                    <a:pt x="1538257" y="69882"/>
                  </a:lnTo>
                  <a:lnTo>
                    <a:pt x="1579698" y="71765"/>
                  </a:lnTo>
                  <a:lnTo>
                    <a:pt x="1619685" y="73581"/>
                  </a:lnTo>
                  <a:lnTo>
                    <a:pt x="1658316" y="75336"/>
                  </a:lnTo>
                  <a:lnTo>
                    <a:pt x="1695680" y="77034"/>
                  </a:lnTo>
                  <a:lnTo>
                    <a:pt x="1731858" y="78677"/>
                  </a:lnTo>
                  <a:lnTo>
                    <a:pt x="1766923" y="80270"/>
                  </a:lnTo>
                  <a:lnTo>
                    <a:pt x="1800941" y="81816"/>
                  </a:lnTo>
                  <a:lnTo>
                    <a:pt x="1833973" y="83316"/>
                  </a:lnTo>
                  <a:lnTo>
                    <a:pt x="1866074" y="84774"/>
                  </a:lnTo>
                  <a:lnTo>
                    <a:pt x="1897295" y="86193"/>
                  </a:lnTo>
                  <a:lnTo>
                    <a:pt x="1927684" y="87573"/>
                  </a:lnTo>
                  <a:lnTo>
                    <a:pt x="1957283" y="88918"/>
                  </a:lnTo>
                  <a:lnTo>
                    <a:pt x="1986133" y="90229"/>
                  </a:lnTo>
                  <a:lnTo>
                    <a:pt x="2014271" y="91507"/>
                  </a:lnTo>
                  <a:lnTo>
                    <a:pt x="2041730" y="92754"/>
                  </a:lnTo>
                  <a:lnTo>
                    <a:pt x="2068543" y="93973"/>
                  </a:lnTo>
                  <a:lnTo>
                    <a:pt x="2094740" y="95163"/>
                  </a:lnTo>
                  <a:lnTo>
                    <a:pt x="2120348" y="96326"/>
                  </a:lnTo>
                  <a:lnTo>
                    <a:pt x="2145393" y="97464"/>
                  </a:lnTo>
                  <a:lnTo>
                    <a:pt x="2169900" y="98577"/>
                  </a:lnTo>
                  <a:lnTo>
                    <a:pt x="2193891" y="99667"/>
                  </a:lnTo>
                  <a:lnTo>
                    <a:pt x="2217387" y="100734"/>
                  </a:lnTo>
                  <a:lnTo>
                    <a:pt x="2240408" y="101780"/>
                  </a:lnTo>
                  <a:lnTo>
                    <a:pt x="2262973" y="102805"/>
                  </a:lnTo>
                  <a:lnTo>
                    <a:pt x="2285100" y="103811"/>
                  </a:lnTo>
                  <a:lnTo>
                    <a:pt x="2306806" y="104797"/>
                  </a:lnTo>
                  <a:lnTo>
                    <a:pt x="2328106" y="105764"/>
                  </a:lnTo>
                  <a:lnTo>
                    <a:pt x="2349015" y="106714"/>
                  </a:lnTo>
                  <a:lnTo>
                    <a:pt x="2369547" y="10764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rc485"/>
            <p:cNvSpPr/>
            <p:nvPr/>
          </p:nvSpPr>
          <p:spPr>
            <a:xfrm>
              <a:off x="1342663" y="4804731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42663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616722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574765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52636" y="532807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52636" y="49085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311032" y="62082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57886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1032" y="53690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1032" y="49495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42663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52110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31094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10079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89064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489325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27917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6902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858872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19775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1342663" y="4609978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7" name="rc506"/>
            <p:cNvSpPr/>
            <p:nvPr/>
          </p:nvSpPr>
          <p:spPr>
            <a:xfrm>
              <a:off x="4204347" y="4804731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57749" y="56634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403341" y="55830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05402" y="564558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01574" y="597517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50307" y="59338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402000" y="588625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299903" y="53934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50709" y="56849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20160" y="591238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35576" y="55563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31126" y="6215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154028" y="58150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08189" y="559109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33897" y="60697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94270" y="573018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88655" y="53243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86333" y="57691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08840" y="58404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85527" y="55691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82274" y="59358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53322" y="55089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91964" y="58949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36594" y="547925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18111" y="51108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91944" y="53980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85975" y="54481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39717" y="55741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98096" y="587240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03720" y="56341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53309" y="56961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21275" y="591377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49299" y="544835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12523" y="569730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96418" y="54709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43313" y="49918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47675" y="57578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61358" y="557269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48872" y="48447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89402" y="55780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91075" y="56983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77830" y="544600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25500" y="537201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94941" y="52312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62635" y="58013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45025" y="583546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70357" y="60473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05798" y="56248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81752" y="55388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24881" y="558874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85521" y="57235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59027" y="580183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47719" y="58392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25918" y="56319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73366" y="55639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46993" y="57993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42182" y="54925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07789" y="58783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54924" y="57169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41861" y="563710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97266" y="57289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77739" y="568449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60248" y="60033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59506" y="570595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70979" y="572529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36248" y="560338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01338" y="563256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56191" y="602132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95749" y="55962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75514" y="54772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90474" y="55057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03547" y="58303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80659" y="590260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82739" y="5701228"/>
              <a:ext cx="2371778" cy="5127"/>
            </a:xfrm>
            <a:custGeom>
              <a:avLst/>
              <a:pathLst>
                <a:path w="2371778" h="5127">
                  <a:moveTo>
                    <a:pt x="0" y="0"/>
                  </a:moveTo>
                  <a:lnTo>
                    <a:pt x="152303" y="329"/>
                  </a:lnTo>
                  <a:lnTo>
                    <a:pt x="286645" y="619"/>
                  </a:lnTo>
                  <a:lnTo>
                    <a:pt x="406817" y="879"/>
                  </a:lnTo>
                  <a:lnTo>
                    <a:pt x="515527" y="1114"/>
                  </a:lnTo>
                  <a:lnTo>
                    <a:pt x="614771" y="1329"/>
                  </a:lnTo>
                  <a:lnTo>
                    <a:pt x="706066" y="1526"/>
                  </a:lnTo>
                  <a:lnTo>
                    <a:pt x="790592" y="1709"/>
                  </a:lnTo>
                  <a:lnTo>
                    <a:pt x="869285" y="1879"/>
                  </a:lnTo>
                  <a:lnTo>
                    <a:pt x="942896" y="2038"/>
                  </a:lnTo>
                  <a:lnTo>
                    <a:pt x="1012044" y="2188"/>
                  </a:lnTo>
                  <a:lnTo>
                    <a:pt x="1077238" y="2328"/>
                  </a:lnTo>
                  <a:lnTo>
                    <a:pt x="1138906" y="2462"/>
                  </a:lnTo>
                  <a:lnTo>
                    <a:pt x="1197410" y="2588"/>
                  </a:lnTo>
                  <a:lnTo>
                    <a:pt x="1253060" y="2709"/>
                  </a:lnTo>
                  <a:lnTo>
                    <a:pt x="1306120" y="2823"/>
                  </a:lnTo>
                  <a:lnTo>
                    <a:pt x="1356821" y="2933"/>
                  </a:lnTo>
                  <a:lnTo>
                    <a:pt x="1405363" y="3038"/>
                  </a:lnTo>
                  <a:lnTo>
                    <a:pt x="1451924" y="3139"/>
                  </a:lnTo>
                  <a:lnTo>
                    <a:pt x="1496659" y="3235"/>
                  </a:lnTo>
                  <a:lnTo>
                    <a:pt x="1539705" y="3328"/>
                  </a:lnTo>
                  <a:lnTo>
                    <a:pt x="1581185" y="3418"/>
                  </a:lnTo>
                  <a:lnTo>
                    <a:pt x="1621210" y="3505"/>
                  </a:lnTo>
                  <a:lnTo>
                    <a:pt x="1659878" y="3588"/>
                  </a:lnTo>
                  <a:lnTo>
                    <a:pt x="1697277" y="3669"/>
                  </a:lnTo>
                  <a:lnTo>
                    <a:pt x="1733489" y="3747"/>
                  </a:lnTo>
                  <a:lnTo>
                    <a:pt x="1768587" y="3823"/>
                  </a:lnTo>
                  <a:lnTo>
                    <a:pt x="1802637" y="3897"/>
                  </a:lnTo>
                  <a:lnTo>
                    <a:pt x="1835699" y="3968"/>
                  </a:lnTo>
                  <a:lnTo>
                    <a:pt x="1867831" y="4038"/>
                  </a:lnTo>
                  <a:lnTo>
                    <a:pt x="1899082" y="4105"/>
                  </a:lnTo>
                  <a:lnTo>
                    <a:pt x="1929499" y="4171"/>
                  </a:lnTo>
                  <a:lnTo>
                    <a:pt x="1959126" y="4235"/>
                  </a:lnTo>
                  <a:lnTo>
                    <a:pt x="1988003" y="4298"/>
                  </a:lnTo>
                  <a:lnTo>
                    <a:pt x="2016167" y="4358"/>
                  </a:lnTo>
                  <a:lnTo>
                    <a:pt x="2043653" y="4418"/>
                  </a:lnTo>
                  <a:lnTo>
                    <a:pt x="2070491" y="4476"/>
                  </a:lnTo>
                  <a:lnTo>
                    <a:pt x="2096713" y="4533"/>
                  </a:lnTo>
                  <a:lnTo>
                    <a:pt x="2122345" y="4588"/>
                  </a:lnTo>
                  <a:lnTo>
                    <a:pt x="2147414" y="4642"/>
                  </a:lnTo>
                  <a:lnTo>
                    <a:pt x="2171943" y="4695"/>
                  </a:lnTo>
                  <a:lnTo>
                    <a:pt x="2195956" y="4747"/>
                  </a:lnTo>
                  <a:lnTo>
                    <a:pt x="2219474" y="4798"/>
                  </a:lnTo>
                  <a:lnTo>
                    <a:pt x="2242517" y="4848"/>
                  </a:lnTo>
                  <a:lnTo>
                    <a:pt x="2265104" y="4897"/>
                  </a:lnTo>
                  <a:lnTo>
                    <a:pt x="2287252" y="4944"/>
                  </a:lnTo>
                  <a:lnTo>
                    <a:pt x="2308978" y="4991"/>
                  </a:lnTo>
                  <a:lnTo>
                    <a:pt x="2330298" y="5038"/>
                  </a:lnTo>
                  <a:lnTo>
                    <a:pt x="2351227" y="5083"/>
                  </a:lnTo>
                  <a:lnTo>
                    <a:pt x="2371778" y="512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82739" y="5468568"/>
              <a:ext cx="2371778" cy="108621"/>
            </a:xfrm>
            <a:custGeom>
              <a:avLst/>
              <a:pathLst>
                <a:path w="2371778" h="108621">
                  <a:moveTo>
                    <a:pt x="0" y="0"/>
                  </a:moveTo>
                  <a:lnTo>
                    <a:pt x="152303" y="6975"/>
                  </a:lnTo>
                  <a:lnTo>
                    <a:pt x="286645" y="13127"/>
                  </a:lnTo>
                  <a:lnTo>
                    <a:pt x="406817" y="18631"/>
                  </a:lnTo>
                  <a:lnTo>
                    <a:pt x="515527" y="23609"/>
                  </a:lnTo>
                  <a:lnTo>
                    <a:pt x="614771" y="28154"/>
                  </a:lnTo>
                  <a:lnTo>
                    <a:pt x="706066" y="32336"/>
                  </a:lnTo>
                  <a:lnTo>
                    <a:pt x="790592" y="36207"/>
                  </a:lnTo>
                  <a:lnTo>
                    <a:pt x="869285" y="39811"/>
                  </a:lnTo>
                  <a:lnTo>
                    <a:pt x="942896" y="43182"/>
                  </a:lnTo>
                  <a:lnTo>
                    <a:pt x="1012044" y="46349"/>
                  </a:lnTo>
                  <a:lnTo>
                    <a:pt x="1077238" y="49334"/>
                  </a:lnTo>
                  <a:lnTo>
                    <a:pt x="1138906" y="52158"/>
                  </a:lnTo>
                  <a:lnTo>
                    <a:pt x="1197410" y="54838"/>
                  </a:lnTo>
                  <a:lnTo>
                    <a:pt x="1253060" y="57386"/>
                  </a:lnTo>
                  <a:lnTo>
                    <a:pt x="1306120" y="59816"/>
                  </a:lnTo>
                  <a:lnTo>
                    <a:pt x="1356821" y="62138"/>
                  </a:lnTo>
                  <a:lnTo>
                    <a:pt x="1405363" y="64362"/>
                  </a:lnTo>
                  <a:lnTo>
                    <a:pt x="1451924" y="66494"/>
                  </a:lnTo>
                  <a:lnTo>
                    <a:pt x="1496659" y="68543"/>
                  </a:lnTo>
                  <a:lnTo>
                    <a:pt x="1539705" y="70514"/>
                  </a:lnTo>
                  <a:lnTo>
                    <a:pt x="1581185" y="72414"/>
                  </a:lnTo>
                  <a:lnTo>
                    <a:pt x="1621210" y="74247"/>
                  </a:lnTo>
                  <a:lnTo>
                    <a:pt x="1659878" y="76018"/>
                  </a:lnTo>
                  <a:lnTo>
                    <a:pt x="1697277" y="77730"/>
                  </a:lnTo>
                  <a:lnTo>
                    <a:pt x="1733489" y="79389"/>
                  </a:lnTo>
                  <a:lnTo>
                    <a:pt x="1768587" y="80996"/>
                  </a:lnTo>
                  <a:lnTo>
                    <a:pt x="1802637" y="82556"/>
                  </a:lnTo>
                  <a:lnTo>
                    <a:pt x="1835699" y="84070"/>
                  </a:lnTo>
                  <a:lnTo>
                    <a:pt x="1867831" y="85541"/>
                  </a:lnTo>
                  <a:lnTo>
                    <a:pt x="1899082" y="86973"/>
                  </a:lnTo>
                  <a:lnTo>
                    <a:pt x="1929499" y="88366"/>
                  </a:lnTo>
                  <a:lnTo>
                    <a:pt x="1959126" y="89722"/>
                  </a:lnTo>
                  <a:lnTo>
                    <a:pt x="1988003" y="91045"/>
                  </a:lnTo>
                  <a:lnTo>
                    <a:pt x="2016167" y="92335"/>
                  </a:lnTo>
                  <a:lnTo>
                    <a:pt x="2043653" y="93594"/>
                  </a:lnTo>
                  <a:lnTo>
                    <a:pt x="2070491" y="94823"/>
                  </a:lnTo>
                  <a:lnTo>
                    <a:pt x="2096713" y="96024"/>
                  </a:lnTo>
                  <a:lnTo>
                    <a:pt x="2122345" y="97197"/>
                  </a:lnTo>
                  <a:lnTo>
                    <a:pt x="2147414" y="98346"/>
                  </a:lnTo>
                  <a:lnTo>
                    <a:pt x="2171943" y="99469"/>
                  </a:lnTo>
                  <a:lnTo>
                    <a:pt x="2195956" y="100569"/>
                  </a:lnTo>
                  <a:lnTo>
                    <a:pt x="2219474" y="101646"/>
                  </a:lnTo>
                  <a:lnTo>
                    <a:pt x="2242517" y="102701"/>
                  </a:lnTo>
                  <a:lnTo>
                    <a:pt x="2265104" y="103735"/>
                  </a:lnTo>
                  <a:lnTo>
                    <a:pt x="2287252" y="104750"/>
                  </a:lnTo>
                  <a:lnTo>
                    <a:pt x="2308978" y="105745"/>
                  </a:lnTo>
                  <a:lnTo>
                    <a:pt x="2330298" y="106721"/>
                  </a:lnTo>
                  <a:lnTo>
                    <a:pt x="2351227" y="107680"/>
                  </a:lnTo>
                  <a:lnTo>
                    <a:pt x="2371778" y="10862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82739" y="5649951"/>
              <a:ext cx="2371778" cy="131270"/>
            </a:xfrm>
            <a:custGeom>
              <a:avLst/>
              <a:pathLst>
                <a:path w="2371778" h="131270">
                  <a:moveTo>
                    <a:pt x="0" y="0"/>
                  </a:moveTo>
                  <a:lnTo>
                    <a:pt x="152303" y="8429"/>
                  </a:lnTo>
                  <a:lnTo>
                    <a:pt x="286645" y="15864"/>
                  </a:lnTo>
                  <a:lnTo>
                    <a:pt x="406817" y="22516"/>
                  </a:lnTo>
                  <a:lnTo>
                    <a:pt x="515527" y="28532"/>
                  </a:lnTo>
                  <a:lnTo>
                    <a:pt x="614771" y="34025"/>
                  </a:lnTo>
                  <a:lnTo>
                    <a:pt x="706066" y="39078"/>
                  </a:lnTo>
                  <a:lnTo>
                    <a:pt x="790592" y="43756"/>
                  </a:lnTo>
                  <a:lnTo>
                    <a:pt x="869285" y="48112"/>
                  </a:lnTo>
                  <a:lnTo>
                    <a:pt x="942896" y="52186"/>
                  </a:lnTo>
                  <a:lnTo>
                    <a:pt x="1012044" y="56013"/>
                  </a:lnTo>
                  <a:lnTo>
                    <a:pt x="1077238" y="59621"/>
                  </a:lnTo>
                  <a:lnTo>
                    <a:pt x="1138906" y="63034"/>
                  </a:lnTo>
                  <a:lnTo>
                    <a:pt x="1197410" y="66272"/>
                  </a:lnTo>
                  <a:lnTo>
                    <a:pt x="1253060" y="69352"/>
                  </a:lnTo>
                  <a:lnTo>
                    <a:pt x="1306120" y="72289"/>
                  </a:lnTo>
                  <a:lnTo>
                    <a:pt x="1356821" y="75095"/>
                  </a:lnTo>
                  <a:lnTo>
                    <a:pt x="1405363" y="77782"/>
                  </a:lnTo>
                  <a:lnTo>
                    <a:pt x="1451924" y="80359"/>
                  </a:lnTo>
                  <a:lnTo>
                    <a:pt x="1496659" y="82835"/>
                  </a:lnTo>
                  <a:lnTo>
                    <a:pt x="1539705" y="85217"/>
                  </a:lnTo>
                  <a:lnTo>
                    <a:pt x="1581185" y="87513"/>
                  </a:lnTo>
                  <a:lnTo>
                    <a:pt x="1621210" y="89728"/>
                  </a:lnTo>
                  <a:lnTo>
                    <a:pt x="1659878" y="91868"/>
                  </a:lnTo>
                  <a:lnTo>
                    <a:pt x="1697277" y="93938"/>
                  </a:lnTo>
                  <a:lnTo>
                    <a:pt x="1733489" y="95942"/>
                  </a:lnTo>
                  <a:lnTo>
                    <a:pt x="1768587" y="97885"/>
                  </a:lnTo>
                  <a:lnTo>
                    <a:pt x="1802637" y="99769"/>
                  </a:lnTo>
                  <a:lnTo>
                    <a:pt x="1835699" y="101599"/>
                  </a:lnTo>
                  <a:lnTo>
                    <a:pt x="1867831" y="103378"/>
                  </a:lnTo>
                  <a:lnTo>
                    <a:pt x="1899082" y="105107"/>
                  </a:lnTo>
                  <a:lnTo>
                    <a:pt x="1929499" y="106791"/>
                  </a:lnTo>
                  <a:lnTo>
                    <a:pt x="1959126" y="108431"/>
                  </a:lnTo>
                  <a:lnTo>
                    <a:pt x="1988003" y="110029"/>
                  </a:lnTo>
                  <a:lnTo>
                    <a:pt x="2016167" y="111588"/>
                  </a:lnTo>
                  <a:lnTo>
                    <a:pt x="2043653" y="113109"/>
                  </a:lnTo>
                  <a:lnTo>
                    <a:pt x="2070491" y="114594"/>
                  </a:lnTo>
                  <a:lnTo>
                    <a:pt x="2096713" y="116046"/>
                  </a:lnTo>
                  <a:lnTo>
                    <a:pt x="2122345" y="117464"/>
                  </a:lnTo>
                  <a:lnTo>
                    <a:pt x="2147414" y="118852"/>
                  </a:lnTo>
                  <a:lnTo>
                    <a:pt x="2171943" y="120209"/>
                  </a:lnTo>
                  <a:lnTo>
                    <a:pt x="2195956" y="121538"/>
                  </a:lnTo>
                  <a:lnTo>
                    <a:pt x="2219474" y="122840"/>
                  </a:lnTo>
                  <a:lnTo>
                    <a:pt x="2242517" y="124115"/>
                  </a:lnTo>
                  <a:lnTo>
                    <a:pt x="2265104" y="125366"/>
                  </a:lnTo>
                  <a:lnTo>
                    <a:pt x="2287252" y="126591"/>
                  </a:lnTo>
                  <a:lnTo>
                    <a:pt x="2308978" y="127794"/>
                  </a:lnTo>
                  <a:lnTo>
                    <a:pt x="2330298" y="128974"/>
                  </a:lnTo>
                  <a:lnTo>
                    <a:pt x="2351227" y="130132"/>
                  </a:lnTo>
                  <a:lnTo>
                    <a:pt x="2371778" y="13127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82739" y="5819781"/>
              <a:ext cx="2371778" cy="119783"/>
            </a:xfrm>
            <a:custGeom>
              <a:avLst/>
              <a:pathLst>
                <a:path w="2371778" h="119783">
                  <a:moveTo>
                    <a:pt x="0" y="0"/>
                  </a:moveTo>
                  <a:lnTo>
                    <a:pt x="152303" y="7691"/>
                  </a:lnTo>
                  <a:lnTo>
                    <a:pt x="286645" y="14476"/>
                  </a:lnTo>
                  <a:lnTo>
                    <a:pt x="406817" y="20545"/>
                  </a:lnTo>
                  <a:lnTo>
                    <a:pt x="515527" y="26036"/>
                  </a:lnTo>
                  <a:lnTo>
                    <a:pt x="614771" y="31048"/>
                  </a:lnTo>
                  <a:lnTo>
                    <a:pt x="706066" y="35659"/>
                  </a:lnTo>
                  <a:lnTo>
                    <a:pt x="790592" y="39927"/>
                  </a:lnTo>
                  <a:lnTo>
                    <a:pt x="869285" y="43902"/>
                  </a:lnTo>
                  <a:lnTo>
                    <a:pt x="942896" y="47619"/>
                  </a:lnTo>
                  <a:lnTo>
                    <a:pt x="1012044" y="51112"/>
                  </a:lnTo>
                  <a:lnTo>
                    <a:pt x="1077238" y="54404"/>
                  </a:lnTo>
                  <a:lnTo>
                    <a:pt x="1138906" y="57519"/>
                  </a:lnTo>
                  <a:lnTo>
                    <a:pt x="1197410" y="60473"/>
                  </a:lnTo>
                  <a:lnTo>
                    <a:pt x="1253060" y="63284"/>
                  </a:lnTo>
                  <a:lnTo>
                    <a:pt x="1306120" y="65964"/>
                  </a:lnTo>
                  <a:lnTo>
                    <a:pt x="1356821" y="68524"/>
                  </a:lnTo>
                  <a:lnTo>
                    <a:pt x="1405363" y="70976"/>
                  </a:lnTo>
                  <a:lnTo>
                    <a:pt x="1451924" y="73327"/>
                  </a:lnTo>
                  <a:lnTo>
                    <a:pt x="1496659" y="75587"/>
                  </a:lnTo>
                  <a:lnTo>
                    <a:pt x="1539705" y="77761"/>
                  </a:lnTo>
                  <a:lnTo>
                    <a:pt x="1581185" y="79855"/>
                  </a:lnTo>
                  <a:lnTo>
                    <a:pt x="1621210" y="81877"/>
                  </a:lnTo>
                  <a:lnTo>
                    <a:pt x="1659878" y="83830"/>
                  </a:lnTo>
                  <a:lnTo>
                    <a:pt x="1697277" y="85719"/>
                  </a:lnTo>
                  <a:lnTo>
                    <a:pt x="1733489" y="87547"/>
                  </a:lnTo>
                  <a:lnTo>
                    <a:pt x="1768587" y="89320"/>
                  </a:lnTo>
                  <a:lnTo>
                    <a:pt x="1802637" y="91040"/>
                  </a:lnTo>
                  <a:lnTo>
                    <a:pt x="1835699" y="92709"/>
                  </a:lnTo>
                  <a:lnTo>
                    <a:pt x="1867831" y="94332"/>
                  </a:lnTo>
                  <a:lnTo>
                    <a:pt x="1899082" y="95910"/>
                  </a:lnTo>
                  <a:lnTo>
                    <a:pt x="1929499" y="97447"/>
                  </a:lnTo>
                  <a:lnTo>
                    <a:pt x="1959126" y="98943"/>
                  </a:lnTo>
                  <a:lnTo>
                    <a:pt x="1988003" y="100401"/>
                  </a:lnTo>
                  <a:lnTo>
                    <a:pt x="2016167" y="101824"/>
                  </a:lnTo>
                  <a:lnTo>
                    <a:pt x="2043653" y="103212"/>
                  </a:lnTo>
                  <a:lnTo>
                    <a:pt x="2070491" y="104567"/>
                  </a:lnTo>
                  <a:lnTo>
                    <a:pt x="2096713" y="105892"/>
                  </a:lnTo>
                  <a:lnTo>
                    <a:pt x="2122345" y="107186"/>
                  </a:lnTo>
                  <a:lnTo>
                    <a:pt x="2147414" y="108452"/>
                  </a:lnTo>
                  <a:lnTo>
                    <a:pt x="2171943" y="109691"/>
                  </a:lnTo>
                  <a:lnTo>
                    <a:pt x="2195956" y="110904"/>
                  </a:lnTo>
                  <a:lnTo>
                    <a:pt x="2219474" y="112092"/>
                  </a:lnTo>
                  <a:lnTo>
                    <a:pt x="2242517" y="113255"/>
                  </a:lnTo>
                  <a:lnTo>
                    <a:pt x="2265104" y="114396"/>
                  </a:lnTo>
                  <a:lnTo>
                    <a:pt x="2287252" y="115515"/>
                  </a:lnTo>
                  <a:lnTo>
                    <a:pt x="2308978" y="116612"/>
                  </a:lnTo>
                  <a:lnTo>
                    <a:pt x="2330298" y="117689"/>
                  </a:lnTo>
                  <a:lnTo>
                    <a:pt x="2351227" y="118746"/>
                  </a:lnTo>
                  <a:lnTo>
                    <a:pt x="2371778" y="119783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82739" y="5658346"/>
              <a:ext cx="2371778" cy="41212"/>
            </a:xfrm>
            <a:custGeom>
              <a:avLst/>
              <a:pathLst>
                <a:path w="2371778" h="41212">
                  <a:moveTo>
                    <a:pt x="0" y="0"/>
                  </a:moveTo>
                  <a:lnTo>
                    <a:pt x="152303" y="2646"/>
                  </a:lnTo>
                  <a:lnTo>
                    <a:pt x="286645" y="4980"/>
                  </a:lnTo>
                  <a:lnTo>
                    <a:pt x="406817" y="7068"/>
                  </a:lnTo>
                  <a:lnTo>
                    <a:pt x="515527" y="8957"/>
                  </a:lnTo>
                  <a:lnTo>
                    <a:pt x="614771" y="10682"/>
                  </a:lnTo>
                  <a:lnTo>
                    <a:pt x="706066" y="12268"/>
                  </a:lnTo>
                  <a:lnTo>
                    <a:pt x="790592" y="13737"/>
                  </a:lnTo>
                  <a:lnTo>
                    <a:pt x="869285" y="15104"/>
                  </a:lnTo>
                  <a:lnTo>
                    <a:pt x="942896" y="16384"/>
                  </a:lnTo>
                  <a:lnTo>
                    <a:pt x="1012044" y="17585"/>
                  </a:lnTo>
                  <a:lnTo>
                    <a:pt x="1077238" y="18718"/>
                  </a:lnTo>
                  <a:lnTo>
                    <a:pt x="1138906" y="19789"/>
                  </a:lnTo>
                  <a:lnTo>
                    <a:pt x="1197410" y="20806"/>
                  </a:lnTo>
                  <a:lnTo>
                    <a:pt x="1253060" y="21773"/>
                  </a:lnTo>
                  <a:lnTo>
                    <a:pt x="1306120" y="22695"/>
                  </a:lnTo>
                  <a:lnTo>
                    <a:pt x="1356821" y="23576"/>
                  </a:lnTo>
                  <a:lnTo>
                    <a:pt x="1405363" y="24420"/>
                  </a:lnTo>
                  <a:lnTo>
                    <a:pt x="1451924" y="25229"/>
                  </a:lnTo>
                  <a:lnTo>
                    <a:pt x="1496659" y="26006"/>
                  </a:lnTo>
                  <a:lnTo>
                    <a:pt x="1539705" y="26754"/>
                  </a:lnTo>
                  <a:lnTo>
                    <a:pt x="1581185" y="27475"/>
                  </a:lnTo>
                  <a:lnTo>
                    <a:pt x="1621210" y="28170"/>
                  </a:lnTo>
                  <a:lnTo>
                    <a:pt x="1659878" y="28842"/>
                  </a:lnTo>
                  <a:lnTo>
                    <a:pt x="1697277" y="29492"/>
                  </a:lnTo>
                  <a:lnTo>
                    <a:pt x="1733489" y="30121"/>
                  </a:lnTo>
                  <a:lnTo>
                    <a:pt x="1768587" y="30731"/>
                  </a:lnTo>
                  <a:lnTo>
                    <a:pt x="1802637" y="31323"/>
                  </a:lnTo>
                  <a:lnTo>
                    <a:pt x="1835699" y="31897"/>
                  </a:lnTo>
                  <a:lnTo>
                    <a:pt x="1867831" y="32455"/>
                  </a:lnTo>
                  <a:lnTo>
                    <a:pt x="1899082" y="32998"/>
                  </a:lnTo>
                  <a:lnTo>
                    <a:pt x="1929499" y="33527"/>
                  </a:lnTo>
                  <a:lnTo>
                    <a:pt x="1959126" y="34042"/>
                  </a:lnTo>
                  <a:lnTo>
                    <a:pt x="1988003" y="34544"/>
                  </a:lnTo>
                  <a:lnTo>
                    <a:pt x="2016167" y="35033"/>
                  </a:lnTo>
                  <a:lnTo>
                    <a:pt x="2043653" y="35511"/>
                  </a:lnTo>
                  <a:lnTo>
                    <a:pt x="2070491" y="35977"/>
                  </a:lnTo>
                  <a:lnTo>
                    <a:pt x="2096713" y="36433"/>
                  </a:lnTo>
                  <a:lnTo>
                    <a:pt x="2122345" y="36878"/>
                  </a:lnTo>
                  <a:lnTo>
                    <a:pt x="2147414" y="37314"/>
                  </a:lnTo>
                  <a:lnTo>
                    <a:pt x="2171943" y="37740"/>
                  </a:lnTo>
                  <a:lnTo>
                    <a:pt x="2195956" y="38157"/>
                  </a:lnTo>
                  <a:lnTo>
                    <a:pt x="2219474" y="38566"/>
                  </a:lnTo>
                  <a:lnTo>
                    <a:pt x="2242517" y="38966"/>
                  </a:lnTo>
                  <a:lnTo>
                    <a:pt x="2265104" y="39359"/>
                  </a:lnTo>
                  <a:lnTo>
                    <a:pt x="2287252" y="39743"/>
                  </a:lnTo>
                  <a:lnTo>
                    <a:pt x="2308978" y="40121"/>
                  </a:lnTo>
                  <a:lnTo>
                    <a:pt x="2330298" y="40491"/>
                  </a:lnTo>
                  <a:lnTo>
                    <a:pt x="2351227" y="40855"/>
                  </a:lnTo>
                  <a:lnTo>
                    <a:pt x="2371778" y="41212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82739" y="5573718"/>
              <a:ext cx="2371778" cy="189726"/>
            </a:xfrm>
            <a:custGeom>
              <a:avLst/>
              <a:pathLst>
                <a:path w="2371778" h="189726">
                  <a:moveTo>
                    <a:pt x="0" y="189726"/>
                  </a:moveTo>
                  <a:lnTo>
                    <a:pt x="152303" y="177543"/>
                  </a:lnTo>
                  <a:lnTo>
                    <a:pt x="286645" y="166796"/>
                  </a:lnTo>
                  <a:lnTo>
                    <a:pt x="406817" y="157183"/>
                  </a:lnTo>
                  <a:lnTo>
                    <a:pt x="515527" y="148487"/>
                  </a:lnTo>
                  <a:lnTo>
                    <a:pt x="614771" y="140548"/>
                  </a:lnTo>
                  <a:lnTo>
                    <a:pt x="706066" y="133245"/>
                  </a:lnTo>
                  <a:lnTo>
                    <a:pt x="790592" y="126484"/>
                  </a:lnTo>
                  <a:lnTo>
                    <a:pt x="869285" y="120189"/>
                  </a:lnTo>
                  <a:lnTo>
                    <a:pt x="942896" y="114300"/>
                  </a:lnTo>
                  <a:lnTo>
                    <a:pt x="1012044" y="108769"/>
                  </a:lnTo>
                  <a:lnTo>
                    <a:pt x="1077238" y="103554"/>
                  </a:lnTo>
                  <a:lnTo>
                    <a:pt x="1138906" y="98621"/>
                  </a:lnTo>
                  <a:lnTo>
                    <a:pt x="1197410" y="93941"/>
                  </a:lnTo>
                  <a:lnTo>
                    <a:pt x="1253060" y="89489"/>
                  </a:lnTo>
                  <a:lnTo>
                    <a:pt x="1306120" y="85245"/>
                  </a:lnTo>
                  <a:lnTo>
                    <a:pt x="1356821" y="81189"/>
                  </a:lnTo>
                  <a:lnTo>
                    <a:pt x="1405363" y="77306"/>
                  </a:lnTo>
                  <a:lnTo>
                    <a:pt x="1451924" y="73582"/>
                  </a:lnTo>
                  <a:lnTo>
                    <a:pt x="1496659" y="70003"/>
                  </a:lnTo>
                  <a:lnTo>
                    <a:pt x="1539705" y="66560"/>
                  </a:lnTo>
                  <a:lnTo>
                    <a:pt x="1581185" y="63242"/>
                  </a:lnTo>
                  <a:lnTo>
                    <a:pt x="1621210" y="60040"/>
                  </a:lnTo>
                  <a:lnTo>
                    <a:pt x="1659878" y="56947"/>
                  </a:lnTo>
                  <a:lnTo>
                    <a:pt x="1697277" y="53955"/>
                  </a:lnTo>
                  <a:lnTo>
                    <a:pt x="1733489" y="51058"/>
                  </a:lnTo>
                  <a:lnTo>
                    <a:pt x="1768587" y="48251"/>
                  </a:lnTo>
                  <a:lnTo>
                    <a:pt x="1802637" y="45527"/>
                  </a:lnTo>
                  <a:lnTo>
                    <a:pt x="1835699" y="42882"/>
                  </a:lnTo>
                  <a:lnTo>
                    <a:pt x="1867831" y="40312"/>
                  </a:lnTo>
                  <a:lnTo>
                    <a:pt x="1899082" y="37812"/>
                  </a:lnTo>
                  <a:lnTo>
                    <a:pt x="1929499" y="35379"/>
                  </a:lnTo>
                  <a:lnTo>
                    <a:pt x="1959126" y="33009"/>
                  </a:lnTo>
                  <a:lnTo>
                    <a:pt x="1988003" y="30699"/>
                  </a:lnTo>
                  <a:lnTo>
                    <a:pt x="2016167" y="28446"/>
                  </a:lnTo>
                  <a:lnTo>
                    <a:pt x="2043653" y="26247"/>
                  </a:lnTo>
                  <a:lnTo>
                    <a:pt x="2070491" y="24100"/>
                  </a:lnTo>
                  <a:lnTo>
                    <a:pt x="2096713" y="22003"/>
                  </a:lnTo>
                  <a:lnTo>
                    <a:pt x="2122345" y="19953"/>
                  </a:lnTo>
                  <a:lnTo>
                    <a:pt x="2147414" y="17947"/>
                  </a:lnTo>
                  <a:lnTo>
                    <a:pt x="2171943" y="15985"/>
                  </a:lnTo>
                  <a:lnTo>
                    <a:pt x="2195956" y="14064"/>
                  </a:lnTo>
                  <a:lnTo>
                    <a:pt x="2219474" y="12183"/>
                  </a:lnTo>
                  <a:lnTo>
                    <a:pt x="2242517" y="10340"/>
                  </a:lnTo>
                  <a:lnTo>
                    <a:pt x="2265104" y="8533"/>
                  </a:lnTo>
                  <a:lnTo>
                    <a:pt x="2287252" y="6761"/>
                  </a:lnTo>
                  <a:lnTo>
                    <a:pt x="2308978" y="5023"/>
                  </a:lnTo>
                  <a:lnTo>
                    <a:pt x="2330298" y="3318"/>
                  </a:lnTo>
                  <a:lnTo>
                    <a:pt x="2351227" y="1643"/>
                  </a:lnTo>
                  <a:lnTo>
                    <a:pt x="237177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82739" y="5302051"/>
              <a:ext cx="2371778" cy="230645"/>
            </a:xfrm>
            <a:custGeom>
              <a:avLst/>
              <a:pathLst>
                <a:path w="2371778" h="230645">
                  <a:moveTo>
                    <a:pt x="0" y="0"/>
                  </a:moveTo>
                  <a:lnTo>
                    <a:pt x="152303" y="14810"/>
                  </a:lnTo>
                  <a:lnTo>
                    <a:pt x="286645" y="27875"/>
                  </a:lnTo>
                  <a:lnTo>
                    <a:pt x="406817" y="39561"/>
                  </a:lnTo>
                  <a:lnTo>
                    <a:pt x="515527" y="50132"/>
                  </a:lnTo>
                  <a:lnTo>
                    <a:pt x="614771" y="59783"/>
                  </a:lnTo>
                  <a:lnTo>
                    <a:pt x="706066" y="68662"/>
                  </a:lnTo>
                  <a:lnTo>
                    <a:pt x="790592" y="76881"/>
                  </a:lnTo>
                  <a:lnTo>
                    <a:pt x="869285" y="84534"/>
                  </a:lnTo>
                  <a:lnTo>
                    <a:pt x="942896" y="91692"/>
                  </a:lnTo>
                  <a:lnTo>
                    <a:pt x="1012044" y="98417"/>
                  </a:lnTo>
                  <a:lnTo>
                    <a:pt x="1077238" y="104756"/>
                  </a:lnTo>
                  <a:lnTo>
                    <a:pt x="1138906" y="110753"/>
                  </a:lnTo>
                  <a:lnTo>
                    <a:pt x="1197410" y="116443"/>
                  </a:lnTo>
                  <a:lnTo>
                    <a:pt x="1253060" y="121854"/>
                  </a:lnTo>
                  <a:lnTo>
                    <a:pt x="1306120" y="127014"/>
                  </a:lnTo>
                  <a:lnTo>
                    <a:pt x="1356821" y="131945"/>
                  </a:lnTo>
                  <a:lnTo>
                    <a:pt x="1405363" y="136665"/>
                  </a:lnTo>
                  <a:lnTo>
                    <a:pt x="1451924" y="141193"/>
                  </a:lnTo>
                  <a:lnTo>
                    <a:pt x="1496659" y="145543"/>
                  </a:lnTo>
                  <a:lnTo>
                    <a:pt x="1539705" y="149729"/>
                  </a:lnTo>
                  <a:lnTo>
                    <a:pt x="1581185" y="153763"/>
                  </a:lnTo>
                  <a:lnTo>
                    <a:pt x="1621210" y="157656"/>
                  </a:lnTo>
                  <a:lnTo>
                    <a:pt x="1659878" y="161416"/>
                  </a:lnTo>
                  <a:lnTo>
                    <a:pt x="1697277" y="165053"/>
                  </a:lnTo>
                  <a:lnTo>
                    <a:pt x="1733489" y="168574"/>
                  </a:lnTo>
                  <a:lnTo>
                    <a:pt x="1768587" y="171987"/>
                  </a:lnTo>
                  <a:lnTo>
                    <a:pt x="1802637" y="175299"/>
                  </a:lnTo>
                  <a:lnTo>
                    <a:pt x="1835699" y="178514"/>
                  </a:lnTo>
                  <a:lnTo>
                    <a:pt x="1867831" y="181638"/>
                  </a:lnTo>
                  <a:lnTo>
                    <a:pt x="1899082" y="184677"/>
                  </a:lnTo>
                  <a:lnTo>
                    <a:pt x="1929499" y="187635"/>
                  </a:lnTo>
                  <a:lnTo>
                    <a:pt x="1959126" y="190516"/>
                  </a:lnTo>
                  <a:lnTo>
                    <a:pt x="1988003" y="193325"/>
                  </a:lnTo>
                  <a:lnTo>
                    <a:pt x="2016167" y="196063"/>
                  </a:lnTo>
                  <a:lnTo>
                    <a:pt x="2043653" y="198736"/>
                  </a:lnTo>
                  <a:lnTo>
                    <a:pt x="2070491" y="201346"/>
                  </a:lnTo>
                  <a:lnTo>
                    <a:pt x="2096713" y="203896"/>
                  </a:lnTo>
                  <a:lnTo>
                    <a:pt x="2122345" y="206389"/>
                  </a:lnTo>
                  <a:lnTo>
                    <a:pt x="2147414" y="208827"/>
                  </a:lnTo>
                  <a:lnTo>
                    <a:pt x="2171943" y="211212"/>
                  </a:lnTo>
                  <a:lnTo>
                    <a:pt x="2195956" y="213547"/>
                  </a:lnTo>
                  <a:lnTo>
                    <a:pt x="2219474" y="215834"/>
                  </a:lnTo>
                  <a:lnTo>
                    <a:pt x="2242517" y="218075"/>
                  </a:lnTo>
                  <a:lnTo>
                    <a:pt x="2265104" y="220272"/>
                  </a:lnTo>
                  <a:lnTo>
                    <a:pt x="2287252" y="222425"/>
                  </a:lnTo>
                  <a:lnTo>
                    <a:pt x="2308978" y="224538"/>
                  </a:lnTo>
                  <a:lnTo>
                    <a:pt x="2330298" y="226611"/>
                  </a:lnTo>
                  <a:lnTo>
                    <a:pt x="2351227" y="228647"/>
                  </a:lnTo>
                  <a:lnTo>
                    <a:pt x="2371778" y="23064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82739" y="5888249"/>
              <a:ext cx="2371778" cy="47409"/>
            </a:xfrm>
            <a:custGeom>
              <a:avLst/>
              <a:pathLst>
                <a:path w="2371778" h="47409">
                  <a:moveTo>
                    <a:pt x="0" y="47409"/>
                  </a:moveTo>
                  <a:lnTo>
                    <a:pt x="152303" y="44365"/>
                  </a:lnTo>
                  <a:lnTo>
                    <a:pt x="286645" y="41679"/>
                  </a:lnTo>
                  <a:lnTo>
                    <a:pt x="406817" y="39277"/>
                  </a:lnTo>
                  <a:lnTo>
                    <a:pt x="515527" y="37104"/>
                  </a:lnTo>
                  <a:lnTo>
                    <a:pt x="614771" y="35120"/>
                  </a:lnTo>
                  <a:lnTo>
                    <a:pt x="706066" y="33296"/>
                  </a:lnTo>
                  <a:lnTo>
                    <a:pt x="790592" y="31606"/>
                  </a:lnTo>
                  <a:lnTo>
                    <a:pt x="869285" y="30033"/>
                  </a:lnTo>
                  <a:lnTo>
                    <a:pt x="942896" y="28561"/>
                  </a:lnTo>
                  <a:lnTo>
                    <a:pt x="1012044" y="27179"/>
                  </a:lnTo>
                  <a:lnTo>
                    <a:pt x="1077238" y="25876"/>
                  </a:lnTo>
                  <a:lnTo>
                    <a:pt x="1138906" y="24643"/>
                  </a:lnTo>
                  <a:lnTo>
                    <a:pt x="1197410" y="23474"/>
                  </a:lnTo>
                  <a:lnTo>
                    <a:pt x="1253060" y="22362"/>
                  </a:lnTo>
                  <a:lnTo>
                    <a:pt x="1306120" y="21301"/>
                  </a:lnTo>
                  <a:lnTo>
                    <a:pt x="1356821" y="20288"/>
                  </a:lnTo>
                  <a:lnTo>
                    <a:pt x="1405363" y="19317"/>
                  </a:lnTo>
                  <a:lnTo>
                    <a:pt x="1451924" y="18387"/>
                  </a:lnTo>
                  <a:lnTo>
                    <a:pt x="1496659" y="17492"/>
                  </a:lnTo>
                  <a:lnTo>
                    <a:pt x="1539705" y="16632"/>
                  </a:lnTo>
                  <a:lnTo>
                    <a:pt x="1581185" y="15803"/>
                  </a:lnTo>
                  <a:lnTo>
                    <a:pt x="1621210" y="15003"/>
                  </a:lnTo>
                  <a:lnTo>
                    <a:pt x="1659878" y="14230"/>
                  </a:lnTo>
                  <a:lnTo>
                    <a:pt x="1697277" y="13482"/>
                  </a:lnTo>
                  <a:lnTo>
                    <a:pt x="1733489" y="12758"/>
                  </a:lnTo>
                  <a:lnTo>
                    <a:pt x="1768587" y="12057"/>
                  </a:lnTo>
                  <a:lnTo>
                    <a:pt x="1802637" y="11376"/>
                  </a:lnTo>
                  <a:lnTo>
                    <a:pt x="1835699" y="10715"/>
                  </a:lnTo>
                  <a:lnTo>
                    <a:pt x="1867831" y="10073"/>
                  </a:lnTo>
                  <a:lnTo>
                    <a:pt x="1899082" y="9448"/>
                  </a:lnTo>
                  <a:lnTo>
                    <a:pt x="1929499" y="8840"/>
                  </a:lnTo>
                  <a:lnTo>
                    <a:pt x="1959126" y="8248"/>
                  </a:lnTo>
                  <a:lnTo>
                    <a:pt x="1988003" y="7671"/>
                  </a:lnTo>
                  <a:lnTo>
                    <a:pt x="2016167" y="7108"/>
                  </a:lnTo>
                  <a:lnTo>
                    <a:pt x="2043653" y="6558"/>
                  </a:lnTo>
                  <a:lnTo>
                    <a:pt x="2070491" y="6022"/>
                  </a:lnTo>
                  <a:lnTo>
                    <a:pt x="2096713" y="5498"/>
                  </a:lnTo>
                  <a:lnTo>
                    <a:pt x="2122345" y="4985"/>
                  </a:lnTo>
                  <a:lnTo>
                    <a:pt x="2147414" y="4484"/>
                  </a:lnTo>
                  <a:lnTo>
                    <a:pt x="2171943" y="3994"/>
                  </a:lnTo>
                  <a:lnTo>
                    <a:pt x="2195956" y="3514"/>
                  </a:lnTo>
                  <a:lnTo>
                    <a:pt x="2219474" y="3044"/>
                  </a:lnTo>
                  <a:lnTo>
                    <a:pt x="2242517" y="2583"/>
                  </a:lnTo>
                  <a:lnTo>
                    <a:pt x="2265104" y="2132"/>
                  </a:lnTo>
                  <a:lnTo>
                    <a:pt x="2287252" y="1689"/>
                  </a:lnTo>
                  <a:lnTo>
                    <a:pt x="2308978" y="1255"/>
                  </a:lnTo>
                  <a:lnTo>
                    <a:pt x="2330298" y="829"/>
                  </a:lnTo>
                  <a:lnTo>
                    <a:pt x="2351227" y="410"/>
                  </a:lnTo>
                  <a:lnTo>
                    <a:pt x="237177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82739" y="5568711"/>
              <a:ext cx="2371778" cy="337103"/>
            </a:xfrm>
            <a:custGeom>
              <a:avLst/>
              <a:pathLst>
                <a:path w="2371778" h="337103">
                  <a:moveTo>
                    <a:pt x="0" y="337103"/>
                  </a:moveTo>
                  <a:lnTo>
                    <a:pt x="152303" y="315456"/>
                  </a:lnTo>
                  <a:lnTo>
                    <a:pt x="286645" y="296362"/>
                  </a:lnTo>
                  <a:lnTo>
                    <a:pt x="406817" y="279282"/>
                  </a:lnTo>
                  <a:lnTo>
                    <a:pt x="515527" y="263831"/>
                  </a:lnTo>
                  <a:lnTo>
                    <a:pt x="614771" y="249725"/>
                  </a:lnTo>
                  <a:lnTo>
                    <a:pt x="706066" y="236749"/>
                  </a:lnTo>
                  <a:lnTo>
                    <a:pt x="790592" y="224735"/>
                  </a:lnTo>
                  <a:lnTo>
                    <a:pt x="869285" y="213551"/>
                  </a:lnTo>
                  <a:lnTo>
                    <a:pt x="942896" y="203088"/>
                  </a:lnTo>
                  <a:lnTo>
                    <a:pt x="1012044" y="193260"/>
                  </a:lnTo>
                  <a:lnTo>
                    <a:pt x="1077238" y="183994"/>
                  </a:lnTo>
                  <a:lnTo>
                    <a:pt x="1138906" y="175229"/>
                  </a:lnTo>
                  <a:lnTo>
                    <a:pt x="1197410" y="166914"/>
                  </a:lnTo>
                  <a:lnTo>
                    <a:pt x="1253060" y="159004"/>
                  </a:lnTo>
                  <a:lnTo>
                    <a:pt x="1306120" y="151463"/>
                  </a:lnTo>
                  <a:lnTo>
                    <a:pt x="1356821" y="144257"/>
                  </a:lnTo>
                  <a:lnTo>
                    <a:pt x="1405363" y="137357"/>
                  </a:lnTo>
                  <a:lnTo>
                    <a:pt x="1451924" y="130739"/>
                  </a:lnTo>
                  <a:lnTo>
                    <a:pt x="1496659" y="124381"/>
                  </a:lnTo>
                  <a:lnTo>
                    <a:pt x="1539705" y="118263"/>
                  </a:lnTo>
                  <a:lnTo>
                    <a:pt x="1581185" y="112367"/>
                  </a:lnTo>
                  <a:lnTo>
                    <a:pt x="1621210" y="106679"/>
                  </a:lnTo>
                  <a:lnTo>
                    <a:pt x="1659878" y="101183"/>
                  </a:lnTo>
                  <a:lnTo>
                    <a:pt x="1697277" y="95867"/>
                  </a:lnTo>
                  <a:lnTo>
                    <a:pt x="1733489" y="90720"/>
                  </a:lnTo>
                  <a:lnTo>
                    <a:pt x="1768587" y="85732"/>
                  </a:lnTo>
                  <a:lnTo>
                    <a:pt x="1802637" y="80892"/>
                  </a:lnTo>
                  <a:lnTo>
                    <a:pt x="1835699" y="76193"/>
                  </a:lnTo>
                  <a:lnTo>
                    <a:pt x="1867831" y="71626"/>
                  </a:lnTo>
                  <a:lnTo>
                    <a:pt x="1899082" y="67184"/>
                  </a:lnTo>
                  <a:lnTo>
                    <a:pt x="1929499" y="62861"/>
                  </a:lnTo>
                  <a:lnTo>
                    <a:pt x="1959126" y="58650"/>
                  </a:lnTo>
                  <a:lnTo>
                    <a:pt x="1988003" y="54546"/>
                  </a:lnTo>
                  <a:lnTo>
                    <a:pt x="2016167" y="50543"/>
                  </a:lnTo>
                  <a:lnTo>
                    <a:pt x="2043653" y="46636"/>
                  </a:lnTo>
                  <a:lnTo>
                    <a:pt x="2070491" y="42822"/>
                  </a:lnTo>
                  <a:lnTo>
                    <a:pt x="2096713" y="39095"/>
                  </a:lnTo>
                  <a:lnTo>
                    <a:pt x="2122345" y="35452"/>
                  </a:lnTo>
                  <a:lnTo>
                    <a:pt x="2147414" y="31889"/>
                  </a:lnTo>
                  <a:lnTo>
                    <a:pt x="2171943" y="28402"/>
                  </a:lnTo>
                  <a:lnTo>
                    <a:pt x="2195956" y="24989"/>
                  </a:lnTo>
                  <a:lnTo>
                    <a:pt x="2219474" y="21647"/>
                  </a:lnTo>
                  <a:lnTo>
                    <a:pt x="2242517" y="18372"/>
                  </a:lnTo>
                  <a:lnTo>
                    <a:pt x="2265104" y="15161"/>
                  </a:lnTo>
                  <a:lnTo>
                    <a:pt x="2287252" y="12013"/>
                  </a:lnTo>
                  <a:lnTo>
                    <a:pt x="2308978" y="8925"/>
                  </a:lnTo>
                  <a:lnTo>
                    <a:pt x="2330298" y="5895"/>
                  </a:lnTo>
                  <a:lnTo>
                    <a:pt x="2351227" y="2921"/>
                  </a:lnTo>
                  <a:lnTo>
                    <a:pt x="237177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82739" y="5579343"/>
              <a:ext cx="2371778" cy="222264"/>
            </a:xfrm>
            <a:custGeom>
              <a:avLst/>
              <a:pathLst>
                <a:path w="2371778" h="222264">
                  <a:moveTo>
                    <a:pt x="0" y="0"/>
                  </a:moveTo>
                  <a:lnTo>
                    <a:pt x="152303" y="14272"/>
                  </a:lnTo>
                  <a:lnTo>
                    <a:pt x="286645" y="26862"/>
                  </a:lnTo>
                  <a:lnTo>
                    <a:pt x="406817" y="38123"/>
                  </a:lnTo>
                  <a:lnTo>
                    <a:pt x="515527" y="48311"/>
                  </a:lnTo>
                  <a:lnTo>
                    <a:pt x="614771" y="57611"/>
                  </a:lnTo>
                  <a:lnTo>
                    <a:pt x="706066" y="66166"/>
                  </a:lnTo>
                  <a:lnTo>
                    <a:pt x="790592" y="74088"/>
                  </a:lnTo>
                  <a:lnTo>
                    <a:pt x="869285" y="81462"/>
                  </a:lnTo>
                  <a:lnTo>
                    <a:pt x="942896" y="88360"/>
                  </a:lnTo>
                  <a:lnTo>
                    <a:pt x="1012044" y="94840"/>
                  </a:lnTo>
                  <a:lnTo>
                    <a:pt x="1077238" y="100950"/>
                  </a:lnTo>
                  <a:lnTo>
                    <a:pt x="1138906" y="106729"/>
                  </a:lnTo>
                  <a:lnTo>
                    <a:pt x="1197410" y="112211"/>
                  </a:lnTo>
                  <a:lnTo>
                    <a:pt x="1253060" y="117426"/>
                  </a:lnTo>
                  <a:lnTo>
                    <a:pt x="1306120" y="122399"/>
                  </a:lnTo>
                  <a:lnTo>
                    <a:pt x="1356821" y="127150"/>
                  </a:lnTo>
                  <a:lnTo>
                    <a:pt x="1405363" y="131699"/>
                  </a:lnTo>
                  <a:lnTo>
                    <a:pt x="1451924" y="136062"/>
                  </a:lnTo>
                  <a:lnTo>
                    <a:pt x="1496659" y="140254"/>
                  </a:lnTo>
                  <a:lnTo>
                    <a:pt x="1539705" y="144288"/>
                  </a:lnTo>
                  <a:lnTo>
                    <a:pt x="1581185" y="148176"/>
                  </a:lnTo>
                  <a:lnTo>
                    <a:pt x="1621210" y="151926"/>
                  </a:lnTo>
                  <a:lnTo>
                    <a:pt x="1659878" y="155550"/>
                  </a:lnTo>
                  <a:lnTo>
                    <a:pt x="1697277" y="159055"/>
                  </a:lnTo>
                  <a:lnTo>
                    <a:pt x="1733489" y="162448"/>
                  </a:lnTo>
                  <a:lnTo>
                    <a:pt x="1768587" y="165737"/>
                  </a:lnTo>
                  <a:lnTo>
                    <a:pt x="1802637" y="168928"/>
                  </a:lnTo>
                  <a:lnTo>
                    <a:pt x="1835699" y="172027"/>
                  </a:lnTo>
                  <a:lnTo>
                    <a:pt x="1867831" y="175038"/>
                  </a:lnTo>
                  <a:lnTo>
                    <a:pt x="1899082" y="177966"/>
                  </a:lnTo>
                  <a:lnTo>
                    <a:pt x="1929499" y="180817"/>
                  </a:lnTo>
                  <a:lnTo>
                    <a:pt x="1959126" y="183593"/>
                  </a:lnTo>
                  <a:lnTo>
                    <a:pt x="1988003" y="186299"/>
                  </a:lnTo>
                  <a:lnTo>
                    <a:pt x="2016167" y="188939"/>
                  </a:lnTo>
                  <a:lnTo>
                    <a:pt x="2043653" y="191514"/>
                  </a:lnTo>
                  <a:lnTo>
                    <a:pt x="2070491" y="194029"/>
                  </a:lnTo>
                  <a:lnTo>
                    <a:pt x="2096713" y="196487"/>
                  </a:lnTo>
                  <a:lnTo>
                    <a:pt x="2122345" y="198889"/>
                  </a:lnTo>
                  <a:lnTo>
                    <a:pt x="2147414" y="201238"/>
                  </a:lnTo>
                  <a:lnTo>
                    <a:pt x="2171943" y="203537"/>
                  </a:lnTo>
                  <a:lnTo>
                    <a:pt x="2195956" y="205787"/>
                  </a:lnTo>
                  <a:lnTo>
                    <a:pt x="2219474" y="207991"/>
                  </a:lnTo>
                  <a:lnTo>
                    <a:pt x="2242517" y="210150"/>
                  </a:lnTo>
                  <a:lnTo>
                    <a:pt x="2265104" y="212267"/>
                  </a:lnTo>
                  <a:lnTo>
                    <a:pt x="2287252" y="214343"/>
                  </a:lnTo>
                  <a:lnTo>
                    <a:pt x="2308978" y="216379"/>
                  </a:lnTo>
                  <a:lnTo>
                    <a:pt x="2330298" y="218376"/>
                  </a:lnTo>
                  <a:lnTo>
                    <a:pt x="2351227" y="220338"/>
                  </a:lnTo>
                  <a:lnTo>
                    <a:pt x="2371778" y="22226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rc589"/>
            <p:cNvSpPr/>
            <p:nvPr/>
          </p:nvSpPr>
          <p:spPr>
            <a:xfrm>
              <a:off x="4204347" y="4804731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204347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72716" y="622049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72716" y="59205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72716" y="56205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72716" y="53205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72716" y="50205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04347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38273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517333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5963925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675451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tx601"/>
            <p:cNvSpPr/>
            <p:nvPr/>
          </p:nvSpPr>
          <p:spPr>
            <a:xfrm>
              <a:off x="435096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514155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93215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672274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281459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4204347" y="4609978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54002" y="6840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211048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rc612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631978" y="6840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2588460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116263" y="6840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3072745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rc618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3581620" y="6840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353810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059595" y="6840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l623"/>
            <p:cNvSpPr/>
            <p:nvPr/>
          </p:nvSpPr>
          <p:spPr>
            <a:xfrm>
              <a:off x="401607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524952" y="6840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l626"/>
            <p:cNvSpPr/>
            <p:nvPr/>
          </p:nvSpPr>
          <p:spPr>
            <a:xfrm>
              <a:off x="448143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rc627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90309" y="6840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l629"/>
            <p:cNvSpPr/>
            <p:nvPr/>
          </p:nvSpPr>
          <p:spPr>
            <a:xfrm>
              <a:off x="494679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442955" y="6840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2"/>
            <p:cNvSpPr/>
            <p:nvPr/>
          </p:nvSpPr>
          <p:spPr>
            <a:xfrm>
              <a:off x="5399437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rc633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920931" y="6840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l635"/>
            <p:cNvSpPr/>
            <p:nvPr/>
          </p:nvSpPr>
          <p:spPr>
            <a:xfrm>
              <a:off x="587741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392597" y="6840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l638"/>
            <p:cNvSpPr/>
            <p:nvPr/>
          </p:nvSpPr>
          <p:spPr>
            <a:xfrm>
              <a:off x="634907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tx639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1" name="tx640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2026-07-20T15:01:12Z</dcterms:modified>
  <cp:category/>
</cp:coreProperties>
</file>