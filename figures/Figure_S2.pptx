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/>
            </a:r>
          </a:p>
        </p:txBody>
      </p:sp>
      <p:grpSp xmlns:pic="http://schemas.openxmlformats.org/drawingml/2006/picture">
        <p:nvGrpSpPr>
          <p:cNvPr id="3" name=""/>
          <p:cNvGrpSpPr/>
          <p:nvPr/>
        </p:nvGrpSpPr>
        <p:grpSpPr>
          <a:xfrm>
            <a:off x="914400" y="914400"/>
            <a:ext cx="6120000" cy="6120000"/>
            <a:chOff x="914400" y="914400"/>
            <a:chExt cx="6120000" cy="6120000"/>
          </a:xfrm>
        </p:grpSpPr>
        <p:sp>
          <p:nvSpPr>
            <p:cNvPr id="4" name="rc3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914400" y="914400"/>
              <a:ext cx="6120000" cy="61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65010" y="952357"/>
              <a:ext cx="3090767" cy="1809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6"/>
            <p:cNvSpPr/>
            <p:nvPr/>
          </p:nvSpPr>
          <p:spPr>
            <a:xfrm>
              <a:off x="4055778" y="952357"/>
              <a:ext cx="2928011" cy="1809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7"/>
            <p:cNvSpPr/>
            <p:nvPr/>
          </p:nvSpPr>
          <p:spPr>
            <a:xfrm>
              <a:off x="965010" y="2762189"/>
              <a:ext cx="3090767" cy="1809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8"/>
            <p:cNvSpPr/>
            <p:nvPr/>
          </p:nvSpPr>
          <p:spPr>
            <a:xfrm>
              <a:off x="4055778" y="2762189"/>
              <a:ext cx="2928011" cy="18098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9"/>
            <p:cNvSpPr/>
            <p:nvPr/>
          </p:nvSpPr>
          <p:spPr>
            <a:xfrm>
              <a:off x="965010" y="4572020"/>
              <a:ext cx="3090767" cy="2424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0"/>
            <p:cNvSpPr/>
            <p:nvPr/>
          </p:nvSpPr>
          <p:spPr>
            <a:xfrm>
              <a:off x="4055778" y="4572020"/>
              <a:ext cx="2928011" cy="242442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1"/>
            <p:cNvSpPr/>
            <p:nvPr/>
          </p:nvSpPr>
          <p:spPr>
            <a:xfrm>
              <a:off x="1342663" y="1185068"/>
              <a:ext cx="2662504" cy="1507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1489402" y="242647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1507651" y="235191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1507829" y="2464341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1472561" y="2461219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1435204" y="248891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1467756" y="233117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1467338" y="224339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1464803" y="244394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1459255" y="2520428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1439634" y="2309540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2229756" y="252935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2303984" y="2461991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2229763" y="182089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232505" y="237640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2223584" y="245548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2279504" y="252350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2206374" y="255096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2294682" y="236768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2233575" y="168759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2286778" y="188585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305613" y="254098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2219795" y="232528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2307650" y="226562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2216970" y="227610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2303925" y="244800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2273428" y="238433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2225309" y="1877378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2235170" y="202232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2991589" y="2486263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3018161" y="225549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71333" y="249961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2996206" y="2595593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3080387" y="232534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039532" y="247513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3024084" y="150414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2997533" y="252365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2990626" y="215927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3057461" y="180558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3050323" y="122511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3067456" y="205303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3044582" y="222885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3050210" y="208025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3023638" y="220144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2998694" y="236287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3030159" y="227050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" name="pt57"/>
            <p:cNvSpPr/>
            <p:nvPr/>
          </p:nvSpPr>
          <p:spPr>
            <a:xfrm>
              <a:off x="3013516" y="225507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9" name="pt58"/>
            <p:cNvSpPr/>
            <p:nvPr/>
          </p:nvSpPr>
          <p:spPr>
            <a:xfrm>
              <a:off x="3016486" y="236132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0" name="pt59"/>
            <p:cNvSpPr/>
            <p:nvPr/>
          </p:nvSpPr>
          <p:spPr>
            <a:xfrm>
              <a:off x="3066493" y="235022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1" name="pt60"/>
            <p:cNvSpPr/>
            <p:nvPr/>
          </p:nvSpPr>
          <p:spPr>
            <a:xfrm>
              <a:off x="3796587" y="236855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" name="pt61"/>
            <p:cNvSpPr/>
            <p:nvPr/>
          </p:nvSpPr>
          <p:spPr>
            <a:xfrm>
              <a:off x="3788574" y="236620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" name="pt62"/>
            <p:cNvSpPr/>
            <p:nvPr/>
          </p:nvSpPr>
          <p:spPr>
            <a:xfrm>
              <a:off x="3855663" y="2320128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" name="pt63"/>
            <p:cNvSpPr/>
            <p:nvPr/>
          </p:nvSpPr>
          <p:spPr>
            <a:xfrm>
              <a:off x="3841136" y="246593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" name="pt64"/>
            <p:cNvSpPr/>
            <p:nvPr/>
          </p:nvSpPr>
          <p:spPr>
            <a:xfrm>
              <a:off x="3834763" y="207311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6" name="pt65"/>
            <p:cNvSpPr/>
            <p:nvPr/>
          </p:nvSpPr>
          <p:spPr>
            <a:xfrm>
              <a:off x="3844252" y="209226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7" name="pt66"/>
            <p:cNvSpPr/>
            <p:nvPr/>
          </p:nvSpPr>
          <p:spPr>
            <a:xfrm>
              <a:off x="3814024" y="232248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8" name="pt67"/>
            <p:cNvSpPr/>
            <p:nvPr/>
          </p:nvSpPr>
          <p:spPr>
            <a:xfrm>
              <a:off x="3779483" y="2242526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9" name="pt68"/>
            <p:cNvSpPr/>
            <p:nvPr/>
          </p:nvSpPr>
          <p:spPr>
            <a:xfrm>
              <a:off x="3762121" y="214812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0" name="pt69"/>
            <p:cNvSpPr/>
            <p:nvPr/>
          </p:nvSpPr>
          <p:spPr>
            <a:xfrm>
              <a:off x="3782760" y="191016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1" name="pt70"/>
            <p:cNvSpPr/>
            <p:nvPr/>
          </p:nvSpPr>
          <p:spPr>
            <a:xfrm>
              <a:off x="3854035" y="198057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2" name="pt71"/>
            <p:cNvSpPr/>
            <p:nvPr/>
          </p:nvSpPr>
          <p:spPr>
            <a:xfrm>
              <a:off x="3819134" y="183611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3" name="pt72"/>
            <p:cNvSpPr/>
            <p:nvPr/>
          </p:nvSpPr>
          <p:spPr>
            <a:xfrm>
              <a:off x="3829040" y="208132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4" name="pt73"/>
            <p:cNvSpPr/>
            <p:nvPr/>
          </p:nvSpPr>
          <p:spPr>
            <a:xfrm>
              <a:off x="3821165" y="201211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5" name="pt74"/>
            <p:cNvSpPr/>
            <p:nvPr/>
          </p:nvSpPr>
          <p:spPr>
            <a:xfrm>
              <a:off x="3790568" y="2432447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6" name="pt75"/>
            <p:cNvSpPr/>
            <p:nvPr/>
          </p:nvSpPr>
          <p:spPr>
            <a:xfrm>
              <a:off x="3836868" y="2260290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7" name="pt76"/>
            <p:cNvSpPr/>
            <p:nvPr/>
          </p:nvSpPr>
          <p:spPr>
            <a:xfrm>
              <a:off x="3815495" y="216277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8" name="pt77"/>
            <p:cNvSpPr/>
            <p:nvPr/>
          </p:nvSpPr>
          <p:spPr>
            <a:xfrm>
              <a:off x="3774438" y="222703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79" name="pt78"/>
            <p:cNvSpPr/>
            <p:nvPr/>
          </p:nvSpPr>
          <p:spPr>
            <a:xfrm>
              <a:off x="3768909" y="1955379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0" name="pt79"/>
            <p:cNvSpPr/>
            <p:nvPr/>
          </p:nvSpPr>
          <p:spPr>
            <a:xfrm>
              <a:off x="3844422" y="219662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1" name="pt80"/>
            <p:cNvSpPr/>
            <p:nvPr/>
          </p:nvSpPr>
          <p:spPr>
            <a:xfrm>
              <a:off x="3822496" y="205501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2" name="pt81"/>
            <p:cNvSpPr/>
            <p:nvPr/>
          </p:nvSpPr>
          <p:spPr>
            <a:xfrm>
              <a:off x="3763711" y="193842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3" name="pt82"/>
            <p:cNvSpPr/>
            <p:nvPr/>
          </p:nvSpPr>
          <p:spPr>
            <a:xfrm>
              <a:off x="3792529" y="211380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4" name="pt83"/>
            <p:cNvSpPr/>
            <p:nvPr/>
          </p:nvSpPr>
          <p:spPr>
            <a:xfrm>
              <a:off x="3813327" y="208198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85" name="pl84"/>
            <p:cNvSpPr/>
            <p:nvPr/>
          </p:nvSpPr>
          <p:spPr>
            <a:xfrm>
              <a:off x="1511328" y="2242141"/>
              <a:ext cx="2322959" cy="235893"/>
            </a:xfrm>
            <a:custGeom>
              <a:avLst/>
              <a:pathLst>
                <a:path w="2322959" h="235893">
                  <a:moveTo>
                    <a:pt x="0" y="235893"/>
                  </a:moveTo>
                  <a:lnTo>
                    <a:pt x="149168" y="220745"/>
                  </a:lnTo>
                  <a:lnTo>
                    <a:pt x="280745" y="207384"/>
                  </a:lnTo>
                  <a:lnTo>
                    <a:pt x="398444" y="195432"/>
                  </a:lnTo>
                  <a:lnTo>
                    <a:pt x="504915" y="184619"/>
                  </a:lnTo>
                  <a:lnTo>
                    <a:pt x="602116" y="174749"/>
                  </a:lnTo>
                  <a:lnTo>
                    <a:pt x="691533" y="165669"/>
                  </a:lnTo>
                  <a:lnTo>
                    <a:pt x="774319" y="157262"/>
                  </a:lnTo>
                  <a:lnTo>
                    <a:pt x="851392" y="149435"/>
                  </a:lnTo>
                  <a:lnTo>
                    <a:pt x="923488" y="142114"/>
                  </a:lnTo>
                  <a:lnTo>
                    <a:pt x="991212" y="135237"/>
                  </a:lnTo>
                  <a:lnTo>
                    <a:pt x="1055064" y="128753"/>
                  </a:lnTo>
                  <a:lnTo>
                    <a:pt x="1115463" y="122619"/>
                  </a:lnTo>
                  <a:lnTo>
                    <a:pt x="1172763" y="116800"/>
                  </a:lnTo>
                  <a:lnTo>
                    <a:pt x="1227267" y="111266"/>
                  </a:lnTo>
                  <a:lnTo>
                    <a:pt x="1279235" y="105988"/>
                  </a:lnTo>
                  <a:lnTo>
                    <a:pt x="1328893" y="100946"/>
                  </a:lnTo>
                  <a:lnTo>
                    <a:pt x="1376436" y="96118"/>
                  </a:lnTo>
                  <a:lnTo>
                    <a:pt x="1422039" y="91487"/>
                  </a:lnTo>
                  <a:lnTo>
                    <a:pt x="1465852" y="87038"/>
                  </a:lnTo>
                  <a:lnTo>
                    <a:pt x="1508012" y="82756"/>
                  </a:lnTo>
                  <a:lnTo>
                    <a:pt x="1548639" y="78631"/>
                  </a:lnTo>
                  <a:lnTo>
                    <a:pt x="1587840" y="74650"/>
                  </a:lnTo>
                  <a:lnTo>
                    <a:pt x="1625711" y="70804"/>
                  </a:lnTo>
                  <a:lnTo>
                    <a:pt x="1662341" y="67084"/>
                  </a:lnTo>
                  <a:lnTo>
                    <a:pt x="1697808" y="63483"/>
                  </a:lnTo>
                  <a:lnTo>
                    <a:pt x="1732183" y="59992"/>
                  </a:lnTo>
                  <a:lnTo>
                    <a:pt x="1765532" y="56605"/>
                  </a:lnTo>
                  <a:lnTo>
                    <a:pt x="1797914" y="53317"/>
                  </a:lnTo>
                  <a:lnTo>
                    <a:pt x="1829384" y="50121"/>
                  </a:lnTo>
                  <a:lnTo>
                    <a:pt x="1859992" y="47013"/>
                  </a:lnTo>
                  <a:lnTo>
                    <a:pt x="1889783" y="43988"/>
                  </a:lnTo>
                  <a:lnTo>
                    <a:pt x="1918801" y="41041"/>
                  </a:lnTo>
                  <a:lnTo>
                    <a:pt x="1947083" y="38169"/>
                  </a:lnTo>
                  <a:lnTo>
                    <a:pt x="1974668" y="35368"/>
                  </a:lnTo>
                  <a:lnTo>
                    <a:pt x="2001587" y="32634"/>
                  </a:lnTo>
                  <a:lnTo>
                    <a:pt x="2027873" y="29965"/>
                  </a:lnTo>
                  <a:lnTo>
                    <a:pt x="2053555" y="27357"/>
                  </a:lnTo>
                  <a:lnTo>
                    <a:pt x="2078660" y="24808"/>
                  </a:lnTo>
                  <a:lnTo>
                    <a:pt x="2103212" y="22314"/>
                  </a:lnTo>
                  <a:lnTo>
                    <a:pt x="2127237" y="19875"/>
                  </a:lnTo>
                  <a:lnTo>
                    <a:pt x="2150756" y="17486"/>
                  </a:lnTo>
                  <a:lnTo>
                    <a:pt x="2173790" y="15147"/>
                  </a:lnTo>
                  <a:lnTo>
                    <a:pt x="2196359" y="12856"/>
                  </a:lnTo>
                  <a:lnTo>
                    <a:pt x="2218480" y="10609"/>
                  </a:lnTo>
                  <a:lnTo>
                    <a:pt x="2240172" y="8406"/>
                  </a:lnTo>
                  <a:lnTo>
                    <a:pt x="2261451" y="6246"/>
                  </a:lnTo>
                  <a:lnTo>
                    <a:pt x="2282332" y="4125"/>
                  </a:lnTo>
                  <a:lnTo>
                    <a:pt x="2302830" y="2044"/>
                  </a:lnTo>
                  <a:lnTo>
                    <a:pt x="2322959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5"/>
            <p:cNvSpPr/>
            <p:nvPr/>
          </p:nvSpPr>
          <p:spPr>
            <a:xfrm>
              <a:off x="1511328" y="2178234"/>
              <a:ext cx="2322959" cy="337490"/>
            </a:xfrm>
            <a:custGeom>
              <a:avLst/>
              <a:pathLst>
                <a:path w="2322959" h="337490">
                  <a:moveTo>
                    <a:pt x="0" y="337490"/>
                  </a:moveTo>
                  <a:lnTo>
                    <a:pt x="149168" y="315818"/>
                  </a:lnTo>
                  <a:lnTo>
                    <a:pt x="280745" y="296702"/>
                  </a:lnTo>
                  <a:lnTo>
                    <a:pt x="398444" y="279602"/>
                  </a:lnTo>
                  <a:lnTo>
                    <a:pt x="504915" y="264133"/>
                  </a:lnTo>
                  <a:lnTo>
                    <a:pt x="602116" y="250012"/>
                  </a:lnTo>
                  <a:lnTo>
                    <a:pt x="691533" y="237021"/>
                  </a:lnTo>
                  <a:lnTo>
                    <a:pt x="774319" y="224993"/>
                  </a:lnTo>
                  <a:lnTo>
                    <a:pt x="851392" y="213796"/>
                  </a:lnTo>
                  <a:lnTo>
                    <a:pt x="923488" y="203321"/>
                  </a:lnTo>
                  <a:lnTo>
                    <a:pt x="991212" y="193482"/>
                  </a:lnTo>
                  <a:lnTo>
                    <a:pt x="1055064" y="184205"/>
                  </a:lnTo>
                  <a:lnTo>
                    <a:pt x="1115463" y="175430"/>
                  </a:lnTo>
                  <a:lnTo>
                    <a:pt x="1172763" y="167105"/>
                  </a:lnTo>
                  <a:lnTo>
                    <a:pt x="1227267" y="159187"/>
                  </a:lnTo>
                  <a:lnTo>
                    <a:pt x="1279235" y="151637"/>
                  </a:lnTo>
                  <a:lnTo>
                    <a:pt x="1328893" y="144422"/>
                  </a:lnTo>
                  <a:lnTo>
                    <a:pt x="1376436" y="137515"/>
                  </a:lnTo>
                  <a:lnTo>
                    <a:pt x="1422039" y="130889"/>
                  </a:lnTo>
                  <a:lnTo>
                    <a:pt x="1465852" y="124524"/>
                  </a:lnTo>
                  <a:lnTo>
                    <a:pt x="1508012" y="118399"/>
                  </a:lnTo>
                  <a:lnTo>
                    <a:pt x="1548639" y="112496"/>
                  </a:lnTo>
                  <a:lnTo>
                    <a:pt x="1587840" y="106801"/>
                  </a:lnTo>
                  <a:lnTo>
                    <a:pt x="1625711" y="101299"/>
                  </a:lnTo>
                  <a:lnTo>
                    <a:pt x="1662341" y="95977"/>
                  </a:lnTo>
                  <a:lnTo>
                    <a:pt x="1697808" y="90824"/>
                  </a:lnTo>
                  <a:lnTo>
                    <a:pt x="1732183" y="85830"/>
                  </a:lnTo>
                  <a:lnTo>
                    <a:pt x="1765532" y="80985"/>
                  </a:lnTo>
                  <a:lnTo>
                    <a:pt x="1797914" y="76280"/>
                  </a:lnTo>
                  <a:lnTo>
                    <a:pt x="1829384" y="71708"/>
                  </a:lnTo>
                  <a:lnTo>
                    <a:pt x="1859992" y="67262"/>
                  </a:lnTo>
                  <a:lnTo>
                    <a:pt x="1889783" y="62933"/>
                  </a:lnTo>
                  <a:lnTo>
                    <a:pt x="1918801" y="58718"/>
                  </a:lnTo>
                  <a:lnTo>
                    <a:pt x="1947083" y="54608"/>
                  </a:lnTo>
                  <a:lnTo>
                    <a:pt x="1974668" y="50601"/>
                  </a:lnTo>
                  <a:lnTo>
                    <a:pt x="2001587" y="46690"/>
                  </a:lnTo>
                  <a:lnTo>
                    <a:pt x="2027873" y="42871"/>
                  </a:lnTo>
                  <a:lnTo>
                    <a:pt x="2053555" y="39140"/>
                  </a:lnTo>
                  <a:lnTo>
                    <a:pt x="2078660" y="35492"/>
                  </a:lnTo>
                  <a:lnTo>
                    <a:pt x="2103212" y="31925"/>
                  </a:lnTo>
                  <a:lnTo>
                    <a:pt x="2127237" y="28435"/>
                  </a:lnTo>
                  <a:lnTo>
                    <a:pt x="2150756" y="25018"/>
                  </a:lnTo>
                  <a:lnTo>
                    <a:pt x="2173790" y="21671"/>
                  </a:lnTo>
                  <a:lnTo>
                    <a:pt x="2196359" y="18393"/>
                  </a:lnTo>
                  <a:lnTo>
                    <a:pt x="2218480" y="15179"/>
                  </a:lnTo>
                  <a:lnTo>
                    <a:pt x="2240172" y="12027"/>
                  </a:lnTo>
                  <a:lnTo>
                    <a:pt x="2261451" y="8936"/>
                  </a:lnTo>
                  <a:lnTo>
                    <a:pt x="2282332" y="5902"/>
                  </a:lnTo>
                  <a:lnTo>
                    <a:pt x="2302830" y="2924"/>
                  </a:lnTo>
                  <a:lnTo>
                    <a:pt x="2322959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7" name="pl86"/>
            <p:cNvSpPr/>
            <p:nvPr/>
          </p:nvSpPr>
          <p:spPr>
            <a:xfrm>
              <a:off x="1511328" y="2399201"/>
              <a:ext cx="2322959" cy="118996"/>
            </a:xfrm>
            <a:custGeom>
              <a:avLst/>
              <a:pathLst>
                <a:path w="2322959" h="118996">
                  <a:moveTo>
                    <a:pt x="0" y="118996"/>
                  </a:moveTo>
                  <a:lnTo>
                    <a:pt x="149168" y="111355"/>
                  </a:lnTo>
                  <a:lnTo>
                    <a:pt x="280745" y="104614"/>
                  </a:lnTo>
                  <a:lnTo>
                    <a:pt x="398444" y="98585"/>
                  </a:lnTo>
                  <a:lnTo>
                    <a:pt x="504915" y="93131"/>
                  </a:lnTo>
                  <a:lnTo>
                    <a:pt x="602116" y="88152"/>
                  </a:lnTo>
                  <a:lnTo>
                    <a:pt x="691533" y="83571"/>
                  </a:lnTo>
                  <a:lnTo>
                    <a:pt x="774319" y="79330"/>
                  </a:lnTo>
                  <a:lnTo>
                    <a:pt x="851392" y="75382"/>
                  </a:lnTo>
                  <a:lnTo>
                    <a:pt x="923488" y="71689"/>
                  </a:lnTo>
                  <a:lnTo>
                    <a:pt x="991212" y="68220"/>
                  </a:lnTo>
                  <a:lnTo>
                    <a:pt x="1055064" y="64949"/>
                  </a:lnTo>
                  <a:lnTo>
                    <a:pt x="1115463" y="61855"/>
                  </a:lnTo>
                  <a:lnTo>
                    <a:pt x="1172763" y="58920"/>
                  </a:lnTo>
                  <a:lnTo>
                    <a:pt x="1227267" y="56128"/>
                  </a:lnTo>
                  <a:lnTo>
                    <a:pt x="1279235" y="53466"/>
                  </a:lnTo>
                  <a:lnTo>
                    <a:pt x="1328893" y="50922"/>
                  </a:lnTo>
                  <a:lnTo>
                    <a:pt x="1376436" y="48486"/>
                  </a:lnTo>
                  <a:lnTo>
                    <a:pt x="1422039" y="46150"/>
                  </a:lnTo>
                  <a:lnTo>
                    <a:pt x="1465852" y="43906"/>
                  </a:lnTo>
                  <a:lnTo>
                    <a:pt x="1508012" y="41746"/>
                  </a:lnTo>
                  <a:lnTo>
                    <a:pt x="1548639" y="39665"/>
                  </a:lnTo>
                  <a:lnTo>
                    <a:pt x="1587840" y="37657"/>
                  </a:lnTo>
                  <a:lnTo>
                    <a:pt x="1625711" y="35717"/>
                  </a:lnTo>
                  <a:lnTo>
                    <a:pt x="1662341" y="33840"/>
                  </a:lnTo>
                  <a:lnTo>
                    <a:pt x="1697808" y="32024"/>
                  </a:lnTo>
                  <a:lnTo>
                    <a:pt x="1732183" y="30263"/>
                  </a:lnTo>
                  <a:lnTo>
                    <a:pt x="1765532" y="28554"/>
                  </a:lnTo>
                  <a:lnTo>
                    <a:pt x="1797914" y="26896"/>
                  </a:lnTo>
                  <a:lnTo>
                    <a:pt x="1829384" y="25283"/>
                  </a:lnTo>
                  <a:lnTo>
                    <a:pt x="1859992" y="23716"/>
                  </a:lnTo>
                  <a:lnTo>
                    <a:pt x="1889783" y="22189"/>
                  </a:lnTo>
                  <a:lnTo>
                    <a:pt x="1918801" y="20703"/>
                  </a:lnTo>
                  <a:lnTo>
                    <a:pt x="1947083" y="19254"/>
                  </a:lnTo>
                  <a:lnTo>
                    <a:pt x="1974668" y="17841"/>
                  </a:lnTo>
                  <a:lnTo>
                    <a:pt x="2001587" y="16462"/>
                  </a:lnTo>
                  <a:lnTo>
                    <a:pt x="2027873" y="15116"/>
                  </a:lnTo>
                  <a:lnTo>
                    <a:pt x="2053555" y="13800"/>
                  </a:lnTo>
                  <a:lnTo>
                    <a:pt x="2078660" y="12514"/>
                  </a:lnTo>
                  <a:lnTo>
                    <a:pt x="2103212" y="11256"/>
                  </a:lnTo>
                  <a:lnTo>
                    <a:pt x="2127237" y="10026"/>
                  </a:lnTo>
                  <a:lnTo>
                    <a:pt x="2150756" y="8821"/>
                  </a:lnTo>
                  <a:lnTo>
                    <a:pt x="2173790" y="7641"/>
                  </a:lnTo>
                  <a:lnTo>
                    <a:pt x="2196359" y="6485"/>
                  </a:lnTo>
                  <a:lnTo>
                    <a:pt x="2218480" y="5352"/>
                  </a:lnTo>
                  <a:lnTo>
                    <a:pt x="2240172" y="4240"/>
                  </a:lnTo>
                  <a:lnTo>
                    <a:pt x="2261451" y="3150"/>
                  </a:lnTo>
                  <a:lnTo>
                    <a:pt x="2282332" y="2081"/>
                  </a:lnTo>
                  <a:lnTo>
                    <a:pt x="2302830" y="1031"/>
                  </a:lnTo>
                  <a:lnTo>
                    <a:pt x="2322959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8" name="pl87"/>
            <p:cNvSpPr/>
            <p:nvPr/>
          </p:nvSpPr>
          <p:spPr>
            <a:xfrm>
              <a:off x="1511328" y="2000901"/>
              <a:ext cx="2322959" cy="337368"/>
            </a:xfrm>
            <a:custGeom>
              <a:avLst/>
              <a:pathLst>
                <a:path w="2322959" h="337368">
                  <a:moveTo>
                    <a:pt x="0" y="337368"/>
                  </a:moveTo>
                  <a:lnTo>
                    <a:pt x="149168" y="315704"/>
                  </a:lnTo>
                  <a:lnTo>
                    <a:pt x="280745" y="296595"/>
                  </a:lnTo>
                  <a:lnTo>
                    <a:pt x="398444" y="279501"/>
                  </a:lnTo>
                  <a:lnTo>
                    <a:pt x="504915" y="264038"/>
                  </a:lnTo>
                  <a:lnTo>
                    <a:pt x="602116" y="249921"/>
                  </a:lnTo>
                  <a:lnTo>
                    <a:pt x="691533" y="236935"/>
                  </a:lnTo>
                  <a:lnTo>
                    <a:pt x="774319" y="224912"/>
                  </a:lnTo>
                  <a:lnTo>
                    <a:pt x="851392" y="213719"/>
                  </a:lnTo>
                  <a:lnTo>
                    <a:pt x="923488" y="203248"/>
                  </a:lnTo>
                  <a:lnTo>
                    <a:pt x="991212" y="193412"/>
                  </a:lnTo>
                  <a:lnTo>
                    <a:pt x="1055064" y="184139"/>
                  </a:lnTo>
                  <a:lnTo>
                    <a:pt x="1115463" y="175367"/>
                  </a:lnTo>
                  <a:lnTo>
                    <a:pt x="1172763" y="167045"/>
                  </a:lnTo>
                  <a:lnTo>
                    <a:pt x="1227267" y="159129"/>
                  </a:lnTo>
                  <a:lnTo>
                    <a:pt x="1279235" y="151582"/>
                  </a:lnTo>
                  <a:lnTo>
                    <a:pt x="1328893" y="144370"/>
                  </a:lnTo>
                  <a:lnTo>
                    <a:pt x="1376436" y="137465"/>
                  </a:lnTo>
                  <a:lnTo>
                    <a:pt x="1422039" y="130842"/>
                  </a:lnTo>
                  <a:lnTo>
                    <a:pt x="1465852" y="124479"/>
                  </a:lnTo>
                  <a:lnTo>
                    <a:pt x="1508012" y="118356"/>
                  </a:lnTo>
                  <a:lnTo>
                    <a:pt x="1548639" y="112456"/>
                  </a:lnTo>
                  <a:lnTo>
                    <a:pt x="1587840" y="106763"/>
                  </a:lnTo>
                  <a:lnTo>
                    <a:pt x="1625711" y="101262"/>
                  </a:lnTo>
                  <a:lnTo>
                    <a:pt x="1662341" y="95943"/>
                  </a:lnTo>
                  <a:lnTo>
                    <a:pt x="1697808" y="90792"/>
                  </a:lnTo>
                  <a:lnTo>
                    <a:pt x="1732183" y="85799"/>
                  </a:lnTo>
                  <a:lnTo>
                    <a:pt x="1765532" y="80956"/>
                  </a:lnTo>
                  <a:lnTo>
                    <a:pt x="1797914" y="76253"/>
                  </a:lnTo>
                  <a:lnTo>
                    <a:pt x="1829384" y="71682"/>
                  </a:lnTo>
                  <a:lnTo>
                    <a:pt x="1859992" y="67237"/>
                  </a:lnTo>
                  <a:lnTo>
                    <a:pt x="1889783" y="62911"/>
                  </a:lnTo>
                  <a:lnTo>
                    <a:pt x="1918801" y="58696"/>
                  </a:lnTo>
                  <a:lnTo>
                    <a:pt x="1947083" y="54589"/>
                  </a:lnTo>
                  <a:lnTo>
                    <a:pt x="1974668" y="50583"/>
                  </a:lnTo>
                  <a:lnTo>
                    <a:pt x="2001587" y="46673"/>
                  </a:lnTo>
                  <a:lnTo>
                    <a:pt x="2027873" y="42855"/>
                  </a:lnTo>
                  <a:lnTo>
                    <a:pt x="2053555" y="39126"/>
                  </a:lnTo>
                  <a:lnTo>
                    <a:pt x="2078660" y="35480"/>
                  </a:lnTo>
                  <a:lnTo>
                    <a:pt x="2103212" y="31914"/>
                  </a:lnTo>
                  <a:lnTo>
                    <a:pt x="2127237" y="28425"/>
                  </a:lnTo>
                  <a:lnTo>
                    <a:pt x="2150756" y="25009"/>
                  </a:lnTo>
                  <a:lnTo>
                    <a:pt x="2173790" y="21664"/>
                  </a:lnTo>
                  <a:lnTo>
                    <a:pt x="2196359" y="18386"/>
                  </a:lnTo>
                  <a:lnTo>
                    <a:pt x="2218480" y="15173"/>
                  </a:lnTo>
                  <a:lnTo>
                    <a:pt x="2240172" y="12023"/>
                  </a:lnTo>
                  <a:lnTo>
                    <a:pt x="2261451" y="8932"/>
                  </a:lnTo>
                  <a:lnTo>
                    <a:pt x="2282332" y="5900"/>
                  </a:lnTo>
                  <a:lnTo>
                    <a:pt x="2302830" y="2923"/>
                  </a:lnTo>
                  <a:lnTo>
                    <a:pt x="232295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89" name="pl88"/>
            <p:cNvSpPr/>
            <p:nvPr/>
          </p:nvSpPr>
          <p:spPr>
            <a:xfrm>
              <a:off x="1511328" y="2225738"/>
              <a:ext cx="2322959" cy="298729"/>
            </a:xfrm>
            <a:custGeom>
              <a:avLst/>
              <a:pathLst>
                <a:path w="2322959" h="298729">
                  <a:moveTo>
                    <a:pt x="0" y="298729"/>
                  </a:moveTo>
                  <a:lnTo>
                    <a:pt x="149168" y="279546"/>
                  </a:lnTo>
                  <a:lnTo>
                    <a:pt x="280745" y="262625"/>
                  </a:lnTo>
                  <a:lnTo>
                    <a:pt x="398444" y="247490"/>
                  </a:lnTo>
                  <a:lnTo>
                    <a:pt x="504915" y="233797"/>
                  </a:lnTo>
                  <a:lnTo>
                    <a:pt x="602116" y="221298"/>
                  </a:lnTo>
                  <a:lnTo>
                    <a:pt x="691533" y="209799"/>
                  </a:lnTo>
                  <a:lnTo>
                    <a:pt x="774319" y="199152"/>
                  </a:lnTo>
                  <a:lnTo>
                    <a:pt x="851392" y="189241"/>
                  </a:lnTo>
                  <a:lnTo>
                    <a:pt x="923488" y="179970"/>
                  </a:lnTo>
                  <a:lnTo>
                    <a:pt x="991212" y="171260"/>
                  </a:lnTo>
                  <a:lnTo>
                    <a:pt x="1055064" y="163049"/>
                  </a:lnTo>
                  <a:lnTo>
                    <a:pt x="1115463" y="155282"/>
                  </a:lnTo>
                  <a:lnTo>
                    <a:pt x="1172763" y="147913"/>
                  </a:lnTo>
                  <a:lnTo>
                    <a:pt x="1227267" y="140904"/>
                  </a:lnTo>
                  <a:lnTo>
                    <a:pt x="1279235" y="134221"/>
                  </a:lnTo>
                  <a:lnTo>
                    <a:pt x="1328893" y="127835"/>
                  </a:lnTo>
                  <a:lnTo>
                    <a:pt x="1376436" y="121721"/>
                  </a:lnTo>
                  <a:lnTo>
                    <a:pt x="1422039" y="115857"/>
                  </a:lnTo>
                  <a:lnTo>
                    <a:pt x="1465852" y="110222"/>
                  </a:lnTo>
                  <a:lnTo>
                    <a:pt x="1508012" y="104800"/>
                  </a:lnTo>
                  <a:lnTo>
                    <a:pt x="1548639" y="99576"/>
                  </a:lnTo>
                  <a:lnTo>
                    <a:pt x="1587840" y="94535"/>
                  </a:lnTo>
                  <a:lnTo>
                    <a:pt x="1625711" y="89665"/>
                  </a:lnTo>
                  <a:lnTo>
                    <a:pt x="1662341" y="84954"/>
                  </a:lnTo>
                  <a:lnTo>
                    <a:pt x="1697808" y="80393"/>
                  </a:lnTo>
                  <a:lnTo>
                    <a:pt x="1732183" y="75972"/>
                  </a:lnTo>
                  <a:lnTo>
                    <a:pt x="1765532" y="71684"/>
                  </a:lnTo>
                  <a:lnTo>
                    <a:pt x="1797914" y="67520"/>
                  </a:lnTo>
                  <a:lnTo>
                    <a:pt x="1829384" y="63473"/>
                  </a:lnTo>
                  <a:lnTo>
                    <a:pt x="1859992" y="59536"/>
                  </a:lnTo>
                  <a:lnTo>
                    <a:pt x="1889783" y="55705"/>
                  </a:lnTo>
                  <a:lnTo>
                    <a:pt x="1918801" y="51974"/>
                  </a:lnTo>
                  <a:lnTo>
                    <a:pt x="1947083" y="48337"/>
                  </a:lnTo>
                  <a:lnTo>
                    <a:pt x="1974668" y="44789"/>
                  </a:lnTo>
                  <a:lnTo>
                    <a:pt x="2001587" y="41327"/>
                  </a:lnTo>
                  <a:lnTo>
                    <a:pt x="2027873" y="37947"/>
                  </a:lnTo>
                  <a:lnTo>
                    <a:pt x="2053555" y="34644"/>
                  </a:lnTo>
                  <a:lnTo>
                    <a:pt x="2078660" y="31416"/>
                  </a:lnTo>
                  <a:lnTo>
                    <a:pt x="2103212" y="28259"/>
                  </a:lnTo>
                  <a:lnTo>
                    <a:pt x="2127237" y="25169"/>
                  </a:lnTo>
                  <a:lnTo>
                    <a:pt x="2150756" y="22145"/>
                  </a:lnTo>
                  <a:lnTo>
                    <a:pt x="2173790" y="19182"/>
                  </a:lnTo>
                  <a:lnTo>
                    <a:pt x="2196359" y="16280"/>
                  </a:lnTo>
                  <a:lnTo>
                    <a:pt x="2218480" y="13435"/>
                  </a:lnTo>
                  <a:lnTo>
                    <a:pt x="2240172" y="10646"/>
                  </a:lnTo>
                  <a:lnTo>
                    <a:pt x="2261451" y="7909"/>
                  </a:lnTo>
                  <a:lnTo>
                    <a:pt x="2282332" y="5224"/>
                  </a:lnTo>
                  <a:lnTo>
                    <a:pt x="2302830" y="2588"/>
                  </a:lnTo>
                  <a:lnTo>
                    <a:pt x="2322959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89"/>
            <p:cNvSpPr/>
            <p:nvPr/>
          </p:nvSpPr>
          <p:spPr>
            <a:xfrm>
              <a:off x="1511328" y="1936478"/>
              <a:ext cx="2322959" cy="144656"/>
            </a:xfrm>
            <a:custGeom>
              <a:avLst/>
              <a:pathLst>
                <a:path w="2322959" h="144656">
                  <a:moveTo>
                    <a:pt x="0" y="144656"/>
                  </a:moveTo>
                  <a:lnTo>
                    <a:pt x="149168" y="135367"/>
                  </a:lnTo>
                  <a:lnTo>
                    <a:pt x="280745" y="127173"/>
                  </a:lnTo>
                  <a:lnTo>
                    <a:pt x="398444" y="119844"/>
                  </a:lnTo>
                  <a:lnTo>
                    <a:pt x="504915" y="113213"/>
                  </a:lnTo>
                  <a:lnTo>
                    <a:pt x="602116" y="107160"/>
                  </a:lnTo>
                  <a:lnTo>
                    <a:pt x="691533" y="101592"/>
                  </a:lnTo>
                  <a:lnTo>
                    <a:pt x="774319" y="96437"/>
                  </a:lnTo>
                  <a:lnTo>
                    <a:pt x="851392" y="91638"/>
                  </a:lnTo>
                  <a:lnTo>
                    <a:pt x="923488" y="87148"/>
                  </a:lnTo>
                  <a:lnTo>
                    <a:pt x="991212" y="82931"/>
                  </a:lnTo>
                  <a:lnTo>
                    <a:pt x="1055064" y="78954"/>
                  </a:lnTo>
                  <a:lnTo>
                    <a:pt x="1115463" y="75193"/>
                  </a:lnTo>
                  <a:lnTo>
                    <a:pt x="1172763" y="71625"/>
                  </a:lnTo>
                  <a:lnTo>
                    <a:pt x="1227267" y="68231"/>
                  </a:lnTo>
                  <a:lnTo>
                    <a:pt x="1279235" y="64995"/>
                  </a:lnTo>
                  <a:lnTo>
                    <a:pt x="1328893" y="61902"/>
                  </a:lnTo>
                  <a:lnTo>
                    <a:pt x="1376436" y="58942"/>
                  </a:lnTo>
                  <a:lnTo>
                    <a:pt x="1422039" y="56102"/>
                  </a:lnTo>
                  <a:lnTo>
                    <a:pt x="1465852" y="53374"/>
                  </a:lnTo>
                  <a:lnTo>
                    <a:pt x="1508012" y="50748"/>
                  </a:lnTo>
                  <a:lnTo>
                    <a:pt x="1548639" y="48218"/>
                  </a:lnTo>
                  <a:lnTo>
                    <a:pt x="1587840" y="45777"/>
                  </a:lnTo>
                  <a:lnTo>
                    <a:pt x="1625711" y="43419"/>
                  </a:lnTo>
                  <a:lnTo>
                    <a:pt x="1662341" y="41138"/>
                  </a:lnTo>
                  <a:lnTo>
                    <a:pt x="1697808" y="38929"/>
                  </a:lnTo>
                  <a:lnTo>
                    <a:pt x="1732183" y="36789"/>
                  </a:lnTo>
                  <a:lnTo>
                    <a:pt x="1765532" y="34712"/>
                  </a:lnTo>
                  <a:lnTo>
                    <a:pt x="1797914" y="32695"/>
                  </a:lnTo>
                  <a:lnTo>
                    <a:pt x="1829384" y="30736"/>
                  </a:lnTo>
                  <a:lnTo>
                    <a:pt x="1859992" y="28830"/>
                  </a:lnTo>
                  <a:lnTo>
                    <a:pt x="1889783" y="26974"/>
                  </a:lnTo>
                  <a:lnTo>
                    <a:pt x="1918801" y="25167"/>
                  </a:lnTo>
                  <a:lnTo>
                    <a:pt x="1947083" y="23406"/>
                  </a:lnTo>
                  <a:lnTo>
                    <a:pt x="1974668" y="21688"/>
                  </a:lnTo>
                  <a:lnTo>
                    <a:pt x="2001587" y="20012"/>
                  </a:lnTo>
                  <a:lnTo>
                    <a:pt x="2027873" y="18375"/>
                  </a:lnTo>
                  <a:lnTo>
                    <a:pt x="2053555" y="16776"/>
                  </a:lnTo>
                  <a:lnTo>
                    <a:pt x="2078660" y="15213"/>
                  </a:lnTo>
                  <a:lnTo>
                    <a:pt x="2103212" y="13684"/>
                  </a:lnTo>
                  <a:lnTo>
                    <a:pt x="2127237" y="12188"/>
                  </a:lnTo>
                  <a:lnTo>
                    <a:pt x="2150756" y="10723"/>
                  </a:lnTo>
                  <a:lnTo>
                    <a:pt x="2173790" y="9289"/>
                  </a:lnTo>
                  <a:lnTo>
                    <a:pt x="2196359" y="7883"/>
                  </a:lnTo>
                  <a:lnTo>
                    <a:pt x="2218480" y="6506"/>
                  </a:lnTo>
                  <a:lnTo>
                    <a:pt x="2240172" y="5155"/>
                  </a:lnTo>
                  <a:lnTo>
                    <a:pt x="2261451" y="3830"/>
                  </a:lnTo>
                  <a:lnTo>
                    <a:pt x="2282332" y="2529"/>
                  </a:lnTo>
                  <a:lnTo>
                    <a:pt x="2302830" y="1253"/>
                  </a:lnTo>
                  <a:lnTo>
                    <a:pt x="2322959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1" name="pl90"/>
            <p:cNvSpPr/>
            <p:nvPr/>
          </p:nvSpPr>
          <p:spPr>
            <a:xfrm>
              <a:off x="1511328" y="2021169"/>
              <a:ext cx="2322959" cy="143743"/>
            </a:xfrm>
            <a:custGeom>
              <a:avLst/>
              <a:pathLst>
                <a:path w="2322959" h="143743">
                  <a:moveTo>
                    <a:pt x="0" y="143743"/>
                  </a:moveTo>
                  <a:lnTo>
                    <a:pt x="149168" y="134513"/>
                  </a:lnTo>
                  <a:lnTo>
                    <a:pt x="280745" y="126371"/>
                  </a:lnTo>
                  <a:lnTo>
                    <a:pt x="398444" y="119088"/>
                  </a:lnTo>
                  <a:lnTo>
                    <a:pt x="504915" y="112499"/>
                  </a:lnTo>
                  <a:lnTo>
                    <a:pt x="602116" y="106485"/>
                  </a:lnTo>
                  <a:lnTo>
                    <a:pt x="691533" y="100952"/>
                  </a:lnTo>
                  <a:lnTo>
                    <a:pt x="774319" y="95829"/>
                  </a:lnTo>
                  <a:lnTo>
                    <a:pt x="851392" y="91060"/>
                  </a:lnTo>
                  <a:lnTo>
                    <a:pt x="923488" y="86598"/>
                  </a:lnTo>
                  <a:lnTo>
                    <a:pt x="991212" y="82407"/>
                  </a:lnTo>
                  <a:lnTo>
                    <a:pt x="1055064" y="78456"/>
                  </a:lnTo>
                  <a:lnTo>
                    <a:pt x="1115463" y="74719"/>
                  </a:lnTo>
                  <a:lnTo>
                    <a:pt x="1172763" y="71173"/>
                  </a:lnTo>
                  <a:lnTo>
                    <a:pt x="1227267" y="67801"/>
                  </a:lnTo>
                  <a:lnTo>
                    <a:pt x="1279235" y="64585"/>
                  </a:lnTo>
                  <a:lnTo>
                    <a:pt x="1328893" y="61512"/>
                  </a:lnTo>
                  <a:lnTo>
                    <a:pt x="1376436" y="58570"/>
                  </a:lnTo>
                  <a:lnTo>
                    <a:pt x="1422039" y="55748"/>
                  </a:lnTo>
                  <a:lnTo>
                    <a:pt x="1465852" y="53037"/>
                  </a:lnTo>
                  <a:lnTo>
                    <a:pt x="1508012" y="50428"/>
                  </a:lnTo>
                  <a:lnTo>
                    <a:pt x="1548639" y="47914"/>
                  </a:lnTo>
                  <a:lnTo>
                    <a:pt x="1587840" y="45488"/>
                  </a:lnTo>
                  <a:lnTo>
                    <a:pt x="1625711" y="43145"/>
                  </a:lnTo>
                  <a:lnTo>
                    <a:pt x="1662341" y="40878"/>
                  </a:lnTo>
                  <a:lnTo>
                    <a:pt x="1697808" y="38684"/>
                  </a:lnTo>
                  <a:lnTo>
                    <a:pt x="1732183" y="36556"/>
                  </a:lnTo>
                  <a:lnTo>
                    <a:pt x="1765532" y="34493"/>
                  </a:lnTo>
                  <a:lnTo>
                    <a:pt x="1797914" y="32489"/>
                  </a:lnTo>
                  <a:lnTo>
                    <a:pt x="1829384" y="30542"/>
                  </a:lnTo>
                  <a:lnTo>
                    <a:pt x="1859992" y="28648"/>
                  </a:lnTo>
                  <a:lnTo>
                    <a:pt x="1889783" y="26804"/>
                  </a:lnTo>
                  <a:lnTo>
                    <a:pt x="1918801" y="25009"/>
                  </a:lnTo>
                  <a:lnTo>
                    <a:pt x="1947083" y="23259"/>
                  </a:lnTo>
                  <a:lnTo>
                    <a:pt x="1974668" y="21552"/>
                  </a:lnTo>
                  <a:lnTo>
                    <a:pt x="2001587" y="19886"/>
                  </a:lnTo>
                  <a:lnTo>
                    <a:pt x="2027873" y="18259"/>
                  </a:lnTo>
                  <a:lnTo>
                    <a:pt x="2053555" y="16670"/>
                  </a:lnTo>
                  <a:lnTo>
                    <a:pt x="2078660" y="15117"/>
                  </a:lnTo>
                  <a:lnTo>
                    <a:pt x="2103212" y="13597"/>
                  </a:lnTo>
                  <a:lnTo>
                    <a:pt x="2127237" y="12111"/>
                  </a:lnTo>
                  <a:lnTo>
                    <a:pt x="2150756" y="10655"/>
                  </a:lnTo>
                  <a:lnTo>
                    <a:pt x="2173790" y="9230"/>
                  </a:lnTo>
                  <a:lnTo>
                    <a:pt x="2196359" y="7833"/>
                  </a:lnTo>
                  <a:lnTo>
                    <a:pt x="2218480" y="6465"/>
                  </a:lnTo>
                  <a:lnTo>
                    <a:pt x="2240172" y="5122"/>
                  </a:lnTo>
                  <a:lnTo>
                    <a:pt x="2261451" y="3806"/>
                  </a:lnTo>
                  <a:lnTo>
                    <a:pt x="2282332" y="2513"/>
                  </a:lnTo>
                  <a:lnTo>
                    <a:pt x="2302830" y="1245"/>
                  </a:lnTo>
                  <a:lnTo>
                    <a:pt x="2322959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2" name="pl91"/>
            <p:cNvSpPr/>
            <p:nvPr/>
          </p:nvSpPr>
          <p:spPr>
            <a:xfrm>
              <a:off x="1511328" y="2230974"/>
              <a:ext cx="2322959" cy="208900"/>
            </a:xfrm>
            <a:custGeom>
              <a:avLst/>
              <a:pathLst>
                <a:path w="2322959" h="208900">
                  <a:moveTo>
                    <a:pt x="0" y="208900"/>
                  </a:moveTo>
                  <a:lnTo>
                    <a:pt x="149168" y="195485"/>
                  </a:lnTo>
                  <a:lnTo>
                    <a:pt x="280745" y="183653"/>
                  </a:lnTo>
                  <a:lnTo>
                    <a:pt x="398444" y="173068"/>
                  </a:lnTo>
                  <a:lnTo>
                    <a:pt x="504915" y="163494"/>
                  </a:lnTo>
                  <a:lnTo>
                    <a:pt x="602116" y="154752"/>
                  </a:lnTo>
                  <a:lnTo>
                    <a:pt x="691533" y="146711"/>
                  </a:lnTo>
                  <a:lnTo>
                    <a:pt x="774319" y="139266"/>
                  </a:lnTo>
                  <a:lnTo>
                    <a:pt x="851392" y="132335"/>
                  </a:lnTo>
                  <a:lnTo>
                    <a:pt x="923488" y="125852"/>
                  </a:lnTo>
                  <a:lnTo>
                    <a:pt x="991212" y="119762"/>
                  </a:lnTo>
                  <a:lnTo>
                    <a:pt x="1055064" y="114019"/>
                  </a:lnTo>
                  <a:lnTo>
                    <a:pt x="1115463" y="108588"/>
                  </a:lnTo>
                  <a:lnTo>
                    <a:pt x="1172763" y="103435"/>
                  </a:lnTo>
                  <a:lnTo>
                    <a:pt x="1227267" y="98533"/>
                  </a:lnTo>
                  <a:lnTo>
                    <a:pt x="1279235" y="93860"/>
                  </a:lnTo>
                  <a:lnTo>
                    <a:pt x="1328893" y="89394"/>
                  </a:lnTo>
                  <a:lnTo>
                    <a:pt x="1376436" y="85119"/>
                  </a:lnTo>
                  <a:lnTo>
                    <a:pt x="1422039" y="81018"/>
                  </a:lnTo>
                  <a:lnTo>
                    <a:pt x="1465852" y="77078"/>
                  </a:lnTo>
                  <a:lnTo>
                    <a:pt x="1508012" y="73286"/>
                  </a:lnTo>
                  <a:lnTo>
                    <a:pt x="1548639" y="69633"/>
                  </a:lnTo>
                  <a:lnTo>
                    <a:pt x="1587840" y="66108"/>
                  </a:lnTo>
                  <a:lnTo>
                    <a:pt x="1625711" y="62702"/>
                  </a:lnTo>
                  <a:lnTo>
                    <a:pt x="1662341" y="59408"/>
                  </a:lnTo>
                  <a:lnTo>
                    <a:pt x="1697808" y="56218"/>
                  </a:lnTo>
                  <a:lnTo>
                    <a:pt x="1732183" y="53127"/>
                  </a:lnTo>
                  <a:lnTo>
                    <a:pt x="1765532" y="50128"/>
                  </a:lnTo>
                  <a:lnTo>
                    <a:pt x="1797914" y="47216"/>
                  </a:lnTo>
                  <a:lnTo>
                    <a:pt x="1829384" y="44386"/>
                  </a:lnTo>
                  <a:lnTo>
                    <a:pt x="1859992" y="41633"/>
                  </a:lnTo>
                  <a:lnTo>
                    <a:pt x="1889783" y="38954"/>
                  </a:lnTo>
                  <a:lnTo>
                    <a:pt x="1918801" y="36345"/>
                  </a:lnTo>
                  <a:lnTo>
                    <a:pt x="1947083" y="33801"/>
                  </a:lnTo>
                  <a:lnTo>
                    <a:pt x="1974668" y="31321"/>
                  </a:lnTo>
                  <a:lnTo>
                    <a:pt x="2001587" y="28900"/>
                  </a:lnTo>
                  <a:lnTo>
                    <a:pt x="2027873" y="26536"/>
                  </a:lnTo>
                  <a:lnTo>
                    <a:pt x="2053555" y="24227"/>
                  </a:lnTo>
                  <a:lnTo>
                    <a:pt x="2078660" y="21969"/>
                  </a:lnTo>
                  <a:lnTo>
                    <a:pt x="2103212" y="19761"/>
                  </a:lnTo>
                  <a:lnTo>
                    <a:pt x="2127237" y="17600"/>
                  </a:lnTo>
                  <a:lnTo>
                    <a:pt x="2150756" y="15485"/>
                  </a:lnTo>
                  <a:lnTo>
                    <a:pt x="2173790" y="13414"/>
                  </a:lnTo>
                  <a:lnTo>
                    <a:pt x="2196359" y="11384"/>
                  </a:lnTo>
                  <a:lnTo>
                    <a:pt x="2218480" y="9395"/>
                  </a:lnTo>
                  <a:lnTo>
                    <a:pt x="2240172" y="7444"/>
                  </a:lnTo>
                  <a:lnTo>
                    <a:pt x="2261451" y="5531"/>
                  </a:lnTo>
                  <a:lnTo>
                    <a:pt x="2282332" y="3653"/>
                  </a:lnTo>
                  <a:lnTo>
                    <a:pt x="2302830" y="1810"/>
                  </a:lnTo>
                  <a:lnTo>
                    <a:pt x="2322959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3" name="pl92"/>
            <p:cNvSpPr/>
            <p:nvPr/>
          </p:nvSpPr>
          <p:spPr>
            <a:xfrm>
              <a:off x="1511328" y="2412456"/>
              <a:ext cx="2322959" cy="166529"/>
            </a:xfrm>
            <a:custGeom>
              <a:avLst/>
              <a:pathLst>
                <a:path w="2322959" h="166529">
                  <a:moveTo>
                    <a:pt x="0" y="166529"/>
                  </a:moveTo>
                  <a:lnTo>
                    <a:pt x="149168" y="155835"/>
                  </a:lnTo>
                  <a:lnTo>
                    <a:pt x="280745" y="146403"/>
                  </a:lnTo>
                  <a:lnTo>
                    <a:pt x="398444" y="137965"/>
                  </a:lnTo>
                  <a:lnTo>
                    <a:pt x="504915" y="130332"/>
                  </a:lnTo>
                  <a:lnTo>
                    <a:pt x="602116" y="123364"/>
                  </a:lnTo>
                  <a:lnTo>
                    <a:pt x="691533" y="116954"/>
                  </a:lnTo>
                  <a:lnTo>
                    <a:pt x="774319" y="111019"/>
                  </a:lnTo>
                  <a:lnTo>
                    <a:pt x="851392" y="105494"/>
                  </a:lnTo>
                  <a:lnTo>
                    <a:pt x="923488" y="100325"/>
                  </a:lnTo>
                  <a:lnTo>
                    <a:pt x="991212" y="95470"/>
                  </a:lnTo>
                  <a:lnTo>
                    <a:pt x="1055064" y="90893"/>
                  </a:lnTo>
                  <a:lnTo>
                    <a:pt x="1115463" y="86563"/>
                  </a:lnTo>
                  <a:lnTo>
                    <a:pt x="1172763" y="82455"/>
                  </a:lnTo>
                  <a:lnTo>
                    <a:pt x="1227267" y="78548"/>
                  </a:lnTo>
                  <a:lnTo>
                    <a:pt x="1279235" y="74822"/>
                  </a:lnTo>
                  <a:lnTo>
                    <a:pt x="1328893" y="71263"/>
                  </a:lnTo>
                  <a:lnTo>
                    <a:pt x="1376436" y="67854"/>
                  </a:lnTo>
                  <a:lnTo>
                    <a:pt x="1422039" y="64585"/>
                  </a:lnTo>
                  <a:lnTo>
                    <a:pt x="1465852" y="61444"/>
                  </a:lnTo>
                  <a:lnTo>
                    <a:pt x="1508012" y="58422"/>
                  </a:lnTo>
                  <a:lnTo>
                    <a:pt x="1548639" y="55509"/>
                  </a:lnTo>
                  <a:lnTo>
                    <a:pt x="1587840" y="52699"/>
                  </a:lnTo>
                  <a:lnTo>
                    <a:pt x="1625711" y="49984"/>
                  </a:lnTo>
                  <a:lnTo>
                    <a:pt x="1662341" y="47358"/>
                  </a:lnTo>
                  <a:lnTo>
                    <a:pt x="1697808" y="44816"/>
                  </a:lnTo>
                  <a:lnTo>
                    <a:pt x="1732183" y="42351"/>
                  </a:lnTo>
                  <a:lnTo>
                    <a:pt x="1765532" y="39961"/>
                  </a:lnTo>
                  <a:lnTo>
                    <a:pt x="1797914" y="37639"/>
                  </a:lnTo>
                  <a:lnTo>
                    <a:pt x="1829384" y="35383"/>
                  </a:lnTo>
                  <a:lnTo>
                    <a:pt x="1859992" y="33189"/>
                  </a:lnTo>
                  <a:lnTo>
                    <a:pt x="1889783" y="31053"/>
                  </a:lnTo>
                  <a:lnTo>
                    <a:pt x="1918801" y="28973"/>
                  </a:lnTo>
                  <a:lnTo>
                    <a:pt x="1947083" y="26945"/>
                  </a:lnTo>
                  <a:lnTo>
                    <a:pt x="1974668" y="24968"/>
                  </a:lnTo>
                  <a:lnTo>
                    <a:pt x="2001587" y="23038"/>
                  </a:lnTo>
                  <a:lnTo>
                    <a:pt x="2027873" y="21154"/>
                  </a:lnTo>
                  <a:lnTo>
                    <a:pt x="2053555" y="19313"/>
                  </a:lnTo>
                  <a:lnTo>
                    <a:pt x="2078660" y="17513"/>
                  </a:lnTo>
                  <a:lnTo>
                    <a:pt x="2103212" y="15753"/>
                  </a:lnTo>
                  <a:lnTo>
                    <a:pt x="2127237" y="14030"/>
                  </a:lnTo>
                  <a:lnTo>
                    <a:pt x="2150756" y="12344"/>
                  </a:lnTo>
                  <a:lnTo>
                    <a:pt x="2173790" y="10693"/>
                  </a:lnTo>
                  <a:lnTo>
                    <a:pt x="2196359" y="9075"/>
                  </a:lnTo>
                  <a:lnTo>
                    <a:pt x="2218480" y="7489"/>
                  </a:lnTo>
                  <a:lnTo>
                    <a:pt x="2240172" y="5934"/>
                  </a:lnTo>
                  <a:lnTo>
                    <a:pt x="2261451" y="4409"/>
                  </a:lnTo>
                  <a:lnTo>
                    <a:pt x="2282332" y="2912"/>
                  </a:lnTo>
                  <a:lnTo>
                    <a:pt x="2302830" y="1442"/>
                  </a:lnTo>
                  <a:lnTo>
                    <a:pt x="232295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4" name="pl93"/>
            <p:cNvSpPr/>
            <p:nvPr/>
          </p:nvSpPr>
          <p:spPr>
            <a:xfrm>
              <a:off x="1511328" y="2224379"/>
              <a:ext cx="2322959" cy="87501"/>
            </a:xfrm>
            <a:custGeom>
              <a:avLst/>
              <a:pathLst>
                <a:path w="2322959" h="87501">
                  <a:moveTo>
                    <a:pt x="0" y="87501"/>
                  </a:moveTo>
                  <a:lnTo>
                    <a:pt x="149168" y="81882"/>
                  </a:lnTo>
                  <a:lnTo>
                    <a:pt x="280745" y="76926"/>
                  </a:lnTo>
                  <a:lnTo>
                    <a:pt x="398444" y="72492"/>
                  </a:lnTo>
                  <a:lnTo>
                    <a:pt x="504915" y="68482"/>
                  </a:lnTo>
                  <a:lnTo>
                    <a:pt x="602116" y="64820"/>
                  </a:lnTo>
                  <a:lnTo>
                    <a:pt x="691533" y="61452"/>
                  </a:lnTo>
                  <a:lnTo>
                    <a:pt x="774319" y="58334"/>
                  </a:lnTo>
                  <a:lnTo>
                    <a:pt x="851392" y="55431"/>
                  </a:lnTo>
                  <a:lnTo>
                    <a:pt x="923488" y="52715"/>
                  </a:lnTo>
                  <a:lnTo>
                    <a:pt x="991212" y="50164"/>
                  </a:lnTo>
                  <a:lnTo>
                    <a:pt x="1055064" y="47759"/>
                  </a:lnTo>
                  <a:lnTo>
                    <a:pt x="1115463" y="45484"/>
                  </a:lnTo>
                  <a:lnTo>
                    <a:pt x="1172763" y="43325"/>
                  </a:lnTo>
                  <a:lnTo>
                    <a:pt x="1227267" y="41272"/>
                  </a:lnTo>
                  <a:lnTo>
                    <a:pt x="1279235" y="39315"/>
                  </a:lnTo>
                  <a:lnTo>
                    <a:pt x="1328893" y="37444"/>
                  </a:lnTo>
                  <a:lnTo>
                    <a:pt x="1376436" y="35653"/>
                  </a:lnTo>
                  <a:lnTo>
                    <a:pt x="1422039" y="33936"/>
                  </a:lnTo>
                  <a:lnTo>
                    <a:pt x="1465852" y="32285"/>
                  </a:lnTo>
                  <a:lnTo>
                    <a:pt x="1508012" y="30697"/>
                  </a:lnTo>
                  <a:lnTo>
                    <a:pt x="1548639" y="29167"/>
                  </a:lnTo>
                  <a:lnTo>
                    <a:pt x="1587840" y="27690"/>
                  </a:lnTo>
                  <a:lnTo>
                    <a:pt x="1625711" y="26264"/>
                  </a:lnTo>
                  <a:lnTo>
                    <a:pt x="1662341" y="24884"/>
                  </a:lnTo>
                  <a:lnTo>
                    <a:pt x="1697808" y="23548"/>
                  </a:lnTo>
                  <a:lnTo>
                    <a:pt x="1732183" y="22253"/>
                  </a:lnTo>
                  <a:lnTo>
                    <a:pt x="1765532" y="20997"/>
                  </a:lnTo>
                  <a:lnTo>
                    <a:pt x="1797914" y="19777"/>
                  </a:lnTo>
                  <a:lnTo>
                    <a:pt x="1829384" y="18592"/>
                  </a:lnTo>
                  <a:lnTo>
                    <a:pt x="1859992" y="17439"/>
                  </a:lnTo>
                  <a:lnTo>
                    <a:pt x="1889783" y="16316"/>
                  </a:lnTo>
                  <a:lnTo>
                    <a:pt x="1918801" y="15223"/>
                  </a:lnTo>
                  <a:lnTo>
                    <a:pt x="1947083" y="14158"/>
                  </a:lnTo>
                  <a:lnTo>
                    <a:pt x="1974668" y="13119"/>
                  </a:lnTo>
                  <a:lnTo>
                    <a:pt x="2001587" y="12105"/>
                  </a:lnTo>
                  <a:lnTo>
                    <a:pt x="2027873" y="11115"/>
                  </a:lnTo>
                  <a:lnTo>
                    <a:pt x="2053555" y="10147"/>
                  </a:lnTo>
                  <a:lnTo>
                    <a:pt x="2078660" y="9202"/>
                  </a:lnTo>
                  <a:lnTo>
                    <a:pt x="2103212" y="8277"/>
                  </a:lnTo>
                  <a:lnTo>
                    <a:pt x="2127237" y="7372"/>
                  </a:lnTo>
                  <a:lnTo>
                    <a:pt x="2150756" y="6486"/>
                  </a:lnTo>
                  <a:lnTo>
                    <a:pt x="2173790" y="5618"/>
                  </a:lnTo>
                  <a:lnTo>
                    <a:pt x="2196359" y="4768"/>
                  </a:lnTo>
                  <a:lnTo>
                    <a:pt x="2218480" y="3935"/>
                  </a:lnTo>
                  <a:lnTo>
                    <a:pt x="2240172" y="3118"/>
                  </a:lnTo>
                  <a:lnTo>
                    <a:pt x="2261451" y="2316"/>
                  </a:lnTo>
                  <a:lnTo>
                    <a:pt x="2282332" y="1530"/>
                  </a:lnTo>
                  <a:lnTo>
                    <a:pt x="2302830" y="758"/>
                  </a:lnTo>
                  <a:lnTo>
                    <a:pt x="232295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5" name="rc94"/>
            <p:cNvSpPr/>
            <p:nvPr/>
          </p:nvSpPr>
          <p:spPr>
            <a:xfrm>
              <a:off x="1342663" y="1185068"/>
              <a:ext cx="2662504" cy="1507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96" name="pl95"/>
            <p:cNvSpPr/>
            <p:nvPr/>
          </p:nvSpPr>
          <p:spPr>
            <a:xfrm>
              <a:off x="1342663" y="1185068"/>
              <a:ext cx="0" cy="1507531"/>
            </a:xfrm>
            <a:custGeom>
              <a:avLst/>
              <a:pathLst>
                <a:path w="0" h="1507531">
                  <a:moveTo>
                    <a:pt x="0" y="1507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tx96"/>
            <p:cNvSpPr/>
            <p:nvPr/>
          </p:nvSpPr>
          <p:spPr>
            <a:xfrm rot="-5400000">
              <a:off x="1152636" y="2372477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98" name="tx97"/>
            <p:cNvSpPr/>
            <p:nvPr/>
          </p:nvSpPr>
          <p:spPr>
            <a:xfrm rot="-5400000">
              <a:off x="1152636" y="1963047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5.0</a:t>
              </a:r>
            </a:p>
          </p:txBody>
        </p:sp>
        <p:sp>
          <p:nvSpPr>
            <p:cNvPr id="99" name="tx98"/>
            <p:cNvSpPr/>
            <p:nvPr/>
          </p:nvSpPr>
          <p:spPr>
            <a:xfrm rot="-5400000">
              <a:off x="1152636" y="1553616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7.5</a:t>
              </a:r>
            </a:p>
          </p:txBody>
        </p:sp>
        <p:sp>
          <p:nvSpPr>
            <p:cNvPr id="100" name="tx99"/>
            <p:cNvSpPr/>
            <p:nvPr/>
          </p:nvSpPr>
          <p:spPr>
            <a:xfrm rot="-5400000">
              <a:off x="1120861" y="1144185"/>
              <a:ext cx="22238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10.0</a:t>
              </a:r>
            </a:p>
          </p:txBody>
        </p:sp>
        <p:sp>
          <p:nvSpPr>
            <p:cNvPr id="101" name="pl100"/>
            <p:cNvSpPr/>
            <p:nvPr/>
          </p:nvSpPr>
          <p:spPr>
            <a:xfrm>
              <a:off x="1311032" y="241348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1"/>
            <p:cNvSpPr/>
            <p:nvPr/>
          </p:nvSpPr>
          <p:spPr>
            <a:xfrm>
              <a:off x="1311032" y="200405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2"/>
            <p:cNvSpPr/>
            <p:nvPr/>
          </p:nvSpPr>
          <p:spPr>
            <a:xfrm>
              <a:off x="1311032" y="159462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3"/>
            <p:cNvSpPr/>
            <p:nvPr/>
          </p:nvSpPr>
          <p:spPr>
            <a:xfrm>
              <a:off x="1311032" y="1185196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4"/>
            <p:cNvSpPr/>
            <p:nvPr/>
          </p:nvSpPr>
          <p:spPr>
            <a:xfrm>
              <a:off x="1342663" y="2692600"/>
              <a:ext cx="2662504" cy="0"/>
            </a:xfrm>
            <a:custGeom>
              <a:avLst/>
              <a:pathLst>
                <a:path w="2662504" h="0">
                  <a:moveTo>
                    <a:pt x="0" y="0"/>
                  </a:moveTo>
                  <a:lnTo>
                    <a:pt x="2662504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5"/>
            <p:cNvSpPr/>
            <p:nvPr/>
          </p:nvSpPr>
          <p:spPr>
            <a:xfrm>
              <a:off x="1511328" y="2692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6"/>
            <p:cNvSpPr/>
            <p:nvPr/>
          </p:nvSpPr>
          <p:spPr>
            <a:xfrm>
              <a:off x="2285648" y="2692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7"/>
            <p:cNvSpPr/>
            <p:nvPr/>
          </p:nvSpPr>
          <p:spPr>
            <a:xfrm>
              <a:off x="3059968" y="2692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8"/>
            <p:cNvSpPr/>
            <p:nvPr/>
          </p:nvSpPr>
          <p:spPr>
            <a:xfrm>
              <a:off x="3834288" y="2692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tx109"/>
            <p:cNvSpPr/>
            <p:nvPr/>
          </p:nvSpPr>
          <p:spPr>
            <a:xfrm>
              <a:off x="1342663" y="990315"/>
              <a:ext cx="1117579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(a) Aboveground</a:t>
              </a:r>
            </a:p>
          </p:txBody>
        </p:sp>
        <p:sp>
          <p:nvSpPr>
            <p:cNvPr id="111" name="rc110"/>
            <p:cNvSpPr/>
            <p:nvPr/>
          </p:nvSpPr>
          <p:spPr>
            <a:xfrm>
              <a:off x="4270675" y="1185068"/>
              <a:ext cx="2662504" cy="1507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pt111"/>
            <p:cNvSpPr/>
            <p:nvPr/>
          </p:nvSpPr>
          <p:spPr>
            <a:xfrm>
              <a:off x="4427205" y="228194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3" name="pt112"/>
            <p:cNvSpPr/>
            <p:nvPr/>
          </p:nvSpPr>
          <p:spPr>
            <a:xfrm>
              <a:off x="4399828" y="145546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4" name="pt113"/>
            <p:cNvSpPr/>
            <p:nvPr/>
          </p:nvSpPr>
          <p:spPr>
            <a:xfrm>
              <a:off x="4363216" y="2274170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5" name="pt114"/>
            <p:cNvSpPr/>
            <p:nvPr/>
          </p:nvSpPr>
          <p:spPr>
            <a:xfrm>
              <a:off x="4459221" y="2177011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6" name="pt115"/>
            <p:cNvSpPr/>
            <p:nvPr/>
          </p:nvSpPr>
          <p:spPr>
            <a:xfrm>
              <a:off x="4457235" y="235589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7" name="pt116"/>
            <p:cNvSpPr/>
            <p:nvPr/>
          </p:nvSpPr>
          <p:spPr>
            <a:xfrm>
              <a:off x="4363392" y="170536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8" name="pt117"/>
            <p:cNvSpPr/>
            <p:nvPr/>
          </p:nvSpPr>
          <p:spPr>
            <a:xfrm>
              <a:off x="4367474" y="128409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19" name="pt118"/>
            <p:cNvSpPr/>
            <p:nvPr/>
          </p:nvSpPr>
          <p:spPr>
            <a:xfrm>
              <a:off x="4374519" y="204727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0" name="pt119"/>
            <p:cNvSpPr/>
            <p:nvPr/>
          </p:nvSpPr>
          <p:spPr>
            <a:xfrm>
              <a:off x="4367542" y="255703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1" name="pt120"/>
            <p:cNvSpPr/>
            <p:nvPr/>
          </p:nvSpPr>
          <p:spPr>
            <a:xfrm>
              <a:off x="4416243" y="200831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2" name="pt121"/>
            <p:cNvSpPr/>
            <p:nvPr/>
          </p:nvSpPr>
          <p:spPr>
            <a:xfrm>
              <a:off x="5218492" y="257715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3" name="pt122"/>
            <p:cNvSpPr/>
            <p:nvPr/>
          </p:nvSpPr>
          <p:spPr>
            <a:xfrm>
              <a:off x="5151169" y="1706073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4" name="pt123"/>
            <p:cNvSpPr/>
            <p:nvPr/>
          </p:nvSpPr>
          <p:spPr>
            <a:xfrm>
              <a:off x="5204896" y="219148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5" name="pt124"/>
            <p:cNvSpPr/>
            <p:nvPr/>
          </p:nvSpPr>
          <p:spPr>
            <a:xfrm>
              <a:off x="5236197" y="259559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6" name="pt125"/>
            <p:cNvSpPr/>
            <p:nvPr/>
          </p:nvSpPr>
          <p:spPr>
            <a:xfrm>
              <a:off x="5135599" y="188384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7" name="pt126"/>
            <p:cNvSpPr/>
            <p:nvPr/>
          </p:nvSpPr>
          <p:spPr>
            <a:xfrm>
              <a:off x="5204799" y="122511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8" name="pt127"/>
            <p:cNvSpPr/>
            <p:nvPr/>
          </p:nvSpPr>
          <p:spPr>
            <a:xfrm>
              <a:off x="5137783" y="256358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29" name="pt128"/>
            <p:cNvSpPr/>
            <p:nvPr/>
          </p:nvSpPr>
          <p:spPr>
            <a:xfrm>
              <a:off x="5202722" y="250731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0" name="pt129"/>
            <p:cNvSpPr/>
            <p:nvPr/>
          </p:nvSpPr>
          <p:spPr>
            <a:xfrm>
              <a:off x="5141588" y="221432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1" name="pt130"/>
            <p:cNvSpPr/>
            <p:nvPr/>
          </p:nvSpPr>
          <p:spPr>
            <a:xfrm>
              <a:off x="5228982" y="257003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2" name="pt131"/>
            <p:cNvSpPr/>
            <p:nvPr/>
          </p:nvSpPr>
          <p:spPr>
            <a:xfrm>
              <a:off x="5208912" y="236975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3" name="pt132"/>
            <p:cNvSpPr/>
            <p:nvPr/>
          </p:nvSpPr>
          <p:spPr>
            <a:xfrm>
              <a:off x="5150887" y="256660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4" name="pt133"/>
            <p:cNvSpPr/>
            <p:nvPr/>
          </p:nvSpPr>
          <p:spPr>
            <a:xfrm>
              <a:off x="5158131" y="210405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5" name="pt134"/>
            <p:cNvSpPr/>
            <p:nvPr/>
          </p:nvSpPr>
          <p:spPr>
            <a:xfrm>
              <a:off x="5142771" y="197580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6" name="pt135"/>
            <p:cNvSpPr/>
            <p:nvPr/>
          </p:nvSpPr>
          <p:spPr>
            <a:xfrm>
              <a:off x="5218225" y="203328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7" name="pt136"/>
            <p:cNvSpPr/>
            <p:nvPr/>
          </p:nvSpPr>
          <p:spPr>
            <a:xfrm>
              <a:off x="5209218" y="1844966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8" name="pt137"/>
            <p:cNvSpPr/>
            <p:nvPr/>
          </p:nvSpPr>
          <p:spPr>
            <a:xfrm>
              <a:off x="5156515" y="233817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39" name="pt138"/>
            <p:cNvSpPr/>
            <p:nvPr/>
          </p:nvSpPr>
          <p:spPr>
            <a:xfrm>
              <a:off x="5179401" y="256012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0" name="pt139"/>
            <p:cNvSpPr/>
            <p:nvPr/>
          </p:nvSpPr>
          <p:spPr>
            <a:xfrm>
              <a:off x="5961943" y="2317778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1" name="pt140"/>
            <p:cNvSpPr/>
            <p:nvPr/>
          </p:nvSpPr>
          <p:spPr>
            <a:xfrm>
              <a:off x="5951712" y="240812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2" name="pt141"/>
            <p:cNvSpPr/>
            <p:nvPr/>
          </p:nvSpPr>
          <p:spPr>
            <a:xfrm>
              <a:off x="5912734" y="250528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3" name="pt142"/>
            <p:cNvSpPr/>
            <p:nvPr/>
          </p:nvSpPr>
          <p:spPr>
            <a:xfrm>
              <a:off x="5966171" y="2272705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4" name="pt143"/>
            <p:cNvSpPr/>
            <p:nvPr/>
          </p:nvSpPr>
          <p:spPr>
            <a:xfrm>
              <a:off x="5926154" y="176873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5" name="pt144"/>
            <p:cNvSpPr/>
            <p:nvPr/>
          </p:nvSpPr>
          <p:spPr>
            <a:xfrm>
              <a:off x="6000879" y="143218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6" name="pt145"/>
            <p:cNvSpPr/>
            <p:nvPr/>
          </p:nvSpPr>
          <p:spPr>
            <a:xfrm>
              <a:off x="5994358" y="165939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7" name="pt146"/>
            <p:cNvSpPr/>
            <p:nvPr/>
          </p:nvSpPr>
          <p:spPr>
            <a:xfrm>
              <a:off x="5955125" y="234802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8" name="pt147"/>
            <p:cNvSpPr/>
            <p:nvPr/>
          </p:nvSpPr>
          <p:spPr>
            <a:xfrm>
              <a:off x="5989886" y="229173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49" name="pt148"/>
            <p:cNvSpPr/>
            <p:nvPr/>
          </p:nvSpPr>
          <p:spPr>
            <a:xfrm>
              <a:off x="5912512" y="173174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0" name="pt149"/>
            <p:cNvSpPr/>
            <p:nvPr/>
          </p:nvSpPr>
          <p:spPr>
            <a:xfrm>
              <a:off x="5905965" y="193183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1" name="pt150"/>
            <p:cNvSpPr/>
            <p:nvPr/>
          </p:nvSpPr>
          <p:spPr>
            <a:xfrm>
              <a:off x="5998941" y="248128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2" name="pt151"/>
            <p:cNvSpPr/>
            <p:nvPr/>
          </p:nvSpPr>
          <p:spPr>
            <a:xfrm>
              <a:off x="5936283" y="168299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3" name="pt152"/>
            <p:cNvSpPr/>
            <p:nvPr/>
          </p:nvSpPr>
          <p:spPr>
            <a:xfrm>
              <a:off x="5955814" y="187316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4" name="pt153"/>
            <p:cNvSpPr/>
            <p:nvPr/>
          </p:nvSpPr>
          <p:spPr>
            <a:xfrm>
              <a:off x="5960757" y="205903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5" name="pt154"/>
            <p:cNvSpPr/>
            <p:nvPr/>
          </p:nvSpPr>
          <p:spPr>
            <a:xfrm>
              <a:off x="5980202" y="245286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6" name="pt155"/>
            <p:cNvSpPr/>
            <p:nvPr/>
          </p:nvSpPr>
          <p:spPr>
            <a:xfrm>
              <a:off x="5907051" y="2050458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7" name="pt156"/>
            <p:cNvSpPr/>
            <p:nvPr/>
          </p:nvSpPr>
          <p:spPr>
            <a:xfrm>
              <a:off x="5959032" y="242665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8" name="pt157"/>
            <p:cNvSpPr/>
            <p:nvPr/>
          </p:nvSpPr>
          <p:spPr>
            <a:xfrm>
              <a:off x="5981896" y="185333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59" name="pt158"/>
            <p:cNvSpPr/>
            <p:nvPr/>
          </p:nvSpPr>
          <p:spPr>
            <a:xfrm>
              <a:off x="5939222" y="2064197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0" name="pt159"/>
            <p:cNvSpPr/>
            <p:nvPr/>
          </p:nvSpPr>
          <p:spPr>
            <a:xfrm>
              <a:off x="6774889" y="217118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1" name="pt160"/>
            <p:cNvSpPr/>
            <p:nvPr/>
          </p:nvSpPr>
          <p:spPr>
            <a:xfrm>
              <a:off x="6746100" y="231345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2" name="pt161"/>
            <p:cNvSpPr/>
            <p:nvPr/>
          </p:nvSpPr>
          <p:spPr>
            <a:xfrm>
              <a:off x="6701935" y="2368939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3" name="pt162"/>
            <p:cNvSpPr/>
            <p:nvPr/>
          </p:nvSpPr>
          <p:spPr>
            <a:xfrm>
              <a:off x="6685766" y="215406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4" name="pt163"/>
            <p:cNvSpPr/>
            <p:nvPr/>
          </p:nvSpPr>
          <p:spPr>
            <a:xfrm>
              <a:off x="6690223" y="203592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5" name="pt164"/>
            <p:cNvSpPr/>
            <p:nvPr/>
          </p:nvSpPr>
          <p:spPr>
            <a:xfrm>
              <a:off x="6783674" y="208677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6" name="pt165"/>
            <p:cNvSpPr/>
            <p:nvPr/>
          </p:nvSpPr>
          <p:spPr>
            <a:xfrm>
              <a:off x="6730342" y="231168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7" name="pt166"/>
            <p:cNvSpPr/>
            <p:nvPr/>
          </p:nvSpPr>
          <p:spPr>
            <a:xfrm>
              <a:off x="6712185" y="2110334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8" name="pt167"/>
            <p:cNvSpPr/>
            <p:nvPr/>
          </p:nvSpPr>
          <p:spPr>
            <a:xfrm>
              <a:off x="6712832" y="234760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69" name="pt168"/>
            <p:cNvSpPr/>
            <p:nvPr/>
          </p:nvSpPr>
          <p:spPr>
            <a:xfrm>
              <a:off x="6696888" y="223487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0" name="pt169"/>
            <p:cNvSpPr/>
            <p:nvPr/>
          </p:nvSpPr>
          <p:spPr>
            <a:xfrm>
              <a:off x="6731481" y="206980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1" name="pt170"/>
            <p:cNvSpPr/>
            <p:nvPr/>
          </p:nvSpPr>
          <p:spPr>
            <a:xfrm>
              <a:off x="6782507" y="176255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2" name="pt171"/>
            <p:cNvSpPr/>
            <p:nvPr/>
          </p:nvSpPr>
          <p:spPr>
            <a:xfrm>
              <a:off x="6676601" y="233498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3" name="pt172"/>
            <p:cNvSpPr/>
            <p:nvPr/>
          </p:nvSpPr>
          <p:spPr>
            <a:xfrm>
              <a:off x="6763078" y="253800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4" name="pt173"/>
            <p:cNvSpPr/>
            <p:nvPr/>
          </p:nvSpPr>
          <p:spPr>
            <a:xfrm>
              <a:off x="6697169" y="2398891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5" name="pt174"/>
            <p:cNvSpPr/>
            <p:nvPr/>
          </p:nvSpPr>
          <p:spPr>
            <a:xfrm>
              <a:off x="6737755" y="217911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6" name="pt175"/>
            <p:cNvSpPr/>
            <p:nvPr/>
          </p:nvSpPr>
          <p:spPr>
            <a:xfrm>
              <a:off x="6731760" y="230547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7" name="pt176"/>
            <p:cNvSpPr/>
            <p:nvPr/>
          </p:nvSpPr>
          <p:spPr>
            <a:xfrm>
              <a:off x="6677850" y="215516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8" name="pt177"/>
            <p:cNvSpPr/>
            <p:nvPr/>
          </p:nvSpPr>
          <p:spPr>
            <a:xfrm>
              <a:off x="6675187" y="2132091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79" name="pt178"/>
            <p:cNvSpPr/>
            <p:nvPr/>
          </p:nvSpPr>
          <p:spPr>
            <a:xfrm>
              <a:off x="6743702" y="196326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0" name="pt179"/>
            <p:cNvSpPr/>
            <p:nvPr/>
          </p:nvSpPr>
          <p:spPr>
            <a:xfrm>
              <a:off x="6739984" y="200661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1" name="pt180"/>
            <p:cNvSpPr/>
            <p:nvPr/>
          </p:nvSpPr>
          <p:spPr>
            <a:xfrm>
              <a:off x="6737353" y="207348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2" name="pt181"/>
            <p:cNvSpPr/>
            <p:nvPr/>
          </p:nvSpPr>
          <p:spPr>
            <a:xfrm>
              <a:off x="6747093" y="243598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3" name="pt182"/>
            <p:cNvSpPr/>
            <p:nvPr/>
          </p:nvSpPr>
          <p:spPr>
            <a:xfrm>
              <a:off x="6714272" y="2147400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184" name="pl183"/>
            <p:cNvSpPr/>
            <p:nvPr/>
          </p:nvSpPr>
          <p:spPr>
            <a:xfrm>
              <a:off x="4444724" y="2084271"/>
              <a:ext cx="2312269" cy="141437"/>
            </a:xfrm>
            <a:custGeom>
              <a:avLst/>
              <a:pathLst>
                <a:path w="2312269" h="141437">
                  <a:moveTo>
                    <a:pt x="0" y="0"/>
                  </a:moveTo>
                  <a:lnTo>
                    <a:pt x="148482" y="9082"/>
                  </a:lnTo>
                  <a:lnTo>
                    <a:pt x="279453" y="17093"/>
                  </a:lnTo>
                  <a:lnTo>
                    <a:pt x="396610" y="24259"/>
                  </a:lnTo>
                  <a:lnTo>
                    <a:pt x="502592" y="30742"/>
                  </a:lnTo>
                  <a:lnTo>
                    <a:pt x="599346" y="36660"/>
                  </a:lnTo>
                  <a:lnTo>
                    <a:pt x="688351" y="42105"/>
                  </a:lnTo>
                  <a:lnTo>
                    <a:pt x="770756" y="47145"/>
                  </a:lnTo>
                  <a:lnTo>
                    <a:pt x="847474" y="51838"/>
                  </a:lnTo>
                  <a:lnTo>
                    <a:pt x="919239" y="56228"/>
                  </a:lnTo>
                  <a:lnTo>
                    <a:pt x="986651" y="60351"/>
                  </a:lnTo>
                  <a:lnTo>
                    <a:pt x="1050209" y="64239"/>
                  </a:lnTo>
                  <a:lnTo>
                    <a:pt x="1110330" y="67917"/>
                  </a:lnTo>
                  <a:lnTo>
                    <a:pt x="1167367" y="71405"/>
                  </a:lnTo>
                  <a:lnTo>
                    <a:pt x="1221620" y="74724"/>
                  </a:lnTo>
                  <a:lnTo>
                    <a:pt x="1273349" y="77888"/>
                  </a:lnTo>
                  <a:lnTo>
                    <a:pt x="1322777" y="80912"/>
                  </a:lnTo>
                  <a:lnTo>
                    <a:pt x="1370102" y="83806"/>
                  </a:lnTo>
                  <a:lnTo>
                    <a:pt x="1415495" y="86583"/>
                  </a:lnTo>
                  <a:lnTo>
                    <a:pt x="1459107" y="89251"/>
                  </a:lnTo>
                  <a:lnTo>
                    <a:pt x="1501073" y="91818"/>
                  </a:lnTo>
                  <a:lnTo>
                    <a:pt x="1541513" y="94291"/>
                  </a:lnTo>
                  <a:lnTo>
                    <a:pt x="1580533" y="96678"/>
                  </a:lnTo>
                  <a:lnTo>
                    <a:pt x="1618230" y="98984"/>
                  </a:lnTo>
                  <a:lnTo>
                    <a:pt x="1654692" y="101214"/>
                  </a:lnTo>
                  <a:lnTo>
                    <a:pt x="1689995" y="103374"/>
                  </a:lnTo>
                  <a:lnTo>
                    <a:pt x="1724212" y="105467"/>
                  </a:lnTo>
                  <a:lnTo>
                    <a:pt x="1757408" y="107497"/>
                  </a:lnTo>
                  <a:lnTo>
                    <a:pt x="1789641" y="109469"/>
                  </a:lnTo>
                  <a:lnTo>
                    <a:pt x="1820966" y="111385"/>
                  </a:lnTo>
                  <a:lnTo>
                    <a:pt x="1851433" y="113248"/>
                  </a:lnTo>
                  <a:lnTo>
                    <a:pt x="1881087" y="115062"/>
                  </a:lnTo>
                  <a:lnTo>
                    <a:pt x="1909971" y="116829"/>
                  </a:lnTo>
                  <a:lnTo>
                    <a:pt x="1938123" y="118551"/>
                  </a:lnTo>
                  <a:lnTo>
                    <a:pt x="1965581" y="120231"/>
                  </a:lnTo>
                  <a:lnTo>
                    <a:pt x="1992376" y="121870"/>
                  </a:lnTo>
                  <a:lnTo>
                    <a:pt x="2018542" y="123470"/>
                  </a:lnTo>
                  <a:lnTo>
                    <a:pt x="2044105" y="125034"/>
                  </a:lnTo>
                  <a:lnTo>
                    <a:pt x="2069094" y="126562"/>
                  </a:lnTo>
                  <a:lnTo>
                    <a:pt x="2093534" y="128057"/>
                  </a:lnTo>
                  <a:lnTo>
                    <a:pt x="2117448" y="129520"/>
                  </a:lnTo>
                  <a:lnTo>
                    <a:pt x="2140859" y="130952"/>
                  </a:lnTo>
                  <a:lnTo>
                    <a:pt x="2163787" y="132355"/>
                  </a:lnTo>
                  <a:lnTo>
                    <a:pt x="2186252" y="133729"/>
                  </a:lnTo>
                  <a:lnTo>
                    <a:pt x="2208271" y="135076"/>
                  </a:lnTo>
                  <a:lnTo>
                    <a:pt x="2229864" y="136396"/>
                  </a:lnTo>
                  <a:lnTo>
                    <a:pt x="2251045" y="137692"/>
                  </a:lnTo>
                  <a:lnTo>
                    <a:pt x="2271830" y="138963"/>
                  </a:lnTo>
                  <a:lnTo>
                    <a:pt x="2292233" y="140211"/>
                  </a:lnTo>
                  <a:lnTo>
                    <a:pt x="2312269" y="141437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5" name="pl184"/>
            <p:cNvSpPr/>
            <p:nvPr/>
          </p:nvSpPr>
          <p:spPr>
            <a:xfrm>
              <a:off x="4444724" y="1517616"/>
              <a:ext cx="2312269" cy="639662"/>
            </a:xfrm>
            <a:custGeom>
              <a:avLst/>
              <a:pathLst>
                <a:path w="2312269" h="639662">
                  <a:moveTo>
                    <a:pt x="0" y="0"/>
                  </a:moveTo>
                  <a:lnTo>
                    <a:pt x="148482" y="41075"/>
                  </a:lnTo>
                  <a:lnTo>
                    <a:pt x="279453" y="77307"/>
                  </a:lnTo>
                  <a:lnTo>
                    <a:pt x="396610" y="109717"/>
                  </a:lnTo>
                  <a:lnTo>
                    <a:pt x="502592" y="139036"/>
                  </a:lnTo>
                  <a:lnTo>
                    <a:pt x="599346" y="165802"/>
                  </a:lnTo>
                  <a:lnTo>
                    <a:pt x="688351" y="190424"/>
                  </a:lnTo>
                  <a:lnTo>
                    <a:pt x="770756" y="213220"/>
                  </a:lnTo>
                  <a:lnTo>
                    <a:pt x="847474" y="234443"/>
                  </a:lnTo>
                  <a:lnTo>
                    <a:pt x="919239" y="254296"/>
                  </a:lnTo>
                  <a:lnTo>
                    <a:pt x="986651" y="272945"/>
                  </a:lnTo>
                  <a:lnTo>
                    <a:pt x="1050209" y="290528"/>
                  </a:lnTo>
                  <a:lnTo>
                    <a:pt x="1110330" y="307160"/>
                  </a:lnTo>
                  <a:lnTo>
                    <a:pt x="1167367" y="322938"/>
                  </a:lnTo>
                  <a:lnTo>
                    <a:pt x="1221620" y="337946"/>
                  </a:lnTo>
                  <a:lnTo>
                    <a:pt x="1273349" y="352257"/>
                  </a:lnTo>
                  <a:lnTo>
                    <a:pt x="1322777" y="365931"/>
                  </a:lnTo>
                  <a:lnTo>
                    <a:pt x="1370102" y="379022"/>
                  </a:lnTo>
                  <a:lnTo>
                    <a:pt x="1415495" y="391580"/>
                  </a:lnTo>
                  <a:lnTo>
                    <a:pt x="1459107" y="403645"/>
                  </a:lnTo>
                  <a:lnTo>
                    <a:pt x="1501073" y="415254"/>
                  </a:lnTo>
                  <a:lnTo>
                    <a:pt x="1541513" y="426441"/>
                  </a:lnTo>
                  <a:lnTo>
                    <a:pt x="1580533" y="437236"/>
                  </a:lnTo>
                  <a:lnTo>
                    <a:pt x="1618230" y="447664"/>
                  </a:lnTo>
                  <a:lnTo>
                    <a:pt x="1654692" y="457751"/>
                  </a:lnTo>
                  <a:lnTo>
                    <a:pt x="1689995" y="467517"/>
                  </a:lnTo>
                  <a:lnTo>
                    <a:pt x="1724212" y="476983"/>
                  </a:lnTo>
                  <a:lnTo>
                    <a:pt x="1757408" y="486166"/>
                  </a:lnTo>
                  <a:lnTo>
                    <a:pt x="1789641" y="495083"/>
                  </a:lnTo>
                  <a:lnTo>
                    <a:pt x="1820966" y="503749"/>
                  </a:lnTo>
                  <a:lnTo>
                    <a:pt x="1851433" y="512177"/>
                  </a:lnTo>
                  <a:lnTo>
                    <a:pt x="1881087" y="520380"/>
                  </a:lnTo>
                  <a:lnTo>
                    <a:pt x="1909971" y="528371"/>
                  </a:lnTo>
                  <a:lnTo>
                    <a:pt x="1938123" y="536159"/>
                  </a:lnTo>
                  <a:lnTo>
                    <a:pt x="1965581" y="543755"/>
                  </a:lnTo>
                  <a:lnTo>
                    <a:pt x="1992376" y="551167"/>
                  </a:lnTo>
                  <a:lnTo>
                    <a:pt x="2018542" y="558406"/>
                  </a:lnTo>
                  <a:lnTo>
                    <a:pt x="2044105" y="565477"/>
                  </a:lnTo>
                  <a:lnTo>
                    <a:pt x="2069094" y="572390"/>
                  </a:lnTo>
                  <a:lnTo>
                    <a:pt x="2093534" y="579151"/>
                  </a:lnTo>
                  <a:lnTo>
                    <a:pt x="2117448" y="585767"/>
                  </a:lnTo>
                  <a:lnTo>
                    <a:pt x="2140859" y="592243"/>
                  </a:lnTo>
                  <a:lnTo>
                    <a:pt x="2163787" y="598586"/>
                  </a:lnTo>
                  <a:lnTo>
                    <a:pt x="2186252" y="604801"/>
                  </a:lnTo>
                  <a:lnTo>
                    <a:pt x="2208271" y="610892"/>
                  </a:lnTo>
                  <a:lnTo>
                    <a:pt x="2229864" y="616865"/>
                  </a:lnTo>
                  <a:lnTo>
                    <a:pt x="2251045" y="622725"/>
                  </a:lnTo>
                  <a:lnTo>
                    <a:pt x="2271830" y="628475"/>
                  </a:lnTo>
                  <a:lnTo>
                    <a:pt x="2292233" y="634119"/>
                  </a:lnTo>
                  <a:lnTo>
                    <a:pt x="2312269" y="639662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6" name="pl185"/>
            <p:cNvSpPr/>
            <p:nvPr/>
          </p:nvSpPr>
          <p:spPr>
            <a:xfrm>
              <a:off x="4444724" y="2298343"/>
              <a:ext cx="2312269" cy="90727"/>
            </a:xfrm>
            <a:custGeom>
              <a:avLst/>
              <a:pathLst>
                <a:path w="2312269" h="90727">
                  <a:moveTo>
                    <a:pt x="0" y="0"/>
                  </a:moveTo>
                  <a:lnTo>
                    <a:pt x="148482" y="5826"/>
                  </a:lnTo>
                  <a:lnTo>
                    <a:pt x="279453" y="10965"/>
                  </a:lnTo>
                  <a:lnTo>
                    <a:pt x="396610" y="15562"/>
                  </a:lnTo>
                  <a:lnTo>
                    <a:pt x="502592" y="19720"/>
                  </a:lnTo>
                  <a:lnTo>
                    <a:pt x="599346" y="23516"/>
                  </a:lnTo>
                  <a:lnTo>
                    <a:pt x="688351" y="27009"/>
                  </a:lnTo>
                  <a:lnTo>
                    <a:pt x="770756" y="30242"/>
                  </a:lnTo>
                  <a:lnTo>
                    <a:pt x="847474" y="33252"/>
                  </a:lnTo>
                  <a:lnTo>
                    <a:pt x="919239" y="36068"/>
                  </a:lnTo>
                  <a:lnTo>
                    <a:pt x="986651" y="38713"/>
                  </a:lnTo>
                  <a:lnTo>
                    <a:pt x="1050209" y="41207"/>
                  </a:lnTo>
                  <a:lnTo>
                    <a:pt x="1110330" y="43566"/>
                  </a:lnTo>
                  <a:lnTo>
                    <a:pt x="1167367" y="45804"/>
                  </a:lnTo>
                  <a:lnTo>
                    <a:pt x="1221620" y="47933"/>
                  </a:lnTo>
                  <a:lnTo>
                    <a:pt x="1273349" y="49963"/>
                  </a:lnTo>
                  <a:lnTo>
                    <a:pt x="1322777" y="51902"/>
                  </a:lnTo>
                  <a:lnTo>
                    <a:pt x="1370102" y="53759"/>
                  </a:lnTo>
                  <a:lnTo>
                    <a:pt x="1415495" y="55540"/>
                  </a:lnTo>
                  <a:lnTo>
                    <a:pt x="1459107" y="57251"/>
                  </a:lnTo>
                  <a:lnTo>
                    <a:pt x="1501073" y="58898"/>
                  </a:lnTo>
                  <a:lnTo>
                    <a:pt x="1541513" y="60485"/>
                  </a:lnTo>
                  <a:lnTo>
                    <a:pt x="1580533" y="62016"/>
                  </a:lnTo>
                  <a:lnTo>
                    <a:pt x="1618230" y="63495"/>
                  </a:lnTo>
                  <a:lnTo>
                    <a:pt x="1654692" y="64925"/>
                  </a:lnTo>
                  <a:lnTo>
                    <a:pt x="1689995" y="66311"/>
                  </a:lnTo>
                  <a:lnTo>
                    <a:pt x="1724212" y="67653"/>
                  </a:lnTo>
                  <a:lnTo>
                    <a:pt x="1757408" y="68956"/>
                  </a:lnTo>
                  <a:lnTo>
                    <a:pt x="1789641" y="70221"/>
                  </a:lnTo>
                  <a:lnTo>
                    <a:pt x="1820966" y="71450"/>
                  </a:lnTo>
                  <a:lnTo>
                    <a:pt x="1851433" y="72645"/>
                  </a:lnTo>
                  <a:lnTo>
                    <a:pt x="1881087" y="73809"/>
                  </a:lnTo>
                  <a:lnTo>
                    <a:pt x="1909971" y="74942"/>
                  </a:lnTo>
                  <a:lnTo>
                    <a:pt x="1938123" y="76047"/>
                  </a:lnTo>
                  <a:lnTo>
                    <a:pt x="1965581" y="77124"/>
                  </a:lnTo>
                  <a:lnTo>
                    <a:pt x="1992376" y="78175"/>
                  </a:lnTo>
                  <a:lnTo>
                    <a:pt x="2018542" y="79202"/>
                  </a:lnTo>
                  <a:lnTo>
                    <a:pt x="2044105" y="80205"/>
                  </a:lnTo>
                  <a:lnTo>
                    <a:pt x="2069094" y="81186"/>
                  </a:lnTo>
                  <a:lnTo>
                    <a:pt x="2093534" y="82145"/>
                  </a:lnTo>
                  <a:lnTo>
                    <a:pt x="2117448" y="83083"/>
                  </a:lnTo>
                  <a:lnTo>
                    <a:pt x="2140859" y="84001"/>
                  </a:lnTo>
                  <a:lnTo>
                    <a:pt x="2163787" y="84901"/>
                  </a:lnTo>
                  <a:lnTo>
                    <a:pt x="2186252" y="85783"/>
                  </a:lnTo>
                  <a:lnTo>
                    <a:pt x="2208271" y="86647"/>
                  </a:lnTo>
                  <a:lnTo>
                    <a:pt x="2229864" y="87494"/>
                  </a:lnTo>
                  <a:lnTo>
                    <a:pt x="2251045" y="88325"/>
                  </a:lnTo>
                  <a:lnTo>
                    <a:pt x="2271830" y="89140"/>
                  </a:lnTo>
                  <a:lnTo>
                    <a:pt x="2292233" y="89941"/>
                  </a:lnTo>
                  <a:lnTo>
                    <a:pt x="2312269" y="90727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7" name="pl186"/>
            <p:cNvSpPr/>
            <p:nvPr/>
          </p:nvSpPr>
          <p:spPr>
            <a:xfrm>
              <a:off x="4444724" y="2139672"/>
              <a:ext cx="2312269" cy="126552"/>
            </a:xfrm>
            <a:custGeom>
              <a:avLst/>
              <a:pathLst>
                <a:path w="2312269" h="126552">
                  <a:moveTo>
                    <a:pt x="0" y="126552"/>
                  </a:moveTo>
                  <a:lnTo>
                    <a:pt x="148482" y="118425"/>
                  </a:lnTo>
                  <a:lnTo>
                    <a:pt x="279453" y="111257"/>
                  </a:lnTo>
                  <a:lnTo>
                    <a:pt x="396610" y="104845"/>
                  </a:lnTo>
                  <a:lnTo>
                    <a:pt x="502592" y="99044"/>
                  </a:lnTo>
                  <a:lnTo>
                    <a:pt x="599346" y="93749"/>
                  </a:lnTo>
                  <a:lnTo>
                    <a:pt x="688351" y="88878"/>
                  </a:lnTo>
                  <a:lnTo>
                    <a:pt x="770756" y="84368"/>
                  </a:lnTo>
                  <a:lnTo>
                    <a:pt x="847474" y="80169"/>
                  </a:lnTo>
                  <a:lnTo>
                    <a:pt x="919239" y="76241"/>
                  </a:lnTo>
                  <a:lnTo>
                    <a:pt x="986651" y="72551"/>
                  </a:lnTo>
                  <a:lnTo>
                    <a:pt x="1050209" y="69073"/>
                  </a:lnTo>
                  <a:lnTo>
                    <a:pt x="1110330" y="65782"/>
                  </a:lnTo>
                  <a:lnTo>
                    <a:pt x="1167367" y="62661"/>
                  </a:lnTo>
                  <a:lnTo>
                    <a:pt x="1221620" y="59691"/>
                  </a:lnTo>
                  <a:lnTo>
                    <a:pt x="1273349" y="56860"/>
                  </a:lnTo>
                  <a:lnTo>
                    <a:pt x="1322777" y="54155"/>
                  </a:lnTo>
                  <a:lnTo>
                    <a:pt x="1370102" y="51565"/>
                  </a:lnTo>
                  <a:lnTo>
                    <a:pt x="1415495" y="49081"/>
                  </a:lnTo>
                  <a:lnTo>
                    <a:pt x="1459107" y="46694"/>
                  </a:lnTo>
                  <a:lnTo>
                    <a:pt x="1501073" y="44397"/>
                  </a:lnTo>
                  <a:lnTo>
                    <a:pt x="1541513" y="42184"/>
                  </a:lnTo>
                  <a:lnTo>
                    <a:pt x="1580533" y="40048"/>
                  </a:lnTo>
                  <a:lnTo>
                    <a:pt x="1618230" y="37985"/>
                  </a:lnTo>
                  <a:lnTo>
                    <a:pt x="1654692" y="35989"/>
                  </a:lnTo>
                  <a:lnTo>
                    <a:pt x="1689995" y="34057"/>
                  </a:lnTo>
                  <a:lnTo>
                    <a:pt x="1724212" y="32184"/>
                  </a:lnTo>
                  <a:lnTo>
                    <a:pt x="1757408" y="30367"/>
                  </a:lnTo>
                  <a:lnTo>
                    <a:pt x="1789641" y="28603"/>
                  </a:lnTo>
                  <a:lnTo>
                    <a:pt x="1820966" y="26889"/>
                  </a:lnTo>
                  <a:lnTo>
                    <a:pt x="1851433" y="25221"/>
                  </a:lnTo>
                  <a:lnTo>
                    <a:pt x="1881087" y="23598"/>
                  </a:lnTo>
                  <a:lnTo>
                    <a:pt x="1909971" y="22018"/>
                  </a:lnTo>
                  <a:lnTo>
                    <a:pt x="1938123" y="20477"/>
                  </a:lnTo>
                  <a:lnTo>
                    <a:pt x="1965581" y="18974"/>
                  </a:lnTo>
                  <a:lnTo>
                    <a:pt x="1992376" y="17507"/>
                  </a:lnTo>
                  <a:lnTo>
                    <a:pt x="2018542" y="16075"/>
                  </a:lnTo>
                  <a:lnTo>
                    <a:pt x="2044105" y="14676"/>
                  </a:lnTo>
                  <a:lnTo>
                    <a:pt x="2069094" y="13309"/>
                  </a:lnTo>
                  <a:lnTo>
                    <a:pt x="2093534" y="11971"/>
                  </a:lnTo>
                  <a:lnTo>
                    <a:pt x="2117448" y="10662"/>
                  </a:lnTo>
                  <a:lnTo>
                    <a:pt x="2140859" y="9381"/>
                  </a:lnTo>
                  <a:lnTo>
                    <a:pt x="2163787" y="8126"/>
                  </a:lnTo>
                  <a:lnTo>
                    <a:pt x="2186252" y="6897"/>
                  </a:lnTo>
                  <a:lnTo>
                    <a:pt x="2208271" y="5691"/>
                  </a:lnTo>
                  <a:lnTo>
                    <a:pt x="2229864" y="4510"/>
                  </a:lnTo>
                  <a:lnTo>
                    <a:pt x="2251045" y="3350"/>
                  </a:lnTo>
                  <a:lnTo>
                    <a:pt x="2271830" y="2213"/>
                  </a:lnTo>
                  <a:lnTo>
                    <a:pt x="2292233" y="1096"/>
                  </a:lnTo>
                  <a:lnTo>
                    <a:pt x="231226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8" name="pl187"/>
            <p:cNvSpPr/>
            <p:nvPr/>
          </p:nvSpPr>
          <p:spPr>
            <a:xfrm>
              <a:off x="4444724" y="2058304"/>
              <a:ext cx="2312269" cy="242958"/>
            </a:xfrm>
            <a:custGeom>
              <a:avLst/>
              <a:pathLst>
                <a:path w="2312269" h="242958">
                  <a:moveTo>
                    <a:pt x="0" y="242958"/>
                  </a:moveTo>
                  <a:lnTo>
                    <a:pt x="148482" y="227356"/>
                  </a:lnTo>
                  <a:lnTo>
                    <a:pt x="279453" y="213595"/>
                  </a:lnTo>
                  <a:lnTo>
                    <a:pt x="396610" y="201285"/>
                  </a:lnTo>
                  <a:lnTo>
                    <a:pt x="502592" y="190149"/>
                  </a:lnTo>
                  <a:lnTo>
                    <a:pt x="599346" y="179982"/>
                  </a:lnTo>
                  <a:lnTo>
                    <a:pt x="688351" y="170630"/>
                  </a:lnTo>
                  <a:lnTo>
                    <a:pt x="770756" y="161972"/>
                  </a:lnTo>
                  <a:lnTo>
                    <a:pt x="847474" y="153911"/>
                  </a:lnTo>
                  <a:lnTo>
                    <a:pt x="919239" y="146370"/>
                  </a:lnTo>
                  <a:lnTo>
                    <a:pt x="986651" y="139287"/>
                  </a:lnTo>
                  <a:lnTo>
                    <a:pt x="1050209" y="132609"/>
                  </a:lnTo>
                  <a:lnTo>
                    <a:pt x="1110330" y="126291"/>
                  </a:lnTo>
                  <a:lnTo>
                    <a:pt x="1167367" y="120298"/>
                  </a:lnTo>
                  <a:lnTo>
                    <a:pt x="1221620" y="114598"/>
                  </a:lnTo>
                  <a:lnTo>
                    <a:pt x="1273349" y="109163"/>
                  </a:lnTo>
                  <a:lnTo>
                    <a:pt x="1322777" y="103969"/>
                  </a:lnTo>
                  <a:lnTo>
                    <a:pt x="1370102" y="98996"/>
                  </a:lnTo>
                  <a:lnTo>
                    <a:pt x="1415495" y="94227"/>
                  </a:lnTo>
                  <a:lnTo>
                    <a:pt x="1459107" y="89644"/>
                  </a:lnTo>
                  <a:lnTo>
                    <a:pt x="1501073" y="85235"/>
                  </a:lnTo>
                  <a:lnTo>
                    <a:pt x="1541513" y="80986"/>
                  </a:lnTo>
                  <a:lnTo>
                    <a:pt x="1580533" y="76886"/>
                  </a:lnTo>
                  <a:lnTo>
                    <a:pt x="1618230" y="72925"/>
                  </a:lnTo>
                  <a:lnTo>
                    <a:pt x="1654692" y="69093"/>
                  </a:lnTo>
                  <a:lnTo>
                    <a:pt x="1689995" y="65384"/>
                  </a:lnTo>
                  <a:lnTo>
                    <a:pt x="1724212" y="61789"/>
                  </a:lnTo>
                  <a:lnTo>
                    <a:pt x="1757408" y="58301"/>
                  </a:lnTo>
                  <a:lnTo>
                    <a:pt x="1789641" y="54914"/>
                  </a:lnTo>
                  <a:lnTo>
                    <a:pt x="1820966" y="51622"/>
                  </a:lnTo>
                  <a:lnTo>
                    <a:pt x="1851433" y="48421"/>
                  </a:lnTo>
                  <a:lnTo>
                    <a:pt x="1881087" y="45305"/>
                  </a:lnTo>
                  <a:lnTo>
                    <a:pt x="1909971" y="42270"/>
                  </a:lnTo>
                  <a:lnTo>
                    <a:pt x="1938123" y="39312"/>
                  </a:lnTo>
                  <a:lnTo>
                    <a:pt x="1965581" y="36427"/>
                  </a:lnTo>
                  <a:lnTo>
                    <a:pt x="1992376" y="33612"/>
                  </a:lnTo>
                  <a:lnTo>
                    <a:pt x="2018542" y="30863"/>
                  </a:lnTo>
                  <a:lnTo>
                    <a:pt x="2044105" y="28176"/>
                  </a:lnTo>
                  <a:lnTo>
                    <a:pt x="2069094" y="25551"/>
                  </a:lnTo>
                  <a:lnTo>
                    <a:pt x="2093534" y="22983"/>
                  </a:lnTo>
                  <a:lnTo>
                    <a:pt x="2117448" y="20470"/>
                  </a:lnTo>
                  <a:lnTo>
                    <a:pt x="2140859" y="18010"/>
                  </a:lnTo>
                  <a:lnTo>
                    <a:pt x="2163787" y="15601"/>
                  </a:lnTo>
                  <a:lnTo>
                    <a:pt x="2186252" y="13241"/>
                  </a:lnTo>
                  <a:lnTo>
                    <a:pt x="2208271" y="10927"/>
                  </a:lnTo>
                  <a:lnTo>
                    <a:pt x="2229864" y="8658"/>
                  </a:lnTo>
                  <a:lnTo>
                    <a:pt x="2251045" y="6433"/>
                  </a:lnTo>
                  <a:lnTo>
                    <a:pt x="2271830" y="4249"/>
                  </a:lnTo>
                  <a:lnTo>
                    <a:pt x="2292233" y="2105"/>
                  </a:lnTo>
                  <a:lnTo>
                    <a:pt x="2312269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89" name="pl188"/>
            <p:cNvSpPr/>
            <p:nvPr/>
          </p:nvSpPr>
          <p:spPr>
            <a:xfrm>
              <a:off x="4444724" y="1906543"/>
              <a:ext cx="2312269" cy="67259"/>
            </a:xfrm>
            <a:custGeom>
              <a:avLst/>
              <a:pathLst>
                <a:path w="2312269" h="67259">
                  <a:moveTo>
                    <a:pt x="0" y="0"/>
                  </a:moveTo>
                  <a:lnTo>
                    <a:pt x="148482" y="4319"/>
                  </a:lnTo>
                  <a:lnTo>
                    <a:pt x="279453" y="8128"/>
                  </a:lnTo>
                  <a:lnTo>
                    <a:pt x="396610" y="11536"/>
                  </a:lnTo>
                  <a:lnTo>
                    <a:pt x="502592" y="14619"/>
                  </a:lnTo>
                  <a:lnTo>
                    <a:pt x="599346" y="17433"/>
                  </a:lnTo>
                  <a:lnTo>
                    <a:pt x="688351" y="20022"/>
                  </a:lnTo>
                  <a:lnTo>
                    <a:pt x="770756" y="22419"/>
                  </a:lnTo>
                  <a:lnTo>
                    <a:pt x="847474" y="24651"/>
                  </a:lnTo>
                  <a:lnTo>
                    <a:pt x="919239" y="26739"/>
                  </a:lnTo>
                  <a:lnTo>
                    <a:pt x="986651" y="28699"/>
                  </a:lnTo>
                  <a:lnTo>
                    <a:pt x="1050209" y="30548"/>
                  </a:lnTo>
                  <a:lnTo>
                    <a:pt x="1110330" y="32297"/>
                  </a:lnTo>
                  <a:lnTo>
                    <a:pt x="1167367" y="33956"/>
                  </a:lnTo>
                  <a:lnTo>
                    <a:pt x="1221620" y="35534"/>
                  </a:lnTo>
                  <a:lnTo>
                    <a:pt x="1273349" y="37039"/>
                  </a:lnTo>
                  <a:lnTo>
                    <a:pt x="1322777" y="38477"/>
                  </a:lnTo>
                  <a:lnTo>
                    <a:pt x="1370102" y="39853"/>
                  </a:lnTo>
                  <a:lnTo>
                    <a:pt x="1415495" y="41174"/>
                  </a:lnTo>
                  <a:lnTo>
                    <a:pt x="1459107" y="42442"/>
                  </a:lnTo>
                  <a:lnTo>
                    <a:pt x="1501073" y="43663"/>
                  </a:lnTo>
                  <a:lnTo>
                    <a:pt x="1541513" y="44839"/>
                  </a:lnTo>
                  <a:lnTo>
                    <a:pt x="1580533" y="45974"/>
                  </a:lnTo>
                  <a:lnTo>
                    <a:pt x="1618230" y="47071"/>
                  </a:lnTo>
                  <a:lnTo>
                    <a:pt x="1654692" y="48132"/>
                  </a:lnTo>
                  <a:lnTo>
                    <a:pt x="1689995" y="49159"/>
                  </a:lnTo>
                  <a:lnTo>
                    <a:pt x="1724212" y="50154"/>
                  </a:lnTo>
                  <a:lnTo>
                    <a:pt x="1757408" y="51119"/>
                  </a:lnTo>
                  <a:lnTo>
                    <a:pt x="1789641" y="52057"/>
                  </a:lnTo>
                  <a:lnTo>
                    <a:pt x="1820966" y="52968"/>
                  </a:lnTo>
                  <a:lnTo>
                    <a:pt x="1851433" y="53854"/>
                  </a:lnTo>
                  <a:lnTo>
                    <a:pt x="1881087" y="54717"/>
                  </a:lnTo>
                  <a:lnTo>
                    <a:pt x="1909971" y="55557"/>
                  </a:lnTo>
                  <a:lnTo>
                    <a:pt x="1938123" y="56376"/>
                  </a:lnTo>
                  <a:lnTo>
                    <a:pt x="1965581" y="57175"/>
                  </a:lnTo>
                  <a:lnTo>
                    <a:pt x="1992376" y="57954"/>
                  </a:lnTo>
                  <a:lnTo>
                    <a:pt x="2018542" y="58715"/>
                  </a:lnTo>
                  <a:lnTo>
                    <a:pt x="2044105" y="59459"/>
                  </a:lnTo>
                  <a:lnTo>
                    <a:pt x="2069094" y="60186"/>
                  </a:lnTo>
                  <a:lnTo>
                    <a:pt x="2093534" y="60897"/>
                  </a:lnTo>
                  <a:lnTo>
                    <a:pt x="2117448" y="61592"/>
                  </a:lnTo>
                  <a:lnTo>
                    <a:pt x="2140859" y="62273"/>
                  </a:lnTo>
                  <a:lnTo>
                    <a:pt x="2163787" y="62940"/>
                  </a:lnTo>
                  <a:lnTo>
                    <a:pt x="2186252" y="63594"/>
                  </a:lnTo>
                  <a:lnTo>
                    <a:pt x="2208271" y="64234"/>
                  </a:lnTo>
                  <a:lnTo>
                    <a:pt x="2229864" y="64862"/>
                  </a:lnTo>
                  <a:lnTo>
                    <a:pt x="2251045" y="65479"/>
                  </a:lnTo>
                  <a:lnTo>
                    <a:pt x="2271830" y="66083"/>
                  </a:lnTo>
                  <a:lnTo>
                    <a:pt x="2292233" y="66677"/>
                  </a:lnTo>
                  <a:lnTo>
                    <a:pt x="2312269" y="67259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0" name="pl189"/>
            <p:cNvSpPr/>
            <p:nvPr/>
          </p:nvSpPr>
          <p:spPr>
            <a:xfrm>
              <a:off x="4444724" y="1660887"/>
              <a:ext cx="2312269" cy="596763"/>
            </a:xfrm>
            <a:custGeom>
              <a:avLst/>
              <a:pathLst>
                <a:path w="2312269" h="596763">
                  <a:moveTo>
                    <a:pt x="0" y="0"/>
                  </a:moveTo>
                  <a:lnTo>
                    <a:pt x="148482" y="38321"/>
                  </a:lnTo>
                  <a:lnTo>
                    <a:pt x="279453" y="72122"/>
                  </a:lnTo>
                  <a:lnTo>
                    <a:pt x="396610" y="102359"/>
                  </a:lnTo>
                  <a:lnTo>
                    <a:pt x="502592" y="129711"/>
                  </a:lnTo>
                  <a:lnTo>
                    <a:pt x="599346" y="154682"/>
                  </a:lnTo>
                  <a:lnTo>
                    <a:pt x="688351" y="177653"/>
                  </a:lnTo>
                  <a:lnTo>
                    <a:pt x="770756" y="198921"/>
                  </a:lnTo>
                  <a:lnTo>
                    <a:pt x="847474" y="218720"/>
                  </a:lnTo>
                  <a:lnTo>
                    <a:pt x="919239" y="237242"/>
                  </a:lnTo>
                  <a:lnTo>
                    <a:pt x="986651" y="254640"/>
                  </a:lnTo>
                  <a:lnTo>
                    <a:pt x="1050209" y="271043"/>
                  </a:lnTo>
                  <a:lnTo>
                    <a:pt x="1110330" y="286560"/>
                  </a:lnTo>
                  <a:lnTo>
                    <a:pt x="1167367" y="301280"/>
                  </a:lnTo>
                  <a:lnTo>
                    <a:pt x="1221620" y="315282"/>
                  </a:lnTo>
                  <a:lnTo>
                    <a:pt x="1273349" y="328632"/>
                  </a:lnTo>
                  <a:lnTo>
                    <a:pt x="1322777" y="341389"/>
                  </a:lnTo>
                  <a:lnTo>
                    <a:pt x="1370102" y="353603"/>
                  </a:lnTo>
                  <a:lnTo>
                    <a:pt x="1415495" y="365318"/>
                  </a:lnTo>
                  <a:lnTo>
                    <a:pt x="1459107" y="376574"/>
                  </a:lnTo>
                  <a:lnTo>
                    <a:pt x="1501073" y="387405"/>
                  </a:lnTo>
                  <a:lnTo>
                    <a:pt x="1541513" y="397842"/>
                  </a:lnTo>
                  <a:lnTo>
                    <a:pt x="1580533" y="407912"/>
                  </a:lnTo>
                  <a:lnTo>
                    <a:pt x="1618230" y="417641"/>
                  </a:lnTo>
                  <a:lnTo>
                    <a:pt x="1654692" y="427051"/>
                  </a:lnTo>
                  <a:lnTo>
                    <a:pt x="1689995" y="436163"/>
                  </a:lnTo>
                  <a:lnTo>
                    <a:pt x="1724212" y="444994"/>
                  </a:lnTo>
                  <a:lnTo>
                    <a:pt x="1757408" y="453561"/>
                  </a:lnTo>
                  <a:lnTo>
                    <a:pt x="1789641" y="461880"/>
                  </a:lnTo>
                  <a:lnTo>
                    <a:pt x="1820966" y="469964"/>
                  </a:lnTo>
                  <a:lnTo>
                    <a:pt x="1851433" y="477827"/>
                  </a:lnTo>
                  <a:lnTo>
                    <a:pt x="1881087" y="485481"/>
                  </a:lnTo>
                  <a:lnTo>
                    <a:pt x="1909971" y="492935"/>
                  </a:lnTo>
                  <a:lnTo>
                    <a:pt x="1938123" y="500201"/>
                  </a:lnTo>
                  <a:lnTo>
                    <a:pt x="1965581" y="507287"/>
                  </a:lnTo>
                  <a:lnTo>
                    <a:pt x="1992376" y="514203"/>
                  </a:lnTo>
                  <a:lnTo>
                    <a:pt x="2018542" y="520956"/>
                  </a:lnTo>
                  <a:lnTo>
                    <a:pt x="2044105" y="527553"/>
                  </a:lnTo>
                  <a:lnTo>
                    <a:pt x="2069094" y="534003"/>
                  </a:lnTo>
                  <a:lnTo>
                    <a:pt x="2093534" y="540310"/>
                  </a:lnTo>
                  <a:lnTo>
                    <a:pt x="2117448" y="546482"/>
                  </a:lnTo>
                  <a:lnTo>
                    <a:pt x="2140859" y="552524"/>
                  </a:lnTo>
                  <a:lnTo>
                    <a:pt x="2163787" y="558441"/>
                  </a:lnTo>
                  <a:lnTo>
                    <a:pt x="2186252" y="564239"/>
                  </a:lnTo>
                  <a:lnTo>
                    <a:pt x="2208271" y="569922"/>
                  </a:lnTo>
                  <a:lnTo>
                    <a:pt x="2229864" y="575495"/>
                  </a:lnTo>
                  <a:lnTo>
                    <a:pt x="2251045" y="580961"/>
                  </a:lnTo>
                  <a:lnTo>
                    <a:pt x="2271830" y="586326"/>
                  </a:lnTo>
                  <a:lnTo>
                    <a:pt x="2292233" y="591592"/>
                  </a:lnTo>
                  <a:lnTo>
                    <a:pt x="2312269" y="596763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0"/>
            <p:cNvSpPr/>
            <p:nvPr/>
          </p:nvSpPr>
          <p:spPr>
            <a:xfrm>
              <a:off x="4444724" y="2453458"/>
              <a:ext cx="2312269" cy="56260"/>
            </a:xfrm>
            <a:custGeom>
              <a:avLst/>
              <a:pathLst>
                <a:path w="2312269" h="56260">
                  <a:moveTo>
                    <a:pt x="0" y="0"/>
                  </a:moveTo>
                  <a:lnTo>
                    <a:pt x="148482" y="3612"/>
                  </a:lnTo>
                  <a:lnTo>
                    <a:pt x="279453" y="6799"/>
                  </a:lnTo>
                  <a:lnTo>
                    <a:pt x="396610" y="9650"/>
                  </a:lnTo>
                  <a:lnTo>
                    <a:pt x="502592" y="12228"/>
                  </a:lnTo>
                  <a:lnTo>
                    <a:pt x="599346" y="14582"/>
                  </a:lnTo>
                  <a:lnTo>
                    <a:pt x="688351" y="16748"/>
                  </a:lnTo>
                  <a:lnTo>
                    <a:pt x="770756" y="18753"/>
                  </a:lnTo>
                  <a:lnTo>
                    <a:pt x="847474" y="20620"/>
                  </a:lnTo>
                  <a:lnTo>
                    <a:pt x="919239" y="22366"/>
                  </a:lnTo>
                  <a:lnTo>
                    <a:pt x="986651" y="24006"/>
                  </a:lnTo>
                  <a:lnTo>
                    <a:pt x="1050209" y="25553"/>
                  </a:lnTo>
                  <a:lnTo>
                    <a:pt x="1110330" y="27015"/>
                  </a:lnTo>
                  <a:lnTo>
                    <a:pt x="1167367" y="28403"/>
                  </a:lnTo>
                  <a:lnTo>
                    <a:pt x="1221620" y="29723"/>
                  </a:lnTo>
                  <a:lnTo>
                    <a:pt x="1273349" y="30982"/>
                  </a:lnTo>
                  <a:lnTo>
                    <a:pt x="1322777" y="32184"/>
                  </a:lnTo>
                  <a:lnTo>
                    <a:pt x="1370102" y="33336"/>
                  </a:lnTo>
                  <a:lnTo>
                    <a:pt x="1415495" y="34440"/>
                  </a:lnTo>
                  <a:lnTo>
                    <a:pt x="1459107" y="35502"/>
                  </a:lnTo>
                  <a:lnTo>
                    <a:pt x="1501073" y="36523"/>
                  </a:lnTo>
                  <a:lnTo>
                    <a:pt x="1541513" y="37507"/>
                  </a:lnTo>
                  <a:lnTo>
                    <a:pt x="1580533" y="38456"/>
                  </a:lnTo>
                  <a:lnTo>
                    <a:pt x="1618230" y="39373"/>
                  </a:lnTo>
                  <a:lnTo>
                    <a:pt x="1654692" y="40260"/>
                  </a:lnTo>
                  <a:lnTo>
                    <a:pt x="1689995" y="41119"/>
                  </a:lnTo>
                  <a:lnTo>
                    <a:pt x="1724212" y="41952"/>
                  </a:lnTo>
                  <a:lnTo>
                    <a:pt x="1757408" y="42760"/>
                  </a:lnTo>
                  <a:lnTo>
                    <a:pt x="1789641" y="43544"/>
                  </a:lnTo>
                  <a:lnTo>
                    <a:pt x="1820966" y="44306"/>
                  </a:lnTo>
                  <a:lnTo>
                    <a:pt x="1851433" y="45047"/>
                  </a:lnTo>
                  <a:lnTo>
                    <a:pt x="1881087" y="45769"/>
                  </a:lnTo>
                  <a:lnTo>
                    <a:pt x="1909971" y="46472"/>
                  </a:lnTo>
                  <a:lnTo>
                    <a:pt x="1938123" y="47157"/>
                  </a:lnTo>
                  <a:lnTo>
                    <a:pt x="1965581" y="47825"/>
                  </a:lnTo>
                  <a:lnTo>
                    <a:pt x="1992376" y="48477"/>
                  </a:lnTo>
                  <a:lnTo>
                    <a:pt x="2018542" y="49113"/>
                  </a:lnTo>
                  <a:lnTo>
                    <a:pt x="2044105" y="49735"/>
                  </a:lnTo>
                  <a:lnTo>
                    <a:pt x="2069094" y="50343"/>
                  </a:lnTo>
                  <a:lnTo>
                    <a:pt x="2093534" y="50938"/>
                  </a:lnTo>
                  <a:lnTo>
                    <a:pt x="2117448" y="51520"/>
                  </a:lnTo>
                  <a:lnTo>
                    <a:pt x="2140859" y="52090"/>
                  </a:lnTo>
                  <a:lnTo>
                    <a:pt x="2163787" y="52647"/>
                  </a:lnTo>
                  <a:lnTo>
                    <a:pt x="2186252" y="53194"/>
                  </a:lnTo>
                  <a:lnTo>
                    <a:pt x="2208271" y="53730"/>
                  </a:lnTo>
                  <a:lnTo>
                    <a:pt x="2229864" y="54255"/>
                  </a:lnTo>
                  <a:lnTo>
                    <a:pt x="2251045" y="54771"/>
                  </a:lnTo>
                  <a:lnTo>
                    <a:pt x="2271830" y="55276"/>
                  </a:lnTo>
                  <a:lnTo>
                    <a:pt x="2292233" y="55773"/>
                  </a:lnTo>
                  <a:lnTo>
                    <a:pt x="2312269" y="5626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2" name="pl191"/>
            <p:cNvSpPr/>
            <p:nvPr/>
          </p:nvSpPr>
          <p:spPr>
            <a:xfrm>
              <a:off x="4444724" y="2219394"/>
              <a:ext cx="2312269" cy="45006"/>
            </a:xfrm>
            <a:custGeom>
              <a:avLst/>
              <a:pathLst>
                <a:path w="2312269" h="45006">
                  <a:moveTo>
                    <a:pt x="0" y="45006"/>
                  </a:moveTo>
                  <a:lnTo>
                    <a:pt x="148482" y="42116"/>
                  </a:lnTo>
                  <a:lnTo>
                    <a:pt x="279453" y="39567"/>
                  </a:lnTo>
                  <a:lnTo>
                    <a:pt x="396610" y="37286"/>
                  </a:lnTo>
                  <a:lnTo>
                    <a:pt x="502592" y="35224"/>
                  </a:lnTo>
                  <a:lnTo>
                    <a:pt x="599346" y="33340"/>
                  </a:lnTo>
                  <a:lnTo>
                    <a:pt x="688351" y="31608"/>
                  </a:lnTo>
                  <a:lnTo>
                    <a:pt x="770756" y="30004"/>
                  </a:lnTo>
                  <a:lnTo>
                    <a:pt x="847474" y="28511"/>
                  </a:lnTo>
                  <a:lnTo>
                    <a:pt x="919239" y="27114"/>
                  </a:lnTo>
                  <a:lnTo>
                    <a:pt x="986651" y="25802"/>
                  </a:lnTo>
                  <a:lnTo>
                    <a:pt x="1050209" y="24565"/>
                  </a:lnTo>
                  <a:lnTo>
                    <a:pt x="1110330" y="23394"/>
                  </a:lnTo>
                  <a:lnTo>
                    <a:pt x="1167367" y="22284"/>
                  </a:lnTo>
                  <a:lnTo>
                    <a:pt x="1221620" y="21228"/>
                  </a:lnTo>
                  <a:lnTo>
                    <a:pt x="1273349" y="20221"/>
                  </a:lnTo>
                  <a:lnTo>
                    <a:pt x="1322777" y="19259"/>
                  </a:lnTo>
                  <a:lnTo>
                    <a:pt x="1370102" y="18338"/>
                  </a:lnTo>
                  <a:lnTo>
                    <a:pt x="1415495" y="17455"/>
                  </a:lnTo>
                  <a:lnTo>
                    <a:pt x="1459107" y="16606"/>
                  </a:lnTo>
                  <a:lnTo>
                    <a:pt x="1501073" y="15789"/>
                  </a:lnTo>
                  <a:lnTo>
                    <a:pt x="1541513" y="15002"/>
                  </a:lnTo>
                  <a:lnTo>
                    <a:pt x="1580533" y="14242"/>
                  </a:lnTo>
                  <a:lnTo>
                    <a:pt x="1618230" y="13508"/>
                  </a:lnTo>
                  <a:lnTo>
                    <a:pt x="1654692" y="12799"/>
                  </a:lnTo>
                  <a:lnTo>
                    <a:pt x="1689995" y="12112"/>
                  </a:lnTo>
                  <a:lnTo>
                    <a:pt x="1724212" y="11446"/>
                  </a:lnTo>
                  <a:lnTo>
                    <a:pt x="1757408" y="10799"/>
                  </a:lnTo>
                  <a:lnTo>
                    <a:pt x="1789641" y="10172"/>
                  </a:lnTo>
                  <a:lnTo>
                    <a:pt x="1820966" y="9562"/>
                  </a:lnTo>
                  <a:lnTo>
                    <a:pt x="1851433" y="8969"/>
                  </a:lnTo>
                  <a:lnTo>
                    <a:pt x="1881087" y="8392"/>
                  </a:lnTo>
                  <a:lnTo>
                    <a:pt x="1909971" y="7830"/>
                  </a:lnTo>
                  <a:lnTo>
                    <a:pt x="1938123" y="7282"/>
                  </a:lnTo>
                  <a:lnTo>
                    <a:pt x="1965581" y="6748"/>
                  </a:lnTo>
                  <a:lnTo>
                    <a:pt x="1992376" y="6226"/>
                  </a:lnTo>
                  <a:lnTo>
                    <a:pt x="2018542" y="5717"/>
                  </a:lnTo>
                  <a:lnTo>
                    <a:pt x="2044105" y="5219"/>
                  </a:lnTo>
                  <a:lnTo>
                    <a:pt x="2069094" y="4733"/>
                  </a:lnTo>
                  <a:lnTo>
                    <a:pt x="2093534" y="4257"/>
                  </a:lnTo>
                  <a:lnTo>
                    <a:pt x="2117448" y="3792"/>
                  </a:lnTo>
                  <a:lnTo>
                    <a:pt x="2140859" y="3336"/>
                  </a:lnTo>
                  <a:lnTo>
                    <a:pt x="2163787" y="2890"/>
                  </a:lnTo>
                  <a:lnTo>
                    <a:pt x="2186252" y="2452"/>
                  </a:lnTo>
                  <a:lnTo>
                    <a:pt x="2208271" y="2024"/>
                  </a:lnTo>
                  <a:lnTo>
                    <a:pt x="2229864" y="1603"/>
                  </a:lnTo>
                  <a:lnTo>
                    <a:pt x="2251045" y="1191"/>
                  </a:lnTo>
                  <a:lnTo>
                    <a:pt x="2271830" y="787"/>
                  </a:lnTo>
                  <a:lnTo>
                    <a:pt x="2292233" y="389"/>
                  </a:lnTo>
                  <a:lnTo>
                    <a:pt x="231226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3" name="pl192"/>
            <p:cNvSpPr/>
            <p:nvPr/>
          </p:nvSpPr>
          <p:spPr>
            <a:xfrm>
              <a:off x="4444724" y="2123249"/>
              <a:ext cx="2312269" cy="70646"/>
            </a:xfrm>
            <a:custGeom>
              <a:avLst/>
              <a:pathLst>
                <a:path w="2312269" h="70646">
                  <a:moveTo>
                    <a:pt x="0" y="0"/>
                  </a:moveTo>
                  <a:lnTo>
                    <a:pt x="148482" y="4536"/>
                  </a:lnTo>
                  <a:lnTo>
                    <a:pt x="279453" y="8538"/>
                  </a:lnTo>
                  <a:lnTo>
                    <a:pt x="396610" y="12117"/>
                  </a:lnTo>
                  <a:lnTo>
                    <a:pt x="502592" y="15355"/>
                  </a:lnTo>
                  <a:lnTo>
                    <a:pt x="599346" y="18311"/>
                  </a:lnTo>
                  <a:lnTo>
                    <a:pt x="688351" y="21031"/>
                  </a:lnTo>
                  <a:lnTo>
                    <a:pt x="770756" y="23548"/>
                  </a:lnTo>
                  <a:lnTo>
                    <a:pt x="847474" y="25892"/>
                  </a:lnTo>
                  <a:lnTo>
                    <a:pt x="919239" y="28085"/>
                  </a:lnTo>
                  <a:lnTo>
                    <a:pt x="986651" y="30145"/>
                  </a:lnTo>
                  <a:lnTo>
                    <a:pt x="1050209" y="32087"/>
                  </a:lnTo>
                  <a:lnTo>
                    <a:pt x="1110330" y="33923"/>
                  </a:lnTo>
                  <a:lnTo>
                    <a:pt x="1167367" y="35666"/>
                  </a:lnTo>
                  <a:lnTo>
                    <a:pt x="1221620" y="37324"/>
                  </a:lnTo>
                  <a:lnTo>
                    <a:pt x="1273349" y="38904"/>
                  </a:lnTo>
                  <a:lnTo>
                    <a:pt x="1322777" y="40414"/>
                  </a:lnTo>
                  <a:lnTo>
                    <a:pt x="1370102" y="41860"/>
                  </a:lnTo>
                  <a:lnTo>
                    <a:pt x="1415495" y="43247"/>
                  </a:lnTo>
                  <a:lnTo>
                    <a:pt x="1459107" y="44580"/>
                  </a:lnTo>
                  <a:lnTo>
                    <a:pt x="1501073" y="45862"/>
                  </a:lnTo>
                  <a:lnTo>
                    <a:pt x="1541513" y="47097"/>
                  </a:lnTo>
                  <a:lnTo>
                    <a:pt x="1580533" y="48290"/>
                  </a:lnTo>
                  <a:lnTo>
                    <a:pt x="1618230" y="49441"/>
                  </a:lnTo>
                  <a:lnTo>
                    <a:pt x="1654692" y="50555"/>
                  </a:lnTo>
                  <a:lnTo>
                    <a:pt x="1689995" y="51634"/>
                  </a:lnTo>
                  <a:lnTo>
                    <a:pt x="1724212" y="52679"/>
                  </a:lnTo>
                  <a:lnTo>
                    <a:pt x="1757408" y="53694"/>
                  </a:lnTo>
                  <a:lnTo>
                    <a:pt x="1789641" y="54678"/>
                  </a:lnTo>
                  <a:lnTo>
                    <a:pt x="1820966" y="55635"/>
                  </a:lnTo>
                  <a:lnTo>
                    <a:pt x="1851433" y="56566"/>
                  </a:lnTo>
                  <a:lnTo>
                    <a:pt x="1881087" y="57472"/>
                  </a:lnTo>
                  <a:lnTo>
                    <a:pt x="1909971" y="58355"/>
                  </a:lnTo>
                  <a:lnTo>
                    <a:pt x="1938123" y="59215"/>
                  </a:lnTo>
                  <a:lnTo>
                    <a:pt x="1965581" y="60054"/>
                  </a:lnTo>
                  <a:lnTo>
                    <a:pt x="1992376" y="60873"/>
                  </a:lnTo>
                  <a:lnTo>
                    <a:pt x="2018542" y="61672"/>
                  </a:lnTo>
                  <a:lnTo>
                    <a:pt x="2044105" y="62453"/>
                  </a:lnTo>
                  <a:lnTo>
                    <a:pt x="2069094" y="63217"/>
                  </a:lnTo>
                  <a:lnTo>
                    <a:pt x="2093534" y="63963"/>
                  </a:lnTo>
                  <a:lnTo>
                    <a:pt x="2117448" y="64694"/>
                  </a:lnTo>
                  <a:lnTo>
                    <a:pt x="2140859" y="65409"/>
                  </a:lnTo>
                  <a:lnTo>
                    <a:pt x="2163787" y="66110"/>
                  </a:lnTo>
                  <a:lnTo>
                    <a:pt x="2186252" y="66796"/>
                  </a:lnTo>
                  <a:lnTo>
                    <a:pt x="2208271" y="67469"/>
                  </a:lnTo>
                  <a:lnTo>
                    <a:pt x="2229864" y="68129"/>
                  </a:lnTo>
                  <a:lnTo>
                    <a:pt x="2251045" y="68776"/>
                  </a:lnTo>
                  <a:lnTo>
                    <a:pt x="2271830" y="69411"/>
                  </a:lnTo>
                  <a:lnTo>
                    <a:pt x="2292233" y="70034"/>
                  </a:lnTo>
                  <a:lnTo>
                    <a:pt x="2312269" y="70646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94" name="rc193"/>
            <p:cNvSpPr/>
            <p:nvPr/>
          </p:nvSpPr>
          <p:spPr>
            <a:xfrm>
              <a:off x="4270675" y="1185068"/>
              <a:ext cx="2662504" cy="1507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195" name="pl194"/>
            <p:cNvSpPr/>
            <p:nvPr/>
          </p:nvSpPr>
          <p:spPr>
            <a:xfrm>
              <a:off x="4270675" y="1185068"/>
              <a:ext cx="0" cy="1507531"/>
            </a:xfrm>
            <a:custGeom>
              <a:avLst/>
              <a:pathLst>
                <a:path w="0" h="1507531">
                  <a:moveTo>
                    <a:pt x="0" y="1507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tx195"/>
            <p:cNvSpPr/>
            <p:nvPr/>
          </p:nvSpPr>
          <p:spPr>
            <a:xfrm rot="-5400000">
              <a:off x="4096512" y="2358422"/>
              <a:ext cx="12710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97" name="tx196"/>
            <p:cNvSpPr/>
            <p:nvPr/>
          </p:nvSpPr>
          <p:spPr>
            <a:xfrm rot="-5400000">
              <a:off x="4096512" y="1860360"/>
              <a:ext cx="12710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98" name="tx197"/>
            <p:cNvSpPr/>
            <p:nvPr/>
          </p:nvSpPr>
          <p:spPr>
            <a:xfrm rot="-5400000">
              <a:off x="4096512" y="1362298"/>
              <a:ext cx="12710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99" name="pl198"/>
            <p:cNvSpPr/>
            <p:nvPr/>
          </p:nvSpPr>
          <p:spPr>
            <a:xfrm>
              <a:off x="4239044" y="239943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199"/>
            <p:cNvSpPr/>
            <p:nvPr/>
          </p:nvSpPr>
          <p:spPr>
            <a:xfrm>
              <a:off x="4239044" y="190137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0"/>
            <p:cNvSpPr/>
            <p:nvPr/>
          </p:nvSpPr>
          <p:spPr>
            <a:xfrm>
              <a:off x="4239044" y="140330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1"/>
            <p:cNvSpPr/>
            <p:nvPr/>
          </p:nvSpPr>
          <p:spPr>
            <a:xfrm>
              <a:off x="4270675" y="2692600"/>
              <a:ext cx="2662504" cy="0"/>
            </a:xfrm>
            <a:custGeom>
              <a:avLst/>
              <a:pathLst>
                <a:path w="2662504" h="0">
                  <a:moveTo>
                    <a:pt x="0" y="0"/>
                  </a:moveTo>
                  <a:lnTo>
                    <a:pt x="2662504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2"/>
            <p:cNvSpPr/>
            <p:nvPr/>
          </p:nvSpPr>
          <p:spPr>
            <a:xfrm>
              <a:off x="4444724" y="2692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3"/>
            <p:cNvSpPr/>
            <p:nvPr/>
          </p:nvSpPr>
          <p:spPr>
            <a:xfrm>
              <a:off x="5215481" y="2692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4"/>
            <p:cNvSpPr/>
            <p:nvPr/>
          </p:nvSpPr>
          <p:spPr>
            <a:xfrm>
              <a:off x="5986237" y="2692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5"/>
            <p:cNvSpPr/>
            <p:nvPr/>
          </p:nvSpPr>
          <p:spPr>
            <a:xfrm>
              <a:off x="6756994" y="2692600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tx206"/>
            <p:cNvSpPr/>
            <p:nvPr/>
          </p:nvSpPr>
          <p:spPr>
            <a:xfrm>
              <a:off x="4270675" y="990315"/>
              <a:ext cx="110971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(b) Belowground</a:t>
              </a:r>
            </a:p>
          </p:txBody>
        </p:sp>
        <p:sp>
          <p:nvSpPr>
            <p:cNvPr id="208" name="rc207"/>
            <p:cNvSpPr/>
            <p:nvPr/>
          </p:nvSpPr>
          <p:spPr>
            <a:xfrm>
              <a:off x="1342663" y="2994900"/>
              <a:ext cx="2662504" cy="1507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pt208"/>
            <p:cNvSpPr/>
            <p:nvPr/>
          </p:nvSpPr>
          <p:spPr>
            <a:xfrm>
              <a:off x="1536738" y="425806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0" name="pt209"/>
            <p:cNvSpPr/>
            <p:nvPr/>
          </p:nvSpPr>
          <p:spPr>
            <a:xfrm>
              <a:off x="1503855" y="409553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1" name="pt210"/>
            <p:cNvSpPr/>
            <p:nvPr/>
          </p:nvSpPr>
          <p:spPr>
            <a:xfrm>
              <a:off x="1477579" y="4331624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2" name="pt211"/>
            <p:cNvSpPr/>
            <p:nvPr/>
          </p:nvSpPr>
          <p:spPr>
            <a:xfrm>
              <a:off x="1435204" y="4187884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3" name="pt212"/>
            <p:cNvSpPr/>
            <p:nvPr/>
          </p:nvSpPr>
          <p:spPr>
            <a:xfrm>
              <a:off x="1454133" y="421761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4" name="pt213"/>
            <p:cNvSpPr/>
            <p:nvPr/>
          </p:nvSpPr>
          <p:spPr>
            <a:xfrm>
              <a:off x="1485679" y="408066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5" name="pt214"/>
            <p:cNvSpPr/>
            <p:nvPr/>
          </p:nvSpPr>
          <p:spPr>
            <a:xfrm>
              <a:off x="1503435" y="372254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6" name="pt215"/>
            <p:cNvSpPr/>
            <p:nvPr/>
          </p:nvSpPr>
          <p:spPr>
            <a:xfrm>
              <a:off x="1496141" y="418720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7" name="pt216"/>
            <p:cNvSpPr/>
            <p:nvPr/>
          </p:nvSpPr>
          <p:spPr>
            <a:xfrm>
              <a:off x="1507711" y="4139630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8" name="pt217"/>
            <p:cNvSpPr/>
            <p:nvPr/>
          </p:nvSpPr>
          <p:spPr>
            <a:xfrm>
              <a:off x="1486735" y="407860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19" name="pt218"/>
            <p:cNvSpPr/>
            <p:nvPr/>
          </p:nvSpPr>
          <p:spPr>
            <a:xfrm>
              <a:off x="2308079" y="434011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0" name="pt219"/>
            <p:cNvSpPr/>
            <p:nvPr/>
          </p:nvSpPr>
          <p:spPr>
            <a:xfrm>
              <a:off x="2213084" y="4393108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1" name="pt220"/>
            <p:cNvSpPr/>
            <p:nvPr/>
          </p:nvSpPr>
          <p:spPr>
            <a:xfrm>
              <a:off x="2249509" y="312909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2" name="pt221"/>
            <p:cNvSpPr/>
            <p:nvPr/>
          </p:nvSpPr>
          <p:spPr>
            <a:xfrm>
              <a:off x="2273568" y="425523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3" name="pt222"/>
            <p:cNvSpPr/>
            <p:nvPr/>
          </p:nvSpPr>
          <p:spPr>
            <a:xfrm>
              <a:off x="2293120" y="428331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4" name="pt223"/>
            <p:cNvSpPr/>
            <p:nvPr/>
          </p:nvSpPr>
          <p:spPr>
            <a:xfrm>
              <a:off x="2316760" y="410785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5" name="pt224"/>
            <p:cNvSpPr/>
            <p:nvPr/>
          </p:nvSpPr>
          <p:spPr>
            <a:xfrm>
              <a:off x="2290449" y="428028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6" name="pt225"/>
            <p:cNvSpPr/>
            <p:nvPr/>
          </p:nvSpPr>
          <p:spPr>
            <a:xfrm>
              <a:off x="2224583" y="428582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7" name="pt226"/>
            <p:cNvSpPr/>
            <p:nvPr/>
          </p:nvSpPr>
          <p:spPr>
            <a:xfrm>
              <a:off x="2294315" y="362504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8" name="pt227"/>
            <p:cNvSpPr/>
            <p:nvPr/>
          </p:nvSpPr>
          <p:spPr>
            <a:xfrm>
              <a:off x="2304987" y="377336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29" name="pt228"/>
            <p:cNvSpPr/>
            <p:nvPr/>
          </p:nvSpPr>
          <p:spPr>
            <a:xfrm>
              <a:off x="2257829" y="401187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0" name="pt229"/>
            <p:cNvSpPr/>
            <p:nvPr/>
          </p:nvSpPr>
          <p:spPr>
            <a:xfrm>
              <a:off x="2312672" y="410251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1" name="pt230"/>
            <p:cNvSpPr/>
            <p:nvPr/>
          </p:nvSpPr>
          <p:spPr>
            <a:xfrm>
              <a:off x="2295084" y="393429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2" name="pt231"/>
            <p:cNvSpPr/>
            <p:nvPr/>
          </p:nvSpPr>
          <p:spPr>
            <a:xfrm>
              <a:off x="2317003" y="416321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3" name="pt232"/>
            <p:cNvSpPr/>
            <p:nvPr/>
          </p:nvSpPr>
          <p:spPr>
            <a:xfrm>
              <a:off x="2289135" y="419240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4" name="pt233"/>
            <p:cNvSpPr/>
            <p:nvPr/>
          </p:nvSpPr>
          <p:spPr>
            <a:xfrm>
              <a:off x="2246426" y="405176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5" name="pt234"/>
            <p:cNvSpPr/>
            <p:nvPr/>
          </p:nvSpPr>
          <p:spPr>
            <a:xfrm>
              <a:off x="2216000" y="346688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6" name="pt235"/>
            <p:cNvSpPr/>
            <p:nvPr/>
          </p:nvSpPr>
          <p:spPr>
            <a:xfrm>
              <a:off x="2284192" y="373766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7" name="pt236"/>
            <p:cNvSpPr/>
            <p:nvPr/>
          </p:nvSpPr>
          <p:spPr>
            <a:xfrm>
              <a:off x="3028345" y="4039656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8" name="pt237"/>
            <p:cNvSpPr/>
            <p:nvPr/>
          </p:nvSpPr>
          <p:spPr>
            <a:xfrm>
              <a:off x="3008883" y="391996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39" name="pt238"/>
            <p:cNvSpPr/>
            <p:nvPr/>
          </p:nvSpPr>
          <p:spPr>
            <a:xfrm>
              <a:off x="3075373" y="438055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0" name="pt239"/>
            <p:cNvSpPr/>
            <p:nvPr/>
          </p:nvSpPr>
          <p:spPr>
            <a:xfrm>
              <a:off x="3002705" y="4373037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1" name="pt240"/>
            <p:cNvSpPr/>
            <p:nvPr/>
          </p:nvSpPr>
          <p:spPr>
            <a:xfrm>
              <a:off x="2993298" y="4151416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2" name="pt241"/>
            <p:cNvSpPr/>
            <p:nvPr/>
          </p:nvSpPr>
          <p:spPr>
            <a:xfrm>
              <a:off x="3003913" y="438439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3" name="pt242"/>
            <p:cNvSpPr/>
            <p:nvPr/>
          </p:nvSpPr>
          <p:spPr>
            <a:xfrm>
              <a:off x="3070581" y="335291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4" name="pt243"/>
            <p:cNvSpPr/>
            <p:nvPr/>
          </p:nvSpPr>
          <p:spPr>
            <a:xfrm>
              <a:off x="3009585" y="440542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5" name="pt244"/>
            <p:cNvSpPr/>
            <p:nvPr/>
          </p:nvSpPr>
          <p:spPr>
            <a:xfrm>
              <a:off x="3023890" y="386127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6" name="pt245"/>
            <p:cNvSpPr/>
            <p:nvPr/>
          </p:nvSpPr>
          <p:spPr>
            <a:xfrm>
              <a:off x="3035576" y="315404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7" name="pt246"/>
            <p:cNvSpPr/>
            <p:nvPr/>
          </p:nvSpPr>
          <p:spPr>
            <a:xfrm>
              <a:off x="3014391" y="303494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8" name="pt247"/>
            <p:cNvSpPr/>
            <p:nvPr/>
          </p:nvSpPr>
          <p:spPr>
            <a:xfrm>
              <a:off x="3073171" y="384351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49" name="pt248"/>
            <p:cNvSpPr/>
            <p:nvPr/>
          </p:nvSpPr>
          <p:spPr>
            <a:xfrm>
              <a:off x="3049266" y="370074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0" name="pt249"/>
            <p:cNvSpPr/>
            <p:nvPr/>
          </p:nvSpPr>
          <p:spPr>
            <a:xfrm>
              <a:off x="3040935" y="364996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1" name="pt250"/>
            <p:cNvSpPr/>
            <p:nvPr/>
          </p:nvSpPr>
          <p:spPr>
            <a:xfrm>
              <a:off x="2997658" y="369071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2" name="pt251"/>
            <p:cNvSpPr/>
            <p:nvPr/>
          </p:nvSpPr>
          <p:spPr>
            <a:xfrm>
              <a:off x="2987890" y="430036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3" name="pt252"/>
            <p:cNvSpPr/>
            <p:nvPr/>
          </p:nvSpPr>
          <p:spPr>
            <a:xfrm>
              <a:off x="3080353" y="3636359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4" name="pt253"/>
            <p:cNvSpPr/>
            <p:nvPr/>
          </p:nvSpPr>
          <p:spPr>
            <a:xfrm>
              <a:off x="3059971" y="409721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5" name="pt254"/>
            <p:cNvSpPr/>
            <p:nvPr/>
          </p:nvSpPr>
          <p:spPr>
            <a:xfrm>
              <a:off x="3078257" y="411969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6" name="pt255"/>
            <p:cNvSpPr/>
            <p:nvPr/>
          </p:nvSpPr>
          <p:spPr>
            <a:xfrm>
              <a:off x="2987769" y="389909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7" name="pt256"/>
            <p:cNvSpPr/>
            <p:nvPr/>
          </p:nvSpPr>
          <p:spPr>
            <a:xfrm>
              <a:off x="3850529" y="388384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8" name="pt257"/>
            <p:cNvSpPr/>
            <p:nvPr/>
          </p:nvSpPr>
          <p:spPr>
            <a:xfrm>
              <a:off x="3761028" y="400404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59" name="pt258"/>
            <p:cNvSpPr/>
            <p:nvPr/>
          </p:nvSpPr>
          <p:spPr>
            <a:xfrm>
              <a:off x="3801947" y="3923261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0" name="pt259"/>
            <p:cNvSpPr/>
            <p:nvPr/>
          </p:nvSpPr>
          <p:spPr>
            <a:xfrm>
              <a:off x="3821131" y="424298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1" name="pt260"/>
            <p:cNvSpPr/>
            <p:nvPr/>
          </p:nvSpPr>
          <p:spPr>
            <a:xfrm>
              <a:off x="3768741" y="364088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2" name="pt261"/>
            <p:cNvSpPr/>
            <p:nvPr/>
          </p:nvSpPr>
          <p:spPr>
            <a:xfrm>
              <a:off x="3761266" y="402648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3" name="pt262"/>
            <p:cNvSpPr/>
            <p:nvPr/>
          </p:nvSpPr>
          <p:spPr>
            <a:xfrm>
              <a:off x="3832276" y="415505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4" name="pt263"/>
            <p:cNvSpPr/>
            <p:nvPr/>
          </p:nvSpPr>
          <p:spPr>
            <a:xfrm>
              <a:off x="3848459" y="3827603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5" name="pt264"/>
            <p:cNvSpPr/>
            <p:nvPr/>
          </p:nvSpPr>
          <p:spPr>
            <a:xfrm>
              <a:off x="3757382" y="375171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6" name="pt265"/>
            <p:cNvSpPr/>
            <p:nvPr/>
          </p:nvSpPr>
          <p:spPr>
            <a:xfrm>
              <a:off x="3848274" y="342914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7" name="pt266"/>
            <p:cNvSpPr/>
            <p:nvPr/>
          </p:nvSpPr>
          <p:spPr>
            <a:xfrm>
              <a:off x="3855663" y="345641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8" name="pt267"/>
            <p:cNvSpPr/>
            <p:nvPr/>
          </p:nvSpPr>
          <p:spPr>
            <a:xfrm>
              <a:off x="3772357" y="343304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69" name="pt268"/>
            <p:cNvSpPr/>
            <p:nvPr/>
          </p:nvSpPr>
          <p:spPr>
            <a:xfrm>
              <a:off x="3845118" y="355036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0" name="pt269"/>
            <p:cNvSpPr/>
            <p:nvPr/>
          </p:nvSpPr>
          <p:spPr>
            <a:xfrm>
              <a:off x="3774739" y="383683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1" name="pt270"/>
            <p:cNvSpPr/>
            <p:nvPr/>
          </p:nvSpPr>
          <p:spPr>
            <a:xfrm>
              <a:off x="3833915" y="3868860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2" name="pt271"/>
            <p:cNvSpPr/>
            <p:nvPr/>
          </p:nvSpPr>
          <p:spPr>
            <a:xfrm>
              <a:off x="3782038" y="375636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3" name="pt272"/>
            <p:cNvSpPr/>
            <p:nvPr/>
          </p:nvSpPr>
          <p:spPr>
            <a:xfrm>
              <a:off x="3811764" y="370867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4" name="pt273"/>
            <p:cNvSpPr/>
            <p:nvPr/>
          </p:nvSpPr>
          <p:spPr>
            <a:xfrm>
              <a:off x="3793909" y="369708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5" name="pt274"/>
            <p:cNvSpPr/>
            <p:nvPr/>
          </p:nvSpPr>
          <p:spPr>
            <a:xfrm>
              <a:off x="3777114" y="3487838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6" name="pt275"/>
            <p:cNvSpPr/>
            <p:nvPr/>
          </p:nvSpPr>
          <p:spPr>
            <a:xfrm>
              <a:off x="3809107" y="362272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7" name="pt276"/>
            <p:cNvSpPr/>
            <p:nvPr/>
          </p:nvSpPr>
          <p:spPr>
            <a:xfrm>
              <a:off x="3790342" y="367406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8" name="pt277"/>
            <p:cNvSpPr/>
            <p:nvPr/>
          </p:nvSpPr>
          <p:spPr>
            <a:xfrm>
              <a:off x="3839987" y="345589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79" name="pt278"/>
            <p:cNvSpPr/>
            <p:nvPr/>
          </p:nvSpPr>
          <p:spPr>
            <a:xfrm>
              <a:off x="3778848" y="371135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0" name="pt279"/>
            <p:cNvSpPr/>
            <p:nvPr/>
          </p:nvSpPr>
          <p:spPr>
            <a:xfrm>
              <a:off x="3826245" y="3515290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281" name="pl280"/>
            <p:cNvSpPr/>
            <p:nvPr/>
          </p:nvSpPr>
          <p:spPr>
            <a:xfrm>
              <a:off x="1519155" y="3832446"/>
              <a:ext cx="2317983" cy="545854"/>
            </a:xfrm>
            <a:custGeom>
              <a:avLst/>
              <a:pathLst>
                <a:path w="2317983" h="545854">
                  <a:moveTo>
                    <a:pt x="0" y="545854"/>
                  </a:moveTo>
                  <a:lnTo>
                    <a:pt x="148849" y="510802"/>
                  </a:lnTo>
                  <a:lnTo>
                    <a:pt x="280143" y="479884"/>
                  </a:lnTo>
                  <a:lnTo>
                    <a:pt x="397590" y="452227"/>
                  </a:lnTo>
                  <a:lnTo>
                    <a:pt x="503834" y="427208"/>
                  </a:lnTo>
                  <a:lnTo>
                    <a:pt x="600827" y="404367"/>
                  </a:lnTo>
                  <a:lnTo>
                    <a:pt x="690052" y="383356"/>
                  </a:lnTo>
                  <a:lnTo>
                    <a:pt x="772661" y="363902"/>
                  </a:lnTo>
                  <a:lnTo>
                    <a:pt x="849568" y="345792"/>
                  </a:lnTo>
                  <a:lnTo>
                    <a:pt x="921510" y="328850"/>
                  </a:lnTo>
                  <a:lnTo>
                    <a:pt x="989089" y="312936"/>
                  </a:lnTo>
                  <a:lnTo>
                    <a:pt x="1052805" y="297932"/>
                  </a:lnTo>
                  <a:lnTo>
                    <a:pt x="1113074" y="283740"/>
                  </a:lnTo>
                  <a:lnTo>
                    <a:pt x="1170252" y="270275"/>
                  </a:lnTo>
                  <a:lnTo>
                    <a:pt x="1224639" y="257468"/>
                  </a:lnTo>
                  <a:lnTo>
                    <a:pt x="1276495" y="245256"/>
                  </a:lnTo>
                  <a:lnTo>
                    <a:pt x="1326046" y="233588"/>
                  </a:lnTo>
                  <a:lnTo>
                    <a:pt x="1373488" y="222416"/>
                  </a:lnTo>
                  <a:lnTo>
                    <a:pt x="1418993" y="211700"/>
                  </a:lnTo>
                  <a:lnTo>
                    <a:pt x="1462713" y="201404"/>
                  </a:lnTo>
                  <a:lnTo>
                    <a:pt x="1504783" y="191498"/>
                  </a:lnTo>
                  <a:lnTo>
                    <a:pt x="1545322" y="181951"/>
                  </a:lnTo>
                  <a:lnTo>
                    <a:pt x="1584439" y="172740"/>
                  </a:lnTo>
                  <a:lnTo>
                    <a:pt x="1622229" y="163840"/>
                  </a:lnTo>
                  <a:lnTo>
                    <a:pt x="1658781" y="155233"/>
                  </a:lnTo>
                  <a:lnTo>
                    <a:pt x="1694171" y="146899"/>
                  </a:lnTo>
                  <a:lnTo>
                    <a:pt x="1728473" y="138821"/>
                  </a:lnTo>
                  <a:lnTo>
                    <a:pt x="1761751" y="130985"/>
                  </a:lnTo>
                  <a:lnTo>
                    <a:pt x="1794063" y="123376"/>
                  </a:lnTo>
                  <a:lnTo>
                    <a:pt x="1825466" y="115981"/>
                  </a:lnTo>
                  <a:lnTo>
                    <a:pt x="1856008" y="108789"/>
                  </a:lnTo>
                  <a:lnTo>
                    <a:pt x="1885735" y="101788"/>
                  </a:lnTo>
                  <a:lnTo>
                    <a:pt x="1914691" y="94970"/>
                  </a:lnTo>
                  <a:lnTo>
                    <a:pt x="1942913" y="88324"/>
                  </a:lnTo>
                  <a:lnTo>
                    <a:pt x="1970438" y="81842"/>
                  </a:lnTo>
                  <a:lnTo>
                    <a:pt x="1997300" y="75516"/>
                  </a:lnTo>
                  <a:lnTo>
                    <a:pt x="2023530" y="69339"/>
                  </a:lnTo>
                  <a:lnTo>
                    <a:pt x="2049156" y="63305"/>
                  </a:lnTo>
                  <a:lnTo>
                    <a:pt x="2074207" y="57406"/>
                  </a:lnTo>
                  <a:lnTo>
                    <a:pt x="2098708" y="51636"/>
                  </a:lnTo>
                  <a:lnTo>
                    <a:pt x="2122681" y="45991"/>
                  </a:lnTo>
                  <a:lnTo>
                    <a:pt x="2146149" y="40464"/>
                  </a:lnTo>
                  <a:lnTo>
                    <a:pt x="2169134" y="35052"/>
                  </a:lnTo>
                  <a:lnTo>
                    <a:pt x="2191654" y="29748"/>
                  </a:lnTo>
                  <a:lnTo>
                    <a:pt x="2213728" y="24550"/>
                  </a:lnTo>
                  <a:lnTo>
                    <a:pt x="2235374" y="19453"/>
                  </a:lnTo>
                  <a:lnTo>
                    <a:pt x="2256607" y="14453"/>
                  </a:lnTo>
                  <a:lnTo>
                    <a:pt x="2277444" y="9546"/>
                  </a:lnTo>
                  <a:lnTo>
                    <a:pt x="2297898" y="4729"/>
                  </a:lnTo>
                  <a:lnTo>
                    <a:pt x="2317983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l281"/>
            <p:cNvSpPr/>
            <p:nvPr/>
          </p:nvSpPr>
          <p:spPr>
            <a:xfrm>
              <a:off x="1519155" y="3725326"/>
              <a:ext cx="2317983" cy="527074"/>
            </a:xfrm>
            <a:custGeom>
              <a:avLst/>
              <a:pathLst>
                <a:path w="2317983" h="527074">
                  <a:moveTo>
                    <a:pt x="0" y="527074"/>
                  </a:moveTo>
                  <a:lnTo>
                    <a:pt x="148849" y="493228"/>
                  </a:lnTo>
                  <a:lnTo>
                    <a:pt x="280143" y="463374"/>
                  </a:lnTo>
                  <a:lnTo>
                    <a:pt x="397590" y="436668"/>
                  </a:lnTo>
                  <a:lnTo>
                    <a:pt x="503834" y="412510"/>
                  </a:lnTo>
                  <a:lnTo>
                    <a:pt x="600827" y="390455"/>
                  </a:lnTo>
                  <a:lnTo>
                    <a:pt x="690052" y="370167"/>
                  </a:lnTo>
                  <a:lnTo>
                    <a:pt x="772661" y="351383"/>
                  </a:lnTo>
                  <a:lnTo>
                    <a:pt x="849568" y="333895"/>
                  </a:lnTo>
                  <a:lnTo>
                    <a:pt x="921510" y="317536"/>
                  </a:lnTo>
                  <a:lnTo>
                    <a:pt x="989089" y="302170"/>
                  </a:lnTo>
                  <a:lnTo>
                    <a:pt x="1052805" y="287682"/>
                  </a:lnTo>
                  <a:lnTo>
                    <a:pt x="1113074" y="273978"/>
                  </a:lnTo>
                  <a:lnTo>
                    <a:pt x="1170252" y="260976"/>
                  </a:lnTo>
                  <a:lnTo>
                    <a:pt x="1224639" y="248610"/>
                  </a:lnTo>
                  <a:lnTo>
                    <a:pt x="1276495" y="236818"/>
                  </a:lnTo>
                  <a:lnTo>
                    <a:pt x="1326046" y="225551"/>
                  </a:lnTo>
                  <a:lnTo>
                    <a:pt x="1373488" y="214763"/>
                  </a:lnTo>
                  <a:lnTo>
                    <a:pt x="1418993" y="204416"/>
                  </a:lnTo>
                  <a:lnTo>
                    <a:pt x="1462713" y="194475"/>
                  </a:lnTo>
                  <a:lnTo>
                    <a:pt x="1504783" y="184909"/>
                  </a:lnTo>
                  <a:lnTo>
                    <a:pt x="1545322" y="175691"/>
                  </a:lnTo>
                  <a:lnTo>
                    <a:pt x="1584439" y="166796"/>
                  </a:lnTo>
                  <a:lnTo>
                    <a:pt x="1622229" y="158203"/>
                  </a:lnTo>
                  <a:lnTo>
                    <a:pt x="1658781" y="149892"/>
                  </a:lnTo>
                  <a:lnTo>
                    <a:pt x="1694171" y="141845"/>
                  </a:lnTo>
                  <a:lnTo>
                    <a:pt x="1728473" y="134045"/>
                  </a:lnTo>
                  <a:lnTo>
                    <a:pt x="1761751" y="126478"/>
                  </a:lnTo>
                  <a:lnTo>
                    <a:pt x="1794063" y="119131"/>
                  </a:lnTo>
                  <a:lnTo>
                    <a:pt x="1825466" y="111991"/>
                  </a:lnTo>
                  <a:lnTo>
                    <a:pt x="1856008" y="105046"/>
                  </a:lnTo>
                  <a:lnTo>
                    <a:pt x="1885735" y="98286"/>
                  </a:lnTo>
                  <a:lnTo>
                    <a:pt x="1914691" y="91702"/>
                  </a:lnTo>
                  <a:lnTo>
                    <a:pt x="1942913" y="85285"/>
                  </a:lnTo>
                  <a:lnTo>
                    <a:pt x="1970438" y="79026"/>
                  </a:lnTo>
                  <a:lnTo>
                    <a:pt x="1997300" y="72918"/>
                  </a:lnTo>
                  <a:lnTo>
                    <a:pt x="2023530" y="66954"/>
                  </a:lnTo>
                  <a:lnTo>
                    <a:pt x="2049156" y="61127"/>
                  </a:lnTo>
                  <a:lnTo>
                    <a:pt x="2074207" y="55430"/>
                  </a:lnTo>
                  <a:lnTo>
                    <a:pt x="2098708" y="49860"/>
                  </a:lnTo>
                  <a:lnTo>
                    <a:pt x="2122681" y="44408"/>
                  </a:lnTo>
                  <a:lnTo>
                    <a:pt x="2146149" y="39072"/>
                  </a:lnTo>
                  <a:lnTo>
                    <a:pt x="2169134" y="33846"/>
                  </a:lnTo>
                  <a:lnTo>
                    <a:pt x="2191654" y="28725"/>
                  </a:lnTo>
                  <a:lnTo>
                    <a:pt x="2213728" y="23705"/>
                  </a:lnTo>
                  <a:lnTo>
                    <a:pt x="2235374" y="18784"/>
                  </a:lnTo>
                  <a:lnTo>
                    <a:pt x="2256607" y="13955"/>
                  </a:lnTo>
                  <a:lnTo>
                    <a:pt x="2277444" y="9218"/>
                  </a:lnTo>
                  <a:lnTo>
                    <a:pt x="2297898" y="4567"/>
                  </a:lnTo>
                  <a:lnTo>
                    <a:pt x="2317983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3" name="pl282"/>
            <p:cNvSpPr/>
            <p:nvPr/>
          </p:nvSpPr>
          <p:spPr>
            <a:xfrm>
              <a:off x="1519155" y="3941649"/>
              <a:ext cx="2317983" cy="414279"/>
            </a:xfrm>
            <a:custGeom>
              <a:avLst/>
              <a:pathLst>
                <a:path w="2317983" h="414279">
                  <a:moveTo>
                    <a:pt x="0" y="414279"/>
                  </a:moveTo>
                  <a:lnTo>
                    <a:pt x="148849" y="387676"/>
                  </a:lnTo>
                  <a:lnTo>
                    <a:pt x="280143" y="364211"/>
                  </a:lnTo>
                  <a:lnTo>
                    <a:pt x="397590" y="343220"/>
                  </a:lnTo>
                  <a:lnTo>
                    <a:pt x="503834" y="324232"/>
                  </a:lnTo>
                  <a:lnTo>
                    <a:pt x="600827" y="306897"/>
                  </a:lnTo>
                  <a:lnTo>
                    <a:pt x="690052" y="290950"/>
                  </a:lnTo>
                  <a:lnTo>
                    <a:pt x="772661" y="276186"/>
                  </a:lnTo>
                  <a:lnTo>
                    <a:pt x="849568" y="262441"/>
                  </a:lnTo>
                  <a:lnTo>
                    <a:pt x="921510" y="249583"/>
                  </a:lnTo>
                  <a:lnTo>
                    <a:pt x="989089" y="237505"/>
                  </a:lnTo>
                  <a:lnTo>
                    <a:pt x="1052805" y="226117"/>
                  </a:lnTo>
                  <a:lnTo>
                    <a:pt x="1113074" y="215346"/>
                  </a:lnTo>
                  <a:lnTo>
                    <a:pt x="1170252" y="205127"/>
                  </a:lnTo>
                  <a:lnTo>
                    <a:pt x="1224639" y="195407"/>
                  </a:lnTo>
                  <a:lnTo>
                    <a:pt x="1276495" y="186139"/>
                  </a:lnTo>
                  <a:lnTo>
                    <a:pt x="1326046" y="177283"/>
                  </a:lnTo>
                  <a:lnTo>
                    <a:pt x="1373488" y="168804"/>
                  </a:lnTo>
                  <a:lnTo>
                    <a:pt x="1418993" y="160671"/>
                  </a:lnTo>
                  <a:lnTo>
                    <a:pt x="1462713" y="152857"/>
                  </a:lnTo>
                  <a:lnTo>
                    <a:pt x="1504783" y="145338"/>
                  </a:lnTo>
                  <a:lnTo>
                    <a:pt x="1545322" y="138093"/>
                  </a:lnTo>
                  <a:lnTo>
                    <a:pt x="1584439" y="131102"/>
                  </a:lnTo>
                  <a:lnTo>
                    <a:pt x="1622229" y="124348"/>
                  </a:lnTo>
                  <a:lnTo>
                    <a:pt x="1658781" y="117815"/>
                  </a:lnTo>
                  <a:lnTo>
                    <a:pt x="1694171" y="111490"/>
                  </a:lnTo>
                  <a:lnTo>
                    <a:pt x="1728473" y="105359"/>
                  </a:lnTo>
                  <a:lnTo>
                    <a:pt x="1761751" y="99412"/>
                  </a:lnTo>
                  <a:lnTo>
                    <a:pt x="1794063" y="93637"/>
                  </a:lnTo>
                  <a:lnTo>
                    <a:pt x="1825466" y="88024"/>
                  </a:lnTo>
                  <a:lnTo>
                    <a:pt x="1856008" y="82566"/>
                  </a:lnTo>
                  <a:lnTo>
                    <a:pt x="1885735" y="77253"/>
                  </a:lnTo>
                  <a:lnTo>
                    <a:pt x="1914691" y="72078"/>
                  </a:lnTo>
                  <a:lnTo>
                    <a:pt x="1942913" y="67034"/>
                  </a:lnTo>
                  <a:lnTo>
                    <a:pt x="1970438" y="62114"/>
                  </a:lnTo>
                  <a:lnTo>
                    <a:pt x="1997300" y="57313"/>
                  </a:lnTo>
                  <a:lnTo>
                    <a:pt x="2023530" y="52625"/>
                  </a:lnTo>
                  <a:lnTo>
                    <a:pt x="2049156" y="48045"/>
                  </a:lnTo>
                  <a:lnTo>
                    <a:pt x="2074207" y="43568"/>
                  </a:lnTo>
                  <a:lnTo>
                    <a:pt x="2098708" y="39189"/>
                  </a:lnTo>
                  <a:lnTo>
                    <a:pt x="2122681" y="34905"/>
                  </a:lnTo>
                  <a:lnTo>
                    <a:pt x="2146149" y="30710"/>
                  </a:lnTo>
                  <a:lnTo>
                    <a:pt x="2169134" y="26602"/>
                  </a:lnTo>
                  <a:lnTo>
                    <a:pt x="2191654" y="22578"/>
                  </a:lnTo>
                  <a:lnTo>
                    <a:pt x="2213728" y="18632"/>
                  </a:lnTo>
                  <a:lnTo>
                    <a:pt x="2235374" y="14764"/>
                  </a:lnTo>
                  <a:lnTo>
                    <a:pt x="2256607" y="10969"/>
                  </a:lnTo>
                  <a:lnTo>
                    <a:pt x="2277444" y="7245"/>
                  </a:lnTo>
                  <a:lnTo>
                    <a:pt x="2297898" y="3589"/>
                  </a:lnTo>
                  <a:lnTo>
                    <a:pt x="2317983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l283"/>
            <p:cNvSpPr/>
            <p:nvPr/>
          </p:nvSpPr>
          <p:spPr>
            <a:xfrm>
              <a:off x="1519155" y="3434921"/>
              <a:ext cx="2317983" cy="577287"/>
            </a:xfrm>
            <a:custGeom>
              <a:avLst/>
              <a:pathLst>
                <a:path w="2317983" h="577287">
                  <a:moveTo>
                    <a:pt x="0" y="577287"/>
                  </a:moveTo>
                  <a:lnTo>
                    <a:pt x="148849" y="540217"/>
                  </a:lnTo>
                  <a:lnTo>
                    <a:pt x="280143" y="507518"/>
                  </a:lnTo>
                  <a:lnTo>
                    <a:pt x="397590" y="478268"/>
                  </a:lnTo>
                  <a:lnTo>
                    <a:pt x="503834" y="451808"/>
                  </a:lnTo>
                  <a:lnTo>
                    <a:pt x="600827" y="427653"/>
                  </a:lnTo>
                  <a:lnTo>
                    <a:pt x="690052" y="405431"/>
                  </a:lnTo>
                  <a:lnTo>
                    <a:pt x="772661" y="384858"/>
                  </a:lnTo>
                  <a:lnTo>
                    <a:pt x="849568" y="365704"/>
                  </a:lnTo>
                  <a:lnTo>
                    <a:pt x="921510" y="347787"/>
                  </a:lnTo>
                  <a:lnTo>
                    <a:pt x="989089" y="330957"/>
                  </a:lnTo>
                  <a:lnTo>
                    <a:pt x="1052805" y="315089"/>
                  </a:lnTo>
                  <a:lnTo>
                    <a:pt x="1113074" y="300079"/>
                  </a:lnTo>
                  <a:lnTo>
                    <a:pt x="1170252" y="285839"/>
                  </a:lnTo>
                  <a:lnTo>
                    <a:pt x="1224639" y="272294"/>
                  </a:lnTo>
                  <a:lnTo>
                    <a:pt x="1276495" y="259379"/>
                  </a:lnTo>
                  <a:lnTo>
                    <a:pt x="1326046" y="247039"/>
                  </a:lnTo>
                  <a:lnTo>
                    <a:pt x="1373488" y="235223"/>
                  </a:lnTo>
                  <a:lnTo>
                    <a:pt x="1418993" y="223891"/>
                  </a:lnTo>
                  <a:lnTo>
                    <a:pt x="1462713" y="213002"/>
                  </a:lnTo>
                  <a:lnTo>
                    <a:pt x="1504783" y="202525"/>
                  </a:lnTo>
                  <a:lnTo>
                    <a:pt x="1545322" y="192429"/>
                  </a:lnTo>
                  <a:lnTo>
                    <a:pt x="1584439" y="182687"/>
                  </a:lnTo>
                  <a:lnTo>
                    <a:pt x="1622229" y="173275"/>
                  </a:lnTo>
                  <a:lnTo>
                    <a:pt x="1658781" y="164172"/>
                  </a:lnTo>
                  <a:lnTo>
                    <a:pt x="1694171" y="155358"/>
                  </a:lnTo>
                  <a:lnTo>
                    <a:pt x="1728473" y="146815"/>
                  </a:lnTo>
                  <a:lnTo>
                    <a:pt x="1761751" y="138528"/>
                  </a:lnTo>
                  <a:lnTo>
                    <a:pt x="1794063" y="130480"/>
                  </a:lnTo>
                  <a:lnTo>
                    <a:pt x="1825466" y="122660"/>
                  </a:lnTo>
                  <a:lnTo>
                    <a:pt x="1856008" y="115053"/>
                  </a:lnTo>
                  <a:lnTo>
                    <a:pt x="1885735" y="107650"/>
                  </a:lnTo>
                  <a:lnTo>
                    <a:pt x="1914691" y="100438"/>
                  </a:lnTo>
                  <a:lnTo>
                    <a:pt x="1942913" y="93410"/>
                  </a:lnTo>
                  <a:lnTo>
                    <a:pt x="1970438" y="86555"/>
                  </a:lnTo>
                  <a:lnTo>
                    <a:pt x="1997300" y="79865"/>
                  </a:lnTo>
                  <a:lnTo>
                    <a:pt x="2023530" y="73332"/>
                  </a:lnTo>
                  <a:lnTo>
                    <a:pt x="2049156" y="66950"/>
                  </a:lnTo>
                  <a:lnTo>
                    <a:pt x="2074207" y="60711"/>
                  </a:lnTo>
                  <a:lnTo>
                    <a:pt x="2098708" y="54610"/>
                  </a:lnTo>
                  <a:lnTo>
                    <a:pt x="2122681" y="48639"/>
                  </a:lnTo>
                  <a:lnTo>
                    <a:pt x="2146149" y="42794"/>
                  </a:lnTo>
                  <a:lnTo>
                    <a:pt x="2169134" y="37070"/>
                  </a:lnTo>
                  <a:lnTo>
                    <a:pt x="2191654" y="31461"/>
                  </a:lnTo>
                  <a:lnTo>
                    <a:pt x="2213728" y="25964"/>
                  </a:lnTo>
                  <a:lnTo>
                    <a:pt x="2235374" y="20573"/>
                  </a:lnTo>
                  <a:lnTo>
                    <a:pt x="2256607" y="15285"/>
                  </a:lnTo>
                  <a:lnTo>
                    <a:pt x="2277444" y="10096"/>
                  </a:lnTo>
                  <a:lnTo>
                    <a:pt x="2297898" y="5002"/>
                  </a:lnTo>
                  <a:lnTo>
                    <a:pt x="2317983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5" name="pl284"/>
            <p:cNvSpPr/>
            <p:nvPr/>
          </p:nvSpPr>
          <p:spPr>
            <a:xfrm>
              <a:off x="1519155" y="3795381"/>
              <a:ext cx="2317983" cy="429955"/>
            </a:xfrm>
            <a:custGeom>
              <a:avLst/>
              <a:pathLst>
                <a:path w="2317983" h="429955">
                  <a:moveTo>
                    <a:pt x="0" y="429955"/>
                  </a:moveTo>
                  <a:lnTo>
                    <a:pt x="148849" y="402345"/>
                  </a:lnTo>
                  <a:lnTo>
                    <a:pt x="280143" y="377992"/>
                  </a:lnTo>
                  <a:lnTo>
                    <a:pt x="397590" y="356207"/>
                  </a:lnTo>
                  <a:lnTo>
                    <a:pt x="503834" y="336500"/>
                  </a:lnTo>
                  <a:lnTo>
                    <a:pt x="600827" y="318509"/>
                  </a:lnTo>
                  <a:lnTo>
                    <a:pt x="690052" y="301959"/>
                  </a:lnTo>
                  <a:lnTo>
                    <a:pt x="772661" y="286636"/>
                  </a:lnTo>
                  <a:lnTo>
                    <a:pt x="849568" y="272371"/>
                  </a:lnTo>
                  <a:lnTo>
                    <a:pt x="921510" y="259027"/>
                  </a:lnTo>
                  <a:lnTo>
                    <a:pt x="989089" y="246492"/>
                  </a:lnTo>
                  <a:lnTo>
                    <a:pt x="1052805" y="234673"/>
                  </a:lnTo>
                  <a:lnTo>
                    <a:pt x="1113074" y="223494"/>
                  </a:lnTo>
                  <a:lnTo>
                    <a:pt x="1170252" y="212889"/>
                  </a:lnTo>
                  <a:lnTo>
                    <a:pt x="1224639" y="202800"/>
                  </a:lnTo>
                  <a:lnTo>
                    <a:pt x="1276495" y="193182"/>
                  </a:lnTo>
                  <a:lnTo>
                    <a:pt x="1326046" y="183991"/>
                  </a:lnTo>
                  <a:lnTo>
                    <a:pt x="1373488" y="175191"/>
                  </a:lnTo>
                  <a:lnTo>
                    <a:pt x="1418993" y="166750"/>
                  </a:lnTo>
                  <a:lnTo>
                    <a:pt x="1462713" y="158641"/>
                  </a:lnTo>
                  <a:lnTo>
                    <a:pt x="1504783" y="150837"/>
                  </a:lnTo>
                  <a:lnTo>
                    <a:pt x="1545322" y="143318"/>
                  </a:lnTo>
                  <a:lnTo>
                    <a:pt x="1584439" y="136062"/>
                  </a:lnTo>
                  <a:lnTo>
                    <a:pt x="1622229" y="129053"/>
                  </a:lnTo>
                  <a:lnTo>
                    <a:pt x="1658781" y="122273"/>
                  </a:lnTo>
                  <a:lnTo>
                    <a:pt x="1694171" y="115708"/>
                  </a:lnTo>
                  <a:lnTo>
                    <a:pt x="1728473" y="109346"/>
                  </a:lnTo>
                  <a:lnTo>
                    <a:pt x="1761751" y="103173"/>
                  </a:lnTo>
                  <a:lnTo>
                    <a:pt x="1794063" y="97180"/>
                  </a:lnTo>
                  <a:lnTo>
                    <a:pt x="1825466" y="91355"/>
                  </a:lnTo>
                  <a:lnTo>
                    <a:pt x="1856008" y="85690"/>
                  </a:lnTo>
                  <a:lnTo>
                    <a:pt x="1885735" y="80176"/>
                  </a:lnTo>
                  <a:lnTo>
                    <a:pt x="1914691" y="74805"/>
                  </a:lnTo>
                  <a:lnTo>
                    <a:pt x="1942913" y="69570"/>
                  </a:lnTo>
                  <a:lnTo>
                    <a:pt x="1970438" y="64465"/>
                  </a:lnTo>
                  <a:lnTo>
                    <a:pt x="1997300" y="59482"/>
                  </a:lnTo>
                  <a:lnTo>
                    <a:pt x="2023530" y="54617"/>
                  </a:lnTo>
                  <a:lnTo>
                    <a:pt x="2049156" y="49863"/>
                  </a:lnTo>
                  <a:lnTo>
                    <a:pt x="2074207" y="45217"/>
                  </a:lnTo>
                  <a:lnTo>
                    <a:pt x="2098708" y="40672"/>
                  </a:lnTo>
                  <a:lnTo>
                    <a:pt x="2122681" y="36226"/>
                  </a:lnTo>
                  <a:lnTo>
                    <a:pt x="2146149" y="31872"/>
                  </a:lnTo>
                  <a:lnTo>
                    <a:pt x="2169134" y="27609"/>
                  </a:lnTo>
                  <a:lnTo>
                    <a:pt x="2191654" y="23432"/>
                  </a:lnTo>
                  <a:lnTo>
                    <a:pt x="2213728" y="19337"/>
                  </a:lnTo>
                  <a:lnTo>
                    <a:pt x="2235374" y="15322"/>
                  </a:lnTo>
                  <a:lnTo>
                    <a:pt x="2256607" y="11384"/>
                  </a:lnTo>
                  <a:lnTo>
                    <a:pt x="2277444" y="7519"/>
                  </a:lnTo>
                  <a:lnTo>
                    <a:pt x="2297898" y="3725"/>
                  </a:lnTo>
                  <a:lnTo>
                    <a:pt x="2317983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6" name="pl285"/>
            <p:cNvSpPr/>
            <p:nvPr/>
          </p:nvSpPr>
          <p:spPr>
            <a:xfrm>
              <a:off x="1519155" y="3556823"/>
              <a:ext cx="2317983" cy="386998"/>
            </a:xfrm>
            <a:custGeom>
              <a:avLst/>
              <a:pathLst>
                <a:path w="2317983" h="386998">
                  <a:moveTo>
                    <a:pt x="0" y="386998"/>
                  </a:moveTo>
                  <a:lnTo>
                    <a:pt x="148849" y="362147"/>
                  </a:lnTo>
                  <a:lnTo>
                    <a:pt x="280143" y="340227"/>
                  </a:lnTo>
                  <a:lnTo>
                    <a:pt x="397590" y="320619"/>
                  </a:lnTo>
                  <a:lnTo>
                    <a:pt x="503834" y="302881"/>
                  </a:lnTo>
                  <a:lnTo>
                    <a:pt x="600827" y="286687"/>
                  </a:lnTo>
                  <a:lnTo>
                    <a:pt x="690052" y="271791"/>
                  </a:lnTo>
                  <a:lnTo>
                    <a:pt x="772661" y="257999"/>
                  </a:lnTo>
                  <a:lnTo>
                    <a:pt x="849568" y="245159"/>
                  </a:lnTo>
                  <a:lnTo>
                    <a:pt x="921510" y="233148"/>
                  </a:lnTo>
                  <a:lnTo>
                    <a:pt x="989089" y="221865"/>
                  </a:lnTo>
                  <a:lnTo>
                    <a:pt x="1052805" y="211227"/>
                  </a:lnTo>
                  <a:lnTo>
                    <a:pt x="1113074" y="201165"/>
                  </a:lnTo>
                  <a:lnTo>
                    <a:pt x="1170252" y="191619"/>
                  </a:lnTo>
                  <a:lnTo>
                    <a:pt x="1224639" y="182539"/>
                  </a:lnTo>
                  <a:lnTo>
                    <a:pt x="1276495" y="173881"/>
                  </a:lnTo>
                  <a:lnTo>
                    <a:pt x="1326046" y="165608"/>
                  </a:lnTo>
                  <a:lnTo>
                    <a:pt x="1373488" y="157688"/>
                  </a:lnTo>
                  <a:lnTo>
                    <a:pt x="1418993" y="150090"/>
                  </a:lnTo>
                  <a:lnTo>
                    <a:pt x="1462713" y="142791"/>
                  </a:lnTo>
                  <a:lnTo>
                    <a:pt x="1504783" y="135767"/>
                  </a:lnTo>
                  <a:lnTo>
                    <a:pt x="1545322" y="128999"/>
                  </a:lnTo>
                  <a:lnTo>
                    <a:pt x="1584439" y="122468"/>
                  </a:lnTo>
                  <a:lnTo>
                    <a:pt x="1622229" y="116159"/>
                  </a:lnTo>
                  <a:lnTo>
                    <a:pt x="1658781" y="110057"/>
                  </a:lnTo>
                  <a:lnTo>
                    <a:pt x="1694171" y="104148"/>
                  </a:lnTo>
                  <a:lnTo>
                    <a:pt x="1728473" y="98421"/>
                  </a:lnTo>
                  <a:lnTo>
                    <a:pt x="1761751" y="92865"/>
                  </a:lnTo>
                  <a:lnTo>
                    <a:pt x="1794063" y="87471"/>
                  </a:lnTo>
                  <a:lnTo>
                    <a:pt x="1825466" y="82228"/>
                  </a:lnTo>
                  <a:lnTo>
                    <a:pt x="1856008" y="77129"/>
                  </a:lnTo>
                  <a:lnTo>
                    <a:pt x="1885735" y="72165"/>
                  </a:lnTo>
                  <a:lnTo>
                    <a:pt x="1914691" y="67331"/>
                  </a:lnTo>
                  <a:lnTo>
                    <a:pt x="1942913" y="62619"/>
                  </a:lnTo>
                  <a:lnTo>
                    <a:pt x="1970438" y="58024"/>
                  </a:lnTo>
                  <a:lnTo>
                    <a:pt x="1997300" y="53539"/>
                  </a:lnTo>
                  <a:lnTo>
                    <a:pt x="2023530" y="49160"/>
                  </a:lnTo>
                  <a:lnTo>
                    <a:pt x="2049156" y="44881"/>
                  </a:lnTo>
                  <a:lnTo>
                    <a:pt x="2074207" y="40699"/>
                  </a:lnTo>
                  <a:lnTo>
                    <a:pt x="2098708" y="36609"/>
                  </a:lnTo>
                  <a:lnTo>
                    <a:pt x="2122681" y="32606"/>
                  </a:lnTo>
                  <a:lnTo>
                    <a:pt x="2146149" y="28688"/>
                  </a:lnTo>
                  <a:lnTo>
                    <a:pt x="2169134" y="24851"/>
                  </a:lnTo>
                  <a:lnTo>
                    <a:pt x="2191654" y="21091"/>
                  </a:lnTo>
                  <a:lnTo>
                    <a:pt x="2213728" y="17405"/>
                  </a:lnTo>
                  <a:lnTo>
                    <a:pt x="2235374" y="13792"/>
                  </a:lnTo>
                  <a:lnTo>
                    <a:pt x="2256607" y="10247"/>
                  </a:lnTo>
                  <a:lnTo>
                    <a:pt x="2277444" y="6768"/>
                  </a:lnTo>
                  <a:lnTo>
                    <a:pt x="2297898" y="3353"/>
                  </a:lnTo>
                  <a:lnTo>
                    <a:pt x="2317983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7" name="pl286"/>
            <p:cNvSpPr/>
            <p:nvPr/>
          </p:nvSpPr>
          <p:spPr>
            <a:xfrm>
              <a:off x="1519155" y="3692582"/>
              <a:ext cx="2317983" cy="12336"/>
            </a:xfrm>
            <a:custGeom>
              <a:avLst/>
              <a:pathLst>
                <a:path w="2317983" h="12336">
                  <a:moveTo>
                    <a:pt x="0" y="12336"/>
                  </a:moveTo>
                  <a:lnTo>
                    <a:pt x="148849" y="11544"/>
                  </a:lnTo>
                  <a:lnTo>
                    <a:pt x="280143" y="10845"/>
                  </a:lnTo>
                  <a:lnTo>
                    <a:pt x="397590" y="10220"/>
                  </a:lnTo>
                  <a:lnTo>
                    <a:pt x="503834" y="9655"/>
                  </a:lnTo>
                  <a:lnTo>
                    <a:pt x="600827" y="9138"/>
                  </a:lnTo>
                  <a:lnTo>
                    <a:pt x="690052" y="8664"/>
                  </a:lnTo>
                  <a:lnTo>
                    <a:pt x="772661" y="8224"/>
                  </a:lnTo>
                  <a:lnTo>
                    <a:pt x="849568" y="7815"/>
                  </a:lnTo>
                  <a:lnTo>
                    <a:pt x="921510" y="7432"/>
                  </a:lnTo>
                  <a:lnTo>
                    <a:pt x="989089" y="7072"/>
                  </a:lnTo>
                  <a:lnTo>
                    <a:pt x="1052805" y="6733"/>
                  </a:lnTo>
                  <a:lnTo>
                    <a:pt x="1113074" y="6412"/>
                  </a:lnTo>
                  <a:lnTo>
                    <a:pt x="1170252" y="6108"/>
                  </a:lnTo>
                  <a:lnTo>
                    <a:pt x="1224639" y="5818"/>
                  </a:lnTo>
                  <a:lnTo>
                    <a:pt x="1276495" y="5542"/>
                  </a:lnTo>
                  <a:lnTo>
                    <a:pt x="1326046" y="5279"/>
                  </a:lnTo>
                  <a:lnTo>
                    <a:pt x="1373488" y="5026"/>
                  </a:lnTo>
                  <a:lnTo>
                    <a:pt x="1418993" y="4784"/>
                  </a:lnTo>
                  <a:lnTo>
                    <a:pt x="1462713" y="4551"/>
                  </a:lnTo>
                  <a:lnTo>
                    <a:pt x="1504783" y="4327"/>
                  </a:lnTo>
                  <a:lnTo>
                    <a:pt x="1545322" y="4112"/>
                  </a:lnTo>
                  <a:lnTo>
                    <a:pt x="1584439" y="3904"/>
                  </a:lnTo>
                  <a:lnTo>
                    <a:pt x="1622229" y="3702"/>
                  </a:lnTo>
                  <a:lnTo>
                    <a:pt x="1658781" y="3508"/>
                  </a:lnTo>
                  <a:lnTo>
                    <a:pt x="1694171" y="3320"/>
                  </a:lnTo>
                  <a:lnTo>
                    <a:pt x="1728473" y="3137"/>
                  </a:lnTo>
                  <a:lnTo>
                    <a:pt x="1761751" y="2960"/>
                  </a:lnTo>
                  <a:lnTo>
                    <a:pt x="1794063" y="2788"/>
                  </a:lnTo>
                  <a:lnTo>
                    <a:pt x="1825466" y="2621"/>
                  </a:lnTo>
                  <a:lnTo>
                    <a:pt x="1856008" y="2458"/>
                  </a:lnTo>
                  <a:lnTo>
                    <a:pt x="1885735" y="2300"/>
                  </a:lnTo>
                  <a:lnTo>
                    <a:pt x="1914691" y="2146"/>
                  </a:lnTo>
                  <a:lnTo>
                    <a:pt x="1942913" y="1996"/>
                  </a:lnTo>
                  <a:lnTo>
                    <a:pt x="1970438" y="1849"/>
                  </a:lnTo>
                  <a:lnTo>
                    <a:pt x="1997300" y="1706"/>
                  </a:lnTo>
                  <a:lnTo>
                    <a:pt x="2023530" y="1567"/>
                  </a:lnTo>
                  <a:lnTo>
                    <a:pt x="2049156" y="1430"/>
                  </a:lnTo>
                  <a:lnTo>
                    <a:pt x="2074207" y="1297"/>
                  </a:lnTo>
                  <a:lnTo>
                    <a:pt x="2098708" y="1167"/>
                  </a:lnTo>
                  <a:lnTo>
                    <a:pt x="2122681" y="1039"/>
                  </a:lnTo>
                  <a:lnTo>
                    <a:pt x="2146149" y="914"/>
                  </a:lnTo>
                  <a:lnTo>
                    <a:pt x="2169134" y="792"/>
                  </a:lnTo>
                  <a:lnTo>
                    <a:pt x="2191654" y="672"/>
                  </a:lnTo>
                  <a:lnTo>
                    <a:pt x="2213728" y="554"/>
                  </a:lnTo>
                  <a:lnTo>
                    <a:pt x="2235374" y="439"/>
                  </a:lnTo>
                  <a:lnTo>
                    <a:pt x="2256607" y="326"/>
                  </a:lnTo>
                  <a:lnTo>
                    <a:pt x="2277444" y="215"/>
                  </a:lnTo>
                  <a:lnTo>
                    <a:pt x="2297898" y="106"/>
                  </a:lnTo>
                  <a:lnTo>
                    <a:pt x="2317983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8" name="pl287"/>
            <p:cNvSpPr/>
            <p:nvPr/>
          </p:nvSpPr>
          <p:spPr>
            <a:xfrm>
              <a:off x="1519155" y="4034902"/>
              <a:ext cx="2317983" cy="263342"/>
            </a:xfrm>
            <a:custGeom>
              <a:avLst/>
              <a:pathLst>
                <a:path w="2317983" h="263342">
                  <a:moveTo>
                    <a:pt x="0" y="263342"/>
                  </a:moveTo>
                  <a:lnTo>
                    <a:pt x="148849" y="246432"/>
                  </a:lnTo>
                  <a:lnTo>
                    <a:pt x="280143" y="231516"/>
                  </a:lnTo>
                  <a:lnTo>
                    <a:pt x="397590" y="218173"/>
                  </a:lnTo>
                  <a:lnTo>
                    <a:pt x="503834" y="206102"/>
                  </a:lnTo>
                  <a:lnTo>
                    <a:pt x="600827" y="195083"/>
                  </a:lnTo>
                  <a:lnTo>
                    <a:pt x="690052" y="184946"/>
                  </a:lnTo>
                  <a:lnTo>
                    <a:pt x="772661" y="175561"/>
                  </a:lnTo>
                  <a:lnTo>
                    <a:pt x="849568" y="166824"/>
                  </a:lnTo>
                  <a:lnTo>
                    <a:pt x="921510" y="158651"/>
                  </a:lnTo>
                  <a:lnTo>
                    <a:pt x="989089" y="150973"/>
                  </a:lnTo>
                  <a:lnTo>
                    <a:pt x="1052805" y="143735"/>
                  </a:lnTo>
                  <a:lnTo>
                    <a:pt x="1113074" y="136887"/>
                  </a:lnTo>
                  <a:lnTo>
                    <a:pt x="1170252" y="130392"/>
                  </a:lnTo>
                  <a:lnTo>
                    <a:pt x="1224639" y="124213"/>
                  </a:lnTo>
                  <a:lnTo>
                    <a:pt x="1276495" y="118321"/>
                  </a:lnTo>
                  <a:lnTo>
                    <a:pt x="1326046" y="112692"/>
                  </a:lnTo>
                  <a:lnTo>
                    <a:pt x="1373488" y="107302"/>
                  </a:lnTo>
                  <a:lnTo>
                    <a:pt x="1418993" y="102133"/>
                  </a:lnTo>
                  <a:lnTo>
                    <a:pt x="1462713" y="97166"/>
                  </a:lnTo>
                  <a:lnTo>
                    <a:pt x="1504783" y="92386"/>
                  </a:lnTo>
                  <a:lnTo>
                    <a:pt x="1545322" y="87780"/>
                  </a:lnTo>
                  <a:lnTo>
                    <a:pt x="1584439" y="83336"/>
                  </a:lnTo>
                  <a:lnTo>
                    <a:pt x="1622229" y="79043"/>
                  </a:lnTo>
                  <a:lnTo>
                    <a:pt x="1658781" y="74891"/>
                  </a:lnTo>
                  <a:lnTo>
                    <a:pt x="1694171" y="70870"/>
                  </a:lnTo>
                  <a:lnTo>
                    <a:pt x="1728473" y="66973"/>
                  </a:lnTo>
                  <a:lnTo>
                    <a:pt x="1761751" y="63192"/>
                  </a:lnTo>
                  <a:lnTo>
                    <a:pt x="1794063" y="59521"/>
                  </a:lnTo>
                  <a:lnTo>
                    <a:pt x="1825466" y="55954"/>
                  </a:lnTo>
                  <a:lnTo>
                    <a:pt x="1856008" y="52484"/>
                  </a:lnTo>
                  <a:lnTo>
                    <a:pt x="1885735" y="49107"/>
                  </a:lnTo>
                  <a:lnTo>
                    <a:pt x="1914691" y="45817"/>
                  </a:lnTo>
                  <a:lnTo>
                    <a:pt x="1942913" y="42611"/>
                  </a:lnTo>
                  <a:lnTo>
                    <a:pt x="1970438" y="39484"/>
                  </a:lnTo>
                  <a:lnTo>
                    <a:pt x="1997300" y="36432"/>
                  </a:lnTo>
                  <a:lnTo>
                    <a:pt x="2023530" y="33452"/>
                  </a:lnTo>
                  <a:lnTo>
                    <a:pt x="2049156" y="30541"/>
                  </a:lnTo>
                  <a:lnTo>
                    <a:pt x="2074207" y="27695"/>
                  </a:lnTo>
                  <a:lnTo>
                    <a:pt x="2098708" y="24911"/>
                  </a:lnTo>
                  <a:lnTo>
                    <a:pt x="2122681" y="22188"/>
                  </a:lnTo>
                  <a:lnTo>
                    <a:pt x="2146149" y="19521"/>
                  </a:lnTo>
                  <a:lnTo>
                    <a:pt x="2169134" y="16910"/>
                  </a:lnTo>
                  <a:lnTo>
                    <a:pt x="2191654" y="14352"/>
                  </a:lnTo>
                  <a:lnTo>
                    <a:pt x="2213728" y="11844"/>
                  </a:lnTo>
                  <a:lnTo>
                    <a:pt x="2235374" y="9385"/>
                  </a:lnTo>
                  <a:lnTo>
                    <a:pt x="2256607" y="6972"/>
                  </a:lnTo>
                  <a:lnTo>
                    <a:pt x="2277444" y="4605"/>
                  </a:lnTo>
                  <a:lnTo>
                    <a:pt x="2297898" y="2281"/>
                  </a:lnTo>
                  <a:lnTo>
                    <a:pt x="2317983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9" name="pl288"/>
            <p:cNvSpPr/>
            <p:nvPr/>
          </p:nvSpPr>
          <p:spPr>
            <a:xfrm>
              <a:off x="1519155" y="3997204"/>
              <a:ext cx="2317983" cy="377753"/>
            </a:xfrm>
            <a:custGeom>
              <a:avLst/>
              <a:pathLst>
                <a:path w="2317983" h="377753">
                  <a:moveTo>
                    <a:pt x="0" y="377753"/>
                  </a:moveTo>
                  <a:lnTo>
                    <a:pt x="148849" y="353496"/>
                  </a:lnTo>
                  <a:lnTo>
                    <a:pt x="280143" y="332099"/>
                  </a:lnTo>
                  <a:lnTo>
                    <a:pt x="397590" y="312959"/>
                  </a:lnTo>
                  <a:lnTo>
                    <a:pt x="503834" y="295645"/>
                  </a:lnTo>
                  <a:lnTo>
                    <a:pt x="600827" y="279839"/>
                  </a:lnTo>
                  <a:lnTo>
                    <a:pt x="690052" y="265298"/>
                  </a:lnTo>
                  <a:lnTo>
                    <a:pt x="772661" y="251835"/>
                  </a:lnTo>
                  <a:lnTo>
                    <a:pt x="849568" y="239302"/>
                  </a:lnTo>
                  <a:lnTo>
                    <a:pt x="921510" y="227578"/>
                  </a:lnTo>
                  <a:lnTo>
                    <a:pt x="989089" y="216565"/>
                  </a:lnTo>
                  <a:lnTo>
                    <a:pt x="1052805" y="206181"/>
                  </a:lnTo>
                  <a:lnTo>
                    <a:pt x="1113074" y="196359"/>
                  </a:lnTo>
                  <a:lnTo>
                    <a:pt x="1170252" y="187041"/>
                  </a:lnTo>
                  <a:lnTo>
                    <a:pt x="1224639" y="178178"/>
                  </a:lnTo>
                  <a:lnTo>
                    <a:pt x="1276495" y="169727"/>
                  </a:lnTo>
                  <a:lnTo>
                    <a:pt x="1326046" y="161652"/>
                  </a:lnTo>
                  <a:lnTo>
                    <a:pt x="1373488" y="153921"/>
                  </a:lnTo>
                  <a:lnTo>
                    <a:pt x="1418993" y="146505"/>
                  </a:lnTo>
                  <a:lnTo>
                    <a:pt x="1462713" y="139380"/>
                  </a:lnTo>
                  <a:lnTo>
                    <a:pt x="1504783" y="132524"/>
                  </a:lnTo>
                  <a:lnTo>
                    <a:pt x="1545322" y="125917"/>
                  </a:lnTo>
                  <a:lnTo>
                    <a:pt x="1584439" y="119543"/>
                  </a:lnTo>
                  <a:lnTo>
                    <a:pt x="1622229" y="113384"/>
                  </a:lnTo>
                  <a:lnTo>
                    <a:pt x="1658781" y="107428"/>
                  </a:lnTo>
                  <a:lnTo>
                    <a:pt x="1694171" y="101660"/>
                  </a:lnTo>
                  <a:lnTo>
                    <a:pt x="1728473" y="96070"/>
                  </a:lnTo>
                  <a:lnTo>
                    <a:pt x="1761751" y="90647"/>
                  </a:lnTo>
                  <a:lnTo>
                    <a:pt x="1794063" y="85381"/>
                  </a:lnTo>
                  <a:lnTo>
                    <a:pt x="1825466" y="80263"/>
                  </a:lnTo>
                  <a:lnTo>
                    <a:pt x="1856008" y="75286"/>
                  </a:lnTo>
                  <a:lnTo>
                    <a:pt x="1885735" y="70441"/>
                  </a:lnTo>
                  <a:lnTo>
                    <a:pt x="1914691" y="65723"/>
                  </a:lnTo>
                  <a:lnTo>
                    <a:pt x="1942913" y="61123"/>
                  </a:lnTo>
                  <a:lnTo>
                    <a:pt x="1970438" y="56638"/>
                  </a:lnTo>
                  <a:lnTo>
                    <a:pt x="1997300" y="52260"/>
                  </a:lnTo>
                  <a:lnTo>
                    <a:pt x="2023530" y="47986"/>
                  </a:lnTo>
                  <a:lnTo>
                    <a:pt x="2049156" y="43809"/>
                  </a:lnTo>
                  <a:lnTo>
                    <a:pt x="2074207" y="39727"/>
                  </a:lnTo>
                  <a:lnTo>
                    <a:pt x="2098708" y="35734"/>
                  </a:lnTo>
                  <a:lnTo>
                    <a:pt x="2122681" y="31827"/>
                  </a:lnTo>
                  <a:lnTo>
                    <a:pt x="2146149" y="28003"/>
                  </a:lnTo>
                  <a:lnTo>
                    <a:pt x="2169134" y="24257"/>
                  </a:lnTo>
                  <a:lnTo>
                    <a:pt x="2191654" y="20587"/>
                  </a:lnTo>
                  <a:lnTo>
                    <a:pt x="2213728" y="16990"/>
                  </a:lnTo>
                  <a:lnTo>
                    <a:pt x="2235374" y="13462"/>
                  </a:lnTo>
                  <a:lnTo>
                    <a:pt x="2256607" y="10002"/>
                  </a:lnTo>
                  <a:lnTo>
                    <a:pt x="2277444" y="6606"/>
                  </a:lnTo>
                  <a:lnTo>
                    <a:pt x="2297898" y="3273"/>
                  </a:lnTo>
                  <a:lnTo>
                    <a:pt x="2317983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0" name="pl289"/>
            <p:cNvSpPr/>
            <p:nvPr/>
          </p:nvSpPr>
          <p:spPr>
            <a:xfrm>
              <a:off x="1519155" y="3686795"/>
              <a:ext cx="2317983" cy="408046"/>
            </a:xfrm>
            <a:custGeom>
              <a:avLst/>
              <a:pathLst>
                <a:path w="2317983" h="408046">
                  <a:moveTo>
                    <a:pt x="0" y="408046"/>
                  </a:moveTo>
                  <a:lnTo>
                    <a:pt x="148849" y="381843"/>
                  </a:lnTo>
                  <a:lnTo>
                    <a:pt x="280143" y="358731"/>
                  </a:lnTo>
                  <a:lnTo>
                    <a:pt x="397590" y="338056"/>
                  </a:lnTo>
                  <a:lnTo>
                    <a:pt x="503834" y="319354"/>
                  </a:lnTo>
                  <a:lnTo>
                    <a:pt x="600827" y="302279"/>
                  </a:lnTo>
                  <a:lnTo>
                    <a:pt x="690052" y="286573"/>
                  </a:lnTo>
                  <a:lnTo>
                    <a:pt x="772661" y="272031"/>
                  </a:lnTo>
                  <a:lnTo>
                    <a:pt x="849568" y="258492"/>
                  </a:lnTo>
                  <a:lnTo>
                    <a:pt x="921510" y="245828"/>
                  </a:lnTo>
                  <a:lnTo>
                    <a:pt x="989089" y="233932"/>
                  </a:lnTo>
                  <a:lnTo>
                    <a:pt x="1052805" y="222715"/>
                  </a:lnTo>
                  <a:lnTo>
                    <a:pt x="1113074" y="212106"/>
                  </a:lnTo>
                  <a:lnTo>
                    <a:pt x="1170252" y="202041"/>
                  </a:lnTo>
                  <a:lnTo>
                    <a:pt x="1224639" y="192467"/>
                  </a:lnTo>
                  <a:lnTo>
                    <a:pt x="1276495" y="183338"/>
                  </a:lnTo>
                  <a:lnTo>
                    <a:pt x="1326046" y="174615"/>
                  </a:lnTo>
                  <a:lnTo>
                    <a:pt x="1373488" y="166264"/>
                  </a:lnTo>
                  <a:lnTo>
                    <a:pt x="1418993" y="158253"/>
                  </a:lnTo>
                  <a:lnTo>
                    <a:pt x="1462713" y="150557"/>
                  </a:lnTo>
                  <a:lnTo>
                    <a:pt x="1504783" y="143151"/>
                  </a:lnTo>
                  <a:lnTo>
                    <a:pt x="1545322" y="136015"/>
                  </a:lnTo>
                  <a:lnTo>
                    <a:pt x="1584439" y="129129"/>
                  </a:lnTo>
                  <a:lnTo>
                    <a:pt x="1622229" y="122477"/>
                  </a:lnTo>
                  <a:lnTo>
                    <a:pt x="1658781" y="116042"/>
                  </a:lnTo>
                  <a:lnTo>
                    <a:pt x="1694171" y="109812"/>
                  </a:lnTo>
                  <a:lnTo>
                    <a:pt x="1728473" y="103774"/>
                  </a:lnTo>
                  <a:lnTo>
                    <a:pt x="1761751" y="97916"/>
                  </a:lnTo>
                  <a:lnTo>
                    <a:pt x="1794063" y="92228"/>
                  </a:lnTo>
                  <a:lnTo>
                    <a:pt x="1825466" y="86700"/>
                  </a:lnTo>
                  <a:lnTo>
                    <a:pt x="1856008" y="81323"/>
                  </a:lnTo>
                  <a:lnTo>
                    <a:pt x="1885735" y="76090"/>
                  </a:lnTo>
                  <a:lnTo>
                    <a:pt x="1914691" y="70993"/>
                  </a:lnTo>
                  <a:lnTo>
                    <a:pt x="1942913" y="66025"/>
                  </a:lnTo>
                  <a:lnTo>
                    <a:pt x="1970438" y="61180"/>
                  </a:lnTo>
                  <a:lnTo>
                    <a:pt x="1997300" y="56451"/>
                  </a:lnTo>
                  <a:lnTo>
                    <a:pt x="2023530" y="51834"/>
                  </a:lnTo>
                  <a:lnTo>
                    <a:pt x="2049156" y="47322"/>
                  </a:lnTo>
                  <a:lnTo>
                    <a:pt x="2074207" y="42913"/>
                  </a:lnTo>
                  <a:lnTo>
                    <a:pt x="2098708" y="38600"/>
                  </a:lnTo>
                  <a:lnTo>
                    <a:pt x="2122681" y="34380"/>
                  </a:lnTo>
                  <a:lnTo>
                    <a:pt x="2146149" y="30248"/>
                  </a:lnTo>
                  <a:lnTo>
                    <a:pt x="2169134" y="26202"/>
                  </a:lnTo>
                  <a:lnTo>
                    <a:pt x="2191654" y="22238"/>
                  </a:lnTo>
                  <a:lnTo>
                    <a:pt x="2213728" y="18352"/>
                  </a:lnTo>
                  <a:lnTo>
                    <a:pt x="2235374" y="14542"/>
                  </a:lnTo>
                  <a:lnTo>
                    <a:pt x="2256607" y="10804"/>
                  </a:lnTo>
                  <a:lnTo>
                    <a:pt x="2277444" y="7136"/>
                  </a:lnTo>
                  <a:lnTo>
                    <a:pt x="2297898" y="3535"/>
                  </a:lnTo>
                  <a:lnTo>
                    <a:pt x="2317983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rc290"/>
            <p:cNvSpPr/>
            <p:nvPr/>
          </p:nvSpPr>
          <p:spPr>
            <a:xfrm>
              <a:off x="1342663" y="2994900"/>
              <a:ext cx="2662504" cy="1507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292" name="pl291"/>
            <p:cNvSpPr/>
            <p:nvPr/>
          </p:nvSpPr>
          <p:spPr>
            <a:xfrm>
              <a:off x="1342663" y="2994900"/>
              <a:ext cx="0" cy="1507531"/>
            </a:xfrm>
            <a:custGeom>
              <a:avLst/>
              <a:pathLst>
                <a:path w="0" h="1507531">
                  <a:moveTo>
                    <a:pt x="0" y="1507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tx292"/>
            <p:cNvSpPr/>
            <p:nvPr/>
          </p:nvSpPr>
          <p:spPr>
            <a:xfrm rot="-5400000">
              <a:off x="1152636" y="4400786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294" name="tx293"/>
            <p:cNvSpPr/>
            <p:nvPr/>
          </p:nvSpPr>
          <p:spPr>
            <a:xfrm rot="-5400000">
              <a:off x="1152636" y="4096878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295" name="tx294"/>
            <p:cNvSpPr/>
            <p:nvPr/>
          </p:nvSpPr>
          <p:spPr>
            <a:xfrm rot="-5400000">
              <a:off x="1152636" y="3792970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296" name="tx295"/>
            <p:cNvSpPr/>
            <p:nvPr/>
          </p:nvSpPr>
          <p:spPr>
            <a:xfrm rot="-5400000">
              <a:off x="1152636" y="3489061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297" name="tx296"/>
            <p:cNvSpPr/>
            <p:nvPr/>
          </p:nvSpPr>
          <p:spPr>
            <a:xfrm rot="-5400000">
              <a:off x="1152636" y="318515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3.0</a:t>
              </a:r>
            </a:p>
          </p:txBody>
        </p:sp>
        <p:sp>
          <p:nvSpPr>
            <p:cNvPr id="298" name="pl297"/>
            <p:cNvSpPr/>
            <p:nvPr/>
          </p:nvSpPr>
          <p:spPr>
            <a:xfrm>
              <a:off x="1311032" y="444179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8"/>
            <p:cNvSpPr/>
            <p:nvPr/>
          </p:nvSpPr>
          <p:spPr>
            <a:xfrm>
              <a:off x="1311032" y="413788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299"/>
            <p:cNvSpPr/>
            <p:nvPr/>
          </p:nvSpPr>
          <p:spPr>
            <a:xfrm>
              <a:off x="1311032" y="3833980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0"/>
            <p:cNvSpPr/>
            <p:nvPr/>
          </p:nvSpPr>
          <p:spPr>
            <a:xfrm>
              <a:off x="1311032" y="3530072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1"/>
            <p:cNvSpPr/>
            <p:nvPr/>
          </p:nvSpPr>
          <p:spPr>
            <a:xfrm>
              <a:off x="1311032" y="322616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2"/>
            <p:cNvSpPr/>
            <p:nvPr/>
          </p:nvSpPr>
          <p:spPr>
            <a:xfrm>
              <a:off x="1342663" y="4502431"/>
              <a:ext cx="2662504" cy="0"/>
            </a:xfrm>
            <a:custGeom>
              <a:avLst/>
              <a:pathLst>
                <a:path w="2662504" h="0">
                  <a:moveTo>
                    <a:pt x="0" y="0"/>
                  </a:moveTo>
                  <a:lnTo>
                    <a:pt x="2662504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3"/>
            <p:cNvSpPr/>
            <p:nvPr/>
          </p:nvSpPr>
          <p:spPr>
            <a:xfrm>
              <a:off x="1519155" y="4502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4"/>
            <p:cNvSpPr/>
            <p:nvPr/>
          </p:nvSpPr>
          <p:spPr>
            <a:xfrm>
              <a:off x="2291816" y="4502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l305"/>
            <p:cNvSpPr/>
            <p:nvPr/>
          </p:nvSpPr>
          <p:spPr>
            <a:xfrm>
              <a:off x="3064477" y="4502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6"/>
            <p:cNvSpPr/>
            <p:nvPr/>
          </p:nvSpPr>
          <p:spPr>
            <a:xfrm>
              <a:off x="3837138" y="4502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tx307"/>
            <p:cNvSpPr/>
            <p:nvPr/>
          </p:nvSpPr>
          <p:spPr>
            <a:xfrm rot="-5400000">
              <a:off x="41327" y="3698556"/>
              <a:ext cx="19869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Intraspecific trait variability (ITV)</a:t>
              </a:r>
            </a:p>
          </p:txBody>
        </p:sp>
        <p:sp>
          <p:nvSpPr>
            <p:cNvPr id="309" name="tx308"/>
            <p:cNvSpPr/>
            <p:nvPr/>
          </p:nvSpPr>
          <p:spPr>
            <a:xfrm>
              <a:off x="1342663" y="2800146"/>
              <a:ext cx="98608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(c) Above_PC1</a:t>
              </a:r>
            </a:p>
          </p:txBody>
        </p:sp>
        <p:sp>
          <p:nvSpPr>
            <p:cNvPr id="310" name="rc309"/>
            <p:cNvSpPr/>
            <p:nvPr/>
          </p:nvSpPr>
          <p:spPr>
            <a:xfrm>
              <a:off x="4270675" y="2994900"/>
              <a:ext cx="2662504" cy="1507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1" name="pt310"/>
            <p:cNvSpPr/>
            <p:nvPr/>
          </p:nvSpPr>
          <p:spPr>
            <a:xfrm>
              <a:off x="4363216" y="3918167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2" name="pt311"/>
            <p:cNvSpPr/>
            <p:nvPr/>
          </p:nvSpPr>
          <p:spPr>
            <a:xfrm>
              <a:off x="4373439" y="317797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3" name="pt312"/>
            <p:cNvSpPr/>
            <p:nvPr/>
          </p:nvSpPr>
          <p:spPr>
            <a:xfrm>
              <a:off x="4450786" y="3990773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4" name="pt313"/>
            <p:cNvSpPr/>
            <p:nvPr/>
          </p:nvSpPr>
          <p:spPr>
            <a:xfrm>
              <a:off x="4412165" y="3730470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5" name="pt314"/>
            <p:cNvSpPr/>
            <p:nvPr/>
          </p:nvSpPr>
          <p:spPr>
            <a:xfrm>
              <a:off x="4369961" y="404853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6" name="pt315"/>
            <p:cNvSpPr/>
            <p:nvPr/>
          </p:nvSpPr>
          <p:spPr>
            <a:xfrm>
              <a:off x="4388206" y="307772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7" name="pt316"/>
            <p:cNvSpPr/>
            <p:nvPr/>
          </p:nvSpPr>
          <p:spPr>
            <a:xfrm>
              <a:off x="4406104" y="303494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8" name="pt317"/>
            <p:cNvSpPr/>
            <p:nvPr/>
          </p:nvSpPr>
          <p:spPr>
            <a:xfrm>
              <a:off x="4398938" y="343666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19" name="pt318"/>
            <p:cNvSpPr/>
            <p:nvPr/>
          </p:nvSpPr>
          <p:spPr>
            <a:xfrm>
              <a:off x="4413767" y="4209460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0" name="pt319"/>
            <p:cNvSpPr/>
            <p:nvPr/>
          </p:nvSpPr>
          <p:spPr>
            <a:xfrm>
              <a:off x="4374737" y="379598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1" name="pt320"/>
            <p:cNvSpPr/>
            <p:nvPr/>
          </p:nvSpPr>
          <p:spPr>
            <a:xfrm>
              <a:off x="5173013" y="409515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2" name="pt321"/>
            <p:cNvSpPr/>
            <p:nvPr/>
          </p:nvSpPr>
          <p:spPr>
            <a:xfrm>
              <a:off x="5212661" y="353315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3" name="pt322"/>
            <p:cNvSpPr/>
            <p:nvPr/>
          </p:nvSpPr>
          <p:spPr>
            <a:xfrm>
              <a:off x="5207074" y="399872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4" name="pt323"/>
            <p:cNvSpPr/>
            <p:nvPr/>
          </p:nvSpPr>
          <p:spPr>
            <a:xfrm>
              <a:off x="5195635" y="425823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5" name="pt324"/>
            <p:cNvSpPr/>
            <p:nvPr/>
          </p:nvSpPr>
          <p:spPr>
            <a:xfrm>
              <a:off x="5229645" y="387112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6" name="pt325"/>
            <p:cNvSpPr/>
            <p:nvPr/>
          </p:nvSpPr>
          <p:spPr>
            <a:xfrm>
              <a:off x="5222048" y="350684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7" name="pt326"/>
            <p:cNvSpPr/>
            <p:nvPr/>
          </p:nvSpPr>
          <p:spPr>
            <a:xfrm>
              <a:off x="5165732" y="434651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8" name="pt327"/>
            <p:cNvSpPr/>
            <p:nvPr/>
          </p:nvSpPr>
          <p:spPr>
            <a:xfrm>
              <a:off x="5138032" y="422673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29" name="pt328"/>
            <p:cNvSpPr/>
            <p:nvPr/>
          </p:nvSpPr>
          <p:spPr>
            <a:xfrm>
              <a:off x="5188453" y="407920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0" name="pt329"/>
            <p:cNvSpPr/>
            <p:nvPr/>
          </p:nvSpPr>
          <p:spPr>
            <a:xfrm>
              <a:off x="5161672" y="434158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1" name="pt330"/>
            <p:cNvSpPr/>
            <p:nvPr/>
          </p:nvSpPr>
          <p:spPr>
            <a:xfrm>
              <a:off x="5222428" y="421309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2" name="pt331"/>
            <p:cNvSpPr/>
            <p:nvPr/>
          </p:nvSpPr>
          <p:spPr>
            <a:xfrm>
              <a:off x="5135427" y="433920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3" name="pt332"/>
            <p:cNvSpPr/>
            <p:nvPr/>
          </p:nvSpPr>
          <p:spPr>
            <a:xfrm>
              <a:off x="5227213" y="403438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4" name="pt333"/>
            <p:cNvSpPr/>
            <p:nvPr/>
          </p:nvSpPr>
          <p:spPr>
            <a:xfrm>
              <a:off x="5159084" y="397639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5" name="pt334"/>
            <p:cNvSpPr/>
            <p:nvPr/>
          </p:nvSpPr>
          <p:spPr>
            <a:xfrm>
              <a:off x="5183620" y="370278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6" name="pt335"/>
            <p:cNvSpPr/>
            <p:nvPr/>
          </p:nvSpPr>
          <p:spPr>
            <a:xfrm>
              <a:off x="5159258" y="374702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7" name="pt336"/>
            <p:cNvSpPr/>
            <p:nvPr/>
          </p:nvSpPr>
          <p:spPr>
            <a:xfrm>
              <a:off x="5212423" y="4095563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8" name="pt337"/>
            <p:cNvSpPr/>
            <p:nvPr/>
          </p:nvSpPr>
          <p:spPr>
            <a:xfrm>
              <a:off x="5156453" y="440542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39" name="pt338"/>
            <p:cNvSpPr/>
            <p:nvPr/>
          </p:nvSpPr>
          <p:spPr>
            <a:xfrm>
              <a:off x="6002507" y="4082508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0" name="pt339"/>
            <p:cNvSpPr/>
            <p:nvPr/>
          </p:nvSpPr>
          <p:spPr>
            <a:xfrm>
              <a:off x="5998955" y="415509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1" name="pt340"/>
            <p:cNvSpPr/>
            <p:nvPr/>
          </p:nvSpPr>
          <p:spPr>
            <a:xfrm>
              <a:off x="5971841" y="412655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2" name="pt341"/>
            <p:cNvSpPr/>
            <p:nvPr/>
          </p:nvSpPr>
          <p:spPr>
            <a:xfrm>
              <a:off x="5925414" y="4187221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3" name="pt342"/>
            <p:cNvSpPr/>
            <p:nvPr/>
          </p:nvSpPr>
          <p:spPr>
            <a:xfrm>
              <a:off x="5931171" y="324911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4" name="pt343"/>
            <p:cNvSpPr/>
            <p:nvPr/>
          </p:nvSpPr>
          <p:spPr>
            <a:xfrm>
              <a:off x="5997001" y="329594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5" name="pt344"/>
            <p:cNvSpPr/>
            <p:nvPr/>
          </p:nvSpPr>
          <p:spPr>
            <a:xfrm>
              <a:off x="5922475" y="3892885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6" name="pt345"/>
            <p:cNvSpPr/>
            <p:nvPr/>
          </p:nvSpPr>
          <p:spPr>
            <a:xfrm>
              <a:off x="5993424" y="407240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7" name="pt346"/>
            <p:cNvSpPr/>
            <p:nvPr/>
          </p:nvSpPr>
          <p:spPr>
            <a:xfrm>
              <a:off x="5995082" y="420420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8" name="pt347"/>
            <p:cNvSpPr/>
            <p:nvPr/>
          </p:nvSpPr>
          <p:spPr>
            <a:xfrm>
              <a:off x="5950503" y="385746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49" name="pt348"/>
            <p:cNvSpPr/>
            <p:nvPr/>
          </p:nvSpPr>
          <p:spPr>
            <a:xfrm>
              <a:off x="5919060" y="362388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0" name="pt349"/>
            <p:cNvSpPr/>
            <p:nvPr/>
          </p:nvSpPr>
          <p:spPr>
            <a:xfrm>
              <a:off x="5942699" y="426503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1" name="pt350"/>
            <p:cNvSpPr/>
            <p:nvPr/>
          </p:nvSpPr>
          <p:spPr>
            <a:xfrm>
              <a:off x="6006621" y="344761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2" name="pt351"/>
            <p:cNvSpPr/>
            <p:nvPr/>
          </p:nvSpPr>
          <p:spPr>
            <a:xfrm>
              <a:off x="5934762" y="383589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3" name="pt352"/>
            <p:cNvSpPr/>
            <p:nvPr/>
          </p:nvSpPr>
          <p:spPr>
            <a:xfrm>
              <a:off x="5937429" y="389840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4" name="pt353"/>
            <p:cNvSpPr/>
            <p:nvPr/>
          </p:nvSpPr>
          <p:spPr>
            <a:xfrm>
              <a:off x="5944364" y="419489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5" name="pt354"/>
            <p:cNvSpPr/>
            <p:nvPr/>
          </p:nvSpPr>
          <p:spPr>
            <a:xfrm>
              <a:off x="5978467" y="3622124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6" name="pt355"/>
            <p:cNvSpPr/>
            <p:nvPr/>
          </p:nvSpPr>
          <p:spPr>
            <a:xfrm>
              <a:off x="5902539" y="3881233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7" name="pt356"/>
            <p:cNvSpPr/>
            <p:nvPr/>
          </p:nvSpPr>
          <p:spPr>
            <a:xfrm>
              <a:off x="5940775" y="3595554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8" name="pt357"/>
            <p:cNvSpPr/>
            <p:nvPr/>
          </p:nvSpPr>
          <p:spPr>
            <a:xfrm>
              <a:off x="5941274" y="385286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59" name="pt358"/>
            <p:cNvSpPr/>
            <p:nvPr/>
          </p:nvSpPr>
          <p:spPr>
            <a:xfrm>
              <a:off x="6703734" y="402362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0" name="pt359"/>
            <p:cNvSpPr/>
            <p:nvPr/>
          </p:nvSpPr>
          <p:spPr>
            <a:xfrm>
              <a:off x="6677266" y="4126404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1" name="pt360"/>
            <p:cNvSpPr/>
            <p:nvPr/>
          </p:nvSpPr>
          <p:spPr>
            <a:xfrm>
              <a:off x="6761559" y="3865781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2" name="pt361"/>
            <p:cNvSpPr/>
            <p:nvPr/>
          </p:nvSpPr>
          <p:spPr>
            <a:xfrm>
              <a:off x="6758240" y="3634025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3" name="pt362"/>
            <p:cNvSpPr/>
            <p:nvPr/>
          </p:nvSpPr>
          <p:spPr>
            <a:xfrm>
              <a:off x="6781703" y="3840619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4" name="pt363"/>
            <p:cNvSpPr/>
            <p:nvPr/>
          </p:nvSpPr>
          <p:spPr>
            <a:xfrm>
              <a:off x="6701364" y="388407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5" name="pt364"/>
            <p:cNvSpPr/>
            <p:nvPr/>
          </p:nvSpPr>
          <p:spPr>
            <a:xfrm>
              <a:off x="6707619" y="404022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6" name="pt365"/>
            <p:cNvSpPr/>
            <p:nvPr/>
          </p:nvSpPr>
          <p:spPr>
            <a:xfrm>
              <a:off x="6763330" y="3927190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7" name="pt366"/>
            <p:cNvSpPr/>
            <p:nvPr/>
          </p:nvSpPr>
          <p:spPr>
            <a:xfrm>
              <a:off x="6776739" y="4042183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8" name="pt367"/>
            <p:cNvSpPr/>
            <p:nvPr/>
          </p:nvSpPr>
          <p:spPr>
            <a:xfrm>
              <a:off x="6783674" y="3946708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69" name="pt368"/>
            <p:cNvSpPr/>
            <p:nvPr/>
          </p:nvSpPr>
          <p:spPr>
            <a:xfrm>
              <a:off x="6719612" y="367462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0" name="pt369"/>
            <p:cNvSpPr/>
            <p:nvPr/>
          </p:nvSpPr>
          <p:spPr>
            <a:xfrm>
              <a:off x="6713277" y="336189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1" name="pt370"/>
            <p:cNvSpPr/>
            <p:nvPr/>
          </p:nvSpPr>
          <p:spPr>
            <a:xfrm>
              <a:off x="6738527" y="405934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2" name="pt371"/>
            <p:cNvSpPr/>
            <p:nvPr/>
          </p:nvSpPr>
          <p:spPr>
            <a:xfrm>
              <a:off x="6701720" y="4231085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3" name="pt372"/>
            <p:cNvSpPr/>
            <p:nvPr/>
          </p:nvSpPr>
          <p:spPr>
            <a:xfrm>
              <a:off x="6714232" y="419245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4" name="pt373"/>
            <p:cNvSpPr/>
            <p:nvPr/>
          </p:nvSpPr>
          <p:spPr>
            <a:xfrm>
              <a:off x="6681879" y="392341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5" name="pt374"/>
            <p:cNvSpPr/>
            <p:nvPr/>
          </p:nvSpPr>
          <p:spPr>
            <a:xfrm>
              <a:off x="6689650" y="412202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6" name="pt375"/>
            <p:cNvSpPr/>
            <p:nvPr/>
          </p:nvSpPr>
          <p:spPr>
            <a:xfrm>
              <a:off x="6688341" y="400089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7" name="pt376"/>
            <p:cNvSpPr/>
            <p:nvPr/>
          </p:nvSpPr>
          <p:spPr>
            <a:xfrm>
              <a:off x="6774355" y="3448289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8" name="pt377"/>
            <p:cNvSpPr/>
            <p:nvPr/>
          </p:nvSpPr>
          <p:spPr>
            <a:xfrm>
              <a:off x="6713406" y="381137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79" name="pt378"/>
            <p:cNvSpPr/>
            <p:nvPr/>
          </p:nvSpPr>
          <p:spPr>
            <a:xfrm>
              <a:off x="6732828" y="3911466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0" name="pt379"/>
            <p:cNvSpPr/>
            <p:nvPr/>
          </p:nvSpPr>
          <p:spPr>
            <a:xfrm>
              <a:off x="6744986" y="384897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1" name="pt380"/>
            <p:cNvSpPr/>
            <p:nvPr/>
          </p:nvSpPr>
          <p:spPr>
            <a:xfrm>
              <a:off x="6699478" y="418872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2" name="pt381"/>
            <p:cNvSpPr/>
            <p:nvPr/>
          </p:nvSpPr>
          <p:spPr>
            <a:xfrm>
              <a:off x="6705287" y="3801390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383" name="pl382"/>
            <p:cNvSpPr/>
            <p:nvPr/>
          </p:nvSpPr>
          <p:spPr>
            <a:xfrm>
              <a:off x="4439916" y="3825801"/>
              <a:ext cx="2316548" cy="181527"/>
            </a:xfrm>
            <a:custGeom>
              <a:avLst/>
              <a:pathLst>
                <a:path w="2316548" h="181527">
                  <a:moveTo>
                    <a:pt x="0" y="0"/>
                  </a:moveTo>
                  <a:lnTo>
                    <a:pt x="148757" y="11656"/>
                  </a:lnTo>
                  <a:lnTo>
                    <a:pt x="279970" y="21938"/>
                  </a:lnTo>
                  <a:lnTo>
                    <a:pt x="397344" y="31136"/>
                  </a:lnTo>
                  <a:lnTo>
                    <a:pt x="503522" y="39456"/>
                  </a:lnTo>
                  <a:lnTo>
                    <a:pt x="600455" y="47052"/>
                  </a:lnTo>
                  <a:lnTo>
                    <a:pt x="689624" y="54039"/>
                  </a:lnTo>
                  <a:lnTo>
                    <a:pt x="772182" y="60509"/>
                  </a:lnTo>
                  <a:lnTo>
                    <a:pt x="849042" y="66532"/>
                  </a:lnTo>
                  <a:lnTo>
                    <a:pt x="920940" y="72166"/>
                  </a:lnTo>
                  <a:lnTo>
                    <a:pt x="988477" y="77458"/>
                  </a:lnTo>
                  <a:lnTo>
                    <a:pt x="1052153" y="82448"/>
                  </a:lnTo>
                  <a:lnTo>
                    <a:pt x="1112385" y="87168"/>
                  </a:lnTo>
                  <a:lnTo>
                    <a:pt x="1169527" y="91645"/>
                  </a:lnTo>
                  <a:lnTo>
                    <a:pt x="1223880" y="95904"/>
                  </a:lnTo>
                  <a:lnTo>
                    <a:pt x="1275705" y="99966"/>
                  </a:lnTo>
                  <a:lnTo>
                    <a:pt x="1325225" y="103846"/>
                  </a:lnTo>
                  <a:lnTo>
                    <a:pt x="1372638" y="107561"/>
                  </a:lnTo>
                  <a:lnTo>
                    <a:pt x="1418114" y="111125"/>
                  </a:lnTo>
                  <a:lnTo>
                    <a:pt x="1461807" y="114549"/>
                  </a:lnTo>
                  <a:lnTo>
                    <a:pt x="1503851" y="117843"/>
                  </a:lnTo>
                  <a:lnTo>
                    <a:pt x="1544365" y="121018"/>
                  </a:lnTo>
                  <a:lnTo>
                    <a:pt x="1583458" y="124081"/>
                  </a:lnTo>
                  <a:lnTo>
                    <a:pt x="1621225" y="127041"/>
                  </a:lnTo>
                  <a:lnTo>
                    <a:pt x="1657754" y="129903"/>
                  </a:lnTo>
                  <a:lnTo>
                    <a:pt x="1693122" y="132675"/>
                  </a:lnTo>
                  <a:lnTo>
                    <a:pt x="1727403" y="135361"/>
                  </a:lnTo>
                  <a:lnTo>
                    <a:pt x="1760660" y="137967"/>
                  </a:lnTo>
                  <a:lnTo>
                    <a:pt x="1792952" y="140498"/>
                  </a:lnTo>
                  <a:lnTo>
                    <a:pt x="1824336" y="142957"/>
                  </a:lnTo>
                  <a:lnTo>
                    <a:pt x="1854859" y="145349"/>
                  </a:lnTo>
                  <a:lnTo>
                    <a:pt x="1884568" y="147677"/>
                  </a:lnTo>
                  <a:lnTo>
                    <a:pt x="1913505" y="149944"/>
                  </a:lnTo>
                  <a:lnTo>
                    <a:pt x="1941710" y="152155"/>
                  </a:lnTo>
                  <a:lnTo>
                    <a:pt x="1969218" y="154310"/>
                  </a:lnTo>
                  <a:lnTo>
                    <a:pt x="1996063" y="156414"/>
                  </a:lnTo>
                  <a:lnTo>
                    <a:pt x="2022277" y="158468"/>
                  </a:lnTo>
                  <a:lnTo>
                    <a:pt x="2047888" y="160475"/>
                  </a:lnTo>
                  <a:lnTo>
                    <a:pt x="2072923" y="162437"/>
                  </a:lnTo>
                  <a:lnTo>
                    <a:pt x="2097408" y="164355"/>
                  </a:lnTo>
                  <a:lnTo>
                    <a:pt x="2121366" y="166233"/>
                  </a:lnTo>
                  <a:lnTo>
                    <a:pt x="2144820" y="168071"/>
                  </a:lnTo>
                  <a:lnTo>
                    <a:pt x="2167791" y="169871"/>
                  </a:lnTo>
                  <a:lnTo>
                    <a:pt x="2190297" y="171634"/>
                  </a:lnTo>
                  <a:lnTo>
                    <a:pt x="2212358" y="173363"/>
                  </a:lnTo>
                  <a:lnTo>
                    <a:pt x="2233990" y="175058"/>
                  </a:lnTo>
                  <a:lnTo>
                    <a:pt x="2255210" y="176721"/>
                  </a:lnTo>
                  <a:lnTo>
                    <a:pt x="2276034" y="178353"/>
                  </a:lnTo>
                  <a:lnTo>
                    <a:pt x="2296475" y="179954"/>
                  </a:lnTo>
                  <a:lnTo>
                    <a:pt x="2316548" y="181527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4" name="pl383"/>
            <p:cNvSpPr/>
            <p:nvPr/>
          </p:nvSpPr>
          <p:spPr>
            <a:xfrm>
              <a:off x="4439916" y="3461333"/>
              <a:ext cx="2316548" cy="559837"/>
            </a:xfrm>
            <a:custGeom>
              <a:avLst/>
              <a:pathLst>
                <a:path w="2316548" h="559837">
                  <a:moveTo>
                    <a:pt x="0" y="0"/>
                  </a:moveTo>
                  <a:lnTo>
                    <a:pt x="148757" y="35950"/>
                  </a:lnTo>
                  <a:lnTo>
                    <a:pt x="279970" y="67660"/>
                  </a:lnTo>
                  <a:lnTo>
                    <a:pt x="397344" y="96025"/>
                  </a:lnTo>
                  <a:lnTo>
                    <a:pt x="503522" y="121685"/>
                  </a:lnTo>
                  <a:lnTo>
                    <a:pt x="600455" y="145111"/>
                  </a:lnTo>
                  <a:lnTo>
                    <a:pt x="689624" y="166660"/>
                  </a:lnTo>
                  <a:lnTo>
                    <a:pt x="772182" y="186612"/>
                  </a:lnTo>
                  <a:lnTo>
                    <a:pt x="849042" y="205187"/>
                  </a:lnTo>
                  <a:lnTo>
                    <a:pt x="920940" y="222562"/>
                  </a:lnTo>
                  <a:lnTo>
                    <a:pt x="988477" y="238884"/>
                  </a:lnTo>
                  <a:lnTo>
                    <a:pt x="1052153" y="254272"/>
                  </a:lnTo>
                  <a:lnTo>
                    <a:pt x="1112385" y="268829"/>
                  </a:lnTo>
                  <a:lnTo>
                    <a:pt x="1169527" y="282638"/>
                  </a:lnTo>
                  <a:lnTo>
                    <a:pt x="1223880" y="295774"/>
                  </a:lnTo>
                  <a:lnTo>
                    <a:pt x="1275705" y="308298"/>
                  </a:lnTo>
                  <a:lnTo>
                    <a:pt x="1325225" y="320265"/>
                  </a:lnTo>
                  <a:lnTo>
                    <a:pt x="1372638" y="331724"/>
                  </a:lnTo>
                  <a:lnTo>
                    <a:pt x="1418114" y="342714"/>
                  </a:lnTo>
                  <a:lnTo>
                    <a:pt x="1461807" y="353273"/>
                  </a:lnTo>
                  <a:lnTo>
                    <a:pt x="1503851" y="363434"/>
                  </a:lnTo>
                  <a:lnTo>
                    <a:pt x="1544365" y="373225"/>
                  </a:lnTo>
                  <a:lnTo>
                    <a:pt x="1583458" y="382672"/>
                  </a:lnTo>
                  <a:lnTo>
                    <a:pt x="1621225" y="391799"/>
                  </a:lnTo>
                  <a:lnTo>
                    <a:pt x="1657754" y="400627"/>
                  </a:lnTo>
                  <a:lnTo>
                    <a:pt x="1693122" y="409175"/>
                  </a:lnTo>
                  <a:lnTo>
                    <a:pt x="1727403" y="417459"/>
                  </a:lnTo>
                  <a:lnTo>
                    <a:pt x="1760660" y="425496"/>
                  </a:lnTo>
                  <a:lnTo>
                    <a:pt x="1792952" y="433301"/>
                  </a:lnTo>
                  <a:lnTo>
                    <a:pt x="1824336" y="440885"/>
                  </a:lnTo>
                  <a:lnTo>
                    <a:pt x="1854859" y="448261"/>
                  </a:lnTo>
                  <a:lnTo>
                    <a:pt x="1884568" y="455441"/>
                  </a:lnTo>
                  <a:lnTo>
                    <a:pt x="1913505" y="462434"/>
                  </a:lnTo>
                  <a:lnTo>
                    <a:pt x="1941710" y="469251"/>
                  </a:lnTo>
                  <a:lnTo>
                    <a:pt x="1969218" y="475899"/>
                  </a:lnTo>
                  <a:lnTo>
                    <a:pt x="1996063" y="482386"/>
                  </a:lnTo>
                  <a:lnTo>
                    <a:pt x="2022277" y="488721"/>
                  </a:lnTo>
                  <a:lnTo>
                    <a:pt x="2047888" y="494911"/>
                  </a:lnTo>
                  <a:lnTo>
                    <a:pt x="2072923" y="500961"/>
                  </a:lnTo>
                  <a:lnTo>
                    <a:pt x="2097408" y="506878"/>
                  </a:lnTo>
                  <a:lnTo>
                    <a:pt x="2121366" y="512668"/>
                  </a:lnTo>
                  <a:lnTo>
                    <a:pt x="2144820" y="518336"/>
                  </a:lnTo>
                  <a:lnTo>
                    <a:pt x="2167791" y="523887"/>
                  </a:lnTo>
                  <a:lnTo>
                    <a:pt x="2190297" y="529327"/>
                  </a:lnTo>
                  <a:lnTo>
                    <a:pt x="2212358" y="534658"/>
                  </a:lnTo>
                  <a:lnTo>
                    <a:pt x="2233990" y="539886"/>
                  </a:lnTo>
                  <a:lnTo>
                    <a:pt x="2255210" y="545014"/>
                  </a:lnTo>
                  <a:lnTo>
                    <a:pt x="2276034" y="550046"/>
                  </a:lnTo>
                  <a:lnTo>
                    <a:pt x="2296475" y="554986"/>
                  </a:lnTo>
                  <a:lnTo>
                    <a:pt x="2316548" y="559837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5" name="pl384"/>
            <p:cNvSpPr/>
            <p:nvPr/>
          </p:nvSpPr>
          <p:spPr>
            <a:xfrm>
              <a:off x="4439916" y="3970907"/>
              <a:ext cx="2316548" cy="87413"/>
            </a:xfrm>
            <a:custGeom>
              <a:avLst/>
              <a:pathLst>
                <a:path w="2316548" h="87413">
                  <a:moveTo>
                    <a:pt x="0" y="87413"/>
                  </a:moveTo>
                  <a:lnTo>
                    <a:pt x="148757" y="81799"/>
                  </a:lnTo>
                  <a:lnTo>
                    <a:pt x="279970" y="76848"/>
                  </a:lnTo>
                  <a:lnTo>
                    <a:pt x="397344" y="72419"/>
                  </a:lnTo>
                  <a:lnTo>
                    <a:pt x="503522" y="68413"/>
                  </a:lnTo>
                  <a:lnTo>
                    <a:pt x="600455" y="64755"/>
                  </a:lnTo>
                  <a:lnTo>
                    <a:pt x="689624" y="61390"/>
                  </a:lnTo>
                  <a:lnTo>
                    <a:pt x="772182" y="58275"/>
                  </a:lnTo>
                  <a:lnTo>
                    <a:pt x="849042" y="55375"/>
                  </a:lnTo>
                  <a:lnTo>
                    <a:pt x="920940" y="52662"/>
                  </a:lnTo>
                  <a:lnTo>
                    <a:pt x="988477" y="50113"/>
                  </a:lnTo>
                  <a:lnTo>
                    <a:pt x="1052153" y="47710"/>
                  </a:lnTo>
                  <a:lnTo>
                    <a:pt x="1112385" y="45438"/>
                  </a:lnTo>
                  <a:lnTo>
                    <a:pt x="1169527" y="43281"/>
                  </a:lnTo>
                  <a:lnTo>
                    <a:pt x="1223880" y="41230"/>
                  </a:lnTo>
                  <a:lnTo>
                    <a:pt x="1275705" y="39275"/>
                  </a:lnTo>
                  <a:lnTo>
                    <a:pt x="1325225" y="37406"/>
                  </a:lnTo>
                  <a:lnTo>
                    <a:pt x="1372638" y="35617"/>
                  </a:lnTo>
                  <a:lnTo>
                    <a:pt x="1418114" y="33901"/>
                  </a:lnTo>
                  <a:lnTo>
                    <a:pt x="1461807" y="32252"/>
                  </a:lnTo>
                  <a:lnTo>
                    <a:pt x="1503851" y="30666"/>
                  </a:lnTo>
                  <a:lnTo>
                    <a:pt x="1544365" y="29137"/>
                  </a:lnTo>
                  <a:lnTo>
                    <a:pt x="1583458" y="27662"/>
                  </a:lnTo>
                  <a:lnTo>
                    <a:pt x="1621225" y="26237"/>
                  </a:lnTo>
                  <a:lnTo>
                    <a:pt x="1657754" y="24859"/>
                  </a:lnTo>
                  <a:lnTo>
                    <a:pt x="1693122" y="23524"/>
                  </a:lnTo>
                  <a:lnTo>
                    <a:pt x="1727403" y="22230"/>
                  </a:lnTo>
                  <a:lnTo>
                    <a:pt x="1760660" y="20976"/>
                  </a:lnTo>
                  <a:lnTo>
                    <a:pt x="1792952" y="19757"/>
                  </a:lnTo>
                  <a:lnTo>
                    <a:pt x="1824336" y="18573"/>
                  </a:lnTo>
                  <a:lnTo>
                    <a:pt x="1854859" y="17421"/>
                  </a:lnTo>
                  <a:lnTo>
                    <a:pt x="1884568" y="16300"/>
                  </a:lnTo>
                  <a:lnTo>
                    <a:pt x="1913505" y="15208"/>
                  </a:lnTo>
                  <a:lnTo>
                    <a:pt x="1941710" y="14144"/>
                  </a:lnTo>
                  <a:lnTo>
                    <a:pt x="1969218" y="13106"/>
                  </a:lnTo>
                  <a:lnTo>
                    <a:pt x="1996063" y="12093"/>
                  </a:lnTo>
                  <a:lnTo>
                    <a:pt x="2022277" y="11104"/>
                  </a:lnTo>
                  <a:lnTo>
                    <a:pt x="2047888" y="10137"/>
                  </a:lnTo>
                  <a:lnTo>
                    <a:pt x="2072923" y="9193"/>
                  </a:lnTo>
                  <a:lnTo>
                    <a:pt x="2097408" y="8269"/>
                  </a:lnTo>
                  <a:lnTo>
                    <a:pt x="2121366" y="7365"/>
                  </a:lnTo>
                  <a:lnTo>
                    <a:pt x="2144820" y="6480"/>
                  </a:lnTo>
                  <a:lnTo>
                    <a:pt x="2167791" y="5613"/>
                  </a:lnTo>
                  <a:lnTo>
                    <a:pt x="2190297" y="4763"/>
                  </a:lnTo>
                  <a:lnTo>
                    <a:pt x="2212358" y="3931"/>
                  </a:lnTo>
                  <a:lnTo>
                    <a:pt x="2233990" y="3115"/>
                  </a:lnTo>
                  <a:lnTo>
                    <a:pt x="2255210" y="2314"/>
                  </a:lnTo>
                  <a:lnTo>
                    <a:pt x="2276034" y="1528"/>
                  </a:lnTo>
                  <a:lnTo>
                    <a:pt x="2296475" y="757"/>
                  </a:lnTo>
                  <a:lnTo>
                    <a:pt x="2316548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6" name="pl385"/>
            <p:cNvSpPr/>
            <p:nvPr/>
          </p:nvSpPr>
          <p:spPr>
            <a:xfrm>
              <a:off x="4439916" y="3554510"/>
              <a:ext cx="2316548" cy="396505"/>
            </a:xfrm>
            <a:custGeom>
              <a:avLst/>
              <a:pathLst>
                <a:path w="2316548" h="396505">
                  <a:moveTo>
                    <a:pt x="0" y="396505"/>
                  </a:moveTo>
                  <a:lnTo>
                    <a:pt x="148757" y="371044"/>
                  </a:lnTo>
                  <a:lnTo>
                    <a:pt x="279970" y="348585"/>
                  </a:lnTo>
                  <a:lnTo>
                    <a:pt x="397344" y="328495"/>
                  </a:lnTo>
                  <a:lnTo>
                    <a:pt x="503522" y="310321"/>
                  </a:lnTo>
                  <a:lnTo>
                    <a:pt x="600455" y="293730"/>
                  </a:lnTo>
                  <a:lnTo>
                    <a:pt x="689624" y="278468"/>
                  </a:lnTo>
                  <a:lnTo>
                    <a:pt x="772182" y="264337"/>
                  </a:lnTo>
                  <a:lnTo>
                    <a:pt x="849042" y="251181"/>
                  </a:lnTo>
                  <a:lnTo>
                    <a:pt x="920940" y="238875"/>
                  </a:lnTo>
                  <a:lnTo>
                    <a:pt x="988477" y="227315"/>
                  </a:lnTo>
                  <a:lnTo>
                    <a:pt x="1052153" y="216416"/>
                  </a:lnTo>
                  <a:lnTo>
                    <a:pt x="1112385" y="206107"/>
                  </a:lnTo>
                  <a:lnTo>
                    <a:pt x="1169527" y="196326"/>
                  </a:lnTo>
                  <a:lnTo>
                    <a:pt x="1223880" y="187023"/>
                  </a:lnTo>
                  <a:lnTo>
                    <a:pt x="1275705" y="178153"/>
                  </a:lnTo>
                  <a:lnTo>
                    <a:pt x="1325225" y="169677"/>
                  </a:lnTo>
                  <a:lnTo>
                    <a:pt x="1372638" y="161561"/>
                  </a:lnTo>
                  <a:lnTo>
                    <a:pt x="1418114" y="153778"/>
                  </a:lnTo>
                  <a:lnTo>
                    <a:pt x="1461807" y="146299"/>
                  </a:lnTo>
                  <a:lnTo>
                    <a:pt x="1503851" y="139103"/>
                  </a:lnTo>
                  <a:lnTo>
                    <a:pt x="1544365" y="132168"/>
                  </a:lnTo>
                  <a:lnTo>
                    <a:pt x="1583458" y="125477"/>
                  </a:lnTo>
                  <a:lnTo>
                    <a:pt x="1621225" y="119013"/>
                  </a:lnTo>
                  <a:lnTo>
                    <a:pt x="1657754" y="112760"/>
                  </a:lnTo>
                  <a:lnTo>
                    <a:pt x="1693122" y="106707"/>
                  </a:lnTo>
                  <a:lnTo>
                    <a:pt x="1727403" y="100839"/>
                  </a:lnTo>
                  <a:lnTo>
                    <a:pt x="1760660" y="95147"/>
                  </a:lnTo>
                  <a:lnTo>
                    <a:pt x="1792952" y="89619"/>
                  </a:lnTo>
                  <a:lnTo>
                    <a:pt x="1824336" y="84248"/>
                  </a:lnTo>
                  <a:lnTo>
                    <a:pt x="1854859" y="79023"/>
                  </a:lnTo>
                  <a:lnTo>
                    <a:pt x="1884568" y="73938"/>
                  </a:lnTo>
                  <a:lnTo>
                    <a:pt x="1913505" y="68985"/>
                  </a:lnTo>
                  <a:lnTo>
                    <a:pt x="1941710" y="64158"/>
                  </a:lnTo>
                  <a:lnTo>
                    <a:pt x="1969218" y="59449"/>
                  </a:lnTo>
                  <a:lnTo>
                    <a:pt x="1996063" y="54854"/>
                  </a:lnTo>
                  <a:lnTo>
                    <a:pt x="2022277" y="50368"/>
                  </a:lnTo>
                  <a:lnTo>
                    <a:pt x="2047888" y="45984"/>
                  </a:lnTo>
                  <a:lnTo>
                    <a:pt x="2072923" y="41699"/>
                  </a:lnTo>
                  <a:lnTo>
                    <a:pt x="2097408" y="37508"/>
                  </a:lnTo>
                  <a:lnTo>
                    <a:pt x="2121366" y="33407"/>
                  </a:lnTo>
                  <a:lnTo>
                    <a:pt x="2144820" y="29393"/>
                  </a:lnTo>
                  <a:lnTo>
                    <a:pt x="2167791" y="25461"/>
                  </a:lnTo>
                  <a:lnTo>
                    <a:pt x="2190297" y="21609"/>
                  </a:lnTo>
                  <a:lnTo>
                    <a:pt x="2212358" y="17833"/>
                  </a:lnTo>
                  <a:lnTo>
                    <a:pt x="2233990" y="14130"/>
                  </a:lnTo>
                  <a:lnTo>
                    <a:pt x="2255210" y="10498"/>
                  </a:lnTo>
                  <a:lnTo>
                    <a:pt x="2276034" y="6934"/>
                  </a:lnTo>
                  <a:lnTo>
                    <a:pt x="2296475" y="3435"/>
                  </a:lnTo>
                  <a:lnTo>
                    <a:pt x="2316548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7" name="pl386"/>
            <p:cNvSpPr/>
            <p:nvPr/>
          </p:nvSpPr>
          <p:spPr>
            <a:xfrm>
              <a:off x="4439916" y="3694609"/>
              <a:ext cx="2316548" cy="398251"/>
            </a:xfrm>
            <a:custGeom>
              <a:avLst/>
              <a:pathLst>
                <a:path w="2316548" h="398251">
                  <a:moveTo>
                    <a:pt x="0" y="398251"/>
                  </a:moveTo>
                  <a:lnTo>
                    <a:pt x="148757" y="372677"/>
                  </a:lnTo>
                  <a:lnTo>
                    <a:pt x="279970" y="350120"/>
                  </a:lnTo>
                  <a:lnTo>
                    <a:pt x="397344" y="329941"/>
                  </a:lnTo>
                  <a:lnTo>
                    <a:pt x="503522" y="311687"/>
                  </a:lnTo>
                  <a:lnTo>
                    <a:pt x="600455" y="295023"/>
                  </a:lnTo>
                  <a:lnTo>
                    <a:pt x="689624" y="279694"/>
                  </a:lnTo>
                  <a:lnTo>
                    <a:pt x="772182" y="265500"/>
                  </a:lnTo>
                  <a:lnTo>
                    <a:pt x="849042" y="252287"/>
                  </a:lnTo>
                  <a:lnTo>
                    <a:pt x="920940" y="239927"/>
                  </a:lnTo>
                  <a:lnTo>
                    <a:pt x="988477" y="228316"/>
                  </a:lnTo>
                  <a:lnTo>
                    <a:pt x="1052153" y="217369"/>
                  </a:lnTo>
                  <a:lnTo>
                    <a:pt x="1112385" y="207014"/>
                  </a:lnTo>
                  <a:lnTo>
                    <a:pt x="1169527" y="197191"/>
                  </a:lnTo>
                  <a:lnTo>
                    <a:pt x="1223880" y="187846"/>
                  </a:lnTo>
                  <a:lnTo>
                    <a:pt x="1275705" y="178937"/>
                  </a:lnTo>
                  <a:lnTo>
                    <a:pt x="1325225" y="170424"/>
                  </a:lnTo>
                  <a:lnTo>
                    <a:pt x="1372638" y="162273"/>
                  </a:lnTo>
                  <a:lnTo>
                    <a:pt x="1418114" y="154455"/>
                  </a:lnTo>
                  <a:lnTo>
                    <a:pt x="1461807" y="146943"/>
                  </a:lnTo>
                  <a:lnTo>
                    <a:pt x="1503851" y="139715"/>
                  </a:lnTo>
                  <a:lnTo>
                    <a:pt x="1544365" y="132750"/>
                  </a:lnTo>
                  <a:lnTo>
                    <a:pt x="1583458" y="126029"/>
                  </a:lnTo>
                  <a:lnTo>
                    <a:pt x="1621225" y="119537"/>
                  </a:lnTo>
                  <a:lnTo>
                    <a:pt x="1657754" y="113257"/>
                  </a:lnTo>
                  <a:lnTo>
                    <a:pt x="1693122" y="107176"/>
                  </a:lnTo>
                  <a:lnTo>
                    <a:pt x="1727403" y="101283"/>
                  </a:lnTo>
                  <a:lnTo>
                    <a:pt x="1760660" y="95566"/>
                  </a:lnTo>
                  <a:lnTo>
                    <a:pt x="1792952" y="90014"/>
                  </a:lnTo>
                  <a:lnTo>
                    <a:pt x="1824336" y="84619"/>
                  </a:lnTo>
                  <a:lnTo>
                    <a:pt x="1854859" y="79371"/>
                  </a:lnTo>
                  <a:lnTo>
                    <a:pt x="1884568" y="74264"/>
                  </a:lnTo>
                  <a:lnTo>
                    <a:pt x="1913505" y="69289"/>
                  </a:lnTo>
                  <a:lnTo>
                    <a:pt x="1941710" y="64440"/>
                  </a:lnTo>
                  <a:lnTo>
                    <a:pt x="1969218" y="59711"/>
                  </a:lnTo>
                  <a:lnTo>
                    <a:pt x="1996063" y="55096"/>
                  </a:lnTo>
                  <a:lnTo>
                    <a:pt x="2022277" y="50589"/>
                  </a:lnTo>
                  <a:lnTo>
                    <a:pt x="2047888" y="46186"/>
                  </a:lnTo>
                  <a:lnTo>
                    <a:pt x="2072923" y="41883"/>
                  </a:lnTo>
                  <a:lnTo>
                    <a:pt x="2097408" y="37673"/>
                  </a:lnTo>
                  <a:lnTo>
                    <a:pt x="2121366" y="33554"/>
                  </a:lnTo>
                  <a:lnTo>
                    <a:pt x="2144820" y="29522"/>
                  </a:lnTo>
                  <a:lnTo>
                    <a:pt x="2167791" y="25573"/>
                  </a:lnTo>
                  <a:lnTo>
                    <a:pt x="2190297" y="21704"/>
                  </a:lnTo>
                  <a:lnTo>
                    <a:pt x="2212358" y="17911"/>
                  </a:lnTo>
                  <a:lnTo>
                    <a:pt x="2233990" y="14193"/>
                  </a:lnTo>
                  <a:lnTo>
                    <a:pt x="2255210" y="10544"/>
                  </a:lnTo>
                  <a:lnTo>
                    <a:pt x="2276034" y="6965"/>
                  </a:lnTo>
                  <a:lnTo>
                    <a:pt x="2296475" y="3450"/>
                  </a:lnTo>
                  <a:lnTo>
                    <a:pt x="2316548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7"/>
            <p:cNvSpPr/>
            <p:nvPr/>
          </p:nvSpPr>
          <p:spPr>
            <a:xfrm>
              <a:off x="4439916" y="3474692"/>
              <a:ext cx="2316548" cy="328381"/>
            </a:xfrm>
            <a:custGeom>
              <a:avLst/>
              <a:pathLst>
                <a:path w="2316548" h="328381">
                  <a:moveTo>
                    <a:pt x="0" y="0"/>
                  </a:moveTo>
                  <a:lnTo>
                    <a:pt x="148757" y="21087"/>
                  </a:lnTo>
                  <a:lnTo>
                    <a:pt x="279970" y="39687"/>
                  </a:lnTo>
                  <a:lnTo>
                    <a:pt x="397344" y="56325"/>
                  </a:lnTo>
                  <a:lnTo>
                    <a:pt x="503522" y="71376"/>
                  </a:lnTo>
                  <a:lnTo>
                    <a:pt x="600455" y="85117"/>
                  </a:lnTo>
                  <a:lnTo>
                    <a:pt x="689624" y="97757"/>
                  </a:lnTo>
                  <a:lnTo>
                    <a:pt x="772182" y="109460"/>
                  </a:lnTo>
                  <a:lnTo>
                    <a:pt x="849042" y="120355"/>
                  </a:lnTo>
                  <a:lnTo>
                    <a:pt x="920940" y="130547"/>
                  </a:lnTo>
                  <a:lnTo>
                    <a:pt x="988477" y="140121"/>
                  </a:lnTo>
                  <a:lnTo>
                    <a:pt x="1052153" y="149147"/>
                  </a:lnTo>
                  <a:lnTo>
                    <a:pt x="1112385" y="157686"/>
                  </a:lnTo>
                  <a:lnTo>
                    <a:pt x="1169527" y="165786"/>
                  </a:lnTo>
                  <a:lnTo>
                    <a:pt x="1223880" y="173491"/>
                  </a:lnTo>
                  <a:lnTo>
                    <a:pt x="1275705" y="180837"/>
                  </a:lnTo>
                  <a:lnTo>
                    <a:pt x="1325225" y="187857"/>
                  </a:lnTo>
                  <a:lnTo>
                    <a:pt x="1372638" y="194578"/>
                  </a:lnTo>
                  <a:lnTo>
                    <a:pt x="1418114" y="201024"/>
                  </a:lnTo>
                  <a:lnTo>
                    <a:pt x="1461807" y="207218"/>
                  </a:lnTo>
                  <a:lnTo>
                    <a:pt x="1503851" y="213178"/>
                  </a:lnTo>
                  <a:lnTo>
                    <a:pt x="1544365" y="218921"/>
                  </a:lnTo>
                  <a:lnTo>
                    <a:pt x="1583458" y="224462"/>
                  </a:lnTo>
                  <a:lnTo>
                    <a:pt x="1621225" y="229816"/>
                  </a:lnTo>
                  <a:lnTo>
                    <a:pt x="1657754" y="234994"/>
                  </a:lnTo>
                  <a:lnTo>
                    <a:pt x="1693122" y="240008"/>
                  </a:lnTo>
                  <a:lnTo>
                    <a:pt x="1727403" y="244867"/>
                  </a:lnTo>
                  <a:lnTo>
                    <a:pt x="1760660" y="249582"/>
                  </a:lnTo>
                  <a:lnTo>
                    <a:pt x="1792952" y="254159"/>
                  </a:lnTo>
                  <a:lnTo>
                    <a:pt x="1824336" y="258608"/>
                  </a:lnTo>
                  <a:lnTo>
                    <a:pt x="1854859" y="262935"/>
                  </a:lnTo>
                  <a:lnTo>
                    <a:pt x="1884568" y="267146"/>
                  </a:lnTo>
                  <a:lnTo>
                    <a:pt x="1913505" y="271248"/>
                  </a:lnTo>
                  <a:lnTo>
                    <a:pt x="1941710" y="275246"/>
                  </a:lnTo>
                  <a:lnTo>
                    <a:pt x="1969218" y="279146"/>
                  </a:lnTo>
                  <a:lnTo>
                    <a:pt x="1996063" y="282951"/>
                  </a:lnTo>
                  <a:lnTo>
                    <a:pt x="2022277" y="286667"/>
                  </a:lnTo>
                  <a:lnTo>
                    <a:pt x="2047888" y="290298"/>
                  </a:lnTo>
                  <a:lnTo>
                    <a:pt x="2072923" y="293846"/>
                  </a:lnTo>
                  <a:lnTo>
                    <a:pt x="2097408" y="297317"/>
                  </a:lnTo>
                  <a:lnTo>
                    <a:pt x="2121366" y="300714"/>
                  </a:lnTo>
                  <a:lnTo>
                    <a:pt x="2144820" y="304038"/>
                  </a:lnTo>
                  <a:lnTo>
                    <a:pt x="2167791" y="307294"/>
                  </a:lnTo>
                  <a:lnTo>
                    <a:pt x="2190297" y="310485"/>
                  </a:lnTo>
                  <a:lnTo>
                    <a:pt x="2212358" y="313612"/>
                  </a:lnTo>
                  <a:lnTo>
                    <a:pt x="2233990" y="316678"/>
                  </a:lnTo>
                  <a:lnTo>
                    <a:pt x="2255210" y="319687"/>
                  </a:lnTo>
                  <a:lnTo>
                    <a:pt x="2276034" y="322638"/>
                  </a:lnTo>
                  <a:lnTo>
                    <a:pt x="2296475" y="325536"/>
                  </a:lnTo>
                  <a:lnTo>
                    <a:pt x="2316548" y="328381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9" name="pl388"/>
            <p:cNvSpPr/>
            <p:nvPr/>
          </p:nvSpPr>
          <p:spPr>
            <a:xfrm>
              <a:off x="4439916" y="3547507"/>
              <a:ext cx="2316548" cy="543156"/>
            </a:xfrm>
            <a:custGeom>
              <a:avLst/>
              <a:pathLst>
                <a:path w="2316548" h="543156">
                  <a:moveTo>
                    <a:pt x="0" y="0"/>
                  </a:moveTo>
                  <a:lnTo>
                    <a:pt x="148757" y="34878"/>
                  </a:lnTo>
                  <a:lnTo>
                    <a:pt x="279970" y="65644"/>
                  </a:lnTo>
                  <a:lnTo>
                    <a:pt x="397344" y="93164"/>
                  </a:lnTo>
                  <a:lnTo>
                    <a:pt x="503522" y="118059"/>
                  </a:lnTo>
                  <a:lnTo>
                    <a:pt x="600455" y="140787"/>
                  </a:lnTo>
                  <a:lnTo>
                    <a:pt x="689624" y="161694"/>
                  </a:lnTo>
                  <a:lnTo>
                    <a:pt x="772182" y="181052"/>
                  </a:lnTo>
                  <a:lnTo>
                    <a:pt x="849042" y="199073"/>
                  </a:lnTo>
                  <a:lnTo>
                    <a:pt x="920940" y="215930"/>
                  </a:lnTo>
                  <a:lnTo>
                    <a:pt x="988477" y="231766"/>
                  </a:lnTo>
                  <a:lnTo>
                    <a:pt x="1052153" y="246696"/>
                  </a:lnTo>
                  <a:lnTo>
                    <a:pt x="1112385" y="260818"/>
                  </a:lnTo>
                  <a:lnTo>
                    <a:pt x="1169527" y="274216"/>
                  </a:lnTo>
                  <a:lnTo>
                    <a:pt x="1223880" y="286960"/>
                  </a:lnTo>
                  <a:lnTo>
                    <a:pt x="1275705" y="299111"/>
                  </a:lnTo>
                  <a:lnTo>
                    <a:pt x="1325225" y="310722"/>
                  </a:lnTo>
                  <a:lnTo>
                    <a:pt x="1372638" y="321839"/>
                  </a:lnTo>
                  <a:lnTo>
                    <a:pt x="1418114" y="332502"/>
                  </a:lnTo>
                  <a:lnTo>
                    <a:pt x="1461807" y="342746"/>
                  </a:lnTo>
                  <a:lnTo>
                    <a:pt x="1503851" y="352604"/>
                  </a:lnTo>
                  <a:lnTo>
                    <a:pt x="1544365" y="362104"/>
                  </a:lnTo>
                  <a:lnTo>
                    <a:pt x="1583458" y="371269"/>
                  </a:lnTo>
                  <a:lnTo>
                    <a:pt x="1621225" y="380125"/>
                  </a:lnTo>
                  <a:lnTo>
                    <a:pt x="1657754" y="388689"/>
                  </a:lnTo>
                  <a:lnTo>
                    <a:pt x="1693122" y="396982"/>
                  </a:lnTo>
                  <a:lnTo>
                    <a:pt x="1727403" y="405020"/>
                  </a:lnTo>
                  <a:lnTo>
                    <a:pt x="1760660" y="412818"/>
                  </a:lnTo>
                  <a:lnTo>
                    <a:pt x="1792952" y="420389"/>
                  </a:lnTo>
                  <a:lnTo>
                    <a:pt x="1824336" y="427748"/>
                  </a:lnTo>
                  <a:lnTo>
                    <a:pt x="1854859" y="434904"/>
                  </a:lnTo>
                  <a:lnTo>
                    <a:pt x="1884568" y="441870"/>
                  </a:lnTo>
                  <a:lnTo>
                    <a:pt x="1913505" y="448655"/>
                  </a:lnTo>
                  <a:lnTo>
                    <a:pt x="1941710" y="455268"/>
                  </a:lnTo>
                  <a:lnTo>
                    <a:pt x="1969218" y="461718"/>
                  </a:lnTo>
                  <a:lnTo>
                    <a:pt x="1996063" y="468012"/>
                  </a:lnTo>
                  <a:lnTo>
                    <a:pt x="2022277" y="474158"/>
                  </a:lnTo>
                  <a:lnTo>
                    <a:pt x="2047888" y="480163"/>
                  </a:lnTo>
                  <a:lnTo>
                    <a:pt x="2072923" y="486033"/>
                  </a:lnTo>
                  <a:lnTo>
                    <a:pt x="2097408" y="491774"/>
                  </a:lnTo>
                  <a:lnTo>
                    <a:pt x="2121366" y="497392"/>
                  </a:lnTo>
                  <a:lnTo>
                    <a:pt x="2144820" y="502891"/>
                  </a:lnTo>
                  <a:lnTo>
                    <a:pt x="2167791" y="508277"/>
                  </a:lnTo>
                  <a:lnTo>
                    <a:pt x="2190297" y="513554"/>
                  </a:lnTo>
                  <a:lnTo>
                    <a:pt x="2212358" y="518726"/>
                  </a:lnTo>
                  <a:lnTo>
                    <a:pt x="2233990" y="523798"/>
                  </a:lnTo>
                  <a:lnTo>
                    <a:pt x="2255210" y="528774"/>
                  </a:lnTo>
                  <a:lnTo>
                    <a:pt x="2276034" y="533656"/>
                  </a:lnTo>
                  <a:lnTo>
                    <a:pt x="2296475" y="538449"/>
                  </a:lnTo>
                  <a:lnTo>
                    <a:pt x="2316548" y="543156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89"/>
            <p:cNvSpPr/>
            <p:nvPr/>
          </p:nvSpPr>
          <p:spPr>
            <a:xfrm>
              <a:off x="4439916" y="4029338"/>
              <a:ext cx="2316548" cy="246388"/>
            </a:xfrm>
            <a:custGeom>
              <a:avLst/>
              <a:pathLst>
                <a:path w="2316548" h="246388">
                  <a:moveTo>
                    <a:pt x="0" y="0"/>
                  </a:moveTo>
                  <a:lnTo>
                    <a:pt x="148757" y="15821"/>
                  </a:lnTo>
                  <a:lnTo>
                    <a:pt x="279970" y="29777"/>
                  </a:lnTo>
                  <a:lnTo>
                    <a:pt x="397344" y="42261"/>
                  </a:lnTo>
                  <a:lnTo>
                    <a:pt x="503522" y="53554"/>
                  </a:lnTo>
                  <a:lnTo>
                    <a:pt x="600455" y="63864"/>
                  </a:lnTo>
                  <a:lnTo>
                    <a:pt x="689624" y="73348"/>
                  </a:lnTo>
                  <a:lnTo>
                    <a:pt x="772182" y="82129"/>
                  </a:lnTo>
                  <a:lnTo>
                    <a:pt x="849042" y="90304"/>
                  </a:lnTo>
                  <a:lnTo>
                    <a:pt x="920940" y="97951"/>
                  </a:lnTo>
                  <a:lnTo>
                    <a:pt x="988477" y="105134"/>
                  </a:lnTo>
                  <a:lnTo>
                    <a:pt x="1052153" y="111907"/>
                  </a:lnTo>
                  <a:lnTo>
                    <a:pt x="1112385" y="118313"/>
                  </a:lnTo>
                  <a:lnTo>
                    <a:pt x="1169527" y="124391"/>
                  </a:lnTo>
                  <a:lnTo>
                    <a:pt x="1223880" y="130172"/>
                  </a:lnTo>
                  <a:lnTo>
                    <a:pt x="1275705" y="135684"/>
                  </a:lnTo>
                  <a:lnTo>
                    <a:pt x="1325225" y="140951"/>
                  </a:lnTo>
                  <a:lnTo>
                    <a:pt x="1372638" y="145993"/>
                  </a:lnTo>
                  <a:lnTo>
                    <a:pt x="1418114" y="150830"/>
                  </a:lnTo>
                  <a:lnTo>
                    <a:pt x="1461807" y="155478"/>
                  </a:lnTo>
                  <a:lnTo>
                    <a:pt x="1503851" y="159949"/>
                  </a:lnTo>
                  <a:lnTo>
                    <a:pt x="1544365" y="164258"/>
                  </a:lnTo>
                  <a:lnTo>
                    <a:pt x="1583458" y="168416"/>
                  </a:lnTo>
                  <a:lnTo>
                    <a:pt x="1621225" y="172433"/>
                  </a:lnTo>
                  <a:lnTo>
                    <a:pt x="1657754" y="176318"/>
                  </a:lnTo>
                  <a:lnTo>
                    <a:pt x="1693122" y="180080"/>
                  </a:lnTo>
                  <a:lnTo>
                    <a:pt x="1727403" y="183726"/>
                  </a:lnTo>
                  <a:lnTo>
                    <a:pt x="1760660" y="187264"/>
                  </a:lnTo>
                  <a:lnTo>
                    <a:pt x="1792952" y="190698"/>
                  </a:lnTo>
                  <a:lnTo>
                    <a:pt x="1824336" y="194036"/>
                  </a:lnTo>
                  <a:lnTo>
                    <a:pt x="1854859" y="197283"/>
                  </a:lnTo>
                  <a:lnTo>
                    <a:pt x="1884568" y="200442"/>
                  </a:lnTo>
                  <a:lnTo>
                    <a:pt x="1913505" y="203520"/>
                  </a:lnTo>
                  <a:lnTo>
                    <a:pt x="1941710" y="206520"/>
                  </a:lnTo>
                  <a:lnTo>
                    <a:pt x="1969218" y="209446"/>
                  </a:lnTo>
                  <a:lnTo>
                    <a:pt x="1996063" y="212301"/>
                  </a:lnTo>
                  <a:lnTo>
                    <a:pt x="2022277" y="215089"/>
                  </a:lnTo>
                  <a:lnTo>
                    <a:pt x="2047888" y="217813"/>
                  </a:lnTo>
                  <a:lnTo>
                    <a:pt x="2072923" y="220476"/>
                  </a:lnTo>
                  <a:lnTo>
                    <a:pt x="2097408" y="223080"/>
                  </a:lnTo>
                  <a:lnTo>
                    <a:pt x="2121366" y="225628"/>
                  </a:lnTo>
                  <a:lnTo>
                    <a:pt x="2144820" y="228123"/>
                  </a:lnTo>
                  <a:lnTo>
                    <a:pt x="2167791" y="230566"/>
                  </a:lnTo>
                  <a:lnTo>
                    <a:pt x="2190297" y="232960"/>
                  </a:lnTo>
                  <a:lnTo>
                    <a:pt x="2212358" y="235306"/>
                  </a:lnTo>
                  <a:lnTo>
                    <a:pt x="2233990" y="237607"/>
                  </a:lnTo>
                  <a:lnTo>
                    <a:pt x="2255210" y="239864"/>
                  </a:lnTo>
                  <a:lnTo>
                    <a:pt x="2276034" y="242079"/>
                  </a:lnTo>
                  <a:lnTo>
                    <a:pt x="2296475" y="244253"/>
                  </a:lnTo>
                  <a:lnTo>
                    <a:pt x="2316548" y="246388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1" name="pl390"/>
            <p:cNvSpPr/>
            <p:nvPr/>
          </p:nvSpPr>
          <p:spPr>
            <a:xfrm>
              <a:off x="4439916" y="3992480"/>
              <a:ext cx="2316548" cy="77746"/>
            </a:xfrm>
            <a:custGeom>
              <a:avLst/>
              <a:pathLst>
                <a:path w="2316548" h="77746">
                  <a:moveTo>
                    <a:pt x="0" y="0"/>
                  </a:moveTo>
                  <a:lnTo>
                    <a:pt x="148757" y="4992"/>
                  </a:lnTo>
                  <a:lnTo>
                    <a:pt x="279970" y="9396"/>
                  </a:lnTo>
                  <a:lnTo>
                    <a:pt x="397344" y="13335"/>
                  </a:lnTo>
                  <a:lnTo>
                    <a:pt x="503522" y="16898"/>
                  </a:lnTo>
                  <a:lnTo>
                    <a:pt x="600455" y="20152"/>
                  </a:lnTo>
                  <a:lnTo>
                    <a:pt x="689624" y="23144"/>
                  </a:lnTo>
                  <a:lnTo>
                    <a:pt x="772182" y="25915"/>
                  </a:lnTo>
                  <a:lnTo>
                    <a:pt x="849042" y="28494"/>
                  </a:lnTo>
                  <a:lnTo>
                    <a:pt x="920940" y="30907"/>
                  </a:lnTo>
                  <a:lnTo>
                    <a:pt x="988477" y="33174"/>
                  </a:lnTo>
                  <a:lnTo>
                    <a:pt x="1052153" y="35311"/>
                  </a:lnTo>
                  <a:lnTo>
                    <a:pt x="1112385" y="37333"/>
                  </a:lnTo>
                  <a:lnTo>
                    <a:pt x="1169527" y="39250"/>
                  </a:lnTo>
                  <a:lnTo>
                    <a:pt x="1223880" y="41074"/>
                  </a:lnTo>
                  <a:lnTo>
                    <a:pt x="1275705" y="42814"/>
                  </a:lnTo>
                  <a:lnTo>
                    <a:pt x="1325225" y="44476"/>
                  </a:lnTo>
                  <a:lnTo>
                    <a:pt x="1372638" y="46067"/>
                  </a:lnTo>
                  <a:lnTo>
                    <a:pt x="1418114" y="47593"/>
                  </a:lnTo>
                  <a:lnTo>
                    <a:pt x="1461807" y="49060"/>
                  </a:lnTo>
                  <a:lnTo>
                    <a:pt x="1503851" y="50471"/>
                  </a:lnTo>
                  <a:lnTo>
                    <a:pt x="1544365" y="51830"/>
                  </a:lnTo>
                  <a:lnTo>
                    <a:pt x="1583458" y="53142"/>
                  </a:lnTo>
                  <a:lnTo>
                    <a:pt x="1621225" y="54410"/>
                  </a:lnTo>
                  <a:lnTo>
                    <a:pt x="1657754" y="55636"/>
                  </a:lnTo>
                  <a:lnTo>
                    <a:pt x="1693122" y="56823"/>
                  </a:lnTo>
                  <a:lnTo>
                    <a:pt x="1727403" y="57973"/>
                  </a:lnTo>
                  <a:lnTo>
                    <a:pt x="1760660" y="59089"/>
                  </a:lnTo>
                  <a:lnTo>
                    <a:pt x="1792952" y="60173"/>
                  </a:lnTo>
                  <a:lnTo>
                    <a:pt x="1824336" y="61226"/>
                  </a:lnTo>
                  <a:lnTo>
                    <a:pt x="1854859" y="62251"/>
                  </a:lnTo>
                  <a:lnTo>
                    <a:pt x="1884568" y="63248"/>
                  </a:lnTo>
                  <a:lnTo>
                    <a:pt x="1913505" y="64219"/>
                  </a:lnTo>
                  <a:lnTo>
                    <a:pt x="1941710" y="65166"/>
                  </a:lnTo>
                  <a:lnTo>
                    <a:pt x="1969218" y="66089"/>
                  </a:lnTo>
                  <a:lnTo>
                    <a:pt x="1996063" y="66990"/>
                  </a:lnTo>
                  <a:lnTo>
                    <a:pt x="2022277" y="67870"/>
                  </a:lnTo>
                  <a:lnTo>
                    <a:pt x="2047888" y="68729"/>
                  </a:lnTo>
                  <a:lnTo>
                    <a:pt x="2072923" y="69569"/>
                  </a:lnTo>
                  <a:lnTo>
                    <a:pt x="2097408" y="70391"/>
                  </a:lnTo>
                  <a:lnTo>
                    <a:pt x="2121366" y="71195"/>
                  </a:lnTo>
                  <a:lnTo>
                    <a:pt x="2144820" y="71982"/>
                  </a:lnTo>
                  <a:lnTo>
                    <a:pt x="2167791" y="72753"/>
                  </a:lnTo>
                  <a:lnTo>
                    <a:pt x="2190297" y="73509"/>
                  </a:lnTo>
                  <a:lnTo>
                    <a:pt x="2212358" y="74249"/>
                  </a:lnTo>
                  <a:lnTo>
                    <a:pt x="2233990" y="74975"/>
                  </a:lnTo>
                  <a:lnTo>
                    <a:pt x="2255210" y="75687"/>
                  </a:lnTo>
                  <a:lnTo>
                    <a:pt x="2276034" y="76386"/>
                  </a:lnTo>
                  <a:lnTo>
                    <a:pt x="2296475" y="77072"/>
                  </a:lnTo>
                  <a:lnTo>
                    <a:pt x="2316548" y="77746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2" name="pl391"/>
            <p:cNvSpPr/>
            <p:nvPr/>
          </p:nvSpPr>
          <p:spPr>
            <a:xfrm>
              <a:off x="4439916" y="3916057"/>
              <a:ext cx="2316548" cy="74168"/>
            </a:xfrm>
            <a:custGeom>
              <a:avLst/>
              <a:pathLst>
                <a:path w="2316548" h="74168">
                  <a:moveTo>
                    <a:pt x="0" y="74168"/>
                  </a:moveTo>
                  <a:lnTo>
                    <a:pt x="148757" y="69405"/>
                  </a:lnTo>
                  <a:lnTo>
                    <a:pt x="279970" y="65204"/>
                  </a:lnTo>
                  <a:lnTo>
                    <a:pt x="397344" y="61446"/>
                  </a:lnTo>
                  <a:lnTo>
                    <a:pt x="503522" y="58047"/>
                  </a:lnTo>
                  <a:lnTo>
                    <a:pt x="600455" y="54943"/>
                  </a:lnTo>
                  <a:lnTo>
                    <a:pt x="689624" y="52089"/>
                  </a:lnTo>
                  <a:lnTo>
                    <a:pt x="772182" y="49445"/>
                  </a:lnTo>
                  <a:lnTo>
                    <a:pt x="849042" y="46984"/>
                  </a:lnTo>
                  <a:lnTo>
                    <a:pt x="920940" y="44683"/>
                  </a:lnTo>
                  <a:lnTo>
                    <a:pt x="988477" y="42520"/>
                  </a:lnTo>
                  <a:lnTo>
                    <a:pt x="1052153" y="40482"/>
                  </a:lnTo>
                  <a:lnTo>
                    <a:pt x="1112385" y="38553"/>
                  </a:lnTo>
                  <a:lnTo>
                    <a:pt x="1169527" y="36724"/>
                  </a:lnTo>
                  <a:lnTo>
                    <a:pt x="1223880" y="34983"/>
                  </a:lnTo>
                  <a:lnTo>
                    <a:pt x="1275705" y="33324"/>
                  </a:lnTo>
                  <a:lnTo>
                    <a:pt x="1325225" y="31739"/>
                  </a:lnTo>
                  <a:lnTo>
                    <a:pt x="1372638" y="30221"/>
                  </a:lnTo>
                  <a:lnTo>
                    <a:pt x="1418114" y="28765"/>
                  </a:lnTo>
                  <a:lnTo>
                    <a:pt x="1461807" y="27366"/>
                  </a:lnTo>
                  <a:lnTo>
                    <a:pt x="1503851" y="26020"/>
                  </a:lnTo>
                  <a:lnTo>
                    <a:pt x="1544365" y="24722"/>
                  </a:lnTo>
                  <a:lnTo>
                    <a:pt x="1583458" y="23471"/>
                  </a:lnTo>
                  <a:lnTo>
                    <a:pt x="1621225" y="22262"/>
                  </a:lnTo>
                  <a:lnTo>
                    <a:pt x="1657754" y="21092"/>
                  </a:lnTo>
                  <a:lnTo>
                    <a:pt x="1693122" y="19960"/>
                  </a:lnTo>
                  <a:lnTo>
                    <a:pt x="1727403" y="18862"/>
                  </a:lnTo>
                  <a:lnTo>
                    <a:pt x="1760660" y="17797"/>
                  </a:lnTo>
                  <a:lnTo>
                    <a:pt x="1792952" y="16763"/>
                  </a:lnTo>
                  <a:lnTo>
                    <a:pt x="1824336" y="15759"/>
                  </a:lnTo>
                  <a:lnTo>
                    <a:pt x="1854859" y="14781"/>
                  </a:lnTo>
                  <a:lnTo>
                    <a:pt x="1884568" y="13830"/>
                  </a:lnTo>
                  <a:lnTo>
                    <a:pt x="1913505" y="12904"/>
                  </a:lnTo>
                  <a:lnTo>
                    <a:pt x="1941710" y="12001"/>
                  </a:lnTo>
                  <a:lnTo>
                    <a:pt x="1969218" y="11120"/>
                  </a:lnTo>
                  <a:lnTo>
                    <a:pt x="1996063" y="10260"/>
                  </a:lnTo>
                  <a:lnTo>
                    <a:pt x="2022277" y="9421"/>
                  </a:lnTo>
                  <a:lnTo>
                    <a:pt x="2047888" y="8601"/>
                  </a:lnTo>
                  <a:lnTo>
                    <a:pt x="2072923" y="7800"/>
                  </a:lnTo>
                  <a:lnTo>
                    <a:pt x="2097408" y="7016"/>
                  </a:lnTo>
                  <a:lnTo>
                    <a:pt x="2121366" y="6249"/>
                  </a:lnTo>
                  <a:lnTo>
                    <a:pt x="2144820" y="5498"/>
                  </a:lnTo>
                  <a:lnTo>
                    <a:pt x="2167791" y="4762"/>
                  </a:lnTo>
                  <a:lnTo>
                    <a:pt x="2190297" y="4042"/>
                  </a:lnTo>
                  <a:lnTo>
                    <a:pt x="2212358" y="3335"/>
                  </a:lnTo>
                  <a:lnTo>
                    <a:pt x="2233990" y="2643"/>
                  </a:lnTo>
                  <a:lnTo>
                    <a:pt x="2255210" y="1963"/>
                  </a:lnTo>
                  <a:lnTo>
                    <a:pt x="2276034" y="1297"/>
                  </a:lnTo>
                  <a:lnTo>
                    <a:pt x="2296475" y="642"/>
                  </a:lnTo>
                  <a:lnTo>
                    <a:pt x="2316548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3" name="rc392"/>
            <p:cNvSpPr/>
            <p:nvPr/>
          </p:nvSpPr>
          <p:spPr>
            <a:xfrm>
              <a:off x="4270675" y="2994900"/>
              <a:ext cx="2662504" cy="1507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394" name="pl393"/>
            <p:cNvSpPr/>
            <p:nvPr/>
          </p:nvSpPr>
          <p:spPr>
            <a:xfrm>
              <a:off x="4270675" y="2994900"/>
              <a:ext cx="0" cy="1507531"/>
            </a:xfrm>
            <a:custGeom>
              <a:avLst/>
              <a:pathLst>
                <a:path w="0" h="1507531">
                  <a:moveTo>
                    <a:pt x="0" y="1507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tx394"/>
            <p:cNvSpPr/>
            <p:nvPr/>
          </p:nvSpPr>
          <p:spPr>
            <a:xfrm rot="-5400000">
              <a:off x="4128288" y="4262596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6" name="tx395"/>
            <p:cNvSpPr/>
            <p:nvPr/>
          </p:nvSpPr>
          <p:spPr>
            <a:xfrm rot="-5400000">
              <a:off x="4128288" y="3982556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97" name="tx396"/>
            <p:cNvSpPr/>
            <p:nvPr/>
          </p:nvSpPr>
          <p:spPr>
            <a:xfrm rot="-5400000">
              <a:off x="4128288" y="3702516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98" name="tx397"/>
            <p:cNvSpPr/>
            <p:nvPr/>
          </p:nvSpPr>
          <p:spPr>
            <a:xfrm rot="-5400000">
              <a:off x="4128288" y="3422476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399" name="tx398"/>
            <p:cNvSpPr/>
            <p:nvPr/>
          </p:nvSpPr>
          <p:spPr>
            <a:xfrm rot="-5400000">
              <a:off x="4128288" y="3142436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400" name="pl399"/>
            <p:cNvSpPr/>
            <p:nvPr/>
          </p:nvSpPr>
          <p:spPr>
            <a:xfrm>
              <a:off x="4239044" y="430360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0"/>
            <p:cNvSpPr/>
            <p:nvPr/>
          </p:nvSpPr>
          <p:spPr>
            <a:xfrm>
              <a:off x="4239044" y="402356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l401"/>
            <p:cNvSpPr/>
            <p:nvPr/>
          </p:nvSpPr>
          <p:spPr>
            <a:xfrm>
              <a:off x="4239044" y="374352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l402"/>
            <p:cNvSpPr/>
            <p:nvPr/>
          </p:nvSpPr>
          <p:spPr>
            <a:xfrm>
              <a:off x="4239044" y="346348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l403"/>
            <p:cNvSpPr/>
            <p:nvPr/>
          </p:nvSpPr>
          <p:spPr>
            <a:xfrm>
              <a:off x="4239044" y="318344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l404"/>
            <p:cNvSpPr/>
            <p:nvPr/>
          </p:nvSpPr>
          <p:spPr>
            <a:xfrm>
              <a:off x="4270675" y="4502431"/>
              <a:ext cx="2662504" cy="0"/>
            </a:xfrm>
            <a:custGeom>
              <a:avLst/>
              <a:pathLst>
                <a:path w="2662504" h="0">
                  <a:moveTo>
                    <a:pt x="0" y="0"/>
                  </a:moveTo>
                  <a:lnTo>
                    <a:pt x="2662504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l405"/>
            <p:cNvSpPr/>
            <p:nvPr/>
          </p:nvSpPr>
          <p:spPr>
            <a:xfrm>
              <a:off x="4439916" y="4502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l406"/>
            <p:cNvSpPr/>
            <p:nvPr/>
          </p:nvSpPr>
          <p:spPr>
            <a:xfrm>
              <a:off x="5212099" y="4502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l407"/>
            <p:cNvSpPr/>
            <p:nvPr/>
          </p:nvSpPr>
          <p:spPr>
            <a:xfrm>
              <a:off x="5984282" y="4502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l408"/>
            <p:cNvSpPr/>
            <p:nvPr/>
          </p:nvSpPr>
          <p:spPr>
            <a:xfrm>
              <a:off x="6756465" y="4502431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tx409"/>
            <p:cNvSpPr/>
            <p:nvPr/>
          </p:nvSpPr>
          <p:spPr>
            <a:xfrm>
              <a:off x="4270675" y="2800146"/>
              <a:ext cx="978225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(d) Below_PC1</a:t>
              </a:r>
            </a:p>
          </p:txBody>
        </p:sp>
        <p:sp>
          <p:nvSpPr>
            <p:cNvPr id="411" name="rc410"/>
            <p:cNvSpPr/>
            <p:nvPr/>
          </p:nvSpPr>
          <p:spPr>
            <a:xfrm>
              <a:off x="1342663" y="4804731"/>
              <a:ext cx="2662504" cy="1507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pt411"/>
            <p:cNvSpPr/>
            <p:nvPr/>
          </p:nvSpPr>
          <p:spPr>
            <a:xfrm>
              <a:off x="1451113" y="575051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3" name="pt412"/>
            <p:cNvSpPr/>
            <p:nvPr/>
          </p:nvSpPr>
          <p:spPr>
            <a:xfrm>
              <a:off x="1511645" y="560722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4" name="pt413"/>
            <p:cNvSpPr/>
            <p:nvPr/>
          </p:nvSpPr>
          <p:spPr>
            <a:xfrm>
              <a:off x="1451111" y="5693343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5" name="pt414"/>
            <p:cNvSpPr/>
            <p:nvPr/>
          </p:nvSpPr>
          <p:spPr>
            <a:xfrm>
              <a:off x="1452651" y="5891644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6" name="pt415"/>
            <p:cNvSpPr/>
            <p:nvPr/>
          </p:nvSpPr>
          <p:spPr>
            <a:xfrm>
              <a:off x="1515537" y="606606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7" name="pt416"/>
            <p:cNvSpPr/>
            <p:nvPr/>
          </p:nvSpPr>
          <p:spPr>
            <a:xfrm>
              <a:off x="1491871" y="572059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8" name="pt417"/>
            <p:cNvSpPr/>
            <p:nvPr/>
          </p:nvSpPr>
          <p:spPr>
            <a:xfrm>
              <a:off x="1462078" y="5856284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19" name="pt418"/>
            <p:cNvSpPr/>
            <p:nvPr/>
          </p:nvSpPr>
          <p:spPr>
            <a:xfrm>
              <a:off x="1468448" y="589850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0" name="pt419"/>
            <p:cNvSpPr/>
            <p:nvPr/>
          </p:nvSpPr>
          <p:spPr>
            <a:xfrm>
              <a:off x="1435204" y="6004167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1" name="pt420"/>
            <p:cNvSpPr/>
            <p:nvPr/>
          </p:nvSpPr>
          <p:spPr>
            <a:xfrm>
              <a:off x="1496843" y="567242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2" name="pt421"/>
            <p:cNvSpPr/>
            <p:nvPr/>
          </p:nvSpPr>
          <p:spPr>
            <a:xfrm>
              <a:off x="2296919" y="587203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3" name="pt422"/>
            <p:cNvSpPr/>
            <p:nvPr/>
          </p:nvSpPr>
          <p:spPr>
            <a:xfrm>
              <a:off x="2218213" y="5083508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4" name="pt423"/>
            <p:cNvSpPr/>
            <p:nvPr/>
          </p:nvSpPr>
          <p:spPr>
            <a:xfrm>
              <a:off x="2244473" y="524456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5" name="pt424"/>
            <p:cNvSpPr/>
            <p:nvPr/>
          </p:nvSpPr>
          <p:spPr>
            <a:xfrm>
              <a:off x="2292642" y="550432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6" name="pt425"/>
            <p:cNvSpPr/>
            <p:nvPr/>
          </p:nvSpPr>
          <p:spPr>
            <a:xfrm>
              <a:off x="2270344" y="5653544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7" name="pt426"/>
            <p:cNvSpPr/>
            <p:nvPr/>
          </p:nvSpPr>
          <p:spPr>
            <a:xfrm>
              <a:off x="2285542" y="621525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8" name="pt427"/>
            <p:cNvSpPr/>
            <p:nvPr/>
          </p:nvSpPr>
          <p:spPr>
            <a:xfrm>
              <a:off x="2275556" y="592017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29" name="pt428"/>
            <p:cNvSpPr/>
            <p:nvPr/>
          </p:nvSpPr>
          <p:spPr>
            <a:xfrm>
              <a:off x="2298989" y="545410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0" name="pt429"/>
            <p:cNvSpPr/>
            <p:nvPr/>
          </p:nvSpPr>
          <p:spPr>
            <a:xfrm>
              <a:off x="2292731" y="493450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1" name="pt430"/>
            <p:cNvSpPr/>
            <p:nvPr/>
          </p:nvSpPr>
          <p:spPr>
            <a:xfrm>
              <a:off x="2304294" y="484477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2" name="pt431"/>
            <p:cNvSpPr/>
            <p:nvPr/>
          </p:nvSpPr>
          <p:spPr>
            <a:xfrm>
              <a:off x="2253722" y="574489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3" name="pt432"/>
            <p:cNvSpPr/>
            <p:nvPr/>
          </p:nvSpPr>
          <p:spPr>
            <a:xfrm>
              <a:off x="2208889" y="543581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4" name="pt433"/>
            <p:cNvSpPr/>
            <p:nvPr/>
          </p:nvSpPr>
          <p:spPr>
            <a:xfrm>
              <a:off x="2214442" y="521417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5" name="pt434"/>
            <p:cNvSpPr/>
            <p:nvPr/>
          </p:nvSpPr>
          <p:spPr>
            <a:xfrm>
              <a:off x="2294294" y="5361266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6" name="pt435"/>
            <p:cNvSpPr/>
            <p:nvPr/>
          </p:nvSpPr>
          <p:spPr>
            <a:xfrm>
              <a:off x="2305926" y="591334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7" name="pt436"/>
            <p:cNvSpPr/>
            <p:nvPr/>
          </p:nvSpPr>
          <p:spPr>
            <a:xfrm>
              <a:off x="2275233" y="5850623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8" name="pt437"/>
            <p:cNvSpPr/>
            <p:nvPr/>
          </p:nvSpPr>
          <p:spPr>
            <a:xfrm>
              <a:off x="2252844" y="5266736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39" name="pt438"/>
            <p:cNvSpPr/>
            <p:nvPr/>
          </p:nvSpPr>
          <p:spPr>
            <a:xfrm>
              <a:off x="2231840" y="531551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0" name="pt439"/>
            <p:cNvSpPr/>
            <p:nvPr/>
          </p:nvSpPr>
          <p:spPr>
            <a:xfrm>
              <a:off x="3016983" y="5959624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1" name="pt440"/>
            <p:cNvSpPr/>
            <p:nvPr/>
          </p:nvSpPr>
          <p:spPr>
            <a:xfrm>
              <a:off x="2996980" y="562875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2" name="pt441"/>
            <p:cNvSpPr/>
            <p:nvPr/>
          </p:nvSpPr>
          <p:spPr>
            <a:xfrm>
              <a:off x="3030600" y="575528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3" name="pt442"/>
            <p:cNvSpPr/>
            <p:nvPr/>
          </p:nvSpPr>
          <p:spPr>
            <a:xfrm>
              <a:off x="3015744" y="6036406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4" name="pt443"/>
            <p:cNvSpPr/>
            <p:nvPr/>
          </p:nvSpPr>
          <p:spPr>
            <a:xfrm>
              <a:off x="3076296" y="560172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5" name="pt444"/>
            <p:cNvSpPr/>
            <p:nvPr/>
          </p:nvSpPr>
          <p:spPr>
            <a:xfrm>
              <a:off x="3061885" y="591325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6" name="pt445"/>
            <p:cNvSpPr/>
            <p:nvPr/>
          </p:nvSpPr>
          <p:spPr>
            <a:xfrm>
              <a:off x="3002996" y="499950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7" name="pt446"/>
            <p:cNvSpPr/>
            <p:nvPr/>
          </p:nvSpPr>
          <p:spPr>
            <a:xfrm>
              <a:off x="3008733" y="5833180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8" name="pt447"/>
            <p:cNvSpPr/>
            <p:nvPr/>
          </p:nvSpPr>
          <p:spPr>
            <a:xfrm>
              <a:off x="3032898" y="5489570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49" name="pt448"/>
            <p:cNvSpPr/>
            <p:nvPr/>
          </p:nvSpPr>
          <p:spPr>
            <a:xfrm>
              <a:off x="3057164" y="528299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0" name="pt449"/>
            <p:cNvSpPr/>
            <p:nvPr/>
          </p:nvSpPr>
          <p:spPr>
            <a:xfrm>
              <a:off x="3019608" y="490245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1" name="pt450"/>
            <p:cNvSpPr/>
            <p:nvPr/>
          </p:nvSpPr>
          <p:spPr>
            <a:xfrm>
              <a:off x="3068607" y="514957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2" name="pt451"/>
            <p:cNvSpPr/>
            <p:nvPr/>
          </p:nvSpPr>
          <p:spPr>
            <a:xfrm>
              <a:off x="3023005" y="585924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3" name="pt452"/>
            <p:cNvSpPr/>
            <p:nvPr/>
          </p:nvSpPr>
          <p:spPr>
            <a:xfrm>
              <a:off x="3041059" y="541537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4" name="pt453"/>
            <p:cNvSpPr/>
            <p:nvPr/>
          </p:nvSpPr>
          <p:spPr>
            <a:xfrm>
              <a:off x="3040198" y="556782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5" name="pt454"/>
            <p:cNvSpPr/>
            <p:nvPr/>
          </p:nvSpPr>
          <p:spPr>
            <a:xfrm>
              <a:off x="2995384" y="536156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6" name="pt455"/>
            <p:cNvSpPr/>
            <p:nvPr/>
          </p:nvSpPr>
          <p:spPr>
            <a:xfrm>
              <a:off x="3013782" y="5828235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7" name="pt456"/>
            <p:cNvSpPr/>
            <p:nvPr/>
          </p:nvSpPr>
          <p:spPr>
            <a:xfrm>
              <a:off x="3059903" y="541033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8" name="pt457"/>
            <p:cNvSpPr/>
            <p:nvPr/>
          </p:nvSpPr>
          <p:spPr>
            <a:xfrm>
              <a:off x="2983508" y="578589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59" name="pt458"/>
            <p:cNvSpPr/>
            <p:nvPr/>
          </p:nvSpPr>
          <p:spPr>
            <a:xfrm>
              <a:off x="3022300" y="573891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0" name="pt459"/>
            <p:cNvSpPr/>
            <p:nvPr/>
          </p:nvSpPr>
          <p:spPr>
            <a:xfrm>
              <a:off x="3840763" y="580049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1" name="pt460"/>
            <p:cNvSpPr/>
            <p:nvPr/>
          </p:nvSpPr>
          <p:spPr>
            <a:xfrm>
              <a:off x="3764413" y="574443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2" name="pt461"/>
            <p:cNvSpPr/>
            <p:nvPr/>
          </p:nvSpPr>
          <p:spPr>
            <a:xfrm>
              <a:off x="3756765" y="5944770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3" name="pt462"/>
            <p:cNvSpPr/>
            <p:nvPr/>
          </p:nvSpPr>
          <p:spPr>
            <a:xfrm>
              <a:off x="3846341" y="5464597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4" name="pt463"/>
            <p:cNvSpPr/>
            <p:nvPr/>
          </p:nvSpPr>
          <p:spPr>
            <a:xfrm>
              <a:off x="3849679" y="5533061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5" name="pt464"/>
            <p:cNvSpPr/>
            <p:nvPr/>
          </p:nvSpPr>
          <p:spPr>
            <a:xfrm>
              <a:off x="3756664" y="4940890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6" name="pt465"/>
            <p:cNvSpPr/>
            <p:nvPr/>
          </p:nvSpPr>
          <p:spPr>
            <a:xfrm>
              <a:off x="3820973" y="5507086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7" name="pt466"/>
            <p:cNvSpPr/>
            <p:nvPr/>
          </p:nvSpPr>
          <p:spPr>
            <a:xfrm>
              <a:off x="3782841" y="5738296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8" name="pt467"/>
            <p:cNvSpPr/>
            <p:nvPr/>
          </p:nvSpPr>
          <p:spPr>
            <a:xfrm>
              <a:off x="3785432" y="551893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69" name="pt468"/>
            <p:cNvSpPr/>
            <p:nvPr/>
          </p:nvSpPr>
          <p:spPr>
            <a:xfrm>
              <a:off x="3754521" y="539510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0" name="pt469"/>
            <p:cNvSpPr/>
            <p:nvPr/>
          </p:nvSpPr>
          <p:spPr>
            <a:xfrm>
              <a:off x="3836954" y="532907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1" name="pt470"/>
            <p:cNvSpPr/>
            <p:nvPr/>
          </p:nvSpPr>
          <p:spPr>
            <a:xfrm>
              <a:off x="3777275" y="5175235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2" name="pt471"/>
            <p:cNvSpPr/>
            <p:nvPr/>
          </p:nvSpPr>
          <p:spPr>
            <a:xfrm>
              <a:off x="3842885" y="569012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3" name="pt472"/>
            <p:cNvSpPr/>
            <p:nvPr/>
          </p:nvSpPr>
          <p:spPr>
            <a:xfrm>
              <a:off x="3855663" y="506179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4" name="pt473"/>
            <p:cNvSpPr/>
            <p:nvPr/>
          </p:nvSpPr>
          <p:spPr>
            <a:xfrm>
              <a:off x="3784344" y="6015935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5" name="pt474"/>
            <p:cNvSpPr/>
            <p:nvPr/>
          </p:nvSpPr>
          <p:spPr>
            <a:xfrm>
              <a:off x="3821187" y="5858864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6" name="pt475"/>
            <p:cNvSpPr/>
            <p:nvPr/>
          </p:nvSpPr>
          <p:spPr>
            <a:xfrm>
              <a:off x="3774306" y="566519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7" name="pt476"/>
            <p:cNvSpPr/>
            <p:nvPr/>
          </p:nvSpPr>
          <p:spPr>
            <a:xfrm>
              <a:off x="3808287" y="576644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8" name="pt477"/>
            <p:cNvSpPr/>
            <p:nvPr/>
          </p:nvSpPr>
          <p:spPr>
            <a:xfrm>
              <a:off x="3846849" y="5617227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79" name="pt478"/>
            <p:cNvSpPr/>
            <p:nvPr/>
          </p:nvSpPr>
          <p:spPr>
            <a:xfrm>
              <a:off x="3783588" y="581651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0" name="pt479"/>
            <p:cNvSpPr/>
            <p:nvPr/>
          </p:nvSpPr>
          <p:spPr>
            <a:xfrm>
              <a:off x="3794938" y="558561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1" name="pt480"/>
            <p:cNvSpPr/>
            <p:nvPr/>
          </p:nvSpPr>
          <p:spPr>
            <a:xfrm>
              <a:off x="3821598" y="549899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2" name="pt481"/>
            <p:cNvSpPr/>
            <p:nvPr/>
          </p:nvSpPr>
          <p:spPr>
            <a:xfrm>
              <a:off x="3799493" y="551165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3" name="pt482"/>
            <p:cNvSpPr/>
            <p:nvPr/>
          </p:nvSpPr>
          <p:spPr>
            <a:xfrm>
              <a:off x="3806651" y="558206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484" name="pl483"/>
            <p:cNvSpPr/>
            <p:nvPr/>
          </p:nvSpPr>
          <p:spPr>
            <a:xfrm>
              <a:off x="1506113" y="5647822"/>
              <a:ext cx="2324432" cy="63069"/>
            </a:xfrm>
            <a:custGeom>
              <a:avLst/>
              <a:pathLst>
                <a:path w="2324432" h="63069">
                  <a:moveTo>
                    <a:pt x="0" y="63069"/>
                  </a:moveTo>
                  <a:lnTo>
                    <a:pt x="149263" y="59019"/>
                  </a:lnTo>
                  <a:lnTo>
                    <a:pt x="280923" y="55447"/>
                  </a:lnTo>
                  <a:lnTo>
                    <a:pt x="398696" y="52251"/>
                  </a:lnTo>
                  <a:lnTo>
                    <a:pt x="505236" y="49360"/>
                  </a:lnTo>
                  <a:lnTo>
                    <a:pt x="602498" y="46721"/>
                  </a:lnTo>
                  <a:lnTo>
                    <a:pt x="691971" y="44294"/>
                  </a:lnTo>
                  <a:lnTo>
                    <a:pt x="774810" y="42046"/>
                  </a:lnTo>
                  <a:lnTo>
                    <a:pt x="851932" y="39953"/>
                  </a:lnTo>
                  <a:lnTo>
                    <a:pt x="924074" y="37996"/>
                  </a:lnTo>
                  <a:lnTo>
                    <a:pt x="991841" y="36157"/>
                  </a:lnTo>
                  <a:lnTo>
                    <a:pt x="1055734" y="34423"/>
                  </a:lnTo>
                  <a:lnTo>
                    <a:pt x="1116171" y="32784"/>
                  </a:lnTo>
                  <a:lnTo>
                    <a:pt x="1173507" y="31228"/>
                  </a:lnTo>
                  <a:lnTo>
                    <a:pt x="1228046" y="29748"/>
                  </a:lnTo>
                  <a:lnTo>
                    <a:pt x="1280047" y="28337"/>
                  </a:lnTo>
                  <a:lnTo>
                    <a:pt x="1329736" y="26989"/>
                  </a:lnTo>
                  <a:lnTo>
                    <a:pt x="1377309" y="25698"/>
                  </a:lnTo>
                  <a:lnTo>
                    <a:pt x="1422941" y="24460"/>
                  </a:lnTo>
                  <a:lnTo>
                    <a:pt x="1466782" y="23270"/>
                  </a:lnTo>
                  <a:lnTo>
                    <a:pt x="1508969" y="22126"/>
                  </a:lnTo>
                  <a:lnTo>
                    <a:pt x="1549621" y="21023"/>
                  </a:lnTo>
                  <a:lnTo>
                    <a:pt x="1588847" y="19958"/>
                  </a:lnTo>
                  <a:lnTo>
                    <a:pt x="1626743" y="18930"/>
                  </a:lnTo>
                  <a:lnTo>
                    <a:pt x="1663396" y="17936"/>
                  </a:lnTo>
                  <a:lnTo>
                    <a:pt x="1698885" y="16973"/>
                  </a:lnTo>
                  <a:lnTo>
                    <a:pt x="1733282" y="16039"/>
                  </a:lnTo>
                  <a:lnTo>
                    <a:pt x="1766652" y="15134"/>
                  </a:lnTo>
                  <a:lnTo>
                    <a:pt x="1799055" y="14255"/>
                  </a:lnTo>
                  <a:lnTo>
                    <a:pt x="1830545" y="13400"/>
                  </a:lnTo>
                  <a:lnTo>
                    <a:pt x="1861172" y="12569"/>
                  </a:lnTo>
                  <a:lnTo>
                    <a:pt x="1890982" y="11760"/>
                  </a:lnTo>
                  <a:lnTo>
                    <a:pt x="1920018" y="10973"/>
                  </a:lnTo>
                  <a:lnTo>
                    <a:pt x="1948318" y="10205"/>
                  </a:lnTo>
                  <a:lnTo>
                    <a:pt x="1975920" y="9456"/>
                  </a:lnTo>
                  <a:lnTo>
                    <a:pt x="2002857" y="8725"/>
                  </a:lnTo>
                  <a:lnTo>
                    <a:pt x="2029160" y="8011"/>
                  </a:lnTo>
                  <a:lnTo>
                    <a:pt x="2054858" y="7314"/>
                  </a:lnTo>
                  <a:lnTo>
                    <a:pt x="2079978" y="6632"/>
                  </a:lnTo>
                  <a:lnTo>
                    <a:pt x="2104547" y="5966"/>
                  </a:lnTo>
                  <a:lnTo>
                    <a:pt x="2128587" y="5313"/>
                  </a:lnTo>
                  <a:lnTo>
                    <a:pt x="2152120" y="4675"/>
                  </a:lnTo>
                  <a:lnTo>
                    <a:pt x="2175169" y="4050"/>
                  </a:lnTo>
                  <a:lnTo>
                    <a:pt x="2197752" y="3437"/>
                  </a:lnTo>
                  <a:lnTo>
                    <a:pt x="2219888" y="2836"/>
                  </a:lnTo>
                  <a:lnTo>
                    <a:pt x="2241593" y="2247"/>
                  </a:lnTo>
                  <a:lnTo>
                    <a:pt x="2262886" y="1669"/>
                  </a:lnTo>
                  <a:lnTo>
                    <a:pt x="2283780" y="1103"/>
                  </a:lnTo>
                  <a:lnTo>
                    <a:pt x="2304291" y="546"/>
                  </a:lnTo>
                  <a:lnTo>
                    <a:pt x="2324432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5" name="pl484"/>
            <p:cNvSpPr/>
            <p:nvPr/>
          </p:nvSpPr>
          <p:spPr>
            <a:xfrm>
              <a:off x="1506113" y="5667953"/>
              <a:ext cx="2324432" cy="241187"/>
            </a:xfrm>
            <a:custGeom>
              <a:avLst/>
              <a:pathLst>
                <a:path w="2324432" h="241187">
                  <a:moveTo>
                    <a:pt x="0" y="241187"/>
                  </a:moveTo>
                  <a:lnTo>
                    <a:pt x="149263" y="225700"/>
                  </a:lnTo>
                  <a:lnTo>
                    <a:pt x="280923" y="212038"/>
                  </a:lnTo>
                  <a:lnTo>
                    <a:pt x="398696" y="199818"/>
                  </a:lnTo>
                  <a:lnTo>
                    <a:pt x="505236" y="188763"/>
                  </a:lnTo>
                  <a:lnTo>
                    <a:pt x="602498" y="178671"/>
                  </a:lnTo>
                  <a:lnTo>
                    <a:pt x="691971" y="169387"/>
                  </a:lnTo>
                  <a:lnTo>
                    <a:pt x="774810" y="160791"/>
                  </a:lnTo>
                  <a:lnTo>
                    <a:pt x="851932" y="152789"/>
                  </a:lnTo>
                  <a:lnTo>
                    <a:pt x="924074" y="145304"/>
                  </a:lnTo>
                  <a:lnTo>
                    <a:pt x="991841" y="138272"/>
                  </a:lnTo>
                  <a:lnTo>
                    <a:pt x="1055734" y="131642"/>
                  </a:lnTo>
                  <a:lnTo>
                    <a:pt x="1116171" y="125371"/>
                  </a:lnTo>
                  <a:lnTo>
                    <a:pt x="1173507" y="119422"/>
                  </a:lnTo>
                  <a:lnTo>
                    <a:pt x="1228046" y="113763"/>
                  </a:lnTo>
                  <a:lnTo>
                    <a:pt x="1280047" y="108367"/>
                  </a:lnTo>
                  <a:lnTo>
                    <a:pt x="1329736" y="103211"/>
                  </a:lnTo>
                  <a:lnTo>
                    <a:pt x="1377309" y="98275"/>
                  </a:lnTo>
                  <a:lnTo>
                    <a:pt x="1422941" y="93540"/>
                  </a:lnTo>
                  <a:lnTo>
                    <a:pt x="1466782" y="88991"/>
                  </a:lnTo>
                  <a:lnTo>
                    <a:pt x="1508969" y="84614"/>
                  </a:lnTo>
                  <a:lnTo>
                    <a:pt x="1549621" y="80395"/>
                  </a:lnTo>
                  <a:lnTo>
                    <a:pt x="1588847" y="76325"/>
                  </a:lnTo>
                  <a:lnTo>
                    <a:pt x="1626743" y="72393"/>
                  </a:lnTo>
                  <a:lnTo>
                    <a:pt x="1663396" y="68590"/>
                  </a:lnTo>
                  <a:lnTo>
                    <a:pt x="1698885" y="64908"/>
                  </a:lnTo>
                  <a:lnTo>
                    <a:pt x="1733282" y="61338"/>
                  </a:lnTo>
                  <a:lnTo>
                    <a:pt x="1766652" y="57876"/>
                  </a:lnTo>
                  <a:lnTo>
                    <a:pt x="1799055" y="54514"/>
                  </a:lnTo>
                  <a:lnTo>
                    <a:pt x="1830545" y="51246"/>
                  </a:lnTo>
                  <a:lnTo>
                    <a:pt x="1861172" y="48068"/>
                  </a:lnTo>
                  <a:lnTo>
                    <a:pt x="1890982" y="44975"/>
                  </a:lnTo>
                  <a:lnTo>
                    <a:pt x="1920018" y="41962"/>
                  </a:lnTo>
                  <a:lnTo>
                    <a:pt x="1948318" y="39026"/>
                  </a:lnTo>
                  <a:lnTo>
                    <a:pt x="1975920" y="36162"/>
                  </a:lnTo>
                  <a:lnTo>
                    <a:pt x="2002857" y="33367"/>
                  </a:lnTo>
                  <a:lnTo>
                    <a:pt x="2029160" y="30638"/>
                  </a:lnTo>
                  <a:lnTo>
                    <a:pt x="2054858" y="27971"/>
                  </a:lnTo>
                  <a:lnTo>
                    <a:pt x="2079978" y="25365"/>
                  </a:lnTo>
                  <a:lnTo>
                    <a:pt x="2104547" y="22815"/>
                  </a:lnTo>
                  <a:lnTo>
                    <a:pt x="2128587" y="20321"/>
                  </a:lnTo>
                  <a:lnTo>
                    <a:pt x="2152120" y="17879"/>
                  </a:lnTo>
                  <a:lnTo>
                    <a:pt x="2175169" y="15487"/>
                  </a:lnTo>
                  <a:lnTo>
                    <a:pt x="2197752" y="13144"/>
                  </a:lnTo>
                  <a:lnTo>
                    <a:pt x="2219888" y="10847"/>
                  </a:lnTo>
                  <a:lnTo>
                    <a:pt x="2241593" y="8595"/>
                  </a:lnTo>
                  <a:lnTo>
                    <a:pt x="2262886" y="6386"/>
                  </a:lnTo>
                  <a:lnTo>
                    <a:pt x="2283780" y="4218"/>
                  </a:lnTo>
                  <a:lnTo>
                    <a:pt x="2304291" y="2089"/>
                  </a:lnTo>
                  <a:lnTo>
                    <a:pt x="2324432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6" name="pl485"/>
            <p:cNvSpPr/>
            <p:nvPr/>
          </p:nvSpPr>
          <p:spPr>
            <a:xfrm>
              <a:off x="1506113" y="5743837"/>
              <a:ext cx="2324432" cy="270844"/>
            </a:xfrm>
            <a:custGeom>
              <a:avLst/>
              <a:pathLst>
                <a:path w="2324432" h="270844">
                  <a:moveTo>
                    <a:pt x="0" y="0"/>
                  </a:moveTo>
                  <a:lnTo>
                    <a:pt x="149263" y="17392"/>
                  </a:lnTo>
                  <a:lnTo>
                    <a:pt x="280923" y="32733"/>
                  </a:lnTo>
                  <a:lnTo>
                    <a:pt x="398696" y="46456"/>
                  </a:lnTo>
                  <a:lnTo>
                    <a:pt x="505236" y="58870"/>
                  </a:lnTo>
                  <a:lnTo>
                    <a:pt x="602498" y="70203"/>
                  </a:lnTo>
                  <a:lnTo>
                    <a:pt x="691971" y="80628"/>
                  </a:lnTo>
                  <a:lnTo>
                    <a:pt x="774810" y="90281"/>
                  </a:lnTo>
                  <a:lnTo>
                    <a:pt x="851932" y="99267"/>
                  </a:lnTo>
                  <a:lnTo>
                    <a:pt x="924074" y="107673"/>
                  </a:lnTo>
                  <a:lnTo>
                    <a:pt x="991841" y="115569"/>
                  </a:lnTo>
                  <a:lnTo>
                    <a:pt x="1055734" y="123014"/>
                  </a:lnTo>
                  <a:lnTo>
                    <a:pt x="1116171" y="130056"/>
                  </a:lnTo>
                  <a:lnTo>
                    <a:pt x="1173507" y="136737"/>
                  </a:lnTo>
                  <a:lnTo>
                    <a:pt x="1228046" y="143092"/>
                  </a:lnTo>
                  <a:lnTo>
                    <a:pt x="1280047" y="149151"/>
                  </a:lnTo>
                  <a:lnTo>
                    <a:pt x="1329736" y="154941"/>
                  </a:lnTo>
                  <a:lnTo>
                    <a:pt x="1377309" y="160484"/>
                  </a:lnTo>
                  <a:lnTo>
                    <a:pt x="1422941" y="165801"/>
                  </a:lnTo>
                  <a:lnTo>
                    <a:pt x="1466782" y="170910"/>
                  </a:lnTo>
                  <a:lnTo>
                    <a:pt x="1508969" y="175825"/>
                  </a:lnTo>
                  <a:lnTo>
                    <a:pt x="1549621" y="180562"/>
                  </a:lnTo>
                  <a:lnTo>
                    <a:pt x="1588847" y="185133"/>
                  </a:lnTo>
                  <a:lnTo>
                    <a:pt x="1626743" y="189548"/>
                  </a:lnTo>
                  <a:lnTo>
                    <a:pt x="1663396" y="193819"/>
                  </a:lnTo>
                  <a:lnTo>
                    <a:pt x="1698885" y="197955"/>
                  </a:lnTo>
                  <a:lnTo>
                    <a:pt x="1733282" y="201963"/>
                  </a:lnTo>
                  <a:lnTo>
                    <a:pt x="1766652" y="205851"/>
                  </a:lnTo>
                  <a:lnTo>
                    <a:pt x="1799055" y="209626"/>
                  </a:lnTo>
                  <a:lnTo>
                    <a:pt x="1830545" y="213296"/>
                  </a:lnTo>
                  <a:lnTo>
                    <a:pt x="1861172" y="216864"/>
                  </a:lnTo>
                  <a:lnTo>
                    <a:pt x="1890982" y="220338"/>
                  </a:lnTo>
                  <a:lnTo>
                    <a:pt x="1920018" y="223721"/>
                  </a:lnTo>
                  <a:lnTo>
                    <a:pt x="1948318" y="227019"/>
                  </a:lnTo>
                  <a:lnTo>
                    <a:pt x="1975920" y="230235"/>
                  </a:lnTo>
                  <a:lnTo>
                    <a:pt x="2002857" y="233374"/>
                  </a:lnTo>
                  <a:lnTo>
                    <a:pt x="2029160" y="236438"/>
                  </a:lnTo>
                  <a:lnTo>
                    <a:pt x="2054858" y="239433"/>
                  </a:lnTo>
                  <a:lnTo>
                    <a:pt x="2079978" y="242360"/>
                  </a:lnTo>
                  <a:lnTo>
                    <a:pt x="2104547" y="245222"/>
                  </a:lnTo>
                  <a:lnTo>
                    <a:pt x="2128587" y="248024"/>
                  </a:lnTo>
                  <a:lnTo>
                    <a:pt x="2152120" y="250766"/>
                  </a:lnTo>
                  <a:lnTo>
                    <a:pt x="2175169" y="253451"/>
                  </a:lnTo>
                  <a:lnTo>
                    <a:pt x="2197752" y="256083"/>
                  </a:lnTo>
                  <a:lnTo>
                    <a:pt x="2219888" y="258662"/>
                  </a:lnTo>
                  <a:lnTo>
                    <a:pt x="2241593" y="261191"/>
                  </a:lnTo>
                  <a:lnTo>
                    <a:pt x="2262886" y="263672"/>
                  </a:lnTo>
                  <a:lnTo>
                    <a:pt x="2283780" y="266107"/>
                  </a:lnTo>
                  <a:lnTo>
                    <a:pt x="2304291" y="268497"/>
                  </a:lnTo>
                  <a:lnTo>
                    <a:pt x="2324432" y="270844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7" name="pl486"/>
            <p:cNvSpPr/>
            <p:nvPr/>
          </p:nvSpPr>
          <p:spPr>
            <a:xfrm>
              <a:off x="1506113" y="5639650"/>
              <a:ext cx="2324432" cy="79505"/>
            </a:xfrm>
            <a:custGeom>
              <a:avLst/>
              <a:pathLst>
                <a:path w="2324432" h="79505">
                  <a:moveTo>
                    <a:pt x="0" y="79505"/>
                  </a:moveTo>
                  <a:lnTo>
                    <a:pt x="149263" y="74400"/>
                  </a:lnTo>
                  <a:lnTo>
                    <a:pt x="280923" y="69897"/>
                  </a:lnTo>
                  <a:lnTo>
                    <a:pt x="398696" y="65868"/>
                  </a:lnTo>
                  <a:lnTo>
                    <a:pt x="505236" y="62224"/>
                  </a:lnTo>
                  <a:lnTo>
                    <a:pt x="602498" y="58897"/>
                  </a:lnTo>
                  <a:lnTo>
                    <a:pt x="691971" y="55837"/>
                  </a:lnTo>
                  <a:lnTo>
                    <a:pt x="774810" y="53003"/>
                  </a:lnTo>
                  <a:lnTo>
                    <a:pt x="851932" y="50366"/>
                  </a:lnTo>
                  <a:lnTo>
                    <a:pt x="924074" y="47898"/>
                  </a:lnTo>
                  <a:lnTo>
                    <a:pt x="991841" y="45580"/>
                  </a:lnTo>
                  <a:lnTo>
                    <a:pt x="1055734" y="43395"/>
                  </a:lnTo>
                  <a:lnTo>
                    <a:pt x="1116171" y="41327"/>
                  </a:lnTo>
                  <a:lnTo>
                    <a:pt x="1173507" y="39366"/>
                  </a:lnTo>
                  <a:lnTo>
                    <a:pt x="1228046" y="37501"/>
                  </a:lnTo>
                  <a:lnTo>
                    <a:pt x="1280047" y="35722"/>
                  </a:lnTo>
                  <a:lnTo>
                    <a:pt x="1329736" y="34023"/>
                  </a:lnTo>
                  <a:lnTo>
                    <a:pt x="1377309" y="32395"/>
                  </a:lnTo>
                  <a:lnTo>
                    <a:pt x="1422941" y="30834"/>
                  </a:lnTo>
                  <a:lnTo>
                    <a:pt x="1466782" y="29335"/>
                  </a:lnTo>
                  <a:lnTo>
                    <a:pt x="1508969" y="27892"/>
                  </a:lnTo>
                  <a:lnTo>
                    <a:pt x="1549621" y="26501"/>
                  </a:lnTo>
                  <a:lnTo>
                    <a:pt x="1588847" y="25160"/>
                  </a:lnTo>
                  <a:lnTo>
                    <a:pt x="1626743" y="23864"/>
                  </a:lnTo>
                  <a:lnTo>
                    <a:pt x="1663396" y="22610"/>
                  </a:lnTo>
                  <a:lnTo>
                    <a:pt x="1698885" y="21396"/>
                  </a:lnTo>
                  <a:lnTo>
                    <a:pt x="1733282" y="20219"/>
                  </a:lnTo>
                  <a:lnTo>
                    <a:pt x="1766652" y="19078"/>
                  </a:lnTo>
                  <a:lnTo>
                    <a:pt x="1799055" y="17970"/>
                  </a:lnTo>
                  <a:lnTo>
                    <a:pt x="1830545" y="16893"/>
                  </a:lnTo>
                  <a:lnTo>
                    <a:pt x="1861172" y="15845"/>
                  </a:lnTo>
                  <a:lnTo>
                    <a:pt x="1890982" y="14825"/>
                  </a:lnTo>
                  <a:lnTo>
                    <a:pt x="1920018" y="13832"/>
                  </a:lnTo>
                  <a:lnTo>
                    <a:pt x="1948318" y="12864"/>
                  </a:lnTo>
                  <a:lnTo>
                    <a:pt x="1975920" y="11920"/>
                  </a:lnTo>
                  <a:lnTo>
                    <a:pt x="2002857" y="10999"/>
                  </a:lnTo>
                  <a:lnTo>
                    <a:pt x="2029160" y="10099"/>
                  </a:lnTo>
                  <a:lnTo>
                    <a:pt x="2054858" y="9220"/>
                  </a:lnTo>
                  <a:lnTo>
                    <a:pt x="2079978" y="8361"/>
                  </a:lnTo>
                  <a:lnTo>
                    <a:pt x="2104547" y="7521"/>
                  </a:lnTo>
                  <a:lnTo>
                    <a:pt x="2128587" y="6698"/>
                  </a:lnTo>
                  <a:lnTo>
                    <a:pt x="2152120" y="5893"/>
                  </a:lnTo>
                  <a:lnTo>
                    <a:pt x="2175169" y="5105"/>
                  </a:lnTo>
                  <a:lnTo>
                    <a:pt x="2197752" y="4333"/>
                  </a:lnTo>
                  <a:lnTo>
                    <a:pt x="2219888" y="3575"/>
                  </a:lnTo>
                  <a:lnTo>
                    <a:pt x="2241593" y="2833"/>
                  </a:lnTo>
                  <a:lnTo>
                    <a:pt x="2262886" y="2105"/>
                  </a:lnTo>
                  <a:lnTo>
                    <a:pt x="2283780" y="1390"/>
                  </a:lnTo>
                  <a:lnTo>
                    <a:pt x="2304291" y="688"/>
                  </a:lnTo>
                  <a:lnTo>
                    <a:pt x="2324432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8" name="pl487"/>
            <p:cNvSpPr/>
            <p:nvPr/>
          </p:nvSpPr>
          <p:spPr>
            <a:xfrm>
              <a:off x="1506113" y="5533203"/>
              <a:ext cx="2324432" cy="347038"/>
            </a:xfrm>
            <a:custGeom>
              <a:avLst/>
              <a:pathLst>
                <a:path w="2324432" h="347038">
                  <a:moveTo>
                    <a:pt x="0" y="347038"/>
                  </a:moveTo>
                  <a:lnTo>
                    <a:pt x="149263" y="324753"/>
                  </a:lnTo>
                  <a:lnTo>
                    <a:pt x="280923" y="305096"/>
                  </a:lnTo>
                  <a:lnTo>
                    <a:pt x="398696" y="287512"/>
                  </a:lnTo>
                  <a:lnTo>
                    <a:pt x="505236" y="271606"/>
                  </a:lnTo>
                  <a:lnTo>
                    <a:pt x="602498" y="257084"/>
                  </a:lnTo>
                  <a:lnTo>
                    <a:pt x="691971" y="243726"/>
                  </a:lnTo>
                  <a:lnTo>
                    <a:pt x="774810" y="231358"/>
                  </a:lnTo>
                  <a:lnTo>
                    <a:pt x="851932" y="219844"/>
                  </a:lnTo>
                  <a:lnTo>
                    <a:pt x="924074" y="209073"/>
                  </a:lnTo>
                  <a:lnTo>
                    <a:pt x="991841" y="198956"/>
                  </a:lnTo>
                  <a:lnTo>
                    <a:pt x="1055734" y="189416"/>
                  </a:lnTo>
                  <a:lnTo>
                    <a:pt x="1116171" y="180393"/>
                  </a:lnTo>
                  <a:lnTo>
                    <a:pt x="1173507" y="171833"/>
                  </a:lnTo>
                  <a:lnTo>
                    <a:pt x="1228046" y="163690"/>
                  </a:lnTo>
                  <a:lnTo>
                    <a:pt x="1280047" y="155926"/>
                  </a:lnTo>
                  <a:lnTo>
                    <a:pt x="1329736" y="148508"/>
                  </a:lnTo>
                  <a:lnTo>
                    <a:pt x="1377309" y="141405"/>
                  </a:lnTo>
                  <a:lnTo>
                    <a:pt x="1422941" y="134592"/>
                  </a:lnTo>
                  <a:lnTo>
                    <a:pt x="1466782" y="128047"/>
                  </a:lnTo>
                  <a:lnTo>
                    <a:pt x="1508969" y="121748"/>
                  </a:lnTo>
                  <a:lnTo>
                    <a:pt x="1549621" y="115679"/>
                  </a:lnTo>
                  <a:lnTo>
                    <a:pt x="1588847" y="109822"/>
                  </a:lnTo>
                  <a:lnTo>
                    <a:pt x="1626743" y="104165"/>
                  </a:lnTo>
                  <a:lnTo>
                    <a:pt x="1663396" y="98692"/>
                  </a:lnTo>
                  <a:lnTo>
                    <a:pt x="1698885" y="93394"/>
                  </a:lnTo>
                  <a:lnTo>
                    <a:pt x="1733282" y="88258"/>
                  </a:lnTo>
                  <a:lnTo>
                    <a:pt x="1766652" y="83276"/>
                  </a:lnTo>
                  <a:lnTo>
                    <a:pt x="1799055" y="78438"/>
                  </a:lnTo>
                  <a:lnTo>
                    <a:pt x="1830545" y="73737"/>
                  </a:lnTo>
                  <a:lnTo>
                    <a:pt x="1861172" y="69164"/>
                  </a:lnTo>
                  <a:lnTo>
                    <a:pt x="1890982" y="64714"/>
                  </a:lnTo>
                  <a:lnTo>
                    <a:pt x="1920018" y="60379"/>
                  </a:lnTo>
                  <a:lnTo>
                    <a:pt x="1948318" y="56153"/>
                  </a:lnTo>
                  <a:lnTo>
                    <a:pt x="1975920" y="52032"/>
                  </a:lnTo>
                  <a:lnTo>
                    <a:pt x="2002857" y="48011"/>
                  </a:lnTo>
                  <a:lnTo>
                    <a:pt x="2029160" y="44084"/>
                  </a:lnTo>
                  <a:lnTo>
                    <a:pt x="2054858" y="40247"/>
                  </a:lnTo>
                  <a:lnTo>
                    <a:pt x="2079978" y="36497"/>
                  </a:lnTo>
                  <a:lnTo>
                    <a:pt x="2104547" y="32828"/>
                  </a:lnTo>
                  <a:lnTo>
                    <a:pt x="2128587" y="29239"/>
                  </a:lnTo>
                  <a:lnTo>
                    <a:pt x="2152120" y="25726"/>
                  </a:lnTo>
                  <a:lnTo>
                    <a:pt x="2175169" y="22285"/>
                  </a:lnTo>
                  <a:lnTo>
                    <a:pt x="2197752" y="18913"/>
                  </a:lnTo>
                  <a:lnTo>
                    <a:pt x="2219888" y="15608"/>
                  </a:lnTo>
                  <a:lnTo>
                    <a:pt x="2241593" y="12367"/>
                  </a:lnTo>
                  <a:lnTo>
                    <a:pt x="2262886" y="9188"/>
                  </a:lnTo>
                  <a:lnTo>
                    <a:pt x="2283780" y="6069"/>
                  </a:lnTo>
                  <a:lnTo>
                    <a:pt x="2304291" y="3007"/>
                  </a:lnTo>
                  <a:lnTo>
                    <a:pt x="2324432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89" name="pl488"/>
            <p:cNvSpPr/>
            <p:nvPr/>
          </p:nvSpPr>
          <p:spPr>
            <a:xfrm>
              <a:off x="1506113" y="5399730"/>
              <a:ext cx="2324432" cy="30579"/>
            </a:xfrm>
            <a:custGeom>
              <a:avLst/>
              <a:pathLst>
                <a:path w="2324432" h="30579">
                  <a:moveTo>
                    <a:pt x="0" y="30579"/>
                  </a:moveTo>
                  <a:lnTo>
                    <a:pt x="149263" y="28615"/>
                  </a:lnTo>
                  <a:lnTo>
                    <a:pt x="280923" y="26883"/>
                  </a:lnTo>
                  <a:lnTo>
                    <a:pt x="398696" y="25334"/>
                  </a:lnTo>
                  <a:lnTo>
                    <a:pt x="505236" y="23932"/>
                  </a:lnTo>
                  <a:lnTo>
                    <a:pt x="602498" y="22652"/>
                  </a:lnTo>
                  <a:lnTo>
                    <a:pt x="691971" y="21475"/>
                  </a:lnTo>
                  <a:lnTo>
                    <a:pt x="774810" y="20386"/>
                  </a:lnTo>
                  <a:lnTo>
                    <a:pt x="851932" y="19371"/>
                  </a:lnTo>
                  <a:lnTo>
                    <a:pt x="924074" y="18422"/>
                  </a:lnTo>
                  <a:lnTo>
                    <a:pt x="991841" y="17530"/>
                  </a:lnTo>
                  <a:lnTo>
                    <a:pt x="1055734" y="16690"/>
                  </a:lnTo>
                  <a:lnTo>
                    <a:pt x="1116171" y="15895"/>
                  </a:lnTo>
                  <a:lnTo>
                    <a:pt x="1173507" y="15141"/>
                  </a:lnTo>
                  <a:lnTo>
                    <a:pt x="1228046" y="14423"/>
                  </a:lnTo>
                  <a:lnTo>
                    <a:pt x="1280047" y="13739"/>
                  </a:lnTo>
                  <a:lnTo>
                    <a:pt x="1329736" y="13085"/>
                  </a:lnTo>
                  <a:lnTo>
                    <a:pt x="1377309" y="12459"/>
                  </a:lnTo>
                  <a:lnTo>
                    <a:pt x="1422941" y="11859"/>
                  </a:lnTo>
                  <a:lnTo>
                    <a:pt x="1466782" y="11282"/>
                  </a:lnTo>
                  <a:lnTo>
                    <a:pt x="1508969" y="10727"/>
                  </a:lnTo>
                  <a:lnTo>
                    <a:pt x="1549621" y="10193"/>
                  </a:lnTo>
                  <a:lnTo>
                    <a:pt x="1588847" y="9677"/>
                  </a:lnTo>
                  <a:lnTo>
                    <a:pt x="1626743" y="9178"/>
                  </a:lnTo>
                  <a:lnTo>
                    <a:pt x="1663396" y="8696"/>
                  </a:lnTo>
                  <a:lnTo>
                    <a:pt x="1698885" y="8229"/>
                  </a:lnTo>
                  <a:lnTo>
                    <a:pt x="1733282" y="7776"/>
                  </a:lnTo>
                  <a:lnTo>
                    <a:pt x="1766652" y="7337"/>
                  </a:lnTo>
                  <a:lnTo>
                    <a:pt x="1799055" y="6911"/>
                  </a:lnTo>
                  <a:lnTo>
                    <a:pt x="1830545" y="6497"/>
                  </a:lnTo>
                  <a:lnTo>
                    <a:pt x="1861172" y="6094"/>
                  </a:lnTo>
                  <a:lnTo>
                    <a:pt x="1890982" y="5702"/>
                  </a:lnTo>
                  <a:lnTo>
                    <a:pt x="1920018" y="5320"/>
                  </a:lnTo>
                  <a:lnTo>
                    <a:pt x="1948318" y="4947"/>
                  </a:lnTo>
                  <a:lnTo>
                    <a:pt x="1975920" y="4584"/>
                  </a:lnTo>
                  <a:lnTo>
                    <a:pt x="2002857" y="4230"/>
                  </a:lnTo>
                  <a:lnTo>
                    <a:pt x="2029160" y="3884"/>
                  </a:lnTo>
                  <a:lnTo>
                    <a:pt x="2054858" y="3546"/>
                  </a:lnTo>
                  <a:lnTo>
                    <a:pt x="2079978" y="3215"/>
                  </a:lnTo>
                  <a:lnTo>
                    <a:pt x="2104547" y="2892"/>
                  </a:lnTo>
                  <a:lnTo>
                    <a:pt x="2128587" y="2576"/>
                  </a:lnTo>
                  <a:lnTo>
                    <a:pt x="2152120" y="2266"/>
                  </a:lnTo>
                  <a:lnTo>
                    <a:pt x="2175169" y="1963"/>
                  </a:lnTo>
                  <a:lnTo>
                    <a:pt x="2197752" y="1666"/>
                  </a:lnTo>
                  <a:lnTo>
                    <a:pt x="2219888" y="1375"/>
                  </a:lnTo>
                  <a:lnTo>
                    <a:pt x="2241593" y="1089"/>
                  </a:lnTo>
                  <a:lnTo>
                    <a:pt x="2262886" y="809"/>
                  </a:lnTo>
                  <a:lnTo>
                    <a:pt x="2283780" y="534"/>
                  </a:lnTo>
                  <a:lnTo>
                    <a:pt x="2304291" y="264"/>
                  </a:lnTo>
                  <a:lnTo>
                    <a:pt x="2324432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90" name="pl489"/>
            <p:cNvSpPr/>
            <p:nvPr/>
          </p:nvSpPr>
          <p:spPr>
            <a:xfrm>
              <a:off x="1506113" y="5353225"/>
              <a:ext cx="2324432" cy="260687"/>
            </a:xfrm>
            <a:custGeom>
              <a:avLst/>
              <a:pathLst>
                <a:path w="2324432" h="260687">
                  <a:moveTo>
                    <a:pt x="0" y="260687"/>
                  </a:moveTo>
                  <a:lnTo>
                    <a:pt x="149263" y="243947"/>
                  </a:lnTo>
                  <a:lnTo>
                    <a:pt x="280923" y="229181"/>
                  </a:lnTo>
                  <a:lnTo>
                    <a:pt x="398696" y="215973"/>
                  </a:lnTo>
                  <a:lnTo>
                    <a:pt x="505236" y="204024"/>
                  </a:lnTo>
                  <a:lnTo>
                    <a:pt x="602498" y="193116"/>
                  </a:lnTo>
                  <a:lnTo>
                    <a:pt x="691971" y="183082"/>
                  </a:lnTo>
                  <a:lnTo>
                    <a:pt x="774810" y="173791"/>
                  </a:lnTo>
                  <a:lnTo>
                    <a:pt x="851932" y="165142"/>
                  </a:lnTo>
                  <a:lnTo>
                    <a:pt x="924074" y="157051"/>
                  </a:lnTo>
                  <a:lnTo>
                    <a:pt x="991841" y="149451"/>
                  </a:lnTo>
                  <a:lnTo>
                    <a:pt x="1055734" y="142285"/>
                  </a:lnTo>
                  <a:lnTo>
                    <a:pt x="1116171" y="135507"/>
                  </a:lnTo>
                  <a:lnTo>
                    <a:pt x="1173507" y="129077"/>
                  </a:lnTo>
                  <a:lnTo>
                    <a:pt x="1228046" y="122960"/>
                  </a:lnTo>
                  <a:lnTo>
                    <a:pt x="1280047" y="117128"/>
                  </a:lnTo>
                  <a:lnTo>
                    <a:pt x="1329736" y="111556"/>
                  </a:lnTo>
                  <a:lnTo>
                    <a:pt x="1377309" y="106220"/>
                  </a:lnTo>
                  <a:lnTo>
                    <a:pt x="1422941" y="101103"/>
                  </a:lnTo>
                  <a:lnTo>
                    <a:pt x="1466782" y="96186"/>
                  </a:lnTo>
                  <a:lnTo>
                    <a:pt x="1508969" y="91455"/>
                  </a:lnTo>
                  <a:lnTo>
                    <a:pt x="1549621" y="86895"/>
                  </a:lnTo>
                  <a:lnTo>
                    <a:pt x="1588847" y="82496"/>
                  </a:lnTo>
                  <a:lnTo>
                    <a:pt x="1626743" y="78246"/>
                  </a:lnTo>
                  <a:lnTo>
                    <a:pt x="1663396" y="74135"/>
                  </a:lnTo>
                  <a:lnTo>
                    <a:pt x="1698885" y="70155"/>
                  </a:lnTo>
                  <a:lnTo>
                    <a:pt x="1733282" y="66298"/>
                  </a:lnTo>
                  <a:lnTo>
                    <a:pt x="1766652" y="62555"/>
                  </a:lnTo>
                  <a:lnTo>
                    <a:pt x="1799055" y="58921"/>
                  </a:lnTo>
                  <a:lnTo>
                    <a:pt x="1830545" y="55390"/>
                  </a:lnTo>
                  <a:lnTo>
                    <a:pt x="1861172" y="51955"/>
                  </a:lnTo>
                  <a:lnTo>
                    <a:pt x="1890982" y="48611"/>
                  </a:lnTo>
                  <a:lnTo>
                    <a:pt x="1920018" y="45355"/>
                  </a:lnTo>
                  <a:lnTo>
                    <a:pt x="1948318" y="42181"/>
                  </a:lnTo>
                  <a:lnTo>
                    <a:pt x="1975920" y="39086"/>
                  </a:lnTo>
                  <a:lnTo>
                    <a:pt x="2002857" y="36065"/>
                  </a:lnTo>
                  <a:lnTo>
                    <a:pt x="2029160" y="33115"/>
                  </a:lnTo>
                  <a:lnTo>
                    <a:pt x="2054858" y="30233"/>
                  </a:lnTo>
                  <a:lnTo>
                    <a:pt x="2079978" y="27415"/>
                  </a:lnTo>
                  <a:lnTo>
                    <a:pt x="2104547" y="24660"/>
                  </a:lnTo>
                  <a:lnTo>
                    <a:pt x="2128587" y="21964"/>
                  </a:lnTo>
                  <a:lnTo>
                    <a:pt x="2152120" y="19324"/>
                  </a:lnTo>
                  <a:lnTo>
                    <a:pt x="2175169" y="16740"/>
                  </a:lnTo>
                  <a:lnTo>
                    <a:pt x="2197752" y="14207"/>
                  </a:lnTo>
                  <a:lnTo>
                    <a:pt x="2219888" y="11724"/>
                  </a:lnTo>
                  <a:lnTo>
                    <a:pt x="2241593" y="9290"/>
                  </a:lnTo>
                  <a:lnTo>
                    <a:pt x="2262886" y="6902"/>
                  </a:lnTo>
                  <a:lnTo>
                    <a:pt x="2283780" y="4559"/>
                  </a:lnTo>
                  <a:lnTo>
                    <a:pt x="2304291" y="2258"/>
                  </a:lnTo>
                  <a:lnTo>
                    <a:pt x="2324432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91" name="pl490"/>
            <p:cNvSpPr/>
            <p:nvPr/>
          </p:nvSpPr>
          <p:spPr>
            <a:xfrm>
              <a:off x="1506113" y="5392104"/>
              <a:ext cx="2324432" cy="257520"/>
            </a:xfrm>
            <a:custGeom>
              <a:avLst/>
              <a:pathLst>
                <a:path w="2324432" h="257520">
                  <a:moveTo>
                    <a:pt x="0" y="257520"/>
                  </a:moveTo>
                  <a:lnTo>
                    <a:pt x="149263" y="240983"/>
                  </a:lnTo>
                  <a:lnTo>
                    <a:pt x="280923" y="226397"/>
                  </a:lnTo>
                  <a:lnTo>
                    <a:pt x="398696" y="213349"/>
                  </a:lnTo>
                  <a:lnTo>
                    <a:pt x="505236" y="201546"/>
                  </a:lnTo>
                  <a:lnTo>
                    <a:pt x="602498" y="190770"/>
                  </a:lnTo>
                  <a:lnTo>
                    <a:pt x="691971" y="180857"/>
                  </a:lnTo>
                  <a:lnTo>
                    <a:pt x="774810" y="171680"/>
                  </a:lnTo>
                  <a:lnTo>
                    <a:pt x="851932" y="163136"/>
                  </a:lnTo>
                  <a:lnTo>
                    <a:pt x="924074" y="155143"/>
                  </a:lnTo>
                  <a:lnTo>
                    <a:pt x="991841" y="147635"/>
                  </a:lnTo>
                  <a:lnTo>
                    <a:pt x="1055734" y="140557"/>
                  </a:lnTo>
                  <a:lnTo>
                    <a:pt x="1116171" y="133861"/>
                  </a:lnTo>
                  <a:lnTo>
                    <a:pt x="1173507" y="127509"/>
                  </a:lnTo>
                  <a:lnTo>
                    <a:pt x="1228046" y="121466"/>
                  </a:lnTo>
                  <a:lnTo>
                    <a:pt x="1280047" y="115705"/>
                  </a:lnTo>
                  <a:lnTo>
                    <a:pt x="1329736" y="110200"/>
                  </a:lnTo>
                  <a:lnTo>
                    <a:pt x="1377309" y="104930"/>
                  </a:lnTo>
                  <a:lnTo>
                    <a:pt x="1422941" y="99874"/>
                  </a:lnTo>
                  <a:lnTo>
                    <a:pt x="1466782" y="95017"/>
                  </a:lnTo>
                  <a:lnTo>
                    <a:pt x="1508969" y="90343"/>
                  </a:lnTo>
                  <a:lnTo>
                    <a:pt x="1549621" y="85840"/>
                  </a:lnTo>
                  <a:lnTo>
                    <a:pt x="1588847" y="81494"/>
                  </a:lnTo>
                  <a:lnTo>
                    <a:pt x="1626743" y="77295"/>
                  </a:lnTo>
                  <a:lnTo>
                    <a:pt x="1663396" y="73235"/>
                  </a:lnTo>
                  <a:lnTo>
                    <a:pt x="1698885" y="69303"/>
                  </a:lnTo>
                  <a:lnTo>
                    <a:pt x="1733282" y="65492"/>
                  </a:lnTo>
                  <a:lnTo>
                    <a:pt x="1766652" y="61795"/>
                  </a:lnTo>
                  <a:lnTo>
                    <a:pt x="1799055" y="58205"/>
                  </a:lnTo>
                  <a:lnTo>
                    <a:pt x="1830545" y="54717"/>
                  </a:lnTo>
                  <a:lnTo>
                    <a:pt x="1861172" y="51323"/>
                  </a:lnTo>
                  <a:lnTo>
                    <a:pt x="1890982" y="48021"/>
                  </a:lnTo>
                  <a:lnTo>
                    <a:pt x="1920018" y="44804"/>
                  </a:lnTo>
                  <a:lnTo>
                    <a:pt x="1948318" y="41669"/>
                  </a:lnTo>
                  <a:lnTo>
                    <a:pt x="1975920" y="38611"/>
                  </a:lnTo>
                  <a:lnTo>
                    <a:pt x="2002857" y="35626"/>
                  </a:lnTo>
                  <a:lnTo>
                    <a:pt x="2029160" y="32712"/>
                  </a:lnTo>
                  <a:lnTo>
                    <a:pt x="2054858" y="29865"/>
                  </a:lnTo>
                  <a:lnTo>
                    <a:pt x="2079978" y="27082"/>
                  </a:lnTo>
                  <a:lnTo>
                    <a:pt x="2104547" y="24360"/>
                  </a:lnTo>
                  <a:lnTo>
                    <a:pt x="2128587" y="21697"/>
                  </a:lnTo>
                  <a:lnTo>
                    <a:pt x="2152120" y="19090"/>
                  </a:lnTo>
                  <a:lnTo>
                    <a:pt x="2175169" y="16536"/>
                  </a:lnTo>
                  <a:lnTo>
                    <a:pt x="2197752" y="14034"/>
                  </a:lnTo>
                  <a:lnTo>
                    <a:pt x="2219888" y="11582"/>
                  </a:lnTo>
                  <a:lnTo>
                    <a:pt x="2241593" y="9177"/>
                  </a:lnTo>
                  <a:lnTo>
                    <a:pt x="2262886" y="6818"/>
                  </a:lnTo>
                  <a:lnTo>
                    <a:pt x="2283780" y="4503"/>
                  </a:lnTo>
                  <a:lnTo>
                    <a:pt x="2304291" y="2231"/>
                  </a:lnTo>
                  <a:lnTo>
                    <a:pt x="2324432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92" name="pl491"/>
            <p:cNvSpPr/>
            <p:nvPr/>
          </p:nvSpPr>
          <p:spPr>
            <a:xfrm>
              <a:off x="1506113" y="5688247"/>
              <a:ext cx="2324432" cy="193368"/>
            </a:xfrm>
            <a:custGeom>
              <a:avLst/>
              <a:pathLst>
                <a:path w="2324432" h="193368">
                  <a:moveTo>
                    <a:pt x="0" y="0"/>
                  </a:moveTo>
                  <a:lnTo>
                    <a:pt x="149263" y="12417"/>
                  </a:lnTo>
                  <a:lnTo>
                    <a:pt x="280923" y="23369"/>
                  </a:lnTo>
                  <a:lnTo>
                    <a:pt x="398696" y="33167"/>
                  </a:lnTo>
                  <a:lnTo>
                    <a:pt x="505236" y="42030"/>
                  </a:lnTo>
                  <a:lnTo>
                    <a:pt x="602498" y="50121"/>
                  </a:lnTo>
                  <a:lnTo>
                    <a:pt x="691971" y="57564"/>
                  </a:lnTo>
                  <a:lnTo>
                    <a:pt x="774810" y="64456"/>
                  </a:lnTo>
                  <a:lnTo>
                    <a:pt x="851932" y="70871"/>
                  </a:lnTo>
                  <a:lnTo>
                    <a:pt x="924074" y="76873"/>
                  </a:lnTo>
                  <a:lnTo>
                    <a:pt x="991841" y="82510"/>
                  </a:lnTo>
                  <a:lnTo>
                    <a:pt x="1055734" y="87825"/>
                  </a:lnTo>
                  <a:lnTo>
                    <a:pt x="1116171" y="92853"/>
                  </a:lnTo>
                  <a:lnTo>
                    <a:pt x="1173507" y="97623"/>
                  </a:lnTo>
                  <a:lnTo>
                    <a:pt x="1228046" y="102160"/>
                  </a:lnTo>
                  <a:lnTo>
                    <a:pt x="1280047" y="106486"/>
                  </a:lnTo>
                  <a:lnTo>
                    <a:pt x="1329736" y="110620"/>
                  </a:lnTo>
                  <a:lnTo>
                    <a:pt x="1377309" y="114577"/>
                  </a:lnTo>
                  <a:lnTo>
                    <a:pt x="1422941" y="118373"/>
                  </a:lnTo>
                  <a:lnTo>
                    <a:pt x="1466782" y="122020"/>
                  </a:lnTo>
                  <a:lnTo>
                    <a:pt x="1508969" y="125530"/>
                  </a:lnTo>
                  <a:lnTo>
                    <a:pt x="1549621" y="128912"/>
                  </a:lnTo>
                  <a:lnTo>
                    <a:pt x="1588847" y="132175"/>
                  </a:lnTo>
                  <a:lnTo>
                    <a:pt x="1626743" y="135327"/>
                  </a:lnTo>
                  <a:lnTo>
                    <a:pt x="1663396" y="138377"/>
                  </a:lnTo>
                  <a:lnTo>
                    <a:pt x="1698885" y="141329"/>
                  </a:lnTo>
                  <a:lnTo>
                    <a:pt x="1733282" y="144190"/>
                  </a:lnTo>
                  <a:lnTo>
                    <a:pt x="1766652" y="146966"/>
                  </a:lnTo>
                  <a:lnTo>
                    <a:pt x="1799055" y="149662"/>
                  </a:lnTo>
                  <a:lnTo>
                    <a:pt x="1830545" y="152282"/>
                  </a:lnTo>
                  <a:lnTo>
                    <a:pt x="1861172" y="154829"/>
                  </a:lnTo>
                  <a:lnTo>
                    <a:pt x="1890982" y="157309"/>
                  </a:lnTo>
                  <a:lnTo>
                    <a:pt x="1920018" y="159725"/>
                  </a:lnTo>
                  <a:lnTo>
                    <a:pt x="1948318" y="162079"/>
                  </a:lnTo>
                  <a:lnTo>
                    <a:pt x="1975920" y="164375"/>
                  </a:lnTo>
                  <a:lnTo>
                    <a:pt x="2002857" y="166616"/>
                  </a:lnTo>
                  <a:lnTo>
                    <a:pt x="2029160" y="168804"/>
                  </a:lnTo>
                  <a:lnTo>
                    <a:pt x="2054858" y="170942"/>
                  </a:lnTo>
                  <a:lnTo>
                    <a:pt x="2079978" y="173032"/>
                  </a:lnTo>
                  <a:lnTo>
                    <a:pt x="2104547" y="175076"/>
                  </a:lnTo>
                  <a:lnTo>
                    <a:pt x="2128587" y="177076"/>
                  </a:lnTo>
                  <a:lnTo>
                    <a:pt x="2152120" y="179033"/>
                  </a:lnTo>
                  <a:lnTo>
                    <a:pt x="2175169" y="180951"/>
                  </a:lnTo>
                  <a:lnTo>
                    <a:pt x="2197752" y="182829"/>
                  </a:lnTo>
                  <a:lnTo>
                    <a:pt x="2219888" y="184671"/>
                  </a:lnTo>
                  <a:lnTo>
                    <a:pt x="2241593" y="186477"/>
                  </a:lnTo>
                  <a:lnTo>
                    <a:pt x="2262886" y="188248"/>
                  </a:lnTo>
                  <a:lnTo>
                    <a:pt x="2283780" y="189986"/>
                  </a:lnTo>
                  <a:lnTo>
                    <a:pt x="2304291" y="191692"/>
                  </a:lnTo>
                  <a:lnTo>
                    <a:pt x="2324432" y="193368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93" name="pl492"/>
            <p:cNvSpPr/>
            <p:nvPr/>
          </p:nvSpPr>
          <p:spPr>
            <a:xfrm>
              <a:off x="1506113" y="5639094"/>
              <a:ext cx="2324432" cy="107722"/>
            </a:xfrm>
            <a:custGeom>
              <a:avLst/>
              <a:pathLst>
                <a:path w="2324432" h="107722">
                  <a:moveTo>
                    <a:pt x="0" y="0"/>
                  </a:moveTo>
                  <a:lnTo>
                    <a:pt x="149263" y="6917"/>
                  </a:lnTo>
                  <a:lnTo>
                    <a:pt x="280923" y="13018"/>
                  </a:lnTo>
                  <a:lnTo>
                    <a:pt x="398696" y="18476"/>
                  </a:lnTo>
                  <a:lnTo>
                    <a:pt x="505236" y="23414"/>
                  </a:lnTo>
                  <a:lnTo>
                    <a:pt x="602498" y="27921"/>
                  </a:lnTo>
                  <a:lnTo>
                    <a:pt x="691971" y="32068"/>
                  </a:lnTo>
                  <a:lnTo>
                    <a:pt x="774810" y="35907"/>
                  </a:lnTo>
                  <a:lnTo>
                    <a:pt x="851932" y="39481"/>
                  </a:lnTo>
                  <a:lnTo>
                    <a:pt x="924074" y="42824"/>
                  </a:lnTo>
                  <a:lnTo>
                    <a:pt x="991841" y="45965"/>
                  </a:lnTo>
                  <a:lnTo>
                    <a:pt x="1055734" y="48926"/>
                  </a:lnTo>
                  <a:lnTo>
                    <a:pt x="1116171" y="51727"/>
                  </a:lnTo>
                  <a:lnTo>
                    <a:pt x="1173507" y="54384"/>
                  </a:lnTo>
                  <a:lnTo>
                    <a:pt x="1228046" y="56911"/>
                  </a:lnTo>
                  <a:lnTo>
                    <a:pt x="1280047" y="59321"/>
                  </a:lnTo>
                  <a:lnTo>
                    <a:pt x="1329736" y="61624"/>
                  </a:lnTo>
                  <a:lnTo>
                    <a:pt x="1377309" y="63829"/>
                  </a:lnTo>
                  <a:lnTo>
                    <a:pt x="1422941" y="65943"/>
                  </a:lnTo>
                  <a:lnTo>
                    <a:pt x="1466782" y="67975"/>
                  </a:lnTo>
                  <a:lnTo>
                    <a:pt x="1508969" y="69930"/>
                  </a:lnTo>
                  <a:lnTo>
                    <a:pt x="1549621" y="71814"/>
                  </a:lnTo>
                  <a:lnTo>
                    <a:pt x="1588847" y="73632"/>
                  </a:lnTo>
                  <a:lnTo>
                    <a:pt x="1626743" y="75388"/>
                  </a:lnTo>
                  <a:lnTo>
                    <a:pt x="1663396" y="77087"/>
                  </a:lnTo>
                  <a:lnTo>
                    <a:pt x="1698885" y="78732"/>
                  </a:lnTo>
                  <a:lnTo>
                    <a:pt x="1733282" y="80326"/>
                  </a:lnTo>
                  <a:lnTo>
                    <a:pt x="1766652" y="81872"/>
                  </a:lnTo>
                  <a:lnTo>
                    <a:pt x="1799055" y="83374"/>
                  </a:lnTo>
                  <a:lnTo>
                    <a:pt x="1830545" y="84833"/>
                  </a:lnTo>
                  <a:lnTo>
                    <a:pt x="1861172" y="86253"/>
                  </a:lnTo>
                  <a:lnTo>
                    <a:pt x="1890982" y="87634"/>
                  </a:lnTo>
                  <a:lnTo>
                    <a:pt x="1920018" y="88980"/>
                  </a:lnTo>
                  <a:lnTo>
                    <a:pt x="1948318" y="90291"/>
                  </a:lnTo>
                  <a:lnTo>
                    <a:pt x="1975920" y="91570"/>
                  </a:lnTo>
                  <a:lnTo>
                    <a:pt x="2002857" y="92819"/>
                  </a:lnTo>
                  <a:lnTo>
                    <a:pt x="2029160" y="94038"/>
                  </a:lnTo>
                  <a:lnTo>
                    <a:pt x="2054858" y="95229"/>
                  </a:lnTo>
                  <a:lnTo>
                    <a:pt x="2079978" y="96393"/>
                  </a:lnTo>
                  <a:lnTo>
                    <a:pt x="2104547" y="97531"/>
                  </a:lnTo>
                  <a:lnTo>
                    <a:pt x="2128587" y="98645"/>
                  </a:lnTo>
                  <a:lnTo>
                    <a:pt x="2152120" y="99736"/>
                  </a:lnTo>
                  <a:lnTo>
                    <a:pt x="2175169" y="100804"/>
                  </a:lnTo>
                  <a:lnTo>
                    <a:pt x="2197752" y="101851"/>
                  </a:lnTo>
                  <a:lnTo>
                    <a:pt x="2219888" y="102877"/>
                  </a:lnTo>
                  <a:lnTo>
                    <a:pt x="2241593" y="103883"/>
                  </a:lnTo>
                  <a:lnTo>
                    <a:pt x="2262886" y="104869"/>
                  </a:lnTo>
                  <a:lnTo>
                    <a:pt x="2283780" y="105838"/>
                  </a:lnTo>
                  <a:lnTo>
                    <a:pt x="2304291" y="106788"/>
                  </a:lnTo>
                  <a:lnTo>
                    <a:pt x="2324432" y="107722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494" name="rc493"/>
            <p:cNvSpPr/>
            <p:nvPr/>
          </p:nvSpPr>
          <p:spPr>
            <a:xfrm>
              <a:off x="1342663" y="4804731"/>
              <a:ext cx="2662504" cy="1507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495" name="pl494"/>
            <p:cNvSpPr/>
            <p:nvPr/>
          </p:nvSpPr>
          <p:spPr>
            <a:xfrm>
              <a:off x="1342663" y="4804731"/>
              <a:ext cx="0" cy="1507531"/>
            </a:xfrm>
            <a:custGeom>
              <a:avLst/>
              <a:pathLst>
                <a:path w="0" h="1507531">
                  <a:moveTo>
                    <a:pt x="0" y="1507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tx495"/>
            <p:cNvSpPr/>
            <p:nvPr/>
          </p:nvSpPr>
          <p:spPr>
            <a:xfrm rot="-5400000">
              <a:off x="1152636" y="6167078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497" name="tx496"/>
            <p:cNvSpPr/>
            <p:nvPr/>
          </p:nvSpPr>
          <p:spPr>
            <a:xfrm rot="-5400000">
              <a:off x="1152636" y="5747212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1.5</a:t>
              </a:r>
            </a:p>
          </p:txBody>
        </p:sp>
        <p:sp>
          <p:nvSpPr>
            <p:cNvPr id="498" name="tx497"/>
            <p:cNvSpPr/>
            <p:nvPr/>
          </p:nvSpPr>
          <p:spPr>
            <a:xfrm rot="-5400000">
              <a:off x="1152636" y="5327346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2.0</a:t>
              </a:r>
            </a:p>
          </p:txBody>
        </p:sp>
        <p:sp>
          <p:nvSpPr>
            <p:cNvPr id="499" name="tx498"/>
            <p:cNvSpPr/>
            <p:nvPr/>
          </p:nvSpPr>
          <p:spPr>
            <a:xfrm rot="-5400000">
              <a:off x="1152636" y="4907480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</a:t>
              </a:r>
            </a:p>
          </p:txBody>
        </p:sp>
        <p:sp>
          <p:nvSpPr>
            <p:cNvPr id="500" name="pl499"/>
            <p:cNvSpPr/>
            <p:nvPr/>
          </p:nvSpPr>
          <p:spPr>
            <a:xfrm>
              <a:off x="1311032" y="6208089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l500"/>
            <p:cNvSpPr/>
            <p:nvPr/>
          </p:nvSpPr>
          <p:spPr>
            <a:xfrm>
              <a:off x="1311032" y="5788223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l501"/>
            <p:cNvSpPr/>
            <p:nvPr/>
          </p:nvSpPr>
          <p:spPr>
            <a:xfrm>
              <a:off x="1311032" y="5368357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l502"/>
            <p:cNvSpPr/>
            <p:nvPr/>
          </p:nvSpPr>
          <p:spPr>
            <a:xfrm>
              <a:off x="1311032" y="494849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l503"/>
            <p:cNvSpPr/>
            <p:nvPr/>
          </p:nvSpPr>
          <p:spPr>
            <a:xfrm>
              <a:off x="1342663" y="6312263"/>
              <a:ext cx="2662504" cy="0"/>
            </a:xfrm>
            <a:custGeom>
              <a:avLst/>
              <a:pathLst>
                <a:path w="2662504" h="0">
                  <a:moveTo>
                    <a:pt x="0" y="0"/>
                  </a:moveTo>
                  <a:lnTo>
                    <a:pt x="2662504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l504"/>
            <p:cNvSpPr/>
            <p:nvPr/>
          </p:nvSpPr>
          <p:spPr>
            <a:xfrm>
              <a:off x="1506113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l505"/>
            <p:cNvSpPr/>
            <p:nvPr/>
          </p:nvSpPr>
          <p:spPr>
            <a:xfrm>
              <a:off x="2280924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l506"/>
            <p:cNvSpPr/>
            <p:nvPr/>
          </p:nvSpPr>
          <p:spPr>
            <a:xfrm>
              <a:off x="3055735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l507"/>
            <p:cNvSpPr/>
            <p:nvPr/>
          </p:nvSpPr>
          <p:spPr>
            <a:xfrm>
              <a:off x="3830546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tx508"/>
            <p:cNvSpPr/>
            <p:nvPr/>
          </p:nvSpPr>
          <p:spPr>
            <a:xfrm>
              <a:off x="1474338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510" name="tx509"/>
            <p:cNvSpPr/>
            <p:nvPr/>
          </p:nvSpPr>
          <p:spPr>
            <a:xfrm>
              <a:off x="2249149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511" name="tx510"/>
            <p:cNvSpPr/>
            <p:nvPr/>
          </p:nvSpPr>
          <p:spPr>
            <a:xfrm>
              <a:off x="3023960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512" name="tx511"/>
            <p:cNvSpPr/>
            <p:nvPr/>
          </p:nvSpPr>
          <p:spPr>
            <a:xfrm>
              <a:off x="3798771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513" name="tx512"/>
            <p:cNvSpPr/>
            <p:nvPr/>
          </p:nvSpPr>
          <p:spPr>
            <a:xfrm>
              <a:off x="2386611" y="6545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514" name="tx513"/>
            <p:cNvSpPr/>
            <p:nvPr/>
          </p:nvSpPr>
          <p:spPr>
            <a:xfrm>
              <a:off x="1342663" y="4609978"/>
              <a:ext cx="986088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(e) Above_PC2</a:t>
              </a:r>
            </a:p>
          </p:txBody>
        </p:sp>
        <p:sp>
          <p:nvSpPr>
            <p:cNvPr id="515" name="rc514"/>
            <p:cNvSpPr/>
            <p:nvPr/>
          </p:nvSpPr>
          <p:spPr>
            <a:xfrm>
              <a:off x="4270675" y="4804731"/>
              <a:ext cx="2662504" cy="15075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6" name="pt515"/>
            <p:cNvSpPr/>
            <p:nvPr/>
          </p:nvSpPr>
          <p:spPr>
            <a:xfrm>
              <a:off x="4438840" y="566269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7" name="pt516"/>
            <p:cNvSpPr/>
            <p:nvPr/>
          </p:nvSpPr>
          <p:spPr>
            <a:xfrm>
              <a:off x="4377752" y="5582117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8" name="pt517"/>
            <p:cNvSpPr/>
            <p:nvPr/>
          </p:nvSpPr>
          <p:spPr>
            <a:xfrm>
              <a:off x="4399508" y="5646140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19" name="pt518"/>
            <p:cNvSpPr/>
            <p:nvPr/>
          </p:nvSpPr>
          <p:spPr>
            <a:xfrm>
              <a:off x="4451950" y="5972619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0" name="pt519"/>
            <p:cNvSpPr/>
            <p:nvPr/>
          </p:nvSpPr>
          <p:spPr>
            <a:xfrm>
              <a:off x="4363216" y="5932180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1" name="pt520"/>
            <p:cNvSpPr/>
            <p:nvPr/>
          </p:nvSpPr>
          <p:spPr>
            <a:xfrm>
              <a:off x="4449280" y="5886753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2" name="pt521"/>
            <p:cNvSpPr/>
            <p:nvPr/>
          </p:nvSpPr>
          <p:spPr>
            <a:xfrm>
              <a:off x="4380130" y="5393759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3" name="pt522"/>
            <p:cNvSpPr/>
            <p:nvPr/>
          </p:nvSpPr>
          <p:spPr>
            <a:xfrm>
              <a:off x="4393963" y="568300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4" name="pt523"/>
            <p:cNvSpPr/>
            <p:nvPr/>
          </p:nvSpPr>
          <p:spPr>
            <a:xfrm>
              <a:off x="4448747" y="591093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5" name="pt524"/>
            <p:cNvSpPr/>
            <p:nvPr/>
          </p:nvSpPr>
          <p:spPr>
            <a:xfrm>
              <a:off x="4368095" y="5554687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6" name="pt525"/>
            <p:cNvSpPr/>
            <p:nvPr/>
          </p:nvSpPr>
          <p:spPr>
            <a:xfrm>
              <a:off x="5173369" y="621525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7" name="pt526"/>
            <p:cNvSpPr/>
            <p:nvPr/>
          </p:nvSpPr>
          <p:spPr>
            <a:xfrm>
              <a:off x="5205903" y="5814635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8" name="pt527"/>
            <p:cNvSpPr/>
            <p:nvPr/>
          </p:nvSpPr>
          <p:spPr>
            <a:xfrm>
              <a:off x="5179534" y="559005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29" name="pt528"/>
            <p:cNvSpPr/>
            <p:nvPr/>
          </p:nvSpPr>
          <p:spPr>
            <a:xfrm>
              <a:off x="5162533" y="606999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0" name="pt529"/>
            <p:cNvSpPr/>
            <p:nvPr/>
          </p:nvSpPr>
          <p:spPr>
            <a:xfrm>
              <a:off x="5201065" y="5729838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1" name="pt530"/>
            <p:cNvSpPr/>
            <p:nvPr/>
          </p:nvSpPr>
          <p:spPr>
            <a:xfrm>
              <a:off x="5226115" y="5322909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2" name="pt531"/>
            <p:cNvSpPr/>
            <p:nvPr/>
          </p:nvSpPr>
          <p:spPr>
            <a:xfrm>
              <a:off x="5213771" y="576957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3" name="pt532"/>
            <p:cNvSpPr/>
            <p:nvPr/>
          </p:nvSpPr>
          <p:spPr>
            <a:xfrm>
              <a:off x="5162956" y="583970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4" name="pt533"/>
            <p:cNvSpPr/>
            <p:nvPr/>
          </p:nvSpPr>
          <p:spPr>
            <a:xfrm>
              <a:off x="5145541" y="5568168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5" name="pt534"/>
            <p:cNvSpPr/>
            <p:nvPr/>
          </p:nvSpPr>
          <p:spPr>
            <a:xfrm>
              <a:off x="5164294" y="5936068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6" name="pt535"/>
            <p:cNvSpPr/>
            <p:nvPr/>
          </p:nvSpPr>
          <p:spPr>
            <a:xfrm>
              <a:off x="5220131" y="550812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7" name="pt536"/>
            <p:cNvSpPr/>
            <p:nvPr/>
          </p:nvSpPr>
          <p:spPr>
            <a:xfrm>
              <a:off x="5190078" y="5895239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8" name="pt537"/>
            <p:cNvSpPr/>
            <p:nvPr/>
          </p:nvSpPr>
          <p:spPr>
            <a:xfrm>
              <a:off x="5208498" y="5478139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39" name="pt538"/>
            <p:cNvSpPr/>
            <p:nvPr/>
          </p:nvSpPr>
          <p:spPr>
            <a:xfrm>
              <a:off x="5174482" y="510938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0" name="pt539"/>
            <p:cNvSpPr/>
            <p:nvPr/>
          </p:nvSpPr>
          <p:spPr>
            <a:xfrm>
              <a:off x="5136860" y="5395671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1" name="pt540"/>
            <p:cNvSpPr/>
            <p:nvPr/>
          </p:nvSpPr>
          <p:spPr>
            <a:xfrm>
              <a:off x="5141954" y="5447829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2" name="pt541"/>
            <p:cNvSpPr/>
            <p:nvPr/>
          </p:nvSpPr>
          <p:spPr>
            <a:xfrm>
              <a:off x="5171254" y="5574674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3" name="pt542"/>
            <p:cNvSpPr/>
            <p:nvPr/>
          </p:nvSpPr>
          <p:spPr>
            <a:xfrm>
              <a:off x="5167544" y="5871545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4" name="pt543"/>
            <p:cNvSpPr/>
            <p:nvPr/>
          </p:nvSpPr>
          <p:spPr>
            <a:xfrm>
              <a:off x="5963145" y="5634144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5" name="pt544"/>
            <p:cNvSpPr/>
            <p:nvPr/>
          </p:nvSpPr>
          <p:spPr>
            <a:xfrm>
              <a:off x="5958031" y="569463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6" name="pt545"/>
            <p:cNvSpPr/>
            <p:nvPr/>
          </p:nvSpPr>
          <p:spPr>
            <a:xfrm>
              <a:off x="5957052" y="591253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7" name="pt546"/>
            <p:cNvSpPr/>
            <p:nvPr/>
          </p:nvSpPr>
          <p:spPr>
            <a:xfrm>
              <a:off x="5992355" y="5447424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8" name="pt547"/>
            <p:cNvSpPr/>
            <p:nvPr/>
          </p:nvSpPr>
          <p:spPr>
            <a:xfrm>
              <a:off x="5980377" y="569696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49" name="pt548"/>
            <p:cNvSpPr/>
            <p:nvPr/>
          </p:nvSpPr>
          <p:spPr>
            <a:xfrm>
              <a:off x="6001209" y="5469796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0" name="pt549"/>
            <p:cNvSpPr/>
            <p:nvPr/>
          </p:nvSpPr>
          <p:spPr>
            <a:xfrm>
              <a:off x="5994310" y="4992157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1" name="pt550"/>
            <p:cNvSpPr/>
            <p:nvPr/>
          </p:nvSpPr>
          <p:spPr>
            <a:xfrm>
              <a:off x="5944065" y="575674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2" name="pt551"/>
            <p:cNvSpPr/>
            <p:nvPr/>
          </p:nvSpPr>
          <p:spPr>
            <a:xfrm>
              <a:off x="5916626" y="557051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3" name="pt552"/>
            <p:cNvSpPr/>
            <p:nvPr/>
          </p:nvSpPr>
          <p:spPr>
            <a:xfrm>
              <a:off x="5964795" y="4844773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4" name="pt553"/>
            <p:cNvSpPr/>
            <p:nvPr/>
          </p:nvSpPr>
          <p:spPr>
            <a:xfrm>
              <a:off x="5997776" y="557655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5" name="pt554"/>
            <p:cNvSpPr/>
            <p:nvPr/>
          </p:nvSpPr>
          <p:spPr>
            <a:xfrm>
              <a:off x="5915213" y="5696921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6" name="pt555"/>
            <p:cNvSpPr/>
            <p:nvPr/>
          </p:nvSpPr>
          <p:spPr>
            <a:xfrm>
              <a:off x="6011705" y="544561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7" name="pt556"/>
            <p:cNvSpPr/>
            <p:nvPr/>
          </p:nvSpPr>
          <p:spPr>
            <a:xfrm>
              <a:off x="6014541" y="537128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8" name="pt557"/>
            <p:cNvSpPr/>
            <p:nvPr/>
          </p:nvSpPr>
          <p:spPr>
            <a:xfrm>
              <a:off x="5960696" y="523051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59" name="pt558"/>
            <p:cNvSpPr/>
            <p:nvPr/>
          </p:nvSpPr>
          <p:spPr>
            <a:xfrm>
              <a:off x="5992970" y="580202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0" name="pt559"/>
            <p:cNvSpPr/>
            <p:nvPr/>
          </p:nvSpPr>
          <p:spPr>
            <a:xfrm>
              <a:off x="5944576" y="5834460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1" name="pt560"/>
            <p:cNvSpPr/>
            <p:nvPr/>
          </p:nvSpPr>
          <p:spPr>
            <a:xfrm>
              <a:off x="6005971" y="604662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2" name="pt561"/>
            <p:cNvSpPr/>
            <p:nvPr/>
          </p:nvSpPr>
          <p:spPr>
            <a:xfrm>
              <a:off x="5956037" y="562367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3" name="pt562"/>
            <p:cNvSpPr/>
            <p:nvPr/>
          </p:nvSpPr>
          <p:spPr>
            <a:xfrm>
              <a:off x="5947132" y="5538871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4" name="pt563"/>
            <p:cNvSpPr/>
            <p:nvPr/>
          </p:nvSpPr>
          <p:spPr>
            <a:xfrm>
              <a:off x="6783674" y="5588131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5" name="pt564"/>
            <p:cNvSpPr/>
            <p:nvPr/>
          </p:nvSpPr>
          <p:spPr>
            <a:xfrm>
              <a:off x="6701574" y="5721060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6" name="pt565"/>
            <p:cNvSpPr/>
            <p:nvPr/>
          </p:nvSpPr>
          <p:spPr>
            <a:xfrm>
              <a:off x="6758095" y="5802077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7" name="pt566"/>
            <p:cNvSpPr/>
            <p:nvPr/>
          </p:nvSpPr>
          <p:spPr>
            <a:xfrm>
              <a:off x="6742875" y="5840524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8" name="pt567"/>
            <p:cNvSpPr/>
            <p:nvPr/>
          </p:nvSpPr>
          <p:spPr>
            <a:xfrm>
              <a:off x="6777525" y="5632330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69" name="pt568"/>
            <p:cNvSpPr/>
            <p:nvPr/>
          </p:nvSpPr>
          <p:spPr>
            <a:xfrm>
              <a:off x="6715875" y="5563821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0" name="pt569"/>
            <p:cNvSpPr/>
            <p:nvPr/>
          </p:nvSpPr>
          <p:spPr>
            <a:xfrm>
              <a:off x="6763903" y="5799417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1" name="pt570"/>
            <p:cNvSpPr/>
            <p:nvPr/>
          </p:nvSpPr>
          <p:spPr>
            <a:xfrm>
              <a:off x="6764263" y="5493206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2" name="pt571"/>
            <p:cNvSpPr/>
            <p:nvPr/>
          </p:nvSpPr>
          <p:spPr>
            <a:xfrm>
              <a:off x="6767870" y="5877659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3" name="pt572"/>
            <p:cNvSpPr/>
            <p:nvPr/>
          </p:nvSpPr>
          <p:spPr>
            <a:xfrm>
              <a:off x="6692985" y="5716961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4" name="pt573"/>
            <p:cNvSpPr/>
            <p:nvPr/>
          </p:nvSpPr>
          <p:spPr>
            <a:xfrm>
              <a:off x="6763443" y="5638178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5" name="pt574"/>
            <p:cNvSpPr/>
            <p:nvPr/>
          </p:nvSpPr>
          <p:spPr>
            <a:xfrm>
              <a:off x="6697306" y="572712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6" name="pt575"/>
            <p:cNvSpPr/>
            <p:nvPr/>
          </p:nvSpPr>
          <p:spPr>
            <a:xfrm>
              <a:off x="6782782" y="5684108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7" name="pt576"/>
            <p:cNvSpPr/>
            <p:nvPr/>
          </p:nvSpPr>
          <p:spPr>
            <a:xfrm>
              <a:off x="6777445" y="6003274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8" name="pt577"/>
            <p:cNvSpPr/>
            <p:nvPr/>
          </p:nvSpPr>
          <p:spPr>
            <a:xfrm>
              <a:off x="6704176" y="5704719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79" name="pt578"/>
            <p:cNvSpPr/>
            <p:nvPr/>
          </p:nvSpPr>
          <p:spPr>
            <a:xfrm>
              <a:off x="6682594" y="572433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0" name="pt579"/>
            <p:cNvSpPr/>
            <p:nvPr/>
          </p:nvSpPr>
          <p:spPr>
            <a:xfrm>
              <a:off x="6746749" y="5602275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1" name="pt580"/>
            <p:cNvSpPr/>
            <p:nvPr/>
          </p:nvSpPr>
          <p:spPr>
            <a:xfrm>
              <a:off x="6770034" y="5631785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2" name="pt581"/>
            <p:cNvSpPr/>
            <p:nvPr/>
          </p:nvSpPr>
          <p:spPr>
            <a:xfrm>
              <a:off x="6770606" y="6020760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3" name="pt582"/>
            <p:cNvSpPr/>
            <p:nvPr/>
          </p:nvSpPr>
          <p:spPr>
            <a:xfrm>
              <a:off x="6770516" y="5595976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4" name="pt583"/>
            <p:cNvSpPr/>
            <p:nvPr/>
          </p:nvSpPr>
          <p:spPr>
            <a:xfrm>
              <a:off x="6740536" y="5476047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5" name="pt584"/>
            <p:cNvSpPr/>
            <p:nvPr/>
          </p:nvSpPr>
          <p:spPr>
            <a:xfrm>
              <a:off x="6754701" y="5505323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6" name="pt585"/>
            <p:cNvSpPr/>
            <p:nvPr/>
          </p:nvSpPr>
          <p:spPr>
            <a:xfrm>
              <a:off x="6739186" y="5828403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7" name="pt586"/>
            <p:cNvSpPr/>
            <p:nvPr/>
          </p:nvSpPr>
          <p:spPr>
            <a:xfrm>
              <a:off x="6779736" y="590335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588" name="pl587"/>
            <p:cNvSpPr/>
            <p:nvPr/>
          </p:nvSpPr>
          <p:spPr>
            <a:xfrm>
              <a:off x="4444552" y="5700542"/>
              <a:ext cx="2316326" cy="5129"/>
            </a:xfrm>
            <a:custGeom>
              <a:avLst/>
              <a:pathLst>
                <a:path w="2316326" h="5129">
                  <a:moveTo>
                    <a:pt x="0" y="0"/>
                  </a:moveTo>
                  <a:lnTo>
                    <a:pt x="148742" y="329"/>
                  </a:lnTo>
                  <a:lnTo>
                    <a:pt x="279943" y="619"/>
                  </a:lnTo>
                  <a:lnTo>
                    <a:pt x="397306" y="879"/>
                  </a:lnTo>
                  <a:lnTo>
                    <a:pt x="503474" y="1115"/>
                  </a:lnTo>
                  <a:lnTo>
                    <a:pt x="600397" y="1329"/>
                  </a:lnTo>
                  <a:lnTo>
                    <a:pt x="689558" y="1527"/>
                  </a:lnTo>
                  <a:lnTo>
                    <a:pt x="772108" y="1709"/>
                  </a:lnTo>
                  <a:lnTo>
                    <a:pt x="848961" y="1880"/>
                  </a:lnTo>
                  <a:lnTo>
                    <a:pt x="920851" y="2039"/>
                  </a:lnTo>
                  <a:lnTo>
                    <a:pt x="988382" y="2188"/>
                  </a:lnTo>
                  <a:lnTo>
                    <a:pt x="1052052" y="2329"/>
                  </a:lnTo>
                  <a:lnTo>
                    <a:pt x="1112278" y="2463"/>
                  </a:lnTo>
                  <a:lnTo>
                    <a:pt x="1169415" y="2589"/>
                  </a:lnTo>
                  <a:lnTo>
                    <a:pt x="1223763" y="2710"/>
                  </a:lnTo>
                  <a:lnTo>
                    <a:pt x="1275582" y="2824"/>
                  </a:lnTo>
                  <a:lnTo>
                    <a:pt x="1325098" y="2934"/>
                  </a:lnTo>
                  <a:lnTo>
                    <a:pt x="1372506" y="3039"/>
                  </a:lnTo>
                  <a:lnTo>
                    <a:pt x="1417978" y="3140"/>
                  </a:lnTo>
                  <a:lnTo>
                    <a:pt x="1461667" y="3237"/>
                  </a:lnTo>
                  <a:lnTo>
                    <a:pt x="1503706" y="3330"/>
                  </a:lnTo>
                  <a:lnTo>
                    <a:pt x="1544217" y="3419"/>
                  </a:lnTo>
                  <a:lnTo>
                    <a:pt x="1583306" y="3506"/>
                  </a:lnTo>
                  <a:lnTo>
                    <a:pt x="1621069" y="3590"/>
                  </a:lnTo>
                  <a:lnTo>
                    <a:pt x="1657594" y="3670"/>
                  </a:lnTo>
                  <a:lnTo>
                    <a:pt x="1692960" y="3749"/>
                  </a:lnTo>
                  <a:lnTo>
                    <a:pt x="1727237" y="3825"/>
                  </a:lnTo>
                  <a:lnTo>
                    <a:pt x="1760491" y="3898"/>
                  </a:lnTo>
                  <a:lnTo>
                    <a:pt x="1792780" y="3970"/>
                  </a:lnTo>
                  <a:lnTo>
                    <a:pt x="1824160" y="4039"/>
                  </a:lnTo>
                  <a:lnTo>
                    <a:pt x="1854681" y="4107"/>
                  </a:lnTo>
                  <a:lnTo>
                    <a:pt x="1884387" y="4173"/>
                  </a:lnTo>
                  <a:lnTo>
                    <a:pt x="1913321" y="4237"/>
                  </a:lnTo>
                  <a:lnTo>
                    <a:pt x="1941523" y="4299"/>
                  </a:lnTo>
                  <a:lnTo>
                    <a:pt x="1969029" y="4360"/>
                  </a:lnTo>
                  <a:lnTo>
                    <a:pt x="1995872" y="4420"/>
                  </a:lnTo>
                  <a:lnTo>
                    <a:pt x="2022083" y="4478"/>
                  </a:lnTo>
                  <a:lnTo>
                    <a:pt x="2047691" y="4534"/>
                  </a:lnTo>
                  <a:lnTo>
                    <a:pt x="2072724" y="4590"/>
                  </a:lnTo>
                  <a:lnTo>
                    <a:pt x="2097207" y="4644"/>
                  </a:lnTo>
                  <a:lnTo>
                    <a:pt x="2121163" y="4697"/>
                  </a:lnTo>
                  <a:lnTo>
                    <a:pt x="2144614" y="4749"/>
                  </a:lnTo>
                  <a:lnTo>
                    <a:pt x="2167583" y="4800"/>
                  </a:lnTo>
                  <a:lnTo>
                    <a:pt x="2190087" y="4850"/>
                  </a:lnTo>
                  <a:lnTo>
                    <a:pt x="2212145" y="4899"/>
                  </a:lnTo>
                  <a:lnTo>
                    <a:pt x="2233775" y="4947"/>
                  </a:lnTo>
                  <a:lnTo>
                    <a:pt x="2254994" y="4994"/>
                  </a:lnTo>
                  <a:lnTo>
                    <a:pt x="2275815" y="5040"/>
                  </a:lnTo>
                  <a:lnTo>
                    <a:pt x="2296254" y="5085"/>
                  </a:lnTo>
                  <a:lnTo>
                    <a:pt x="2316326" y="5129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89" name="pl588"/>
            <p:cNvSpPr/>
            <p:nvPr/>
          </p:nvSpPr>
          <p:spPr>
            <a:xfrm>
              <a:off x="4444552" y="5467787"/>
              <a:ext cx="2316326" cy="108665"/>
            </a:xfrm>
            <a:custGeom>
              <a:avLst/>
              <a:pathLst>
                <a:path w="2316326" h="108665">
                  <a:moveTo>
                    <a:pt x="0" y="0"/>
                  </a:moveTo>
                  <a:lnTo>
                    <a:pt x="148742" y="6977"/>
                  </a:lnTo>
                  <a:lnTo>
                    <a:pt x="279943" y="13132"/>
                  </a:lnTo>
                  <a:lnTo>
                    <a:pt x="397306" y="18638"/>
                  </a:lnTo>
                  <a:lnTo>
                    <a:pt x="503474" y="23619"/>
                  </a:lnTo>
                  <a:lnTo>
                    <a:pt x="600397" y="28166"/>
                  </a:lnTo>
                  <a:lnTo>
                    <a:pt x="689558" y="32349"/>
                  </a:lnTo>
                  <a:lnTo>
                    <a:pt x="772108" y="36221"/>
                  </a:lnTo>
                  <a:lnTo>
                    <a:pt x="848961" y="39827"/>
                  </a:lnTo>
                  <a:lnTo>
                    <a:pt x="920851" y="43199"/>
                  </a:lnTo>
                  <a:lnTo>
                    <a:pt x="988382" y="46368"/>
                  </a:lnTo>
                  <a:lnTo>
                    <a:pt x="1052052" y="49354"/>
                  </a:lnTo>
                  <a:lnTo>
                    <a:pt x="1112278" y="52180"/>
                  </a:lnTo>
                  <a:lnTo>
                    <a:pt x="1169415" y="54860"/>
                  </a:lnTo>
                  <a:lnTo>
                    <a:pt x="1223763" y="57410"/>
                  </a:lnTo>
                  <a:lnTo>
                    <a:pt x="1275582" y="59841"/>
                  </a:lnTo>
                  <a:lnTo>
                    <a:pt x="1325098" y="62164"/>
                  </a:lnTo>
                  <a:lnTo>
                    <a:pt x="1372506" y="64388"/>
                  </a:lnTo>
                  <a:lnTo>
                    <a:pt x="1417978" y="66521"/>
                  </a:lnTo>
                  <a:lnTo>
                    <a:pt x="1461667" y="68571"/>
                  </a:lnTo>
                  <a:lnTo>
                    <a:pt x="1503706" y="70543"/>
                  </a:lnTo>
                  <a:lnTo>
                    <a:pt x="1544217" y="72443"/>
                  </a:lnTo>
                  <a:lnTo>
                    <a:pt x="1583306" y="74277"/>
                  </a:lnTo>
                  <a:lnTo>
                    <a:pt x="1621069" y="76049"/>
                  </a:lnTo>
                  <a:lnTo>
                    <a:pt x="1657594" y="77762"/>
                  </a:lnTo>
                  <a:lnTo>
                    <a:pt x="1692960" y="79421"/>
                  </a:lnTo>
                  <a:lnTo>
                    <a:pt x="1727237" y="81029"/>
                  </a:lnTo>
                  <a:lnTo>
                    <a:pt x="1760491" y="82589"/>
                  </a:lnTo>
                  <a:lnTo>
                    <a:pt x="1792780" y="84104"/>
                  </a:lnTo>
                  <a:lnTo>
                    <a:pt x="1824160" y="85576"/>
                  </a:lnTo>
                  <a:lnTo>
                    <a:pt x="1854681" y="87008"/>
                  </a:lnTo>
                  <a:lnTo>
                    <a:pt x="1884387" y="88402"/>
                  </a:lnTo>
                  <a:lnTo>
                    <a:pt x="1913321" y="89759"/>
                  </a:lnTo>
                  <a:lnTo>
                    <a:pt x="1941523" y="91082"/>
                  </a:lnTo>
                  <a:lnTo>
                    <a:pt x="1969029" y="92373"/>
                  </a:lnTo>
                  <a:lnTo>
                    <a:pt x="1995872" y="93632"/>
                  </a:lnTo>
                  <a:lnTo>
                    <a:pt x="2022083" y="94862"/>
                  </a:lnTo>
                  <a:lnTo>
                    <a:pt x="2047691" y="96063"/>
                  </a:lnTo>
                  <a:lnTo>
                    <a:pt x="2072724" y="97237"/>
                  </a:lnTo>
                  <a:lnTo>
                    <a:pt x="2097207" y="98386"/>
                  </a:lnTo>
                  <a:lnTo>
                    <a:pt x="2121163" y="99510"/>
                  </a:lnTo>
                  <a:lnTo>
                    <a:pt x="2144614" y="100610"/>
                  </a:lnTo>
                  <a:lnTo>
                    <a:pt x="2167583" y="101687"/>
                  </a:lnTo>
                  <a:lnTo>
                    <a:pt x="2190087" y="102743"/>
                  </a:lnTo>
                  <a:lnTo>
                    <a:pt x="2212145" y="103778"/>
                  </a:lnTo>
                  <a:lnTo>
                    <a:pt x="2233775" y="104793"/>
                  </a:lnTo>
                  <a:lnTo>
                    <a:pt x="2254994" y="105788"/>
                  </a:lnTo>
                  <a:lnTo>
                    <a:pt x="2275815" y="106765"/>
                  </a:lnTo>
                  <a:lnTo>
                    <a:pt x="2296254" y="107724"/>
                  </a:lnTo>
                  <a:lnTo>
                    <a:pt x="2316326" y="108665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0" name="pl589"/>
            <p:cNvSpPr/>
            <p:nvPr/>
          </p:nvSpPr>
          <p:spPr>
            <a:xfrm>
              <a:off x="4444552" y="5649243"/>
              <a:ext cx="2316326" cy="131323"/>
            </a:xfrm>
            <a:custGeom>
              <a:avLst/>
              <a:pathLst>
                <a:path w="2316326" h="131323">
                  <a:moveTo>
                    <a:pt x="0" y="0"/>
                  </a:moveTo>
                  <a:lnTo>
                    <a:pt x="148742" y="8432"/>
                  </a:lnTo>
                  <a:lnTo>
                    <a:pt x="279943" y="15871"/>
                  </a:lnTo>
                  <a:lnTo>
                    <a:pt x="397306" y="22525"/>
                  </a:lnTo>
                  <a:lnTo>
                    <a:pt x="503474" y="28544"/>
                  </a:lnTo>
                  <a:lnTo>
                    <a:pt x="600397" y="34039"/>
                  </a:lnTo>
                  <a:lnTo>
                    <a:pt x="689558" y="39094"/>
                  </a:lnTo>
                  <a:lnTo>
                    <a:pt x="772108" y="43774"/>
                  </a:lnTo>
                  <a:lnTo>
                    <a:pt x="848961" y="48131"/>
                  </a:lnTo>
                  <a:lnTo>
                    <a:pt x="920851" y="52207"/>
                  </a:lnTo>
                  <a:lnTo>
                    <a:pt x="988382" y="56036"/>
                  </a:lnTo>
                  <a:lnTo>
                    <a:pt x="1052052" y="59645"/>
                  </a:lnTo>
                  <a:lnTo>
                    <a:pt x="1112278" y="63060"/>
                  </a:lnTo>
                  <a:lnTo>
                    <a:pt x="1169415" y="66299"/>
                  </a:lnTo>
                  <a:lnTo>
                    <a:pt x="1223763" y="69381"/>
                  </a:lnTo>
                  <a:lnTo>
                    <a:pt x="1275582" y="72319"/>
                  </a:lnTo>
                  <a:lnTo>
                    <a:pt x="1325098" y="75126"/>
                  </a:lnTo>
                  <a:lnTo>
                    <a:pt x="1372506" y="77814"/>
                  </a:lnTo>
                  <a:lnTo>
                    <a:pt x="1417978" y="80392"/>
                  </a:lnTo>
                  <a:lnTo>
                    <a:pt x="1461667" y="82869"/>
                  </a:lnTo>
                  <a:lnTo>
                    <a:pt x="1503706" y="85252"/>
                  </a:lnTo>
                  <a:lnTo>
                    <a:pt x="1544217" y="87549"/>
                  </a:lnTo>
                  <a:lnTo>
                    <a:pt x="1583306" y="89765"/>
                  </a:lnTo>
                  <a:lnTo>
                    <a:pt x="1621069" y="91906"/>
                  </a:lnTo>
                  <a:lnTo>
                    <a:pt x="1657594" y="93977"/>
                  </a:lnTo>
                  <a:lnTo>
                    <a:pt x="1692960" y="95982"/>
                  </a:lnTo>
                  <a:lnTo>
                    <a:pt x="1727237" y="97925"/>
                  </a:lnTo>
                  <a:lnTo>
                    <a:pt x="1760491" y="99810"/>
                  </a:lnTo>
                  <a:lnTo>
                    <a:pt x="1792780" y="101641"/>
                  </a:lnTo>
                  <a:lnTo>
                    <a:pt x="1824160" y="103420"/>
                  </a:lnTo>
                  <a:lnTo>
                    <a:pt x="1854681" y="105150"/>
                  </a:lnTo>
                  <a:lnTo>
                    <a:pt x="1884387" y="106835"/>
                  </a:lnTo>
                  <a:lnTo>
                    <a:pt x="1913321" y="108475"/>
                  </a:lnTo>
                  <a:lnTo>
                    <a:pt x="1941523" y="110074"/>
                  </a:lnTo>
                  <a:lnTo>
                    <a:pt x="1969029" y="111633"/>
                  </a:lnTo>
                  <a:lnTo>
                    <a:pt x="1995872" y="113155"/>
                  </a:lnTo>
                  <a:lnTo>
                    <a:pt x="2022083" y="114641"/>
                  </a:lnTo>
                  <a:lnTo>
                    <a:pt x="2047691" y="116093"/>
                  </a:lnTo>
                  <a:lnTo>
                    <a:pt x="2072724" y="117512"/>
                  </a:lnTo>
                  <a:lnTo>
                    <a:pt x="2097207" y="118900"/>
                  </a:lnTo>
                  <a:lnTo>
                    <a:pt x="2121163" y="120259"/>
                  </a:lnTo>
                  <a:lnTo>
                    <a:pt x="2144614" y="121588"/>
                  </a:lnTo>
                  <a:lnTo>
                    <a:pt x="2167583" y="122890"/>
                  </a:lnTo>
                  <a:lnTo>
                    <a:pt x="2190087" y="124166"/>
                  </a:lnTo>
                  <a:lnTo>
                    <a:pt x="2212145" y="125417"/>
                  </a:lnTo>
                  <a:lnTo>
                    <a:pt x="2233775" y="126643"/>
                  </a:lnTo>
                  <a:lnTo>
                    <a:pt x="2254994" y="127846"/>
                  </a:lnTo>
                  <a:lnTo>
                    <a:pt x="2275815" y="129027"/>
                  </a:lnTo>
                  <a:lnTo>
                    <a:pt x="2296254" y="130185"/>
                  </a:lnTo>
                  <a:lnTo>
                    <a:pt x="2316326" y="131323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1" name="pl590"/>
            <p:cNvSpPr/>
            <p:nvPr/>
          </p:nvSpPr>
          <p:spPr>
            <a:xfrm>
              <a:off x="4444552" y="5819143"/>
              <a:ext cx="2316326" cy="119833"/>
            </a:xfrm>
            <a:custGeom>
              <a:avLst/>
              <a:pathLst>
                <a:path w="2316326" h="119833">
                  <a:moveTo>
                    <a:pt x="0" y="0"/>
                  </a:moveTo>
                  <a:lnTo>
                    <a:pt x="148742" y="7695"/>
                  </a:lnTo>
                  <a:lnTo>
                    <a:pt x="279943" y="14482"/>
                  </a:lnTo>
                  <a:lnTo>
                    <a:pt x="397306" y="20554"/>
                  </a:lnTo>
                  <a:lnTo>
                    <a:pt x="503474" y="26046"/>
                  </a:lnTo>
                  <a:lnTo>
                    <a:pt x="600397" y="31061"/>
                  </a:lnTo>
                  <a:lnTo>
                    <a:pt x="689558" y="35673"/>
                  </a:lnTo>
                  <a:lnTo>
                    <a:pt x="772108" y="39944"/>
                  </a:lnTo>
                  <a:lnTo>
                    <a:pt x="848961" y="43920"/>
                  </a:lnTo>
                  <a:lnTo>
                    <a:pt x="920851" y="47639"/>
                  </a:lnTo>
                  <a:lnTo>
                    <a:pt x="988382" y="51133"/>
                  </a:lnTo>
                  <a:lnTo>
                    <a:pt x="1052052" y="54426"/>
                  </a:lnTo>
                  <a:lnTo>
                    <a:pt x="1112278" y="57542"/>
                  </a:lnTo>
                  <a:lnTo>
                    <a:pt x="1169415" y="60498"/>
                  </a:lnTo>
                  <a:lnTo>
                    <a:pt x="1223763" y="63310"/>
                  </a:lnTo>
                  <a:lnTo>
                    <a:pt x="1275582" y="65991"/>
                  </a:lnTo>
                  <a:lnTo>
                    <a:pt x="1325098" y="68552"/>
                  </a:lnTo>
                  <a:lnTo>
                    <a:pt x="1372506" y="71005"/>
                  </a:lnTo>
                  <a:lnTo>
                    <a:pt x="1417978" y="73357"/>
                  </a:lnTo>
                  <a:lnTo>
                    <a:pt x="1461667" y="75618"/>
                  </a:lnTo>
                  <a:lnTo>
                    <a:pt x="1503706" y="77792"/>
                  </a:lnTo>
                  <a:lnTo>
                    <a:pt x="1544217" y="79888"/>
                  </a:lnTo>
                  <a:lnTo>
                    <a:pt x="1583306" y="81910"/>
                  </a:lnTo>
                  <a:lnTo>
                    <a:pt x="1621069" y="83864"/>
                  </a:lnTo>
                  <a:lnTo>
                    <a:pt x="1657594" y="85754"/>
                  </a:lnTo>
                  <a:lnTo>
                    <a:pt x="1692960" y="87583"/>
                  </a:lnTo>
                  <a:lnTo>
                    <a:pt x="1727237" y="89357"/>
                  </a:lnTo>
                  <a:lnTo>
                    <a:pt x="1760491" y="91077"/>
                  </a:lnTo>
                  <a:lnTo>
                    <a:pt x="1792780" y="92747"/>
                  </a:lnTo>
                  <a:lnTo>
                    <a:pt x="1824160" y="94371"/>
                  </a:lnTo>
                  <a:lnTo>
                    <a:pt x="1854681" y="95950"/>
                  </a:lnTo>
                  <a:lnTo>
                    <a:pt x="1884387" y="97487"/>
                  </a:lnTo>
                  <a:lnTo>
                    <a:pt x="1913321" y="98983"/>
                  </a:lnTo>
                  <a:lnTo>
                    <a:pt x="1941523" y="100442"/>
                  </a:lnTo>
                  <a:lnTo>
                    <a:pt x="1969029" y="101865"/>
                  </a:lnTo>
                  <a:lnTo>
                    <a:pt x="1995872" y="103254"/>
                  </a:lnTo>
                  <a:lnTo>
                    <a:pt x="2022083" y="104610"/>
                  </a:lnTo>
                  <a:lnTo>
                    <a:pt x="2047691" y="105935"/>
                  </a:lnTo>
                  <a:lnTo>
                    <a:pt x="2072724" y="107230"/>
                  </a:lnTo>
                  <a:lnTo>
                    <a:pt x="2097207" y="108497"/>
                  </a:lnTo>
                  <a:lnTo>
                    <a:pt x="2121163" y="109736"/>
                  </a:lnTo>
                  <a:lnTo>
                    <a:pt x="2144614" y="110949"/>
                  </a:lnTo>
                  <a:lnTo>
                    <a:pt x="2167583" y="112137"/>
                  </a:lnTo>
                  <a:lnTo>
                    <a:pt x="2190087" y="113302"/>
                  </a:lnTo>
                  <a:lnTo>
                    <a:pt x="2212145" y="114443"/>
                  </a:lnTo>
                  <a:lnTo>
                    <a:pt x="2233775" y="115562"/>
                  </a:lnTo>
                  <a:lnTo>
                    <a:pt x="2254994" y="116660"/>
                  </a:lnTo>
                  <a:lnTo>
                    <a:pt x="2275815" y="117737"/>
                  </a:lnTo>
                  <a:lnTo>
                    <a:pt x="2296254" y="118794"/>
                  </a:lnTo>
                  <a:lnTo>
                    <a:pt x="2316326" y="119833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2" name="pl591"/>
            <p:cNvSpPr/>
            <p:nvPr/>
          </p:nvSpPr>
          <p:spPr>
            <a:xfrm>
              <a:off x="4444552" y="5657642"/>
              <a:ext cx="2316326" cy="41229"/>
            </a:xfrm>
            <a:custGeom>
              <a:avLst/>
              <a:pathLst>
                <a:path w="2316326" h="41229">
                  <a:moveTo>
                    <a:pt x="0" y="0"/>
                  </a:moveTo>
                  <a:lnTo>
                    <a:pt x="148742" y="2647"/>
                  </a:lnTo>
                  <a:lnTo>
                    <a:pt x="279943" y="4982"/>
                  </a:lnTo>
                  <a:lnTo>
                    <a:pt x="397306" y="7071"/>
                  </a:lnTo>
                  <a:lnTo>
                    <a:pt x="503474" y="8961"/>
                  </a:lnTo>
                  <a:lnTo>
                    <a:pt x="600397" y="10686"/>
                  </a:lnTo>
                  <a:lnTo>
                    <a:pt x="689558" y="12273"/>
                  </a:lnTo>
                  <a:lnTo>
                    <a:pt x="772108" y="13743"/>
                  </a:lnTo>
                  <a:lnTo>
                    <a:pt x="848961" y="15111"/>
                  </a:lnTo>
                  <a:lnTo>
                    <a:pt x="920851" y="16390"/>
                  </a:lnTo>
                  <a:lnTo>
                    <a:pt x="988382" y="17592"/>
                  </a:lnTo>
                  <a:lnTo>
                    <a:pt x="1052052" y="18726"/>
                  </a:lnTo>
                  <a:lnTo>
                    <a:pt x="1112278" y="19798"/>
                  </a:lnTo>
                  <a:lnTo>
                    <a:pt x="1169415" y="20815"/>
                  </a:lnTo>
                  <a:lnTo>
                    <a:pt x="1223763" y="21782"/>
                  </a:lnTo>
                  <a:lnTo>
                    <a:pt x="1275582" y="22704"/>
                  </a:lnTo>
                  <a:lnTo>
                    <a:pt x="1325098" y="23586"/>
                  </a:lnTo>
                  <a:lnTo>
                    <a:pt x="1372506" y="24430"/>
                  </a:lnTo>
                  <a:lnTo>
                    <a:pt x="1417978" y="25239"/>
                  </a:lnTo>
                  <a:lnTo>
                    <a:pt x="1461667" y="26017"/>
                  </a:lnTo>
                  <a:lnTo>
                    <a:pt x="1503706" y="26765"/>
                  </a:lnTo>
                  <a:lnTo>
                    <a:pt x="1544217" y="27486"/>
                  </a:lnTo>
                  <a:lnTo>
                    <a:pt x="1583306" y="28182"/>
                  </a:lnTo>
                  <a:lnTo>
                    <a:pt x="1621069" y="28854"/>
                  </a:lnTo>
                  <a:lnTo>
                    <a:pt x="1657594" y="29504"/>
                  </a:lnTo>
                  <a:lnTo>
                    <a:pt x="1692960" y="30133"/>
                  </a:lnTo>
                  <a:lnTo>
                    <a:pt x="1727237" y="30744"/>
                  </a:lnTo>
                  <a:lnTo>
                    <a:pt x="1760491" y="31335"/>
                  </a:lnTo>
                  <a:lnTo>
                    <a:pt x="1792780" y="31910"/>
                  </a:lnTo>
                  <a:lnTo>
                    <a:pt x="1824160" y="32469"/>
                  </a:lnTo>
                  <a:lnTo>
                    <a:pt x="1854681" y="33012"/>
                  </a:lnTo>
                  <a:lnTo>
                    <a:pt x="1884387" y="33541"/>
                  </a:lnTo>
                  <a:lnTo>
                    <a:pt x="1913321" y="34056"/>
                  </a:lnTo>
                  <a:lnTo>
                    <a:pt x="1941523" y="34558"/>
                  </a:lnTo>
                  <a:lnTo>
                    <a:pt x="1969029" y="35047"/>
                  </a:lnTo>
                  <a:lnTo>
                    <a:pt x="1995872" y="35525"/>
                  </a:lnTo>
                  <a:lnTo>
                    <a:pt x="2022083" y="35992"/>
                  </a:lnTo>
                  <a:lnTo>
                    <a:pt x="2047691" y="36448"/>
                  </a:lnTo>
                  <a:lnTo>
                    <a:pt x="2072724" y="36893"/>
                  </a:lnTo>
                  <a:lnTo>
                    <a:pt x="2097207" y="37329"/>
                  </a:lnTo>
                  <a:lnTo>
                    <a:pt x="2121163" y="37755"/>
                  </a:lnTo>
                  <a:lnTo>
                    <a:pt x="2144614" y="38173"/>
                  </a:lnTo>
                  <a:lnTo>
                    <a:pt x="2167583" y="38582"/>
                  </a:lnTo>
                  <a:lnTo>
                    <a:pt x="2190087" y="38982"/>
                  </a:lnTo>
                  <a:lnTo>
                    <a:pt x="2212145" y="39375"/>
                  </a:lnTo>
                  <a:lnTo>
                    <a:pt x="2233775" y="39760"/>
                  </a:lnTo>
                  <a:lnTo>
                    <a:pt x="2254994" y="40137"/>
                  </a:lnTo>
                  <a:lnTo>
                    <a:pt x="2275815" y="40508"/>
                  </a:lnTo>
                  <a:lnTo>
                    <a:pt x="2296254" y="40872"/>
                  </a:lnTo>
                  <a:lnTo>
                    <a:pt x="2316326" y="41229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3" name="pl592"/>
            <p:cNvSpPr/>
            <p:nvPr/>
          </p:nvSpPr>
          <p:spPr>
            <a:xfrm>
              <a:off x="4444552" y="5572980"/>
              <a:ext cx="2316326" cy="189804"/>
            </a:xfrm>
            <a:custGeom>
              <a:avLst/>
              <a:pathLst>
                <a:path w="2316326" h="189804">
                  <a:moveTo>
                    <a:pt x="0" y="189804"/>
                  </a:moveTo>
                  <a:lnTo>
                    <a:pt x="148742" y="177615"/>
                  </a:lnTo>
                  <a:lnTo>
                    <a:pt x="279943" y="166864"/>
                  </a:lnTo>
                  <a:lnTo>
                    <a:pt x="397306" y="157248"/>
                  </a:lnTo>
                  <a:lnTo>
                    <a:pt x="503474" y="148548"/>
                  </a:lnTo>
                  <a:lnTo>
                    <a:pt x="600397" y="140606"/>
                  </a:lnTo>
                  <a:lnTo>
                    <a:pt x="689558" y="133300"/>
                  </a:lnTo>
                  <a:lnTo>
                    <a:pt x="772108" y="126536"/>
                  </a:lnTo>
                  <a:lnTo>
                    <a:pt x="848961" y="120238"/>
                  </a:lnTo>
                  <a:lnTo>
                    <a:pt x="920851" y="114347"/>
                  </a:lnTo>
                  <a:lnTo>
                    <a:pt x="988382" y="108814"/>
                  </a:lnTo>
                  <a:lnTo>
                    <a:pt x="1052052" y="103596"/>
                  </a:lnTo>
                  <a:lnTo>
                    <a:pt x="1112278" y="98661"/>
                  </a:lnTo>
                  <a:lnTo>
                    <a:pt x="1169415" y="93979"/>
                  </a:lnTo>
                  <a:lnTo>
                    <a:pt x="1223763" y="89526"/>
                  </a:lnTo>
                  <a:lnTo>
                    <a:pt x="1275582" y="85280"/>
                  </a:lnTo>
                  <a:lnTo>
                    <a:pt x="1325098" y="81223"/>
                  </a:lnTo>
                  <a:lnTo>
                    <a:pt x="1372506" y="77338"/>
                  </a:lnTo>
                  <a:lnTo>
                    <a:pt x="1417978" y="73612"/>
                  </a:lnTo>
                  <a:lnTo>
                    <a:pt x="1461667" y="70032"/>
                  </a:lnTo>
                  <a:lnTo>
                    <a:pt x="1503706" y="66587"/>
                  </a:lnTo>
                  <a:lnTo>
                    <a:pt x="1544217" y="63268"/>
                  </a:lnTo>
                  <a:lnTo>
                    <a:pt x="1583306" y="60064"/>
                  </a:lnTo>
                  <a:lnTo>
                    <a:pt x="1621069" y="56970"/>
                  </a:lnTo>
                  <a:lnTo>
                    <a:pt x="1657594" y="53977"/>
                  </a:lnTo>
                  <a:lnTo>
                    <a:pt x="1692960" y="51079"/>
                  </a:lnTo>
                  <a:lnTo>
                    <a:pt x="1727237" y="48271"/>
                  </a:lnTo>
                  <a:lnTo>
                    <a:pt x="1760491" y="45546"/>
                  </a:lnTo>
                  <a:lnTo>
                    <a:pt x="1792780" y="42900"/>
                  </a:lnTo>
                  <a:lnTo>
                    <a:pt x="1824160" y="40328"/>
                  </a:lnTo>
                  <a:lnTo>
                    <a:pt x="1854681" y="37828"/>
                  </a:lnTo>
                  <a:lnTo>
                    <a:pt x="1884387" y="35393"/>
                  </a:lnTo>
                  <a:lnTo>
                    <a:pt x="1913321" y="33022"/>
                  </a:lnTo>
                  <a:lnTo>
                    <a:pt x="1941523" y="30711"/>
                  </a:lnTo>
                  <a:lnTo>
                    <a:pt x="1969029" y="28458"/>
                  </a:lnTo>
                  <a:lnTo>
                    <a:pt x="1995872" y="26258"/>
                  </a:lnTo>
                  <a:lnTo>
                    <a:pt x="2022083" y="24110"/>
                  </a:lnTo>
                  <a:lnTo>
                    <a:pt x="2047691" y="22012"/>
                  </a:lnTo>
                  <a:lnTo>
                    <a:pt x="2072724" y="19961"/>
                  </a:lnTo>
                  <a:lnTo>
                    <a:pt x="2097207" y="17955"/>
                  </a:lnTo>
                  <a:lnTo>
                    <a:pt x="2121163" y="15992"/>
                  </a:lnTo>
                  <a:lnTo>
                    <a:pt x="2144614" y="14070"/>
                  </a:lnTo>
                  <a:lnTo>
                    <a:pt x="2167583" y="12188"/>
                  </a:lnTo>
                  <a:lnTo>
                    <a:pt x="2190087" y="10344"/>
                  </a:lnTo>
                  <a:lnTo>
                    <a:pt x="2212145" y="8536"/>
                  </a:lnTo>
                  <a:lnTo>
                    <a:pt x="2233775" y="6764"/>
                  </a:lnTo>
                  <a:lnTo>
                    <a:pt x="2254994" y="5025"/>
                  </a:lnTo>
                  <a:lnTo>
                    <a:pt x="2275815" y="3319"/>
                  </a:lnTo>
                  <a:lnTo>
                    <a:pt x="2296254" y="1644"/>
                  </a:lnTo>
                  <a:lnTo>
                    <a:pt x="2316326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4" name="pl593"/>
            <p:cNvSpPr/>
            <p:nvPr/>
          </p:nvSpPr>
          <p:spPr>
            <a:xfrm>
              <a:off x="4444552" y="5301201"/>
              <a:ext cx="2316326" cy="230740"/>
            </a:xfrm>
            <a:custGeom>
              <a:avLst/>
              <a:pathLst>
                <a:path w="2316326" h="230740">
                  <a:moveTo>
                    <a:pt x="0" y="0"/>
                  </a:moveTo>
                  <a:lnTo>
                    <a:pt x="148742" y="14816"/>
                  </a:lnTo>
                  <a:lnTo>
                    <a:pt x="279943" y="27886"/>
                  </a:lnTo>
                  <a:lnTo>
                    <a:pt x="397306" y="39577"/>
                  </a:lnTo>
                  <a:lnTo>
                    <a:pt x="503474" y="50153"/>
                  </a:lnTo>
                  <a:lnTo>
                    <a:pt x="600397" y="59808"/>
                  </a:lnTo>
                  <a:lnTo>
                    <a:pt x="689558" y="68690"/>
                  </a:lnTo>
                  <a:lnTo>
                    <a:pt x="772108" y="76913"/>
                  </a:lnTo>
                  <a:lnTo>
                    <a:pt x="848961" y="84569"/>
                  </a:lnTo>
                  <a:lnTo>
                    <a:pt x="920851" y="91730"/>
                  </a:lnTo>
                  <a:lnTo>
                    <a:pt x="988382" y="98457"/>
                  </a:lnTo>
                  <a:lnTo>
                    <a:pt x="1052052" y="104799"/>
                  </a:lnTo>
                  <a:lnTo>
                    <a:pt x="1112278" y="110799"/>
                  </a:lnTo>
                  <a:lnTo>
                    <a:pt x="1169415" y="116490"/>
                  </a:lnTo>
                  <a:lnTo>
                    <a:pt x="1223763" y="121904"/>
                  </a:lnTo>
                  <a:lnTo>
                    <a:pt x="1275582" y="127066"/>
                  </a:lnTo>
                  <a:lnTo>
                    <a:pt x="1325098" y="131999"/>
                  </a:lnTo>
                  <a:lnTo>
                    <a:pt x="1372506" y="136721"/>
                  </a:lnTo>
                  <a:lnTo>
                    <a:pt x="1417978" y="141251"/>
                  </a:lnTo>
                  <a:lnTo>
                    <a:pt x="1461667" y="145603"/>
                  </a:lnTo>
                  <a:lnTo>
                    <a:pt x="1503706" y="149791"/>
                  </a:lnTo>
                  <a:lnTo>
                    <a:pt x="1544217" y="153826"/>
                  </a:lnTo>
                  <a:lnTo>
                    <a:pt x="1583306" y="157720"/>
                  </a:lnTo>
                  <a:lnTo>
                    <a:pt x="1621069" y="161482"/>
                  </a:lnTo>
                  <a:lnTo>
                    <a:pt x="1657594" y="165120"/>
                  </a:lnTo>
                  <a:lnTo>
                    <a:pt x="1692960" y="168643"/>
                  </a:lnTo>
                  <a:lnTo>
                    <a:pt x="1727237" y="172058"/>
                  </a:lnTo>
                  <a:lnTo>
                    <a:pt x="1760491" y="175370"/>
                  </a:lnTo>
                  <a:lnTo>
                    <a:pt x="1792780" y="178587"/>
                  </a:lnTo>
                  <a:lnTo>
                    <a:pt x="1824160" y="181713"/>
                  </a:lnTo>
                  <a:lnTo>
                    <a:pt x="1854681" y="184753"/>
                  </a:lnTo>
                  <a:lnTo>
                    <a:pt x="1884387" y="187712"/>
                  </a:lnTo>
                  <a:lnTo>
                    <a:pt x="1913321" y="190594"/>
                  </a:lnTo>
                  <a:lnTo>
                    <a:pt x="1941523" y="193404"/>
                  </a:lnTo>
                  <a:lnTo>
                    <a:pt x="1969029" y="196144"/>
                  </a:lnTo>
                  <a:lnTo>
                    <a:pt x="1995872" y="198818"/>
                  </a:lnTo>
                  <a:lnTo>
                    <a:pt x="2022083" y="201429"/>
                  </a:lnTo>
                  <a:lnTo>
                    <a:pt x="2047691" y="203980"/>
                  </a:lnTo>
                  <a:lnTo>
                    <a:pt x="2072724" y="206473"/>
                  </a:lnTo>
                  <a:lnTo>
                    <a:pt x="2097207" y="208912"/>
                  </a:lnTo>
                  <a:lnTo>
                    <a:pt x="2121163" y="211299"/>
                  </a:lnTo>
                  <a:lnTo>
                    <a:pt x="2144614" y="213635"/>
                  </a:lnTo>
                  <a:lnTo>
                    <a:pt x="2167583" y="215923"/>
                  </a:lnTo>
                  <a:lnTo>
                    <a:pt x="2190087" y="218164"/>
                  </a:lnTo>
                  <a:lnTo>
                    <a:pt x="2212145" y="220362"/>
                  </a:lnTo>
                  <a:lnTo>
                    <a:pt x="2233775" y="222516"/>
                  </a:lnTo>
                  <a:lnTo>
                    <a:pt x="2254994" y="224630"/>
                  </a:lnTo>
                  <a:lnTo>
                    <a:pt x="2275815" y="226704"/>
                  </a:lnTo>
                  <a:lnTo>
                    <a:pt x="2296254" y="228740"/>
                  </a:lnTo>
                  <a:lnTo>
                    <a:pt x="2316326" y="23074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5" name="pl594"/>
            <p:cNvSpPr/>
            <p:nvPr/>
          </p:nvSpPr>
          <p:spPr>
            <a:xfrm>
              <a:off x="4444552" y="5887639"/>
              <a:ext cx="2316326" cy="47429"/>
            </a:xfrm>
            <a:custGeom>
              <a:avLst/>
              <a:pathLst>
                <a:path w="2316326" h="47429">
                  <a:moveTo>
                    <a:pt x="0" y="47429"/>
                  </a:moveTo>
                  <a:lnTo>
                    <a:pt x="148742" y="44383"/>
                  </a:lnTo>
                  <a:lnTo>
                    <a:pt x="279943" y="41696"/>
                  </a:lnTo>
                  <a:lnTo>
                    <a:pt x="397306" y="39293"/>
                  </a:lnTo>
                  <a:lnTo>
                    <a:pt x="503474" y="37119"/>
                  </a:lnTo>
                  <a:lnTo>
                    <a:pt x="600397" y="35135"/>
                  </a:lnTo>
                  <a:lnTo>
                    <a:pt x="689558" y="33309"/>
                  </a:lnTo>
                  <a:lnTo>
                    <a:pt x="772108" y="31619"/>
                  </a:lnTo>
                  <a:lnTo>
                    <a:pt x="848961" y="30045"/>
                  </a:lnTo>
                  <a:lnTo>
                    <a:pt x="920851" y="28573"/>
                  </a:lnTo>
                  <a:lnTo>
                    <a:pt x="988382" y="27190"/>
                  </a:lnTo>
                  <a:lnTo>
                    <a:pt x="1052052" y="25887"/>
                  </a:lnTo>
                  <a:lnTo>
                    <a:pt x="1112278" y="24654"/>
                  </a:lnTo>
                  <a:lnTo>
                    <a:pt x="1169415" y="23484"/>
                  </a:lnTo>
                  <a:lnTo>
                    <a:pt x="1223763" y="22371"/>
                  </a:lnTo>
                  <a:lnTo>
                    <a:pt x="1275582" y="21310"/>
                  </a:lnTo>
                  <a:lnTo>
                    <a:pt x="1325098" y="20296"/>
                  </a:lnTo>
                  <a:lnTo>
                    <a:pt x="1372506" y="19325"/>
                  </a:lnTo>
                  <a:lnTo>
                    <a:pt x="1417978" y="18394"/>
                  </a:lnTo>
                  <a:lnTo>
                    <a:pt x="1461667" y="17499"/>
                  </a:lnTo>
                  <a:lnTo>
                    <a:pt x="1503706" y="16639"/>
                  </a:lnTo>
                  <a:lnTo>
                    <a:pt x="1544217" y="15809"/>
                  </a:lnTo>
                  <a:lnTo>
                    <a:pt x="1583306" y="15009"/>
                  </a:lnTo>
                  <a:lnTo>
                    <a:pt x="1621069" y="14236"/>
                  </a:lnTo>
                  <a:lnTo>
                    <a:pt x="1657594" y="13488"/>
                  </a:lnTo>
                  <a:lnTo>
                    <a:pt x="1692960" y="12764"/>
                  </a:lnTo>
                  <a:lnTo>
                    <a:pt x="1727237" y="12062"/>
                  </a:lnTo>
                  <a:lnTo>
                    <a:pt x="1760491" y="11381"/>
                  </a:lnTo>
                  <a:lnTo>
                    <a:pt x="1792780" y="10720"/>
                  </a:lnTo>
                  <a:lnTo>
                    <a:pt x="1824160" y="10077"/>
                  </a:lnTo>
                  <a:lnTo>
                    <a:pt x="1854681" y="9452"/>
                  </a:lnTo>
                  <a:lnTo>
                    <a:pt x="1884387" y="8844"/>
                  </a:lnTo>
                  <a:lnTo>
                    <a:pt x="1913321" y="8251"/>
                  </a:lnTo>
                  <a:lnTo>
                    <a:pt x="1941523" y="7674"/>
                  </a:lnTo>
                  <a:lnTo>
                    <a:pt x="1969029" y="7111"/>
                  </a:lnTo>
                  <a:lnTo>
                    <a:pt x="1995872" y="6561"/>
                  </a:lnTo>
                  <a:lnTo>
                    <a:pt x="2022083" y="6024"/>
                  </a:lnTo>
                  <a:lnTo>
                    <a:pt x="2047691" y="5500"/>
                  </a:lnTo>
                  <a:lnTo>
                    <a:pt x="2072724" y="4987"/>
                  </a:lnTo>
                  <a:lnTo>
                    <a:pt x="2097207" y="4486"/>
                  </a:lnTo>
                  <a:lnTo>
                    <a:pt x="2121163" y="3996"/>
                  </a:lnTo>
                  <a:lnTo>
                    <a:pt x="2144614" y="3515"/>
                  </a:lnTo>
                  <a:lnTo>
                    <a:pt x="2167583" y="3045"/>
                  </a:lnTo>
                  <a:lnTo>
                    <a:pt x="2190087" y="2584"/>
                  </a:lnTo>
                  <a:lnTo>
                    <a:pt x="2212145" y="2133"/>
                  </a:lnTo>
                  <a:lnTo>
                    <a:pt x="2233775" y="1690"/>
                  </a:lnTo>
                  <a:lnTo>
                    <a:pt x="2254994" y="1255"/>
                  </a:lnTo>
                  <a:lnTo>
                    <a:pt x="2275815" y="829"/>
                  </a:lnTo>
                  <a:lnTo>
                    <a:pt x="2296254" y="410"/>
                  </a:lnTo>
                  <a:lnTo>
                    <a:pt x="2316326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6" name="pl595"/>
            <p:cNvSpPr/>
            <p:nvPr/>
          </p:nvSpPr>
          <p:spPr>
            <a:xfrm>
              <a:off x="4444552" y="5567970"/>
              <a:ext cx="2316326" cy="337241"/>
            </a:xfrm>
            <a:custGeom>
              <a:avLst/>
              <a:pathLst>
                <a:path w="2316326" h="337241">
                  <a:moveTo>
                    <a:pt x="0" y="337241"/>
                  </a:moveTo>
                  <a:lnTo>
                    <a:pt x="148742" y="315585"/>
                  </a:lnTo>
                  <a:lnTo>
                    <a:pt x="279943" y="296483"/>
                  </a:lnTo>
                  <a:lnTo>
                    <a:pt x="397306" y="279396"/>
                  </a:lnTo>
                  <a:lnTo>
                    <a:pt x="503474" y="263939"/>
                  </a:lnTo>
                  <a:lnTo>
                    <a:pt x="600397" y="249827"/>
                  </a:lnTo>
                  <a:lnTo>
                    <a:pt x="689558" y="236846"/>
                  </a:lnTo>
                  <a:lnTo>
                    <a:pt x="772108" y="224827"/>
                  </a:lnTo>
                  <a:lnTo>
                    <a:pt x="848961" y="213638"/>
                  </a:lnTo>
                  <a:lnTo>
                    <a:pt x="920851" y="203171"/>
                  </a:lnTo>
                  <a:lnTo>
                    <a:pt x="988382" y="193339"/>
                  </a:lnTo>
                  <a:lnTo>
                    <a:pt x="1052052" y="184069"/>
                  </a:lnTo>
                  <a:lnTo>
                    <a:pt x="1112278" y="175301"/>
                  </a:lnTo>
                  <a:lnTo>
                    <a:pt x="1169415" y="166982"/>
                  </a:lnTo>
                  <a:lnTo>
                    <a:pt x="1223763" y="159069"/>
                  </a:lnTo>
                  <a:lnTo>
                    <a:pt x="1275582" y="151525"/>
                  </a:lnTo>
                  <a:lnTo>
                    <a:pt x="1325098" y="144316"/>
                  </a:lnTo>
                  <a:lnTo>
                    <a:pt x="1372506" y="137413"/>
                  </a:lnTo>
                  <a:lnTo>
                    <a:pt x="1417978" y="130793"/>
                  </a:lnTo>
                  <a:lnTo>
                    <a:pt x="1461667" y="124432"/>
                  </a:lnTo>
                  <a:lnTo>
                    <a:pt x="1503706" y="118311"/>
                  </a:lnTo>
                  <a:lnTo>
                    <a:pt x="1544217" y="112413"/>
                  </a:lnTo>
                  <a:lnTo>
                    <a:pt x="1583306" y="106722"/>
                  </a:lnTo>
                  <a:lnTo>
                    <a:pt x="1621069" y="101224"/>
                  </a:lnTo>
                  <a:lnTo>
                    <a:pt x="1657594" y="95906"/>
                  </a:lnTo>
                  <a:lnTo>
                    <a:pt x="1692960" y="90757"/>
                  </a:lnTo>
                  <a:lnTo>
                    <a:pt x="1727237" y="85767"/>
                  </a:lnTo>
                  <a:lnTo>
                    <a:pt x="1760491" y="80925"/>
                  </a:lnTo>
                  <a:lnTo>
                    <a:pt x="1792780" y="76224"/>
                  </a:lnTo>
                  <a:lnTo>
                    <a:pt x="1824160" y="71655"/>
                  </a:lnTo>
                  <a:lnTo>
                    <a:pt x="1854681" y="67212"/>
                  </a:lnTo>
                  <a:lnTo>
                    <a:pt x="1884387" y="62887"/>
                  </a:lnTo>
                  <a:lnTo>
                    <a:pt x="1913321" y="58674"/>
                  </a:lnTo>
                  <a:lnTo>
                    <a:pt x="1941523" y="54568"/>
                  </a:lnTo>
                  <a:lnTo>
                    <a:pt x="1969029" y="50564"/>
                  </a:lnTo>
                  <a:lnTo>
                    <a:pt x="1995872" y="46655"/>
                  </a:lnTo>
                  <a:lnTo>
                    <a:pt x="2022083" y="42839"/>
                  </a:lnTo>
                  <a:lnTo>
                    <a:pt x="2047691" y="39111"/>
                  </a:lnTo>
                  <a:lnTo>
                    <a:pt x="2072724" y="35466"/>
                  </a:lnTo>
                  <a:lnTo>
                    <a:pt x="2097207" y="31902"/>
                  </a:lnTo>
                  <a:lnTo>
                    <a:pt x="2121163" y="28414"/>
                  </a:lnTo>
                  <a:lnTo>
                    <a:pt x="2144614" y="24999"/>
                  </a:lnTo>
                  <a:lnTo>
                    <a:pt x="2167583" y="21655"/>
                  </a:lnTo>
                  <a:lnTo>
                    <a:pt x="2190087" y="18379"/>
                  </a:lnTo>
                  <a:lnTo>
                    <a:pt x="2212145" y="15167"/>
                  </a:lnTo>
                  <a:lnTo>
                    <a:pt x="2233775" y="12018"/>
                  </a:lnTo>
                  <a:lnTo>
                    <a:pt x="2254994" y="8929"/>
                  </a:lnTo>
                  <a:lnTo>
                    <a:pt x="2275815" y="5898"/>
                  </a:lnTo>
                  <a:lnTo>
                    <a:pt x="2296254" y="2922"/>
                  </a:lnTo>
                  <a:lnTo>
                    <a:pt x="2316326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7" name="pl596"/>
            <p:cNvSpPr/>
            <p:nvPr/>
          </p:nvSpPr>
          <p:spPr>
            <a:xfrm>
              <a:off x="4444552" y="5578607"/>
              <a:ext cx="2316326" cy="222355"/>
            </a:xfrm>
            <a:custGeom>
              <a:avLst/>
              <a:pathLst>
                <a:path w="2316326" h="222355">
                  <a:moveTo>
                    <a:pt x="0" y="0"/>
                  </a:moveTo>
                  <a:lnTo>
                    <a:pt x="148742" y="14278"/>
                  </a:lnTo>
                  <a:lnTo>
                    <a:pt x="279943" y="26873"/>
                  </a:lnTo>
                  <a:lnTo>
                    <a:pt x="397306" y="38139"/>
                  </a:lnTo>
                  <a:lnTo>
                    <a:pt x="503474" y="48330"/>
                  </a:lnTo>
                  <a:lnTo>
                    <a:pt x="600397" y="57635"/>
                  </a:lnTo>
                  <a:lnTo>
                    <a:pt x="689558" y="66194"/>
                  </a:lnTo>
                  <a:lnTo>
                    <a:pt x="772108" y="74118"/>
                  </a:lnTo>
                  <a:lnTo>
                    <a:pt x="848961" y="81495"/>
                  </a:lnTo>
                  <a:lnTo>
                    <a:pt x="920851" y="88396"/>
                  </a:lnTo>
                  <a:lnTo>
                    <a:pt x="988382" y="94879"/>
                  </a:lnTo>
                  <a:lnTo>
                    <a:pt x="1052052" y="100991"/>
                  </a:lnTo>
                  <a:lnTo>
                    <a:pt x="1112278" y="106772"/>
                  </a:lnTo>
                  <a:lnTo>
                    <a:pt x="1169415" y="112257"/>
                  </a:lnTo>
                  <a:lnTo>
                    <a:pt x="1223763" y="117474"/>
                  </a:lnTo>
                  <a:lnTo>
                    <a:pt x="1275582" y="122449"/>
                  </a:lnTo>
                  <a:lnTo>
                    <a:pt x="1325098" y="127202"/>
                  </a:lnTo>
                  <a:lnTo>
                    <a:pt x="1372506" y="131753"/>
                  </a:lnTo>
                  <a:lnTo>
                    <a:pt x="1417978" y="136118"/>
                  </a:lnTo>
                  <a:lnTo>
                    <a:pt x="1461667" y="140312"/>
                  </a:lnTo>
                  <a:lnTo>
                    <a:pt x="1503706" y="144347"/>
                  </a:lnTo>
                  <a:lnTo>
                    <a:pt x="1544217" y="148236"/>
                  </a:lnTo>
                  <a:lnTo>
                    <a:pt x="1583306" y="151989"/>
                  </a:lnTo>
                  <a:lnTo>
                    <a:pt x="1621069" y="155614"/>
                  </a:lnTo>
                  <a:lnTo>
                    <a:pt x="1657594" y="159120"/>
                  </a:lnTo>
                  <a:lnTo>
                    <a:pt x="1692960" y="162515"/>
                  </a:lnTo>
                  <a:lnTo>
                    <a:pt x="1727237" y="165805"/>
                  </a:lnTo>
                  <a:lnTo>
                    <a:pt x="1760491" y="168997"/>
                  </a:lnTo>
                  <a:lnTo>
                    <a:pt x="1792780" y="172097"/>
                  </a:lnTo>
                  <a:lnTo>
                    <a:pt x="1824160" y="175109"/>
                  </a:lnTo>
                  <a:lnTo>
                    <a:pt x="1854681" y="178039"/>
                  </a:lnTo>
                  <a:lnTo>
                    <a:pt x="1884387" y="180891"/>
                  </a:lnTo>
                  <a:lnTo>
                    <a:pt x="1913321" y="183668"/>
                  </a:lnTo>
                  <a:lnTo>
                    <a:pt x="1941523" y="186376"/>
                  </a:lnTo>
                  <a:lnTo>
                    <a:pt x="1969029" y="189016"/>
                  </a:lnTo>
                  <a:lnTo>
                    <a:pt x="1995872" y="191593"/>
                  </a:lnTo>
                  <a:lnTo>
                    <a:pt x="2022083" y="194109"/>
                  </a:lnTo>
                  <a:lnTo>
                    <a:pt x="2047691" y="196567"/>
                  </a:lnTo>
                  <a:lnTo>
                    <a:pt x="2072724" y="198970"/>
                  </a:lnTo>
                  <a:lnTo>
                    <a:pt x="2097207" y="201320"/>
                  </a:lnTo>
                  <a:lnTo>
                    <a:pt x="2121163" y="203620"/>
                  </a:lnTo>
                  <a:lnTo>
                    <a:pt x="2144614" y="205871"/>
                  </a:lnTo>
                  <a:lnTo>
                    <a:pt x="2167583" y="208076"/>
                  </a:lnTo>
                  <a:lnTo>
                    <a:pt x="2190087" y="210236"/>
                  </a:lnTo>
                  <a:lnTo>
                    <a:pt x="2212145" y="212354"/>
                  </a:lnTo>
                  <a:lnTo>
                    <a:pt x="2233775" y="214430"/>
                  </a:lnTo>
                  <a:lnTo>
                    <a:pt x="2254994" y="216467"/>
                  </a:lnTo>
                  <a:lnTo>
                    <a:pt x="2275815" y="218466"/>
                  </a:lnTo>
                  <a:lnTo>
                    <a:pt x="2296254" y="220428"/>
                  </a:lnTo>
                  <a:lnTo>
                    <a:pt x="2316326" y="222355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598" name="rc597"/>
            <p:cNvSpPr/>
            <p:nvPr/>
          </p:nvSpPr>
          <p:spPr>
            <a:xfrm>
              <a:off x="4270675" y="4804731"/>
              <a:ext cx="2662504" cy="1507531"/>
            </a:xfrm>
            <a:prstGeom prst="rect">
              <a:avLst/>
            </a:prstGeom>
          </p:spPr>
          <p:txBody>
            <a:bodyPr/>
            <a:lstStyle/>
            <a:p/>
          </p:txBody>
        </p:sp>
        <p:sp>
          <p:nvSpPr>
            <p:cNvPr id="599" name="pl598"/>
            <p:cNvSpPr/>
            <p:nvPr/>
          </p:nvSpPr>
          <p:spPr>
            <a:xfrm>
              <a:off x="4270675" y="4804731"/>
              <a:ext cx="0" cy="1507531"/>
            </a:xfrm>
            <a:custGeom>
              <a:avLst/>
              <a:pathLst>
                <a:path w="0" h="1507531">
                  <a:moveTo>
                    <a:pt x="0" y="15075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tx599"/>
            <p:cNvSpPr/>
            <p:nvPr/>
          </p:nvSpPr>
          <p:spPr>
            <a:xfrm rot="-5400000">
              <a:off x="4128288" y="6179010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601" name="tx600"/>
            <p:cNvSpPr/>
            <p:nvPr/>
          </p:nvSpPr>
          <p:spPr>
            <a:xfrm rot="-5400000">
              <a:off x="4128288" y="587891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602" name="tx601"/>
            <p:cNvSpPr/>
            <p:nvPr/>
          </p:nvSpPr>
          <p:spPr>
            <a:xfrm rot="-5400000">
              <a:off x="4128288" y="5578817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603" name="tx602"/>
            <p:cNvSpPr/>
            <p:nvPr/>
          </p:nvSpPr>
          <p:spPr>
            <a:xfrm rot="-5400000">
              <a:off x="4128288" y="5278720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604" name="tx603"/>
            <p:cNvSpPr/>
            <p:nvPr/>
          </p:nvSpPr>
          <p:spPr>
            <a:xfrm rot="-5400000">
              <a:off x="4128288" y="4978623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605" name="pl604"/>
            <p:cNvSpPr/>
            <p:nvPr/>
          </p:nvSpPr>
          <p:spPr>
            <a:xfrm>
              <a:off x="4239044" y="622002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l605"/>
            <p:cNvSpPr/>
            <p:nvPr/>
          </p:nvSpPr>
          <p:spPr>
            <a:xfrm>
              <a:off x="4239044" y="591992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l606"/>
            <p:cNvSpPr/>
            <p:nvPr/>
          </p:nvSpPr>
          <p:spPr>
            <a:xfrm>
              <a:off x="4239044" y="5619828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l607"/>
            <p:cNvSpPr/>
            <p:nvPr/>
          </p:nvSpPr>
          <p:spPr>
            <a:xfrm>
              <a:off x="4239044" y="5319731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l608"/>
            <p:cNvSpPr/>
            <p:nvPr/>
          </p:nvSpPr>
          <p:spPr>
            <a:xfrm>
              <a:off x="4239044" y="5019634"/>
              <a:ext cx="31631" cy="0"/>
            </a:xfrm>
            <a:custGeom>
              <a:avLst/>
              <a:pathLst>
                <a:path w="31631" h="0">
                  <a:moveTo>
                    <a:pt x="0" y="0"/>
                  </a:moveTo>
                  <a:lnTo>
                    <a:pt x="31631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l609"/>
            <p:cNvSpPr/>
            <p:nvPr/>
          </p:nvSpPr>
          <p:spPr>
            <a:xfrm>
              <a:off x="4270675" y="6312263"/>
              <a:ext cx="2662504" cy="0"/>
            </a:xfrm>
            <a:custGeom>
              <a:avLst/>
              <a:pathLst>
                <a:path w="2662504" h="0">
                  <a:moveTo>
                    <a:pt x="0" y="0"/>
                  </a:moveTo>
                  <a:lnTo>
                    <a:pt x="2662504" y="0"/>
                  </a:lnTo>
                </a:path>
              </a:pathLst>
            </a:custGeom>
            <a:ln w="12318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l610"/>
            <p:cNvSpPr/>
            <p:nvPr/>
          </p:nvSpPr>
          <p:spPr>
            <a:xfrm>
              <a:off x="4444552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l611"/>
            <p:cNvSpPr/>
            <p:nvPr/>
          </p:nvSpPr>
          <p:spPr>
            <a:xfrm>
              <a:off x="5216660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l612"/>
            <p:cNvSpPr/>
            <p:nvPr/>
          </p:nvSpPr>
          <p:spPr>
            <a:xfrm>
              <a:off x="5988769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l613"/>
            <p:cNvSpPr/>
            <p:nvPr/>
          </p:nvSpPr>
          <p:spPr>
            <a:xfrm>
              <a:off x="6760878" y="6312263"/>
              <a:ext cx="0" cy="31631"/>
            </a:xfrm>
            <a:custGeom>
              <a:avLst/>
              <a:pathLst>
                <a:path w="0" h="31631">
                  <a:moveTo>
                    <a:pt x="0" y="31631"/>
                  </a:moveTo>
                  <a:lnTo>
                    <a:pt x="0" y="0"/>
                  </a:lnTo>
                </a:path>
              </a:pathLst>
            </a:custGeom>
            <a:ln w="12318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tx614"/>
            <p:cNvSpPr/>
            <p:nvPr/>
          </p:nvSpPr>
          <p:spPr>
            <a:xfrm>
              <a:off x="4412776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616" name="tx615"/>
            <p:cNvSpPr/>
            <p:nvPr/>
          </p:nvSpPr>
          <p:spPr>
            <a:xfrm>
              <a:off x="5184885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617" name="tx616"/>
            <p:cNvSpPr/>
            <p:nvPr/>
          </p:nvSpPr>
          <p:spPr>
            <a:xfrm>
              <a:off x="5956994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618" name="tx617"/>
            <p:cNvSpPr/>
            <p:nvPr/>
          </p:nvSpPr>
          <p:spPr>
            <a:xfrm>
              <a:off x="6729102" y="6369199"/>
              <a:ext cx="635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</a:t>
              </a:r>
            </a:p>
          </p:txBody>
        </p:sp>
        <p:sp>
          <p:nvSpPr>
            <p:cNvPr id="619" name="tx618"/>
            <p:cNvSpPr/>
            <p:nvPr/>
          </p:nvSpPr>
          <p:spPr>
            <a:xfrm>
              <a:off x="5314623" y="6545269"/>
              <a:ext cx="57460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Richness</a:t>
              </a:r>
            </a:p>
          </p:txBody>
        </p:sp>
        <p:sp>
          <p:nvSpPr>
            <p:cNvPr id="620" name="tx619"/>
            <p:cNvSpPr/>
            <p:nvPr/>
          </p:nvSpPr>
          <p:spPr>
            <a:xfrm>
              <a:off x="4270675" y="4609978"/>
              <a:ext cx="939454" cy="1005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(f) Below_PC2</a:t>
              </a:r>
            </a:p>
          </p:txBody>
        </p:sp>
        <p:sp>
          <p:nvSpPr>
            <p:cNvPr id="621" name="rc620"/>
            <p:cNvSpPr/>
            <p:nvPr/>
          </p:nvSpPr>
          <p:spPr>
            <a:xfrm>
              <a:off x="1548979" y="6778484"/>
              <a:ext cx="5177885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2" name="tx621"/>
            <p:cNvSpPr/>
            <p:nvPr/>
          </p:nvSpPr>
          <p:spPr>
            <a:xfrm>
              <a:off x="1548979" y="6822764"/>
              <a:ext cx="480242" cy="914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Species</a:t>
              </a:r>
            </a:p>
          </p:txBody>
        </p:sp>
        <p:sp>
          <p:nvSpPr>
            <p:cNvPr id="623" name="rc622"/>
            <p:cNvSpPr/>
            <p:nvPr/>
          </p:nvSpPr>
          <p:spPr>
            <a:xfrm>
              <a:off x="2092484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4" name="pt623"/>
            <p:cNvSpPr/>
            <p:nvPr/>
          </p:nvSpPr>
          <p:spPr>
            <a:xfrm>
              <a:off x="2154002" y="6840002"/>
              <a:ext cx="56964" cy="56964"/>
            </a:xfrm>
            <a:prstGeom prst="ellipse">
              <a:avLst/>
            </a:prstGeom>
            <a:solidFill>
              <a:srgbClr val="5DC1A2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5" name="pl624"/>
            <p:cNvSpPr/>
            <p:nvPr/>
          </p:nvSpPr>
          <p:spPr>
            <a:xfrm>
              <a:off x="2110484" y="6868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5DC1A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rc625"/>
            <p:cNvSpPr/>
            <p:nvPr/>
          </p:nvSpPr>
          <p:spPr>
            <a:xfrm>
              <a:off x="2570460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7" name="pt626"/>
            <p:cNvSpPr/>
            <p:nvPr/>
          </p:nvSpPr>
          <p:spPr>
            <a:xfrm>
              <a:off x="2631978" y="6840002"/>
              <a:ext cx="56964" cy="56964"/>
            </a:xfrm>
            <a:prstGeom prst="ellipse">
              <a:avLst/>
            </a:prstGeom>
            <a:solidFill>
              <a:srgbClr val="13815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28" name="pl627"/>
            <p:cNvSpPr/>
            <p:nvPr/>
          </p:nvSpPr>
          <p:spPr>
            <a:xfrm>
              <a:off x="2588460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13815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rc628"/>
            <p:cNvSpPr/>
            <p:nvPr/>
          </p:nvSpPr>
          <p:spPr>
            <a:xfrm>
              <a:off x="3054745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0" name="pt629"/>
            <p:cNvSpPr/>
            <p:nvPr/>
          </p:nvSpPr>
          <p:spPr>
            <a:xfrm>
              <a:off x="3116263" y="6840002"/>
              <a:ext cx="56964" cy="56964"/>
            </a:xfrm>
            <a:prstGeom prst="ellipse">
              <a:avLst/>
            </a:prstGeom>
            <a:solidFill>
              <a:srgbClr val="E4D79A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1" name="pl630"/>
            <p:cNvSpPr/>
            <p:nvPr/>
          </p:nvSpPr>
          <p:spPr>
            <a:xfrm>
              <a:off x="3072745" y="6868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E4D79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rc631"/>
            <p:cNvSpPr/>
            <p:nvPr/>
          </p:nvSpPr>
          <p:spPr>
            <a:xfrm>
              <a:off x="3520102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3" name="pt632"/>
            <p:cNvSpPr/>
            <p:nvPr/>
          </p:nvSpPr>
          <p:spPr>
            <a:xfrm>
              <a:off x="3581620" y="6840002"/>
              <a:ext cx="56964" cy="56964"/>
            </a:xfrm>
            <a:prstGeom prst="ellipse">
              <a:avLst/>
            </a:prstGeom>
            <a:solidFill>
              <a:srgbClr val="F5434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4" name="pl633"/>
            <p:cNvSpPr/>
            <p:nvPr/>
          </p:nvSpPr>
          <p:spPr>
            <a:xfrm>
              <a:off x="3538102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5434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rc634"/>
            <p:cNvSpPr/>
            <p:nvPr/>
          </p:nvSpPr>
          <p:spPr>
            <a:xfrm>
              <a:off x="3998077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6" name="pt635"/>
            <p:cNvSpPr/>
            <p:nvPr/>
          </p:nvSpPr>
          <p:spPr>
            <a:xfrm>
              <a:off x="4059595" y="6840002"/>
              <a:ext cx="56964" cy="56964"/>
            </a:xfrm>
            <a:prstGeom prst="ellipse">
              <a:avLst/>
            </a:prstGeom>
            <a:solidFill>
              <a:srgbClr val="7E0D13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37" name="pl636"/>
            <p:cNvSpPr/>
            <p:nvPr/>
          </p:nvSpPr>
          <p:spPr>
            <a:xfrm>
              <a:off x="4016077" y="6868484"/>
              <a:ext cx="144000" cy="0"/>
            </a:xfrm>
            <a:custGeom>
              <a:avLst/>
              <a:pathLst>
                <a:path w="144000" h="0">
                  <a:moveTo>
                    <a:pt x="0" y="0"/>
                  </a:moveTo>
                  <a:lnTo>
                    <a:pt x="144000" y="0"/>
                  </a:lnTo>
                </a:path>
              </a:pathLst>
            </a:custGeom>
            <a:ln w="24391" cap="flat">
              <a:solidFill>
                <a:srgbClr val="7E0D1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rc637"/>
            <p:cNvSpPr/>
            <p:nvPr/>
          </p:nvSpPr>
          <p:spPr>
            <a:xfrm>
              <a:off x="4463434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9" name="pt638"/>
            <p:cNvSpPr/>
            <p:nvPr/>
          </p:nvSpPr>
          <p:spPr>
            <a:xfrm>
              <a:off x="4524952" y="6840002"/>
              <a:ext cx="56964" cy="56964"/>
            </a:xfrm>
            <a:prstGeom prst="ellipse">
              <a:avLst/>
            </a:prstGeom>
            <a:solidFill>
              <a:srgbClr val="1B7C88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0" name="pl639"/>
            <p:cNvSpPr/>
            <p:nvPr/>
          </p:nvSpPr>
          <p:spPr>
            <a:xfrm>
              <a:off x="4481434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1B7C8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rc640"/>
            <p:cNvSpPr/>
            <p:nvPr/>
          </p:nvSpPr>
          <p:spPr>
            <a:xfrm>
              <a:off x="4928791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2" name="pt641"/>
            <p:cNvSpPr/>
            <p:nvPr/>
          </p:nvSpPr>
          <p:spPr>
            <a:xfrm>
              <a:off x="4990309" y="6840002"/>
              <a:ext cx="56964" cy="56964"/>
            </a:xfrm>
            <a:prstGeom prst="ellipse">
              <a:avLst/>
            </a:prstGeom>
            <a:solidFill>
              <a:srgbClr val="F7961E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3" name="pl642"/>
            <p:cNvSpPr/>
            <p:nvPr/>
          </p:nvSpPr>
          <p:spPr>
            <a:xfrm>
              <a:off x="4946791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796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rc643"/>
            <p:cNvSpPr/>
            <p:nvPr/>
          </p:nvSpPr>
          <p:spPr>
            <a:xfrm>
              <a:off x="5381437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5" name="pt644"/>
            <p:cNvSpPr/>
            <p:nvPr/>
          </p:nvSpPr>
          <p:spPr>
            <a:xfrm>
              <a:off x="5442955" y="6840002"/>
              <a:ext cx="56964" cy="56964"/>
            </a:xfrm>
            <a:prstGeom prst="ellipse">
              <a:avLst/>
            </a:prstGeom>
            <a:solidFill>
              <a:srgbClr val="5F7385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6" name="pl645"/>
            <p:cNvSpPr/>
            <p:nvPr/>
          </p:nvSpPr>
          <p:spPr>
            <a:xfrm>
              <a:off x="5399437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5F738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rc646"/>
            <p:cNvSpPr/>
            <p:nvPr/>
          </p:nvSpPr>
          <p:spPr>
            <a:xfrm>
              <a:off x="5859413" y="6778484"/>
              <a:ext cx="180000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8" name="pt647"/>
            <p:cNvSpPr/>
            <p:nvPr/>
          </p:nvSpPr>
          <p:spPr>
            <a:xfrm>
              <a:off x="5920931" y="6840002"/>
              <a:ext cx="56964" cy="56964"/>
            </a:xfrm>
            <a:prstGeom prst="ellipse">
              <a:avLst/>
            </a:prstGeom>
            <a:solidFill>
              <a:srgbClr val="FF9999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49" name="pl648"/>
            <p:cNvSpPr/>
            <p:nvPr/>
          </p:nvSpPr>
          <p:spPr>
            <a:xfrm>
              <a:off x="5877413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FF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rc649"/>
            <p:cNvSpPr/>
            <p:nvPr/>
          </p:nvSpPr>
          <p:spPr>
            <a:xfrm>
              <a:off x="6331079" y="6778484"/>
              <a:ext cx="179999" cy="18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1" name="pt650"/>
            <p:cNvSpPr/>
            <p:nvPr/>
          </p:nvSpPr>
          <p:spPr>
            <a:xfrm>
              <a:off x="6392597" y="6840002"/>
              <a:ext cx="56964" cy="56964"/>
            </a:xfrm>
            <a:prstGeom prst="ellipse">
              <a:avLst/>
            </a:prstGeom>
            <a:solidFill>
              <a:srgbClr val="66B3FF">
                <a:alpha val="50196"/>
              </a:srgbClr>
            </a:solidFill>
          </p:spPr>
          <p:txBody>
            <a:bodyPr/>
            <a:lstStyle/>
            <a:p/>
          </p:txBody>
        </p:sp>
        <p:sp>
          <p:nvSpPr>
            <p:cNvPr id="652" name="pl651"/>
            <p:cNvSpPr/>
            <p:nvPr/>
          </p:nvSpPr>
          <p:spPr>
            <a:xfrm>
              <a:off x="6349079" y="6868484"/>
              <a:ext cx="143999" cy="0"/>
            </a:xfrm>
            <a:custGeom>
              <a:avLst/>
              <a:pathLst>
                <a:path w="143999" h="0">
                  <a:moveTo>
                    <a:pt x="0" y="0"/>
                  </a:moveTo>
                  <a:lnTo>
                    <a:pt x="143999" y="0"/>
                  </a:lnTo>
                </a:path>
              </a:pathLst>
            </a:custGeom>
            <a:ln w="24391" cap="flat">
              <a:solidFill>
                <a:srgbClr val="66B3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tx652"/>
            <p:cNvSpPr/>
            <p:nvPr/>
          </p:nvSpPr>
          <p:spPr>
            <a:xfrm>
              <a:off x="2335747" y="6827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CG</a:t>
              </a:r>
            </a:p>
          </p:txBody>
        </p:sp>
        <p:sp>
          <p:nvSpPr>
            <p:cNvPr id="654" name="tx653"/>
            <p:cNvSpPr/>
            <p:nvPr/>
          </p:nvSpPr>
          <p:spPr>
            <a:xfrm>
              <a:off x="2813723" y="6827473"/>
              <a:ext cx="1777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CM</a:t>
              </a:r>
            </a:p>
          </p:txBody>
        </p:sp>
        <p:sp>
          <p:nvSpPr>
            <p:cNvPr id="655" name="tx654"/>
            <p:cNvSpPr/>
            <p:nvPr/>
          </p:nvSpPr>
          <p:spPr>
            <a:xfrm>
              <a:off x="3298007" y="6827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CS</a:t>
              </a:r>
            </a:p>
          </p:txBody>
        </p:sp>
        <p:sp>
          <p:nvSpPr>
            <p:cNvPr id="656" name="tx655"/>
            <p:cNvSpPr/>
            <p:nvPr/>
          </p:nvSpPr>
          <p:spPr>
            <a:xfrm>
              <a:off x="3763364" y="6827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</a:t>
              </a:r>
            </a:p>
          </p:txBody>
        </p:sp>
        <p:sp>
          <p:nvSpPr>
            <p:cNvPr id="657" name="tx656"/>
            <p:cNvSpPr/>
            <p:nvPr/>
          </p:nvSpPr>
          <p:spPr>
            <a:xfrm>
              <a:off x="4241340" y="6827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ED</a:t>
              </a:r>
            </a:p>
          </p:txBody>
        </p:sp>
        <p:sp>
          <p:nvSpPr>
            <p:cNvPr id="658" name="tx657"/>
            <p:cNvSpPr/>
            <p:nvPr/>
          </p:nvSpPr>
          <p:spPr>
            <a:xfrm>
              <a:off x="4706697" y="6827473"/>
              <a:ext cx="1588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HA</a:t>
              </a:r>
            </a:p>
          </p:txBody>
        </p:sp>
        <p:sp>
          <p:nvSpPr>
            <p:cNvPr id="659" name="tx658"/>
            <p:cNvSpPr/>
            <p:nvPr/>
          </p:nvSpPr>
          <p:spPr>
            <a:xfrm>
              <a:off x="5172053" y="6827473"/>
              <a:ext cx="1461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LH</a:t>
              </a:r>
            </a:p>
          </p:txBody>
        </p:sp>
        <p:sp>
          <p:nvSpPr>
            <p:cNvPr id="660" name="tx659"/>
            <p:cNvSpPr/>
            <p:nvPr/>
          </p:nvSpPr>
          <p:spPr>
            <a:xfrm>
              <a:off x="5624700" y="6827473"/>
              <a:ext cx="17145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QC</a:t>
              </a:r>
            </a:p>
          </p:txBody>
        </p:sp>
        <p:sp>
          <p:nvSpPr>
            <p:cNvPr id="661" name="tx660"/>
            <p:cNvSpPr/>
            <p:nvPr/>
          </p:nvSpPr>
          <p:spPr>
            <a:xfrm>
              <a:off x="6102676" y="6827473"/>
              <a:ext cx="16514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QS</a:t>
              </a:r>
            </a:p>
          </p:txBody>
        </p:sp>
        <p:sp>
          <p:nvSpPr>
            <p:cNvPr id="662" name="tx661"/>
            <p:cNvSpPr/>
            <p:nvPr/>
          </p:nvSpPr>
          <p:spPr>
            <a:xfrm>
              <a:off x="6574342" y="6827473"/>
              <a:ext cx="15252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 i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jingyang</cp:lastModifiedBy>
  <cp:revision>3</cp:revision>
  <dcterms:created xsi:type="dcterms:W3CDTF">2017-02-13T16:18:36Z</dcterms:created>
  <dcterms:modified xsi:type="dcterms:W3CDTF">2026-07-20T15:41:38Z</dcterms:modified>
  <cp:category/>
</cp:coreProperties>
</file>