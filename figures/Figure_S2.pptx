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7315200"/>
            <a:chOff x="914400" y="914400"/>
            <a:chExt cx="7315200" cy="73152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29600" y="914400"/>
              <a:ext cx="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3765413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749402" y="983989"/>
              <a:ext cx="3410608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83989" y="3111200"/>
              <a:ext cx="3765413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749402" y="3111200"/>
              <a:ext cx="3410608" cy="212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5238412"/>
              <a:ext cx="3765413" cy="29215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749402" y="5238412"/>
              <a:ext cx="3410608" cy="29215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503277" y="1353673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656749" y="236756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17311" y="230625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28951" y="239861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627603" y="239600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684653" y="241882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615777" y="228927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692992" y="221717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686290" y="238183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726187" y="244478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49502" y="227146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31882" y="245208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622489" y="239673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567606" y="187010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547000" y="232634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537794" y="239134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635980" y="244718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613121" y="246975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38930" y="231920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31162" y="176058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624701" y="192341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598809" y="246146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584901" y="228445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631296" y="223537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604082" y="224400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539557" y="238525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634121" y="233294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566790" y="191642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92901" y="203562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451617" y="241669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486462" y="222705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436369" y="242766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457376" y="250632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491978" y="228443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443259" y="240745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461168" y="160998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479615" y="244735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435052" y="214803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500337" y="185757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452637" y="138065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548281" y="206081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450565" y="220520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510212" y="208320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434319" y="218261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534400" y="231516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457339" y="223934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484566" y="222670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491128" y="231400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494376" y="230482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4352186" y="231988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4397172" y="231790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397790" y="228009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375640" y="239990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4359098" y="207724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4420184" y="209299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4409100" y="228210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4375597" y="221641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4419153" y="213882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4395544" y="194345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4414857" y="200129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4438009" y="188255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4351948" y="208389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4451776" y="202719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4399306" y="237242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4422926" y="223095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4369336" y="215095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4344861" y="220365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4378129" y="198046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4342245" y="217862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4430506" y="206248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4403965" y="196661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431546" y="211063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4333396" y="208459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699836" y="2222005"/>
              <a:ext cx="2725512" cy="193756"/>
            </a:xfrm>
            <a:custGeom>
              <a:avLst/>
              <a:pathLst>
                <a:path w="2725512" h="193756">
                  <a:moveTo>
                    <a:pt x="0" y="193756"/>
                  </a:moveTo>
                  <a:lnTo>
                    <a:pt x="175018" y="181314"/>
                  </a:lnTo>
                  <a:lnTo>
                    <a:pt x="329396" y="170339"/>
                  </a:lnTo>
                  <a:lnTo>
                    <a:pt x="467491" y="160522"/>
                  </a:lnTo>
                  <a:lnTo>
                    <a:pt x="592414" y="151641"/>
                  </a:lnTo>
                  <a:lnTo>
                    <a:pt x="706459" y="143534"/>
                  </a:lnTo>
                  <a:lnTo>
                    <a:pt x="811371" y="136075"/>
                  </a:lnTo>
                  <a:lnTo>
                    <a:pt x="908504" y="129170"/>
                  </a:lnTo>
                  <a:lnTo>
                    <a:pt x="998932" y="122742"/>
                  </a:lnTo>
                  <a:lnTo>
                    <a:pt x="1083522" y="116728"/>
                  </a:lnTo>
                  <a:lnTo>
                    <a:pt x="1162983" y="111079"/>
                  </a:lnTo>
                  <a:lnTo>
                    <a:pt x="1237900" y="105754"/>
                  </a:lnTo>
                  <a:lnTo>
                    <a:pt x="1308766" y="100716"/>
                  </a:lnTo>
                  <a:lnTo>
                    <a:pt x="1375995" y="95936"/>
                  </a:lnTo>
                  <a:lnTo>
                    <a:pt x="1439944" y="91390"/>
                  </a:lnTo>
                  <a:lnTo>
                    <a:pt x="1500918" y="87056"/>
                  </a:lnTo>
                  <a:lnTo>
                    <a:pt x="1559181" y="82914"/>
                  </a:lnTo>
                  <a:lnTo>
                    <a:pt x="1614963" y="78948"/>
                  </a:lnTo>
                  <a:lnTo>
                    <a:pt x="1668468" y="75145"/>
                  </a:lnTo>
                  <a:lnTo>
                    <a:pt x="1719875" y="71490"/>
                  </a:lnTo>
                  <a:lnTo>
                    <a:pt x="1769341" y="67974"/>
                  </a:lnTo>
                  <a:lnTo>
                    <a:pt x="1817008" y="64585"/>
                  </a:lnTo>
                  <a:lnTo>
                    <a:pt x="1863002" y="61315"/>
                  </a:lnTo>
                  <a:lnTo>
                    <a:pt x="1907436" y="58156"/>
                  </a:lnTo>
                  <a:lnTo>
                    <a:pt x="1950414" y="55101"/>
                  </a:lnTo>
                  <a:lnTo>
                    <a:pt x="1992027" y="52143"/>
                  </a:lnTo>
                  <a:lnTo>
                    <a:pt x="2032359" y="49276"/>
                  </a:lnTo>
                  <a:lnTo>
                    <a:pt x="2071487" y="46494"/>
                  </a:lnTo>
                  <a:lnTo>
                    <a:pt x="2109481" y="43793"/>
                  </a:lnTo>
                  <a:lnTo>
                    <a:pt x="2146404" y="41168"/>
                  </a:lnTo>
                  <a:lnTo>
                    <a:pt x="2182316" y="38615"/>
                  </a:lnTo>
                  <a:lnTo>
                    <a:pt x="2217270" y="36130"/>
                  </a:lnTo>
                  <a:lnTo>
                    <a:pt x="2251316" y="33710"/>
                  </a:lnTo>
                  <a:lnTo>
                    <a:pt x="2284500" y="31351"/>
                  </a:lnTo>
                  <a:lnTo>
                    <a:pt x="2316864" y="29050"/>
                  </a:lnTo>
                  <a:lnTo>
                    <a:pt x="2348449" y="26805"/>
                  </a:lnTo>
                  <a:lnTo>
                    <a:pt x="2379290" y="24612"/>
                  </a:lnTo>
                  <a:lnTo>
                    <a:pt x="2409422" y="22470"/>
                  </a:lnTo>
                  <a:lnTo>
                    <a:pt x="2438877" y="20376"/>
                  </a:lnTo>
                  <a:lnTo>
                    <a:pt x="2467685" y="18328"/>
                  </a:lnTo>
                  <a:lnTo>
                    <a:pt x="2495873" y="16324"/>
                  </a:lnTo>
                  <a:lnTo>
                    <a:pt x="2523467" y="14363"/>
                  </a:lnTo>
                  <a:lnTo>
                    <a:pt x="2550493" y="12442"/>
                  </a:lnTo>
                  <a:lnTo>
                    <a:pt x="2576973" y="10559"/>
                  </a:lnTo>
                  <a:lnTo>
                    <a:pt x="2602928" y="8714"/>
                  </a:lnTo>
                  <a:lnTo>
                    <a:pt x="2628379" y="6905"/>
                  </a:lnTo>
                  <a:lnTo>
                    <a:pt x="2653345" y="5130"/>
                  </a:lnTo>
                  <a:lnTo>
                    <a:pt x="2677845" y="3388"/>
                  </a:lnTo>
                  <a:lnTo>
                    <a:pt x="2701895" y="1678"/>
                  </a:lnTo>
                  <a:lnTo>
                    <a:pt x="272551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699836" y="2169514"/>
              <a:ext cx="2725512" cy="277204"/>
            </a:xfrm>
            <a:custGeom>
              <a:avLst/>
              <a:pathLst>
                <a:path w="2725512" h="277204">
                  <a:moveTo>
                    <a:pt x="0" y="277204"/>
                  </a:moveTo>
                  <a:lnTo>
                    <a:pt x="175018" y="259404"/>
                  </a:lnTo>
                  <a:lnTo>
                    <a:pt x="329396" y="243702"/>
                  </a:lnTo>
                  <a:lnTo>
                    <a:pt x="467491" y="229657"/>
                  </a:lnTo>
                  <a:lnTo>
                    <a:pt x="592414" y="216951"/>
                  </a:lnTo>
                  <a:lnTo>
                    <a:pt x="706459" y="205352"/>
                  </a:lnTo>
                  <a:lnTo>
                    <a:pt x="811371" y="194682"/>
                  </a:lnTo>
                  <a:lnTo>
                    <a:pt x="908504" y="184803"/>
                  </a:lnTo>
                  <a:lnTo>
                    <a:pt x="998932" y="175606"/>
                  </a:lnTo>
                  <a:lnTo>
                    <a:pt x="1083522" y="167002"/>
                  </a:lnTo>
                  <a:lnTo>
                    <a:pt x="1162983" y="158920"/>
                  </a:lnTo>
                  <a:lnTo>
                    <a:pt x="1237900" y="151301"/>
                  </a:lnTo>
                  <a:lnTo>
                    <a:pt x="1308766" y="144093"/>
                  </a:lnTo>
                  <a:lnTo>
                    <a:pt x="1375995" y="137255"/>
                  </a:lnTo>
                  <a:lnTo>
                    <a:pt x="1439944" y="130751"/>
                  </a:lnTo>
                  <a:lnTo>
                    <a:pt x="1500918" y="124550"/>
                  </a:lnTo>
                  <a:lnTo>
                    <a:pt x="1559181" y="118624"/>
                  </a:lnTo>
                  <a:lnTo>
                    <a:pt x="1614963" y="112951"/>
                  </a:lnTo>
                  <a:lnTo>
                    <a:pt x="1668468" y="107509"/>
                  </a:lnTo>
                  <a:lnTo>
                    <a:pt x="1719875" y="102280"/>
                  </a:lnTo>
                  <a:lnTo>
                    <a:pt x="1769341" y="97249"/>
                  </a:lnTo>
                  <a:lnTo>
                    <a:pt x="1817008" y="92401"/>
                  </a:lnTo>
                  <a:lnTo>
                    <a:pt x="1863002" y="87723"/>
                  </a:lnTo>
                  <a:lnTo>
                    <a:pt x="1907436" y="83204"/>
                  </a:lnTo>
                  <a:lnTo>
                    <a:pt x="1950414" y="78833"/>
                  </a:lnTo>
                  <a:lnTo>
                    <a:pt x="1992027" y="74600"/>
                  </a:lnTo>
                  <a:lnTo>
                    <a:pt x="2032359" y="70498"/>
                  </a:lnTo>
                  <a:lnTo>
                    <a:pt x="2071487" y="66519"/>
                  </a:lnTo>
                  <a:lnTo>
                    <a:pt x="2109481" y="62654"/>
                  </a:lnTo>
                  <a:lnTo>
                    <a:pt x="2146404" y="58899"/>
                  </a:lnTo>
                  <a:lnTo>
                    <a:pt x="2182316" y="55247"/>
                  </a:lnTo>
                  <a:lnTo>
                    <a:pt x="2217270" y="51692"/>
                  </a:lnTo>
                  <a:lnTo>
                    <a:pt x="2251316" y="48229"/>
                  </a:lnTo>
                  <a:lnTo>
                    <a:pt x="2284500" y="44854"/>
                  </a:lnTo>
                  <a:lnTo>
                    <a:pt x="2316864" y="41562"/>
                  </a:lnTo>
                  <a:lnTo>
                    <a:pt x="2348449" y="38350"/>
                  </a:lnTo>
                  <a:lnTo>
                    <a:pt x="2379290" y="35213"/>
                  </a:lnTo>
                  <a:lnTo>
                    <a:pt x="2409422" y="32148"/>
                  </a:lnTo>
                  <a:lnTo>
                    <a:pt x="2438877" y="29152"/>
                  </a:lnTo>
                  <a:lnTo>
                    <a:pt x="2467685" y="26222"/>
                  </a:lnTo>
                  <a:lnTo>
                    <a:pt x="2495873" y="23356"/>
                  </a:lnTo>
                  <a:lnTo>
                    <a:pt x="2523467" y="20549"/>
                  </a:lnTo>
                  <a:lnTo>
                    <a:pt x="2550493" y="17800"/>
                  </a:lnTo>
                  <a:lnTo>
                    <a:pt x="2576973" y="15107"/>
                  </a:lnTo>
                  <a:lnTo>
                    <a:pt x="2602928" y="12467"/>
                  </a:lnTo>
                  <a:lnTo>
                    <a:pt x="2628379" y="9879"/>
                  </a:lnTo>
                  <a:lnTo>
                    <a:pt x="2653345" y="7339"/>
                  </a:lnTo>
                  <a:lnTo>
                    <a:pt x="2677845" y="4848"/>
                  </a:lnTo>
                  <a:lnTo>
                    <a:pt x="2701895" y="2402"/>
                  </a:lnTo>
                  <a:lnTo>
                    <a:pt x="272551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699836" y="2351009"/>
              <a:ext cx="2725512" cy="97740"/>
            </a:xfrm>
            <a:custGeom>
              <a:avLst/>
              <a:pathLst>
                <a:path w="2725512" h="97740">
                  <a:moveTo>
                    <a:pt x="0" y="97740"/>
                  </a:moveTo>
                  <a:lnTo>
                    <a:pt x="175018" y="91463"/>
                  </a:lnTo>
                  <a:lnTo>
                    <a:pt x="329396" y="85927"/>
                  </a:lnTo>
                  <a:lnTo>
                    <a:pt x="467491" y="80975"/>
                  </a:lnTo>
                  <a:lnTo>
                    <a:pt x="592414" y="76495"/>
                  </a:lnTo>
                  <a:lnTo>
                    <a:pt x="706459" y="72405"/>
                  </a:lnTo>
                  <a:lnTo>
                    <a:pt x="811371" y="68643"/>
                  </a:lnTo>
                  <a:lnTo>
                    <a:pt x="908504" y="65160"/>
                  </a:lnTo>
                  <a:lnTo>
                    <a:pt x="998932" y="61917"/>
                  </a:lnTo>
                  <a:lnTo>
                    <a:pt x="1083522" y="58883"/>
                  </a:lnTo>
                  <a:lnTo>
                    <a:pt x="1162983" y="56034"/>
                  </a:lnTo>
                  <a:lnTo>
                    <a:pt x="1237900" y="53347"/>
                  </a:lnTo>
                  <a:lnTo>
                    <a:pt x="1308766" y="50806"/>
                  </a:lnTo>
                  <a:lnTo>
                    <a:pt x="1375995" y="48395"/>
                  </a:lnTo>
                  <a:lnTo>
                    <a:pt x="1439944" y="46102"/>
                  </a:lnTo>
                  <a:lnTo>
                    <a:pt x="1500918" y="43915"/>
                  </a:lnTo>
                  <a:lnTo>
                    <a:pt x="1559181" y="41826"/>
                  </a:lnTo>
                  <a:lnTo>
                    <a:pt x="1614963" y="39825"/>
                  </a:lnTo>
                  <a:lnTo>
                    <a:pt x="1668468" y="37906"/>
                  </a:lnTo>
                  <a:lnTo>
                    <a:pt x="1719875" y="36063"/>
                  </a:lnTo>
                  <a:lnTo>
                    <a:pt x="1769341" y="34289"/>
                  </a:lnTo>
                  <a:lnTo>
                    <a:pt x="1817008" y="32580"/>
                  </a:lnTo>
                  <a:lnTo>
                    <a:pt x="1863002" y="30930"/>
                  </a:lnTo>
                  <a:lnTo>
                    <a:pt x="1907436" y="29337"/>
                  </a:lnTo>
                  <a:lnTo>
                    <a:pt x="1950414" y="27795"/>
                  </a:lnTo>
                  <a:lnTo>
                    <a:pt x="1992027" y="26303"/>
                  </a:lnTo>
                  <a:lnTo>
                    <a:pt x="2032359" y="24857"/>
                  </a:lnTo>
                  <a:lnTo>
                    <a:pt x="2071487" y="23454"/>
                  </a:lnTo>
                  <a:lnTo>
                    <a:pt x="2109481" y="22091"/>
                  </a:lnTo>
                  <a:lnTo>
                    <a:pt x="2146404" y="20767"/>
                  </a:lnTo>
                  <a:lnTo>
                    <a:pt x="2182316" y="19479"/>
                  </a:lnTo>
                  <a:lnTo>
                    <a:pt x="2217270" y="18226"/>
                  </a:lnTo>
                  <a:lnTo>
                    <a:pt x="2251316" y="17005"/>
                  </a:lnTo>
                  <a:lnTo>
                    <a:pt x="2284500" y="15815"/>
                  </a:lnTo>
                  <a:lnTo>
                    <a:pt x="2316864" y="14654"/>
                  </a:lnTo>
                  <a:lnTo>
                    <a:pt x="2348449" y="13521"/>
                  </a:lnTo>
                  <a:lnTo>
                    <a:pt x="2379290" y="12415"/>
                  </a:lnTo>
                  <a:lnTo>
                    <a:pt x="2409422" y="11335"/>
                  </a:lnTo>
                  <a:lnTo>
                    <a:pt x="2438877" y="10279"/>
                  </a:lnTo>
                  <a:lnTo>
                    <a:pt x="2467685" y="9245"/>
                  </a:lnTo>
                  <a:lnTo>
                    <a:pt x="2495873" y="8235"/>
                  </a:lnTo>
                  <a:lnTo>
                    <a:pt x="2523467" y="7245"/>
                  </a:lnTo>
                  <a:lnTo>
                    <a:pt x="2550493" y="6276"/>
                  </a:lnTo>
                  <a:lnTo>
                    <a:pt x="2576973" y="5326"/>
                  </a:lnTo>
                  <a:lnTo>
                    <a:pt x="2602928" y="4396"/>
                  </a:lnTo>
                  <a:lnTo>
                    <a:pt x="2628379" y="3483"/>
                  </a:lnTo>
                  <a:lnTo>
                    <a:pt x="2653345" y="2587"/>
                  </a:lnTo>
                  <a:lnTo>
                    <a:pt x="2677845" y="1709"/>
                  </a:lnTo>
                  <a:lnTo>
                    <a:pt x="2701895" y="846"/>
                  </a:lnTo>
                  <a:lnTo>
                    <a:pt x="272551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699836" y="2023857"/>
              <a:ext cx="2725512" cy="277105"/>
            </a:xfrm>
            <a:custGeom>
              <a:avLst/>
              <a:pathLst>
                <a:path w="2725512" h="277105">
                  <a:moveTo>
                    <a:pt x="0" y="277105"/>
                  </a:moveTo>
                  <a:lnTo>
                    <a:pt x="175018" y="259310"/>
                  </a:lnTo>
                  <a:lnTo>
                    <a:pt x="329396" y="243615"/>
                  </a:lnTo>
                  <a:lnTo>
                    <a:pt x="467491" y="229574"/>
                  </a:lnTo>
                  <a:lnTo>
                    <a:pt x="592414" y="216873"/>
                  </a:lnTo>
                  <a:lnTo>
                    <a:pt x="706459" y="205278"/>
                  </a:lnTo>
                  <a:lnTo>
                    <a:pt x="811371" y="194612"/>
                  </a:lnTo>
                  <a:lnTo>
                    <a:pt x="908504" y="184736"/>
                  </a:lnTo>
                  <a:lnTo>
                    <a:pt x="998932" y="175542"/>
                  </a:lnTo>
                  <a:lnTo>
                    <a:pt x="1083522" y="166942"/>
                  </a:lnTo>
                  <a:lnTo>
                    <a:pt x="1162983" y="158863"/>
                  </a:lnTo>
                  <a:lnTo>
                    <a:pt x="1237900" y="151246"/>
                  </a:lnTo>
                  <a:lnTo>
                    <a:pt x="1308766" y="144041"/>
                  </a:lnTo>
                  <a:lnTo>
                    <a:pt x="1375995" y="137206"/>
                  </a:lnTo>
                  <a:lnTo>
                    <a:pt x="1439944" y="130704"/>
                  </a:lnTo>
                  <a:lnTo>
                    <a:pt x="1500918" y="124505"/>
                  </a:lnTo>
                  <a:lnTo>
                    <a:pt x="1559181" y="118581"/>
                  </a:lnTo>
                  <a:lnTo>
                    <a:pt x="1614963" y="112910"/>
                  </a:lnTo>
                  <a:lnTo>
                    <a:pt x="1668468" y="107470"/>
                  </a:lnTo>
                  <a:lnTo>
                    <a:pt x="1719875" y="102243"/>
                  </a:lnTo>
                  <a:lnTo>
                    <a:pt x="1769341" y="97214"/>
                  </a:lnTo>
                  <a:lnTo>
                    <a:pt x="1817008" y="92368"/>
                  </a:lnTo>
                  <a:lnTo>
                    <a:pt x="1863002" y="87692"/>
                  </a:lnTo>
                  <a:lnTo>
                    <a:pt x="1907436" y="83174"/>
                  </a:lnTo>
                  <a:lnTo>
                    <a:pt x="1950414" y="78804"/>
                  </a:lnTo>
                  <a:lnTo>
                    <a:pt x="1992027" y="74574"/>
                  </a:lnTo>
                  <a:lnTo>
                    <a:pt x="2032359" y="70473"/>
                  </a:lnTo>
                  <a:lnTo>
                    <a:pt x="2071487" y="66495"/>
                  </a:lnTo>
                  <a:lnTo>
                    <a:pt x="2109481" y="62632"/>
                  </a:lnTo>
                  <a:lnTo>
                    <a:pt x="2146404" y="58878"/>
                  </a:lnTo>
                  <a:lnTo>
                    <a:pt x="2182316" y="55227"/>
                  </a:lnTo>
                  <a:lnTo>
                    <a:pt x="2217270" y="51673"/>
                  </a:lnTo>
                  <a:lnTo>
                    <a:pt x="2251316" y="48211"/>
                  </a:lnTo>
                  <a:lnTo>
                    <a:pt x="2284500" y="44838"/>
                  </a:lnTo>
                  <a:lnTo>
                    <a:pt x="2316864" y="41547"/>
                  </a:lnTo>
                  <a:lnTo>
                    <a:pt x="2348449" y="38336"/>
                  </a:lnTo>
                  <a:lnTo>
                    <a:pt x="2379290" y="35200"/>
                  </a:lnTo>
                  <a:lnTo>
                    <a:pt x="2409422" y="32137"/>
                  </a:lnTo>
                  <a:lnTo>
                    <a:pt x="2438877" y="29142"/>
                  </a:lnTo>
                  <a:lnTo>
                    <a:pt x="2467685" y="26213"/>
                  </a:lnTo>
                  <a:lnTo>
                    <a:pt x="2495873" y="23347"/>
                  </a:lnTo>
                  <a:lnTo>
                    <a:pt x="2523467" y="20542"/>
                  </a:lnTo>
                  <a:lnTo>
                    <a:pt x="2550493" y="17794"/>
                  </a:lnTo>
                  <a:lnTo>
                    <a:pt x="2576973" y="15102"/>
                  </a:lnTo>
                  <a:lnTo>
                    <a:pt x="2602928" y="12463"/>
                  </a:lnTo>
                  <a:lnTo>
                    <a:pt x="2628379" y="9875"/>
                  </a:lnTo>
                  <a:lnTo>
                    <a:pt x="2653345" y="7337"/>
                  </a:lnTo>
                  <a:lnTo>
                    <a:pt x="2677845" y="4846"/>
                  </a:lnTo>
                  <a:lnTo>
                    <a:pt x="2701895" y="2401"/>
                  </a:lnTo>
                  <a:lnTo>
                    <a:pt x="272551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699836" y="2208532"/>
              <a:ext cx="2725512" cy="245367"/>
            </a:xfrm>
            <a:custGeom>
              <a:avLst/>
              <a:pathLst>
                <a:path w="2725512" h="245367">
                  <a:moveTo>
                    <a:pt x="0" y="245367"/>
                  </a:moveTo>
                  <a:lnTo>
                    <a:pt x="175018" y="229611"/>
                  </a:lnTo>
                  <a:lnTo>
                    <a:pt x="329396" y="215713"/>
                  </a:lnTo>
                  <a:lnTo>
                    <a:pt x="467491" y="203281"/>
                  </a:lnTo>
                  <a:lnTo>
                    <a:pt x="592414" y="192034"/>
                  </a:lnTo>
                  <a:lnTo>
                    <a:pt x="706459" y="181767"/>
                  </a:lnTo>
                  <a:lnTo>
                    <a:pt x="811371" y="172323"/>
                  </a:lnTo>
                  <a:lnTo>
                    <a:pt x="908504" y="163578"/>
                  </a:lnTo>
                  <a:lnTo>
                    <a:pt x="998932" y="155437"/>
                  </a:lnTo>
                  <a:lnTo>
                    <a:pt x="1083522" y="147822"/>
                  </a:lnTo>
                  <a:lnTo>
                    <a:pt x="1162983" y="140668"/>
                  </a:lnTo>
                  <a:lnTo>
                    <a:pt x="1237900" y="133924"/>
                  </a:lnTo>
                  <a:lnTo>
                    <a:pt x="1308766" y="127544"/>
                  </a:lnTo>
                  <a:lnTo>
                    <a:pt x="1375995" y="121491"/>
                  </a:lnTo>
                  <a:lnTo>
                    <a:pt x="1439944" y="115734"/>
                  </a:lnTo>
                  <a:lnTo>
                    <a:pt x="1500918" y="110245"/>
                  </a:lnTo>
                  <a:lnTo>
                    <a:pt x="1559181" y="105000"/>
                  </a:lnTo>
                  <a:lnTo>
                    <a:pt x="1614963" y="99978"/>
                  </a:lnTo>
                  <a:lnTo>
                    <a:pt x="1668468" y="95161"/>
                  </a:lnTo>
                  <a:lnTo>
                    <a:pt x="1719875" y="90533"/>
                  </a:lnTo>
                  <a:lnTo>
                    <a:pt x="1769341" y="86080"/>
                  </a:lnTo>
                  <a:lnTo>
                    <a:pt x="1817008" y="81789"/>
                  </a:lnTo>
                  <a:lnTo>
                    <a:pt x="1863002" y="77648"/>
                  </a:lnTo>
                  <a:lnTo>
                    <a:pt x="1907436" y="73648"/>
                  </a:lnTo>
                  <a:lnTo>
                    <a:pt x="1950414" y="69779"/>
                  </a:lnTo>
                  <a:lnTo>
                    <a:pt x="1992027" y="66032"/>
                  </a:lnTo>
                  <a:lnTo>
                    <a:pt x="2032359" y="62402"/>
                  </a:lnTo>
                  <a:lnTo>
                    <a:pt x="2071487" y="58879"/>
                  </a:lnTo>
                  <a:lnTo>
                    <a:pt x="2109481" y="55459"/>
                  </a:lnTo>
                  <a:lnTo>
                    <a:pt x="2146404" y="52134"/>
                  </a:lnTo>
                  <a:lnTo>
                    <a:pt x="2182316" y="48901"/>
                  </a:lnTo>
                  <a:lnTo>
                    <a:pt x="2217270" y="45755"/>
                  </a:lnTo>
                  <a:lnTo>
                    <a:pt x="2251316" y="42690"/>
                  </a:lnTo>
                  <a:lnTo>
                    <a:pt x="2284500" y="39702"/>
                  </a:lnTo>
                  <a:lnTo>
                    <a:pt x="2316864" y="36789"/>
                  </a:lnTo>
                  <a:lnTo>
                    <a:pt x="2348449" y="33945"/>
                  </a:lnTo>
                  <a:lnTo>
                    <a:pt x="2379290" y="31169"/>
                  </a:lnTo>
                  <a:lnTo>
                    <a:pt x="2409422" y="28456"/>
                  </a:lnTo>
                  <a:lnTo>
                    <a:pt x="2438877" y="25804"/>
                  </a:lnTo>
                  <a:lnTo>
                    <a:pt x="2467685" y="23211"/>
                  </a:lnTo>
                  <a:lnTo>
                    <a:pt x="2495873" y="20673"/>
                  </a:lnTo>
                  <a:lnTo>
                    <a:pt x="2523467" y="18189"/>
                  </a:lnTo>
                  <a:lnTo>
                    <a:pt x="2550493" y="15756"/>
                  </a:lnTo>
                  <a:lnTo>
                    <a:pt x="2576973" y="13372"/>
                  </a:lnTo>
                  <a:lnTo>
                    <a:pt x="2602928" y="11035"/>
                  </a:lnTo>
                  <a:lnTo>
                    <a:pt x="2628379" y="8744"/>
                  </a:lnTo>
                  <a:lnTo>
                    <a:pt x="2653345" y="6496"/>
                  </a:lnTo>
                  <a:lnTo>
                    <a:pt x="2677845" y="4291"/>
                  </a:lnTo>
                  <a:lnTo>
                    <a:pt x="2701895" y="2126"/>
                  </a:lnTo>
                  <a:lnTo>
                    <a:pt x="272551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699836" y="1970942"/>
              <a:ext cx="2725512" cy="118816"/>
            </a:xfrm>
            <a:custGeom>
              <a:avLst/>
              <a:pathLst>
                <a:path w="2725512" h="118816">
                  <a:moveTo>
                    <a:pt x="0" y="118816"/>
                  </a:moveTo>
                  <a:lnTo>
                    <a:pt x="175018" y="111186"/>
                  </a:lnTo>
                  <a:lnTo>
                    <a:pt x="329396" y="104456"/>
                  </a:lnTo>
                  <a:lnTo>
                    <a:pt x="467491" y="98436"/>
                  </a:lnTo>
                  <a:lnTo>
                    <a:pt x="592414" y="92990"/>
                  </a:lnTo>
                  <a:lnTo>
                    <a:pt x="706459" y="88018"/>
                  </a:lnTo>
                  <a:lnTo>
                    <a:pt x="811371" y="83445"/>
                  </a:lnTo>
                  <a:lnTo>
                    <a:pt x="908504" y="79211"/>
                  </a:lnTo>
                  <a:lnTo>
                    <a:pt x="998932" y="75268"/>
                  </a:lnTo>
                  <a:lnTo>
                    <a:pt x="1083522" y="71581"/>
                  </a:lnTo>
                  <a:lnTo>
                    <a:pt x="1162983" y="68117"/>
                  </a:lnTo>
                  <a:lnTo>
                    <a:pt x="1237900" y="64851"/>
                  </a:lnTo>
                  <a:lnTo>
                    <a:pt x="1308766" y="61761"/>
                  </a:lnTo>
                  <a:lnTo>
                    <a:pt x="1375995" y="58831"/>
                  </a:lnTo>
                  <a:lnTo>
                    <a:pt x="1439944" y="56043"/>
                  </a:lnTo>
                  <a:lnTo>
                    <a:pt x="1500918" y="53385"/>
                  </a:lnTo>
                  <a:lnTo>
                    <a:pt x="1559181" y="50845"/>
                  </a:lnTo>
                  <a:lnTo>
                    <a:pt x="1614963" y="48413"/>
                  </a:lnTo>
                  <a:lnTo>
                    <a:pt x="1668468" y="46080"/>
                  </a:lnTo>
                  <a:lnTo>
                    <a:pt x="1719875" y="43839"/>
                  </a:lnTo>
                  <a:lnTo>
                    <a:pt x="1769341" y="41683"/>
                  </a:lnTo>
                  <a:lnTo>
                    <a:pt x="1817008" y="39605"/>
                  </a:lnTo>
                  <a:lnTo>
                    <a:pt x="1863002" y="37600"/>
                  </a:lnTo>
                  <a:lnTo>
                    <a:pt x="1907436" y="35663"/>
                  </a:lnTo>
                  <a:lnTo>
                    <a:pt x="1950414" y="33789"/>
                  </a:lnTo>
                  <a:lnTo>
                    <a:pt x="1992027" y="31975"/>
                  </a:lnTo>
                  <a:lnTo>
                    <a:pt x="2032359" y="30217"/>
                  </a:lnTo>
                  <a:lnTo>
                    <a:pt x="2071487" y="28511"/>
                  </a:lnTo>
                  <a:lnTo>
                    <a:pt x="2109481" y="26855"/>
                  </a:lnTo>
                  <a:lnTo>
                    <a:pt x="2146404" y="25245"/>
                  </a:lnTo>
                  <a:lnTo>
                    <a:pt x="2182316" y="23680"/>
                  </a:lnTo>
                  <a:lnTo>
                    <a:pt x="2217270" y="22156"/>
                  </a:lnTo>
                  <a:lnTo>
                    <a:pt x="2251316" y="20672"/>
                  </a:lnTo>
                  <a:lnTo>
                    <a:pt x="2284500" y="19225"/>
                  </a:lnTo>
                  <a:lnTo>
                    <a:pt x="2316864" y="17814"/>
                  </a:lnTo>
                  <a:lnTo>
                    <a:pt x="2348449" y="16437"/>
                  </a:lnTo>
                  <a:lnTo>
                    <a:pt x="2379290" y="15093"/>
                  </a:lnTo>
                  <a:lnTo>
                    <a:pt x="2409422" y="13779"/>
                  </a:lnTo>
                  <a:lnTo>
                    <a:pt x="2438877" y="12495"/>
                  </a:lnTo>
                  <a:lnTo>
                    <a:pt x="2467685" y="11239"/>
                  </a:lnTo>
                  <a:lnTo>
                    <a:pt x="2495873" y="10010"/>
                  </a:lnTo>
                  <a:lnTo>
                    <a:pt x="2523467" y="8807"/>
                  </a:lnTo>
                  <a:lnTo>
                    <a:pt x="2550493" y="7629"/>
                  </a:lnTo>
                  <a:lnTo>
                    <a:pt x="2576973" y="6475"/>
                  </a:lnTo>
                  <a:lnTo>
                    <a:pt x="2602928" y="5343"/>
                  </a:lnTo>
                  <a:lnTo>
                    <a:pt x="2628379" y="4234"/>
                  </a:lnTo>
                  <a:lnTo>
                    <a:pt x="2653345" y="3146"/>
                  </a:lnTo>
                  <a:lnTo>
                    <a:pt x="2677845" y="2077"/>
                  </a:lnTo>
                  <a:lnTo>
                    <a:pt x="2701895" y="1029"/>
                  </a:lnTo>
                  <a:lnTo>
                    <a:pt x="272551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699836" y="2040504"/>
              <a:ext cx="2725512" cy="118067"/>
            </a:xfrm>
            <a:custGeom>
              <a:avLst/>
              <a:pathLst>
                <a:path w="2725512" h="118067">
                  <a:moveTo>
                    <a:pt x="0" y="118067"/>
                  </a:moveTo>
                  <a:lnTo>
                    <a:pt x="175018" y="110485"/>
                  </a:lnTo>
                  <a:lnTo>
                    <a:pt x="329396" y="103797"/>
                  </a:lnTo>
                  <a:lnTo>
                    <a:pt x="467491" y="97815"/>
                  </a:lnTo>
                  <a:lnTo>
                    <a:pt x="592414" y="92404"/>
                  </a:lnTo>
                  <a:lnTo>
                    <a:pt x="706459" y="87463"/>
                  </a:lnTo>
                  <a:lnTo>
                    <a:pt x="811371" y="82919"/>
                  </a:lnTo>
                  <a:lnTo>
                    <a:pt x="908504" y="78711"/>
                  </a:lnTo>
                  <a:lnTo>
                    <a:pt x="998932" y="74794"/>
                  </a:lnTo>
                  <a:lnTo>
                    <a:pt x="1083522" y="71129"/>
                  </a:lnTo>
                  <a:lnTo>
                    <a:pt x="1162983" y="67687"/>
                  </a:lnTo>
                  <a:lnTo>
                    <a:pt x="1237900" y="64442"/>
                  </a:lnTo>
                  <a:lnTo>
                    <a:pt x="1308766" y="61372"/>
                  </a:lnTo>
                  <a:lnTo>
                    <a:pt x="1375995" y="58460"/>
                  </a:lnTo>
                  <a:lnTo>
                    <a:pt x="1439944" y="55689"/>
                  </a:lnTo>
                  <a:lnTo>
                    <a:pt x="1500918" y="53048"/>
                  </a:lnTo>
                  <a:lnTo>
                    <a:pt x="1559181" y="50524"/>
                  </a:lnTo>
                  <a:lnTo>
                    <a:pt x="1614963" y="48108"/>
                  </a:lnTo>
                  <a:lnTo>
                    <a:pt x="1668468" y="45790"/>
                  </a:lnTo>
                  <a:lnTo>
                    <a:pt x="1719875" y="43563"/>
                  </a:lnTo>
                  <a:lnTo>
                    <a:pt x="1769341" y="41420"/>
                  </a:lnTo>
                  <a:lnTo>
                    <a:pt x="1817008" y="39355"/>
                  </a:lnTo>
                  <a:lnTo>
                    <a:pt x="1863002" y="37363"/>
                  </a:lnTo>
                  <a:lnTo>
                    <a:pt x="1907436" y="35438"/>
                  </a:lnTo>
                  <a:lnTo>
                    <a:pt x="1950414" y="33576"/>
                  </a:lnTo>
                  <a:lnTo>
                    <a:pt x="1992027" y="31774"/>
                  </a:lnTo>
                  <a:lnTo>
                    <a:pt x="2032359" y="30026"/>
                  </a:lnTo>
                  <a:lnTo>
                    <a:pt x="2071487" y="28331"/>
                  </a:lnTo>
                  <a:lnTo>
                    <a:pt x="2109481" y="26685"/>
                  </a:lnTo>
                  <a:lnTo>
                    <a:pt x="2146404" y="25086"/>
                  </a:lnTo>
                  <a:lnTo>
                    <a:pt x="2182316" y="23530"/>
                  </a:lnTo>
                  <a:lnTo>
                    <a:pt x="2217270" y="22016"/>
                  </a:lnTo>
                  <a:lnTo>
                    <a:pt x="2251316" y="20541"/>
                  </a:lnTo>
                  <a:lnTo>
                    <a:pt x="2284500" y="19104"/>
                  </a:lnTo>
                  <a:lnTo>
                    <a:pt x="2316864" y="17702"/>
                  </a:lnTo>
                  <a:lnTo>
                    <a:pt x="2348449" y="16334"/>
                  </a:lnTo>
                  <a:lnTo>
                    <a:pt x="2379290" y="14998"/>
                  </a:lnTo>
                  <a:lnTo>
                    <a:pt x="2409422" y="13692"/>
                  </a:lnTo>
                  <a:lnTo>
                    <a:pt x="2438877" y="12416"/>
                  </a:lnTo>
                  <a:lnTo>
                    <a:pt x="2467685" y="11168"/>
                  </a:lnTo>
                  <a:lnTo>
                    <a:pt x="2495873" y="9947"/>
                  </a:lnTo>
                  <a:lnTo>
                    <a:pt x="2523467" y="8752"/>
                  </a:lnTo>
                  <a:lnTo>
                    <a:pt x="2550493" y="7581"/>
                  </a:lnTo>
                  <a:lnTo>
                    <a:pt x="2576973" y="6434"/>
                  </a:lnTo>
                  <a:lnTo>
                    <a:pt x="2602928" y="5310"/>
                  </a:lnTo>
                  <a:lnTo>
                    <a:pt x="2628379" y="4207"/>
                  </a:lnTo>
                  <a:lnTo>
                    <a:pt x="2653345" y="3126"/>
                  </a:lnTo>
                  <a:lnTo>
                    <a:pt x="2677845" y="2064"/>
                  </a:lnTo>
                  <a:lnTo>
                    <a:pt x="2701895" y="1023"/>
                  </a:lnTo>
                  <a:lnTo>
                    <a:pt x="2725512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699836" y="2212833"/>
              <a:ext cx="2725512" cy="171584"/>
            </a:xfrm>
            <a:custGeom>
              <a:avLst/>
              <a:pathLst>
                <a:path w="2725512" h="171584">
                  <a:moveTo>
                    <a:pt x="0" y="171584"/>
                  </a:moveTo>
                  <a:lnTo>
                    <a:pt x="175018" y="160566"/>
                  </a:lnTo>
                  <a:lnTo>
                    <a:pt x="329396" y="150847"/>
                  </a:lnTo>
                  <a:lnTo>
                    <a:pt x="467491" y="142153"/>
                  </a:lnTo>
                  <a:lnTo>
                    <a:pt x="592414" y="134289"/>
                  </a:lnTo>
                  <a:lnTo>
                    <a:pt x="706459" y="127109"/>
                  </a:lnTo>
                  <a:lnTo>
                    <a:pt x="811371" y="120504"/>
                  </a:lnTo>
                  <a:lnTo>
                    <a:pt x="908504" y="114389"/>
                  </a:lnTo>
                  <a:lnTo>
                    <a:pt x="998932" y="108696"/>
                  </a:lnTo>
                  <a:lnTo>
                    <a:pt x="1083522" y="103371"/>
                  </a:lnTo>
                  <a:lnTo>
                    <a:pt x="1162983" y="98369"/>
                  </a:lnTo>
                  <a:lnTo>
                    <a:pt x="1237900" y="93652"/>
                  </a:lnTo>
                  <a:lnTo>
                    <a:pt x="1308766" y="89191"/>
                  </a:lnTo>
                  <a:lnTo>
                    <a:pt x="1375995" y="84958"/>
                  </a:lnTo>
                  <a:lnTo>
                    <a:pt x="1439944" y="80932"/>
                  </a:lnTo>
                  <a:lnTo>
                    <a:pt x="1500918" y="77094"/>
                  </a:lnTo>
                  <a:lnTo>
                    <a:pt x="1559181" y="73426"/>
                  </a:lnTo>
                  <a:lnTo>
                    <a:pt x="1614963" y="69914"/>
                  </a:lnTo>
                  <a:lnTo>
                    <a:pt x="1668468" y="66546"/>
                  </a:lnTo>
                  <a:lnTo>
                    <a:pt x="1719875" y="63309"/>
                  </a:lnTo>
                  <a:lnTo>
                    <a:pt x="1769341" y="60195"/>
                  </a:lnTo>
                  <a:lnTo>
                    <a:pt x="1817008" y="57194"/>
                  </a:lnTo>
                  <a:lnTo>
                    <a:pt x="1863002" y="54299"/>
                  </a:lnTo>
                  <a:lnTo>
                    <a:pt x="1907436" y="51501"/>
                  </a:lnTo>
                  <a:lnTo>
                    <a:pt x="1950414" y="48796"/>
                  </a:lnTo>
                  <a:lnTo>
                    <a:pt x="1992027" y="46176"/>
                  </a:lnTo>
                  <a:lnTo>
                    <a:pt x="2032359" y="43637"/>
                  </a:lnTo>
                  <a:lnTo>
                    <a:pt x="2071487" y="41174"/>
                  </a:lnTo>
                  <a:lnTo>
                    <a:pt x="2109481" y="38782"/>
                  </a:lnTo>
                  <a:lnTo>
                    <a:pt x="2146404" y="36457"/>
                  </a:lnTo>
                  <a:lnTo>
                    <a:pt x="2182316" y="34196"/>
                  </a:lnTo>
                  <a:lnTo>
                    <a:pt x="2217270" y="31996"/>
                  </a:lnTo>
                  <a:lnTo>
                    <a:pt x="2251316" y="29853"/>
                  </a:lnTo>
                  <a:lnTo>
                    <a:pt x="2284500" y="27763"/>
                  </a:lnTo>
                  <a:lnTo>
                    <a:pt x="2316864" y="25726"/>
                  </a:lnTo>
                  <a:lnTo>
                    <a:pt x="2348449" y="23738"/>
                  </a:lnTo>
                  <a:lnTo>
                    <a:pt x="2379290" y="21796"/>
                  </a:lnTo>
                  <a:lnTo>
                    <a:pt x="2409422" y="19899"/>
                  </a:lnTo>
                  <a:lnTo>
                    <a:pt x="2438877" y="18045"/>
                  </a:lnTo>
                  <a:lnTo>
                    <a:pt x="2467685" y="16231"/>
                  </a:lnTo>
                  <a:lnTo>
                    <a:pt x="2495873" y="14456"/>
                  </a:lnTo>
                  <a:lnTo>
                    <a:pt x="2523467" y="12719"/>
                  </a:lnTo>
                  <a:lnTo>
                    <a:pt x="2550493" y="11018"/>
                  </a:lnTo>
                  <a:lnTo>
                    <a:pt x="2576973" y="9351"/>
                  </a:lnTo>
                  <a:lnTo>
                    <a:pt x="2602928" y="7717"/>
                  </a:lnTo>
                  <a:lnTo>
                    <a:pt x="2628379" y="6115"/>
                  </a:lnTo>
                  <a:lnTo>
                    <a:pt x="2653345" y="4543"/>
                  </a:lnTo>
                  <a:lnTo>
                    <a:pt x="2677845" y="3000"/>
                  </a:lnTo>
                  <a:lnTo>
                    <a:pt x="2701895" y="1486"/>
                  </a:lnTo>
                  <a:lnTo>
                    <a:pt x="272551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699836" y="2361897"/>
              <a:ext cx="2725512" cy="136782"/>
            </a:xfrm>
            <a:custGeom>
              <a:avLst/>
              <a:pathLst>
                <a:path w="2725512" h="136782">
                  <a:moveTo>
                    <a:pt x="0" y="136782"/>
                  </a:moveTo>
                  <a:lnTo>
                    <a:pt x="175018" y="127999"/>
                  </a:lnTo>
                  <a:lnTo>
                    <a:pt x="329396" y="120251"/>
                  </a:lnTo>
                  <a:lnTo>
                    <a:pt x="467491" y="113320"/>
                  </a:lnTo>
                  <a:lnTo>
                    <a:pt x="592414" y="107051"/>
                  </a:lnTo>
                  <a:lnTo>
                    <a:pt x="706459" y="101328"/>
                  </a:lnTo>
                  <a:lnTo>
                    <a:pt x="811371" y="96063"/>
                  </a:lnTo>
                  <a:lnTo>
                    <a:pt x="908504" y="91188"/>
                  </a:lnTo>
                  <a:lnTo>
                    <a:pt x="998932" y="86650"/>
                  </a:lnTo>
                  <a:lnTo>
                    <a:pt x="1083522" y="82404"/>
                  </a:lnTo>
                  <a:lnTo>
                    <a:pt x="1162983" y="78417"/>
                  </a:lnTo>
                  <a:lnTo>
                    <a:pt x="1237900" y="74657"/>
                  </a:lnTo>
                  <a:lnTo>
                    <a:pt x="1308766" y="71100"/>
                  </a:lnTo>
                  <a:lnTo>
                    <a:pt x="1375995" y="67726"/>
                  </a:lnTo>
                  <a:lnTo>
                    <a:pt x="1439944" y="64517"/>
                  </a:lnTo>
                  <a:lnTo>
                    <a:pt x="1500918" y="61457"/>
                  </a:lnTo>
                  <a:lnTo>
                    <a:pt x="1559181" y="58533"/>
                  </a:lnTo>
                  <a:lnTo>
                    <a:pt x="1614963" y="55733"/>
                  </a:lnTo>
                  <a:lnTo>
                    <a:pt x="1668468" y="53048"/>
                  </a:lnTo>
                  <a:lnTo>
                    <a:pt x="1719875" y="50468"/>
                  </a:lnTo>
                  <a:lnTo>
                    <a:pt x="1769341" y="47986"/>
                  </a:lnTo>
                  <a:lnTo>
                    <a:pt x="1817008" y="45594"/>
                  </a:lnTo>
                  <a:lnTo>
                    <a:pt x="1863002" y="43285"/>
                  </a:lnTo>
                  <a:lnTo>
                    <a:pt x="1907436" y="41055"/>
                  </a:lnTo>
                  <a:lnTo>
                    <a:pt x="1950414" y="38899"/>
                  </a:lnTo>
                  <a:lnTo>
                    <a:pt x="1992027" y="36810"/>
                  </a:lnTo>
                  <a:lnTo>
                    <a:pt x="2032359" y="34786"/>
                  </a:lnTo>
                  <a:lnTo>
                    <a:pt x="2071487" y="32822"/>
                  </a:lnTo>
                  <a:lnTo>
                    <a:pt x="2109481" y="30916"/>
                  </a:lnTo>
                  <a:lnTo>
                    <a:pt x="2146404" y="29063"/>
                  </a:lnTo>
                  <a:lnTo>
                    <a:pt x="2182316" y="27260"/>
                  </a:lnTo>
                  <a:lnTo>
                    <a:pt x="2217270" y="25506"/>
                  </a:lnTo>
                  <a:lnTo>
                    <a:pt x="2251316" y="23797"/>
                  </a:lnTo>
                  <a:lnTo>
                    <a:pt x="2284500" y="22132"/>
                  </a:lnTo>
                  <a:lnTo>
                    <a:pt x="2316864" y="20508"/>
                  </a:lnTo>
                  <a:lnTo>
                    <a:pt x="2348449" y="18923"/>
                  </a:lnTo>
                  <a:lnTo>
                    <a:pt x="2379290" y="17375"/>
                  </a:lnTo>
                  <a:lnTo>
                    <a:pt x="2409422" y="15863"/>
                  </a:lnTo>
                  <a:lnTo>
                    <a:pt x="2438877" y="14385"/>
                  </a:lnTo>
                  <a:lnTo>
                    <a:pt x="2467685" y="12939"/>
                  </a:lnTo>
                  <a:lnTo>
                    <a:pt x="2495873" y="11524"/>
                  </a:lnTo>
                  <a:lnTo>
                    <a:pt x="2523467" y="10139"/>
                  </a:lnTo>
                  <a:lnTo>
                    <a:pt x="2550493" y="8783"/>
                  </a:lnTo>
                  <a:lnTo>
                    <a:pt x="2576973" y="7454"/>
                  </a:lnTo>
                  <a:lnTo>
                    <a:pt x="2602928" y="6152"/>
                  </a:lnTo>
                  <a:lnTo>
                    <a:pt x="2628379" y="4874"/>
                  </a:lnTo>
                  <a:lnTo>
                    <a:pt x="2653345" y="3621"/>
                  </a:lnTo>
                  <a:lnTo>
                    <a:pt x="2677845" y="2392"/>
                  </a:lnTo>
                  <a:lnTo>
                    <a:pt x="2701895" y="1185"/>
                  </a:lnTo>
                  <a:lnTo>
                    <a:pt x="272551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699836" y="2207415"/>
              <a:ext cx="2725512" cy="71871"/>
            </a:xfrm>
            <a:custGeom>
              <a:avLst/>
              <a:pathLst>
                <a:path w="2725512" h="71871">
                  <a:moveTo>
                    <a:pt x="0" y="71871"/>
                  </a:moveTo>
                  <a:lnTo>
                    <a:pt x="175018" y="67256"/>
                  </a:lnTo>
                  <a:lnTo>
                    <a:pt x="329396" y="63185"/>
                  </a:lnTo>
                  <a:lnTo>
                    <a:pt x="467491" y="59543"/>
                  </a:lnTo>
                  <a:lnTo>
                    <a:pt x="592414" y="56249"/>
                  </a:lnTo>
                  <a:lnTo>
                    <a:pt x="706459" y="53242"/>
                  </a:lnTo>
                  <a:lnTo>
                    <a:pt x="811371" y="50475"/>
                  </a:lnTo>
                  <a:lnTo>
                    <a:pt x="908504" y="47914"/>
                  </a:lnTo>
                  <a:lnTo>
                    <a:pt x="998932" y="45529"/>
                  </a:lnTo>
                  <a:lnTo>
                    <a:pt x="1083522" y="43298"/>
                  </a:lnTo>
                  <a:lnTo>
                    <a:pt x="1162983" y="41203"/>
                  </a:lnTo>
                  <a:lnTo>
                    <a:pt x="1237900" y="39228"/>
                  </a:lnTo>
                  <a:lnTo>
                    <a:pt x="1308766" y="37359"/>
                  </a:lnTo>
                  <a:lnTo>
                    <a:pt x="1375995" y="35586"/>
                  </a:lnTo>
                  <a:lnTo>
                    <a:pt x="1439944" y="33900"/>
                  </a:lnTo>
                  <a:lnTo>
                    <a:pt x="1500918" y="32292"/>
                  </a:lnTo>
                  <a:lnTo>
                    <a:pt x="1559181" y="30755"/>
                  </a:lnTo>
                  <a:lnTo>
                    <a:pt x="1614963" y="29284"/>
                  </a:lnTo>
                  <a:lnTo>
                    <a:pt x="1668468" y="27874"/>
                  </a:lnTo>
                  <a:lnTo>
                    <a:pt x="1719875" y="26518"/>
                  </a:lnTo>
                  <a:lnTo>
                    <a:pt x="1769341" y="25214"/>
                  </a:lnTo>
                  <a:lnTo>
                    <a:pt x="1817008" y="23957"/>
                  </a:lnTo>
                  <a:lnTo>
                    <a:pt x="1863002" y="22744"/>
                  </a:lnTo>
                  <a:lnTo>
                    <a:pt x="1907436" y="21572"/>
                  </a:lnTo>
                  <a:lnTo>
                    <a:pt x="1950414" y="20439"/>
                  </a:lnTo>
                  <a:lnTo>
                    <a:pt x="1992027" y="19341"/>
                  </a:lnTo>
                  <a:lnTo>
                    <a:pt x="2032359" y="18278"/>
                  </a:lnTo>
                  <a:lnTo>
                    <a:pt x="2071487" y="17246"/>
                  </a:lnTo>
                  <a:lnTo>
                    <a:pt x="2109481" y="16244"/>
                  </a:lnTo>
                  <a:lnTo>
                    <a:pt x="2146404" y="15270"/>
                  </a:lnTo>
                  <a:lnTo>
                    <a:pt x="2182316" y="14323"/>
                  </a:lnTo>
                  <a:lnTo>
                    <a:pt x="2217270" y="13402"/>
                  </a:lnTo>
                  <a:lnTo>
                    <a:pt x="2251316" y="12504"/>
                  </a:lnTo>
                  <a:lnTo>
                    <a:pt x="2284500" y="11629"/>
                  </a:lnTo>
                  <a:lnTo>
                    <a:pt x="2316864" y="10775"/>
                  </a:lnTo>
                  <a:lnTo>
                    <a:pt x="2348449" y="9943"/>
                  </a:lnTo>
                  <a:lnTo>
                    <a:pt x="2379290" y="9129"/>
                  </a:lnTo>
                  <a:lnTo>
                    <a:pt x="2409422" y="8335"/>
                  </a:lnTo>
                  <a:lnTo>
                    <a:pt x="2438877" y="7558"/>
                  </a:lnTo>
                  <a:lnTo>
                    <a:pt x="2467685" y="6798"/>
                  </a:lnTo>
                  <a:lnTo>
                    <a:pt x="2495873" y="6055"/>
                  </a:lnTo>
                  <a:lnTo>
                    <a:pt x="2523467" y="5327"/>
                  </a:lnTo>
                  <a:lnTo>
                    <a:pt x="2550493" y="4615"/>
                  </a:lnTo>
                  <a:lnTo>
                    <a:pt x="2576973" y="3916"/>
                  </a:lnTo>
                  <a:lnTo>
                    <a:pt x="2602928" y="3232"/>
                  </a:lnTo>
                  <a:lnTo>
                    <a:pt x="2628379" y="2561"/>
                  </a:lnTo>
                  <a:lnTo>
                    <a:pt x="2653345" y="1903"/>
                  </a:lnTo>
                  <a:lnTo>
                    <a:pt x="2677845" y="1256"/>
                  </a:lnTo>
                  <a:lnTo>
                    <a:pt x="2701895" y="622"/>
                  </a:lnTo>
                  <a:lnTo>
                    <a:pt x="2725512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503277" y="1353673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503277" y="1353673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72281" y="231263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72281" y="197634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72281" y="164004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33419" y="1303751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465319" y="236274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465319" y="202645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465319" y="169015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465319" y="135386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503277" y="2591912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699836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608340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516845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4425349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1660974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2569478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2" name="tx111"/>
            <p:cNvSpPr/>
            <p:nvPr/>
          </p:nvSpPr>
          <p:spPr>
            <a:xfrm>
              <a:off x="3477983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4386487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4" name="tx113"/>
            <p:cNvSpPr/>
            <p:nvPr/>
          </p:nvSpPr>
          <p:spPr>
            <a:xfrm>
              <a:off x="2696037" y="2873100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5" name="tx114"/>
            <p:cNvSpPr/>
            <p:nvPr/>
          </p:nvSpPr>
          <p:spPr>
            <a:xfrm rot="-5400000">
              <a:off x="1004992" y="1913356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6" name="tx115"/>
            <p:cNvSpPr/>
            <p:nvPr/>
          </p:nvSpPr>
          <p:spPr>
            <a:xfrm>
              <a:off x="1503277" y="1110514"/>
              <a:ext cx="14216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7" name="rc116"/>
            <p:cNvSpPr/>
            <p:nvPr/>
          </p:nvSpPr>
          <p:spPr>
            <a:xfrm>
              <a:off x="4913885" y="1353673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5078293" y="224885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5099810" y="156985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5026385" y="224249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5072732" y="216262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028425" y="230972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040626" y="177539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41106" y="142914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05692" y="205609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070959" y="247488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041680" y="202429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921780" y="249162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994363" y="177559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6037680" y="217462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976892" y="25063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6004842" y="192189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6012026" y="138065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6016574" y="248041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6021439" y="243398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980105" y="219355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956319" y="248548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962921" y="232098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973692" y="248290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6035980" y="210262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94391" y="199736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46928" y="204435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30684" y="188990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98104" y="229524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25372" y="247732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6897981" y="227826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6921776" y="235239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6877769" y="243261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6881314" y="224124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6835451" y="182720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6866508" y="155089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6841470" y="173763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6849820" y="230324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6928069" y="225694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6865499" y="179703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6927009" y="196132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6956700" y="241249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6912721" y="175686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6889017" y="191290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866173" y="206592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847906" y="238934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926042" y="205876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905663" y="236765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933260" y="189676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949921" y="207007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7825753" y="215804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7810747" y="227460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7744218" y="232049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7862385" y="214383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7746946" y="204659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7745728" y="208856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7748697" y="227359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7848232" y="210773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7812334" y="230273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7821190" y="221022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7831545" y="207462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7759391" y="182223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7807502" y="229253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7827710" y="245943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7776500" y="234475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7763344" y="216454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7771182" y="226836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7852988" y="214476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7771609" y="212580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7770574" y="198724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7827571" y="202280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7761804" y="207757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7780215" y="237555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7749318" y="213834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5105463" y="2092419"/>
              <a:ext cx="2727015" cy="116197"/>
            </a:xfrm>
            <a:custGeom>
              <a:avLst/>
              <a:pathLst>
                <a:path w="2727015" h="116197">
                  <a:moveTo>
                    <a:pt x="0" y="0"/>
                  </a:moveTo>
                  <a:lnTo>
                    <a:pt x="175115" y="7461"/>
                  </a:lnTo>
                  <a:lnTo>
                    <a:pt x="329578" y="14043"/>
                  </a:lnTo>
                  <a:lnTo>
                    <a:pt x="467749" y="19930"/>
                  </a:lnTo>
                  <a:lnTo>
                    <a:pt x="592741" y="25256"/>
                  </a:lnTo>
                  <a:lnTo>
                    <a:pt x="706849" y="30118"/>
                  </a:lnTo>
                  <a:lnTo>
                    <a:pt x="811818" y="34591"/>
                  </a:lnTo>
                  <a:lnTo>
                    <a:pt x="909005" y="38732"/>
                  </a:lnTo>
                  <a:lnTo>
                    <a:pt x="999483" y="42587"/>
                  </a:lnTo>
                  <a:lnTo>
                    <a:pt x="1084120" y="46194"/>
                  </a:lnTo>
                  <a:lnTo>
                    <a:pt x="1163624" y="49581"/>
                  </a:lnTo>
                  <a:lnTo>
                    <a:pt x="1238583" y="52775"/>
                  </a:lnTo>
                  <a:lnTo>
                    <a:pt x="1309488" y="55797"/>
                  </a:lnTo>
                  <a:lnTo>
                    <a:pt x="1376755" y="58663"/>
                  </a:lnTo>
                  <a:lnTo>
                    <a:pt x="1440739" y="61389"/>
                  </a:lnTo>
                  <a:lnTo>
                    <a:pt x="1501746" y="63989"/>
                  </a:lnTo>
                  <a:lnTo>
                    <a:pt x="1560041" y="66473"/>
                  </a:lnTo>
                  <a:lnTo>
                    <a:pt x="1615854" y="68851"/>
                  </a:lnTo>
                  <a:lnTo>
                    <a:pt x="1669389" y="71132"/>
                  </a:lnTo>
                  <a:lnTo>
                    <a:pt x="1720824" y="73324"/>
                  </a:lnTo>
                  <a:lnTo>
                    <a:pt x="1770317" y="75433"/>
                  </a:lnTo>
                  <a:lnTo>
                    <a:pt x="1818010" y="77465"/>
                  </a:lnTo>
                  <a:lnTo>
                    <a:pt x="1864030" y="79426"/>
                  </a:lnTo>
                  <a:lnTo>
                    <a:pt x="1908489" y="81320"/>
                  </a:lnTo>
                  <a:lnTo>
                    <a:pt x="1951490" y="83152"/>
                  </a:lnTo>
                  <a:lnTo>
                    <a:pt x="1993126" y="84926"/>
                  </a:lnTo>
                  <a:lnTo>
                    <a:pt x="2033480" y="86646"/>
                  </a:lnTo>
                  <a:lnTo>
                    <a:pt x="2072630" y="88314"/>
                  </a:lnTo>
                  <a:lnTo>
                    <a:pt x="2110645" y="89934"/>
                  </a:lnTo>
                  <a:lnTo>
                    <a:pt x="2147588" y="91508"/>
                  </a:lnTo>
                  <a:lnTo>
                    <a:pt x="2183520" y="93039"/>
                  </a:lnTo>
                  <a:lnTo>
                    <a:pt x="2218493" y="94529"/>
                  </a:lnTo>
                  <a:lnTo>
                    <a:pt x="2252558" y="95981"/>
                  </a:lnTo>
                  <a:lnTo>
                    <a:pt x="2285760" y="97395"/>
                  </a:lnTo>
                  <a:lnTo>
                    <a:pt x="2318142" y="98775"/>
                  </a:lnTo>
                  <a:lnTo>
                    <a:pt x="2349744" y="100122"/>
                  </a:lnTo>
                  <a:lnTo>
                    <a:pt x="2380602" y="101437"/>
                  </a:lnTo>
                  <a:lnTo>
                    <a:pt x="2410751" y="102721"/>
                  </a:lnTo>
                  <a:lnTo>
                    <a:pt x="2440223" y="103977"/>
                  </a:lnTo>
                  <a:lnTo>
                    <a:pt x="2469046" y="105205"/>
                  </a:lnTo>
                  <a:lnTo>
                    <a:pt x="2497250" y="106407"/>
                  </a:lnTo>
                  <a:lnTo>
                    <a:pt x="2524860" y="107584"/>
                  </a:lnTo>
                  <a:lnTo>
                    <a:pt x="2551900" y="108736"/>
                  </a:lnTo>
                  <a:lnTo>
                    <a:pt x="2578394" y="109865"/>
                  </a:lnTo>
                  <a:lnTo>
                    <a:pt x="2604364" y="110971"/>
                  </a:lnTo>
                  <a:lnTo>
                    <a:pt x="2629829" y="112056"/>
                  </a:lnTo>
                  <a:lnTo>
                    <a:pt x="2654809" y="113121"/>
                  </a:lnTo>
                  <a:lnTo>
                    <a:pt x="2679322" y="114165"/>
                  </a:lnTo>
                  <a:lnTo>
                    <a:pt x="2703386" y="115190"/>
                  </a:lnTo>
                  <a:lnTo>
                    <a:pt x="2727015" y="11619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5105463" y="1626885"/>
              <a:ext cx="2727015" cy="525513"/>
            </a:xfrm>
            <a:custGeom>
              <a:avLst/>
              <a:pathLst>
                <a:path w="2727015" h="525513">
                  <a:moveTo>
                    <a:pt x="0" y="0"/>
                  </a:moveTo>
                  <a:lnTo>
                    <a:pt x="175115" y="33745"/>
                  </a:lnTo>
                  <a:lnTo>
                    <a:pt x="329578" y="63511"/>
                  </a:lnTo>
                  <a:lnTo>
                    <a:pt x="467749" y="90138"/>
                  </a:lnTo>
                  <a:lnTo>
                    <a:pt x="592741" y="114225"/>
                  </a:lnTo>
                  <a:lnTo>
                    <a:pt x="706849" y="136214"/>
                  </a:lnTo>
                  <a:lnTo>
                    <a:pt x="811818" y="156442"/>
                  </a:lnTo>
                  <a:lnTo>
                    <a:pt x="909005" y="175171"/>
                  </a:lnTo>
                  <a:lnTo>
                    <a:pt x="999483" y="192607"/>
                  </a:lnTo>
                  <a:lnTo>
                    <a:pt x="1084120" y="208917"/>
                  </a:lnTo>
                  <a:lnTo>
                    <a:pt x="1163624" y="224238"/>
                  </a:lnTo>
                  <a:lnTo>
                    <a:pt x="1238583" y="238683"/>
                  </a:lnTo>
                  <a:lnTo>
                    <a:pt x="1309488" y="252347"/>
                  </a:lnTo>
                  <a:lnTo>
                    <a:pt x="1376755" y="265309"/>
                  </a:lnTo>
                  <a:lnTo>
                    <a:pt x="1440739" y="277639"/>
                  </a:lnTo>
                  <a:lnTo>
                    <a:pt x="1501746" y="289396"/>
                  </a:lnTo>
                  <a:lnTo>
                    <a:pt x="1560041" y="300630"/>
                  </a:lnTo>
                  <a:lnTo>
                    <a:pt x="1615854" y="311385"/>
                  </a:lnTo>
                  <a:lnTo>
                    <a:pt x="1669389" y="321702"/>
                  </a:lnTo>
                  <a:lnTo>
                    <a:pt x="1720824" y="331614"/>
                  </a:lnTo>
                  <a:lnTo>
                    <a:pt x="1770317" y="341151"/>
                  </a:lnTo>
                  <a:lnTo>
                    <a:pt x="1818010" y="350342"/>
                  </a:lnTo>
                  <a:lnTo>
                    <a:pt x="1864030" y="359210"/>
                  </a:lnTo>
                  <a:lnTo>
                    <a:pt x="1908489" y="367778"/>
                  </a:lnTo>
                  <a:lnTo>
                    <a:pt x="1951490" y="376065"/>
                  </a:lnTo>
                  <a:lnTo>
                    <a:pt x="1993126" y="384088"/>
                  </a:lnTo>
                  <a:lnTo>
                    <a:pt x="2033480" y="391865"/>
                  </a:lnTo>
                  <a:lnTo>
                    <a:pt x="2072630" y="399409"/>
                  </a:lnTo>
                  <a:lnTo>
                    <a:pt x="2110645" y="406735"/>
                  </a:lnTo>
                  <a:lnTo>
                    <a:pt x="2147588" y="413854"/>
                  </a:lnTo>
                  <a:lnTo>
                    <a:pt x="2183520" y="420778"/>
                  </a:lnTo>
                  <a:lnTo>
                    <a:pt x="2218493" y="427518"/>
                  </a:lnTo>
                  <a:lnTo>
                    <a:pt x="2252558" y="434082"/>
                  </a:lnTo>
                  <a:lnTo>
                    <a:pt x="2285760" y="440481"/>
                  </a:lnTo>
                  <a:lnTo>
                    <a:pt x="2318142" y="446721"/>
                  </a:lnTo>
                  <a:lnTo>
                    <a:pt x="2349744" y="452811"/>
                  </a:lnTo>
                  <a:lnTo>
                    <a:pt x="2380602" y="458757"/>
                  </a:lnTo>
                  <a:lnTo>
                    <a:pt x="2410751" y="464567"/>
                  </a:lnTo>
                  <a:lnTo>
                    <a:pt x="2440223" y="470247"/>
                  </a:lnTo>
                  <a:lnTo>
                    <a:pt x="2469046" y="475801"/>
                  </a:lnTo>
                  <a:lnTo>
                    <a:pt x="2497250" y="481236"/>
                  </a:lnTo>
                  <a:lnTo>
                    <a:pt x="2524860" y="486557"/>
                  </a:lnTo>
                  <a:lnTo>
                    <a:pt x="2551900" y="491768"/>
                  </a:lnTo>
                  <a:lnTo>
                    <a:pt x="2578394" y="496873"/>
                  </a:lnTo>
                  <a:lnTo>
                    <a:pt x="2604364" y="501878"/>
                  </a:lnTo>
                  <a:lnTo>
                    <a:pt x="2629829" y="506785"/>
                  </a:lnTo>
                  <a:lnTo>
                    <a:pt x="2654809" y="511599"/>
                  </a:lnTo>
                  <a:lnTo>
                    <a:pt x="2679322" y="516323"/>
                  </a:lnTo>
                  <a:lnTo>
                    <a:pt x="2703386" y="520960"/>
                  </a:lnTo>
                  <a:lnTo>
                    <a:pt x="2727015" y="525513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5105463" y="2268289"/>
              <a:ext cx="2727015" cy="74537"/>
            </a:xfrm>
            <a:custGeom>
              <a:avLst/>
              <a:pathLst>
                <a:path w="2727015" h="74537">
                  <a:moveTo>
                    <a:pt x="0" y="0"/>
                  </a:moveTo>
                  <a:lnTo>
                    <a:pt x="175115" y="4786"/>
                  </a:lnTo>
                  <a:lnTo>
                    <a:pt x="329578" y="9008"/>
                  </a:lnTo>
                  <a:lnTo>
                    <a:pt x="467749" y="12784"/>
                  </a:lnTo>
                  <a:lnTo>
                    <a:pt x="592741" y="16201"/>
                  </a:lnTo>
                  <a:lnTo>
                    <a:pt x="706849" y="19320"/>
                  </a:lnTo>
                  <a:lnTo>
                    <a:pt x="811818" y="22189"/>
                  </a:lnTo>
                  <a:lnTo>
                    <a:pt x="909005" y="24845"/>
                  </a:lnTo>
                  <a:lnTo>
                    <a:pt x="999483" y="27318"/>
                  </a:lnTo>
                  <a:lnTo>
                    <a:pt x="1084120" y="29632"/>
                  </a:lnTo>
                  <a:lnTo>
                    <a:pt x="1163624" y="31805"/>
                  </a:lnTo>
                  <a:lnTo>
                    <a:pt x="1238583" y="33854"/>
                  </a:lnTo>
                  <a:lnTo>
                    <a:pt x="1309488" y="35792"/>
                  </a:lnTo>
                  <a:lnTo>
                    <a:pt x="1376755" y="37630"/>
                  </a:lnTo>
                  <a:lnTo>
                    <a:pt x="1440739" y="39379"/>
                  </a:lnTo>
                  <a:lnTo>
                    <a:pt x="1501746" y="41047"/>
                  </a:lnTo>
                  <a:lnTo>
                    <a:pt x="1560041" y="42640"/>
                  </a:lnTo>
                  <a:lnTo>
                    <a:pt x="1615854" y="44165"/>
                  </a:lnTo>
                  <a:lnTo>
                    <a:pt x="1669389" y="45629"/>
                  </a:lnTo>
                  <a:lnTo>
                    <a:pt x="1720824" y="47035"/>
                  </a:lnTo>
                  <a:lnTo>
                    <a:pt x="1770317" y="48387"/>
                  </a:lnTo>
                  <a:lnTo>
                    <a:pt x="1818010" y="49691"/>
                  </a:lnTo>
                  <a:lnTo>
                    <a:pt x="1864030" y="50949"/>
                  </a:lnTo>
                  <a:lnTo>
                    <a:pt x="1908489" y="52164"/>
                  </a:lnTo>
                  <a:lnTo>
                    <a:pt x="1951490" y="53339"/>
                  </a:lnTo>
                  <a:lnTo>
                    <a:pt x="1993126" y="54477"/>
                  </a:lnTo>
                  <a:lnTo>
                    <a:pt x="2033480" y="55580"/>
                  </a:lnTo>
                  <a:lnTo>
                    <a:pt x="2072630" y="56650"/>
                  </a:lnTo>
                  <a:lnTo>
                    <a:pt x="2110645" y="57690"/>
                  </a:lnTo>
                  <a:lnTo>
                    <a:pt x="2147588" y="58699"/>
                  </a:lnTo>
                  <a:lnTo>
                    <a:pt x="2183520" y="59681"/>
                  </a:lnTo>
                  <a:lnTo>
                    <a:pt x="2218493" y="60637"/>
                  </a:lnTo>
                  <a:lnTo>
                    <a:pt x="2252558" y="61568"/>
                  </a:lnTo>
                  <a:lnTo>
                    <a:pt x="2285760" y="62476"/>
                  </a:lnTo>
                  <a:lnTo>
                    <a:pt x="2318142" y="63361"/>
                  </a:lnTo>
                  <a:lnTo>
                    <a:pt x="2349744" y="64225"/>
                  </a:lnTo>
                  <a:lnTo>
                    <a:pt x="2380602" y="65068"/>
                  </a:lnTo>
                  <a:lnTo>
                    <a:pt x="2410751" y="65892"/>
                  </a:lnTo>
                  <a:lnTo>
                    <a:pt x="2440223" y="66698"/>
                  </a:lnTo>
                  <a:lnTo>
                    <a:pt x="2469046" y="67486"/>
                  </a:lnTo>
                  <a:lnTo>
                    <a:pt x="2497250" y="68257"/>
                  </a:lnTo>
                  <a:lnTo>
                    <a:pt x="2524860" y="69011"/>
                  </a:lnTo>
                  <a:lnTo>
                    <a:pt x="2551900" y="69750"/>
                  </a:lnTo>
                  <a:lnTo>
                    <a:pt x="2578394" y="70474"/>
                  </a:lnTo>
                  <a:lnTo>
                    <a:pt x="2604364" y="71184"/>
                  </a:lnTo>
                  <a:lnTo>
                    <a:pt x="2629829" y="71880"/>
                  </a:lnTo>
                  <a:lnTo>
                    <a:pt x="2654809" y="72563"/>
                  </a:lnTo>
                  <a:lnTo>
                    <a:pt x="2679322" y="73233"/>
                  </a:lnTo>
                  <a:lnTo>
                    <a:pt x="2703386" y="73891"/>
                  </a:lnTo>
                  <a:lnTo>
                    <a:pt x="2727015" y="74537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5105463" y="2137933"/>
              <a:ext cx="2727015" cy="103968"/>
            </a:xfrm>
            <a:custGeom>
              <a:avLst/>
              <a:pathLst>
                <a:path w="2727015" h="103968">
                  <a:moveTo>
                    <a:pt x="0" y="103968"/>
                  </a:moveTo>
                  <a:lnTo>
                    <a:pt x="175115" y="97292"/>
                  </a:lnTo>
                  <a:lnTo>
                    <a:pt x="329578" y="91403"/>
                  </a:lnTo>
                  <a:lnTo>
                    <a:pt x="467749" y="86135"/>
                  </a:lnTo>
                  <a:lnTo>
                    <a:pt x="592741" y="81370"/>
                  </a:lnTo>
                  <a:lnTo>
                    <a:pt x="706849" y="77019"/>
                  </a:lnTo>
                  <a:lnTo>
                    <a:pt x="811818" y="73017"/>
                  </a:lnTo>
                  <a:lnTo>
                    <a:pt x="909005" y="69312"/>
                  </a:lnTo>
                  <a:lnTo>
                    <a:pt x="999483" y="65862"/>
                  </a:lnTo>
                  <a:lnTo>
                    <a:pt x="1084120" y="62636"/>
                  </a:lnTo>
                  <a:lnTo>
                    <a:pt x="1163624" y="59604"/>
                  </a:lnTo>
                  <a:lnTo>
                    <a:pt x="1238583" y="56747"/>
                  </a:lnTo>
                  <a:lnTo>
                    <a:pt x="1309488" y="54043"/>
                  </a:lnTo>
                  <a:lnTo>
                    <a:pt x="1376755" y="51479"/>
                  </a:lnTo>
                  <a:lnTo>
                    <a:pt x="1440739" y="49039"/>
                  </a:lnTo>
                  <a:lnTo>
                    <a:pt x="1501746" y="46713"/>
                  </a:lnTo>
                  <a:lnTo>
                    <a:pt x="1560041" y="44491"/>
                  </a:lnTo>
                  <a:lnTo>
                    <a:pt x="1615854" y="42363"/>
                  </a:lnTo>
                  <a:lnTo>
                    <a:pt x="1669389" y="40322"/>
                  </a:lnTo>
                  <a:lnTo>
                    <a:pt x="1720824" y="38361"/>
                  </a:lnTo>
                  <a:lnTo>
                    <a:pt x="1770317" y="36474"/>
                  </a:lnTo>
                  <a:lnTo>
                    <a:pt x="1818010" y="34656"/>
                  </a:lnTo>
                  <a:lnTo>
                    <a:pt x="1864030" y="32901"/>
                  </a:lnTo>
                  <a:lnTo>
                    <a:pt x="1908489" y="31206"/>
                  </a:lnTo>
                  <a:lnTo>
                    <a:pt x="1951490" y="29567"/>
                  </a:lnTo>
                  <a:lnTo>
                    <a:pt x="1993126" y="27979"/>
                  </a:lnTo>
                  <a:lnTo>
                    <a:pt x="2033480" y="26441"/>
                  </a:lnTo>
                  <a:lnTo>
                    <a:pt x="2072630" y="24948"/>
                  </a:lnTo>
                  <a:lnTo>
                    <a:pt x="2110645" y="23499"/>
                  </a:lnTo>
                  <a:lnTo>
                    <a:pt x="2147588" y="22090"/>
                  </a:lnTo>
                  <a:lnTo>
                    <a:pt x="2183520" y="20721"/>
                  </a:lnTo>
                  <a:lnTo>
                    <a:pt x="2218493" y="19387"/>
                  </a:lnTo>
                  <a:lnTo>
                    <a:pt x="2252558" y="18088"/>
                  </a:lnTo>
                  <a:lnTo>
                    <a:pt x="2285760" y="16823"/>
                  </a:lnTo>
                  <a:lnTo>
                    <a:pt x="2318142" y="15588"/>
                  </a:lnTo>
                  <a:lnTo>
                    <a:pt x="2349744" y="14383"/>
                  </a:lnTo>
                  <a:lnTo>
                    <a:pt x="2380602" y="13207"/>
                  </a:lnTo>
                  <a:lnTo>
                    <a:pt x="2410751" y="12057"/>
                  </a:lnTo>
                  <a:lnTo>
                    <a:pt x="2440223" y="10934"/>
                  </a:lnTo>
                  <a:lnTo>
                    <a:pt x="2469046" y="9835"/>
                  </a:lnTo>
                  <a:lnTo>
                    <a:pt x="2497250" y="8759"/>
                  </a:lnTo>
                  <a:lnTo>
                    <a:pt x="2524860" y="7707"/>
                  </a:lnTo>
                  <a:lnTo>
                    <a:pt x="2551900" y="6676"/>
                  </a:lnTo>
                  <a:lnTo>
                    <a:pt x="2578394" y="5666"/>
                  </a:lnTo>
                  <a:lnTo>
                    <a:pt x="2604364" y="4676"/>
                  </a:lnTo>
                  <a:lnTo>
                    <a:pt x="2629829" y="3705"/>
                  </a:lnTo>
                  <a:lnTo>
                    <a:pt x="2654809" y="2752"/>
                  </a:lnTo>
                  <a:lnTo>
                    <a:pt x="2679322" y="1818"/>
                  </a:lnTo>
                  <a:lnTo>
                    <a:pt x="2703386" y="900"/>
                  </a:lnTo>
                  <a:lnTo>
                    <a:pt x="2727015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5105463" y="2071085"/>
              <a:ext cx="2727015" cy="199602"/>
            </a:xfrm>
            <a:custGeom>
              <a:avLst/>
              <a:pathLst>
                <a:path w="2727015" h="199602">
                  <a:moveTo>
                    <a:pt x="0" y="199602"/>
                  </a:moveTo>
                  <a:lnTo>
                    <a:pt x="175115" y="186784"/>
                  </a:lnTo>
                  <a:lnTo>
                    <a:pt x="329578" y="175478"/>
                  </a:lnTo>
                  <a:lnTo>
                    <a:pt x="467749" y="165365"/>
                  </a:lnTo>
                  <a:lnTo>
                    <a:pt x="592741" y="156216"/>
                  </a:lnTo>
                  <a:lnTo>
                    <a:pt x="706849" y="147864"/>
                  </a:lnTo>
                  <a:lnTo>
                    <a:pt x="811818" y="140181"/>
                  </a:lnTo>
                  <a:lnTo>
                    <a:pt x="909005" y="133068"/>
                  </a:lnTo>
                  <a:lnTo>
                    <a:pt x="999483" y="126445"/>
                  </a:lnTo>
                  <a:lnTo>
                    <a:pt x="1084120" y="120250"/>
                  </a:lnTo>
                  <a:lnTo>
                    <a:pt x="1163624" y="114431"/>
                  </a:lnTo>
                  <a:lnTo>
                    <a:pt x="1238583" y="108944"/>
                  </a:lnTo>
                  <a:lnTo>
                    <a:pt x="1309488" y="103755"/>
                  </a:lnTo>
                  <a:lnTo>
                    <a:pt x="1376755" y="98831"/>
                  </a:lnTo>
                  <a:lnTo>
                    <a:pt x="1440739" y="94148"/>
                  </a:lnTo>
                  <a:lnTo>
                    <a:pt x="1501746" y="89682"/>
                  </a:lnTo>
                  <a:lnTo>
                    <a:pt x="1560041" y="85415"/>
                  </a:lnTo>
                  <a:lnTo>
                    <a:pt x="1615854" y="81330"/>
                  </a:lnTo>
                  <a:lnTo>
                    <a:pt x="1669389" y="77412"/>
                  </a:lnTo>
                  <a:lnTo>
                    <a:pt x="1720824" y="73647"/>
                  </a:lnTo>
                  <a:lnTo>
                    <a:pt x="1770317" y="70024"/>
                  </a:lnTo>
                  <a:lnTo>
                    <a:pt x="1818010" y="66534"/>
                  </a:lnTo>
                  <a:lnTo>
                    <a:pt x="1864030" y="63165"/>
                  </a:lnTo>
                  <a:lnTo>
                    <a:pt x="1908489" y="59911"/>
                  </a:lnTo>
                  <a:lnTo>
                    <a:pt x="1951490" y="56764"/>
                  </a:lnTo>
                  <a:lnTo>
                    <a:pt x="1993126" y="53716"/>
                  </a:lnTo>
                  <a:lnTo>
                    <a:pt x="2033480" y="50762"/>
                  </a:lnTo>
                  <a:lnTo>
                    <a:pt x="2072630" y="47897"/>
                  </a:lnTo>
                  <a:lnTo>
                    <a:pt x="2110645" y="45114"/>
                  </a:lnTo>
                  <a:lnTo>
                    <a:pt x="2147588" y="42410"/>
                  </a:lnTo>
                  <a:lnTo>
                    <a:pt x="2183520" y="39780"/>
                  </a:lnTo>
                  <a:lnTo>
                    <a:pt x="2218493" y="37220"/>
                  </a:lnTo>
                  <a:lnTo>
                    <a:pt x="2252558" y="34727"/>
                  </a:lnTo>
                  <a:lnTo>
                    <a:pt x="2285760" y="32297"/>
                  </a:lnTo>
                  <a:lnTo>
                    <a:pt x="2318142" y="29927"/>
                  </a:lnTo>
                  <a:lnTo>
                    <a:pt x="2349744" y="27614"/>
                  </a:lnTo>
                  <a:lnTo>
                    <a:pt x="2380602" y="25355"/>
                  </a:lnTo>
                  <a:lnTo>
                    <a:pt x="2410751" y="23148"/>
                  </a:lnTo>
                  <a:lnTo>
                    <a:pt x="2440223" y="20991"/>
                  </a:lnTo>
                  <a:lnTo>
                    <a:pt x="2469046" y="18881"/>
                  </a:lnTo>
                  <a:lnTo>
                    <a:pt x="2497250" y="16817"/>
                  </a:lnTo>
                  <a:lnTo>
                    <a:pt x="2524860" y="14796"/>
                  </a:lnTo>
                  <a:lnTo>
                    <a:pt x="2551900" y="12817"/>
                  </a:lnTo>
                  <a:lnTo>
                    <a:pt x="2578394" y="10878"/>
                  </a:lnTo>
                  <a:lnTo>
                    <a:pt x="2604364" y="8977"/>
                  </a:lnTo>
                  <a:lnTo>
                    <a:pt x="2629829" y="7113"/>
                  </a:lnTo>
                  <a:lnTo>
                    <a:pt x="2654809" y="5285"/>
                  </a:lnTo>
                  <a:lnTo>
                    <a:pt x="2679322" y="3490"/>
                  </a:lnTo>
                  <a:lnTo>
                    <a:pt x="2703386" y="1729"/>
                  </a:lnTo>
                  <a:lnTo>
                    <a:pt x="2727015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5105463" y="1946407"/>
              <a:ext cx="2727015" cy="55257"/>
            </a:xfrm>
            <a:custGeom>
              <a:avLst/>
              <a:pathLst>
                <a:path w="2727015" h="55257">
                  <a:moveTo>
                    <a:pt x="0" y="0"/>
                  </a:moveTo>
                  <a:lnTo>
                    <a:pt x="175115" y="3548"/>
                  </a:lnTo>
                  <a:lnTo>
                    <a:pt x="329578" y="6678"/>
                  </a:lnTo>
                  <a:lnTo>
                    <a:pt x="467749" y="9477"/>
                  </a:lnTo>
                  <a:lnTo>
                    <a:pt x="592741" y="12010"/>
                  </a:lnTo>
                  <a:lnTo>
                    <a:pt x="706849" y="14322"/>
                  </a:lnTo>
                  <a:lnTo>
                    <a:pt x="811818" y="16449"/>
                  </a:lnTo>
                  <a:lnTo>
                    <a:pt x="909005" y="18419"/>
                  </a:lnTo>
                  <a:lnTo>
                    <a:pt x="999483" y="20252"/>
                  </a:lnTo>
                  <a:lnTo>
                    <a:pt x="1084120" y="21967"/>
                  </a:lnTo>
                  <a:lnTo>
                    <a:pt x="1163624" y="23578"/>
                  </a:lnTo>
                  <a:lnTo>
                    <a:pt x="1238583" y="25097"/>
                  </a:lnTo>
                  <a:lnTo>
                    <a:pt x="1309488" y="26534"/>
                  </a:lnTo>
                  <a:lnTo>
                    <a:pt x="1376755" y="27897"/>
                  </a:lnTo>
                  <a:lnTo>
                    <a:pt x="1440739" y="29193"/>
                  </a:lnTo>
                  <a:lnTo>
                    <a:pt x="1501746" y="30429"/>
                  </a:lnTo>
                  <a:lnTo>
                    <a:pt x="1560041" y="31610"/>
                  </a:lnTo>
                  <a:lnTo>
                    <a:pt x="1615854" y="32741"/>
                  </a:lnTo>
                  <a:lnTo>
                    <a:pt x="1669389" y="33826"/>
                  </a:lnTo>
                  <a:lnTo>
                    <a:pt x="1720824" y="34868"/>
                  </a:lnTo>
                  <a:lnTo>
                    <a:pt x="1770317" y="35871"/>
                  </a:lnTo>
                  <a:lnTo>
                    <a:pt x="1818010" y="36838"/>
                  </a:lnTo>
                  <a:lnTo>
                    <a:pt x="1864030" y="37770"/>
                  </a:lnTo>
                  <a:lnTo>
                    <a:pt x="1908489" y="38671"/>
                  </a:lnTo>
                  <a:lnTo>
                    <a:pt x="1951490" y="39542"/>
                  </a:lnTo>
                  <a:lnTo>
                    <a:pt x="1993126" y="40386"/>
                  </a:lnTo>
                  <a:lnTo>
                    <a:pt x="2033480" y="41204"/>
                  </a:lnTo>
                  <a:lnTo>
                    <a:pt x="2072630" y="41997"/>
                  </a:lnTo>
                  <a:lnTo>
                    <a:pt x="2110645" y="42767"/>
                  </a:lnTo>
                  <a:lnTo>
                    <a:pt x="2147588" y="43516"/>
                  </a:lnTo>
                  <a:lnTo>
                    <a:pt x="2183520" y="44244"/>
                  </a:lnTo>
                  <a:lnTo>
                    <a:pt x="2218493" y="44953"/>
                  </a:lnTo>
                  <a:lnTo>
                    <a:pt x="2252558" y="45643"/>
                  </a:lnTo>
                  <a:lnTo>
                    <a:pt x="2285760" y="46316"/>
                  </a:lnTo>
                  <a:lnTo>
                    <a:pt x="2318142" y="46972"/>
                  </a:lnTo>
                  <a:lnTo>
                    <a:pt x="2349744" y="47612"/>
                  </a:lnTo>
                  <a:lnTo>
                    <a:pt x="2380602" y="48237"/>
                  </a:lnTo>
                  <a:lnTo>
                    <a:pt x="2410751" y="48848"/>
                  </a:lnTo>
                  <a:lnTo>
                    <a:pt x="2440223" y="49446"/>
                  </a:lnTo>
                  <a:lnTo>
                    <a:pt x="2469046" y="50030"/>
                  </a:lnTo>
                  <a:lnTo>
                    <a:pt x="2497250" y="50601"/>
                  </a:lnTo>
                  <a:lnTo>
                    <a:pt x="2524860" y="51161"/>
                  </a:lnTo>
                  <a:lnTo>
                    <a:pt x="2551900" y="51708"/>
                  </a:lnTo>
                  <a:lnTo>
                    <a:pt x="2578394" y="52245"/>
                  </a:lnTo>
                  <a:lnTo>
                    <a:pt x="2604364" y="52772"/>
                  </a:lnTo>
                  <a:lnTo>
                    <a:pt x="2629829" y="53288"/>
                  </a:lnTo>
                  <a:lnTo>
                    <a:pt x="2654809" y="53794"/>
                  </a:lnTo>
                  <a:lnTo>
                    <a:pt x="2679322" y="54290"/>
                  </a:lnTo>
                  <a:lnTo>
                    <a:pt x="2703386" y="54778"/>
                  </a:lnTo>
                  <a:lnTo>
                    <a:pt x="2727015" y="5525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5105463" y="1744588"/>
              <a:ext cx="2727015" cy="490270"/>
            </a:xfrm>
            <a:custGeom>
              <a:avLst/>
              <a:pathLst>
                <a:path w="2727015" h="490270">
                  <a:moveTo>
                    <a:pt x="0" y="0"/>
                  </a:moveTo>
                  <a:lnTo>
                    <a:pt x="175115" y="31482"/>
                  </a:lnTo>
                  <a:lnTo>
                    <a:pt x="329578" y="59252"/>
                  </a:lnTo>
                  <a:lnTo>
                    <a:pt x="467749" y="84093"/>
                  </a:lnTo>
                  <a:lnTo>
                    <a:pt x="592741" y="106564"/>
                  </a:lnTo>
                  <a:lnTo>
                    <a:pt x="706849" y="127079"/>
                  </a:lnTo>
                  <a:lnTo>
                    <a:pt x="811818" y="145950"/>
                  </a:lnTo>
                  <a:lnTo>
                    <a:pt x="909005" y="163423"/>
                  </a:lnTo>
                  <a:lnTo>
                    <a:pt x="999483" y="179689"/>
                  </a:lnTo>
                  <a:lnTo>
                    <a:pt x="1084120" y="194906"/>
                  </a:lnTo>
                  <a:lnTo>
                    <a:pt x="1163624" y="209199"/>
                  </a:lnTo>
                  <a:lnTo>
                    <a:pt x="1238583" y="222675"/>
                  </a:lnTo>
                  <a:lnTo>
                    <a:pt x="1309488" y="235423"/>
                  </a:lnTo>
                  <a:lnTo>
                    <a:pt x="1376755" y="247516"/>
                  </a:lnTo>
                  <a:lnTo>
                    <a:pt x="1440739" y="259019"/>
                  </a:lnTo>
                  <a:lnTo>
                    <a:pt x="1501746" y="269987"/>
                  </a:lnTo>
                  <a:lnTo>
                    <a:pt x="1560041" y="280468"/>
                  </a:lnTo>
                  <a:lnTo>
                    <a:pt x="1615854" y="290502"/>
                  </a:lnTo>
                  <a:lnTo>
                    <a:pt x="1669389" y="300127"/>
                  </a:lnTo>
                  <a:lnTo>
                    <a:pt x="1720824" y="309374"/>
                  </a:lnTo>
                  <a:lnTo>
                    <a:pt x="1770317" y="318272"/>
                  </a:lnTo>
                  <a:lnTo>
                    <a:pt x="1818010" y="326846"/>
                  </a:lnTo>
                  <a:lnTo>
                    <a:pt x="1864030" y="335120"/>
                  </a:lnTo>
                  <a:lnTo>
                    <a:pt x="1908489" y="343113"/>
                  </a:lnTo>
                  <a:lnTo>
                    <a:pt x="1951490" y="350843"/>
                  </a:lnTo>
                  <a:lnTo>
                    <a:pt x="1993126" y="358329"/>
                  </a:lnTo>
                  <a:lnTo>
                    <a:pt x="2033480" y="365584"/>
                  </a:lnTo>
                  <a:lnTo>
                    <a:pt x="2072630" y="372622"/>
                  </a:lnTo>
                  <a:lnTo>
                    <a:pt x="2110645" y="379457"/>
                  </a:lnTo>
                  <a:lnTo>
                    <a:pt x="2147588" y="386099"/>
                  </a:lnTo>
                  <a:lnTo>
                    <a:pt x="2183520" y="392558"/>
                  </a:lnTo>
                  <a:lnTo>
                    <a:pt x="2218493" y="398846"/>
                  </a:lnTo>
                  <a:lnTo>
                    <a:pt x="2252558" y="404970"/>
                  </a:lnTo>
                  <a:lnTo>
                    <a:pt x="2285760" y="410939"/>
                  </a:lnTo>
                  <a:lnTo>
                    <a:pt x="2318142" y="416761"/>
                  </a:lnTo>
                  <a:lnTo>
                    <a:pt x="2349744" y="422443"/>
                  </a:lnTo>
                  <a:lnTo>
                    <a:pt x="2380602" y="427990"/>
                  </a:lnTo>
                  <a:lnTo>
                    <a:pt x="2410751" y="433411"/>
                  </a:lnTo>
                  <a:lnTo>
                    <a:pt x="2440223" y="438709"/>
                  </a:lnTo>
                  <a:lnTo>
                    <a:pt x="2469046" y="443891"/>
                  </a:lnTo>
                  <a:lnTo>
                    <a:pt x="2497250" y="448962"/>
                  </a:lnTo>
                  <a:lnTo>
                    <a:pt x="2524860" y="453925"/>
                  </a:lnTo>
                  <a:lnTo>
                    <a:pt x="2551900" y="458787"/>
                  </a:lnTo>
                  <a:lnTo>
                    <a:pt x="2578394" y="463550"/>
                  </a:lnTo>
                  <a:lnTo>
                    <a:pt x="2604364" y="468219"/>
                  </a:lnTo>
                  <a:lnTo>
                    <a:pt x="2629829" y="472797"/>
                  </a:lnTo>
                  <a:lnTo>
                    <a:pt x="2654809" y="477288"/>
                  </a:lnTo>
                  <a:lnTo>
                    <a:pt x="2679322" y="481695"/>
                  </a:lnTo>
                  <a:lnTo>
                    <a:pt x="2703386" y="486021"/>
                  </a:lnTo>
                  <a:lnTo>
                    <a:pt x="2727015" y="49027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105463" y="2395724"/>
              <a:ext cx="2727015" cy="46220"/>
            </a:xfrm>
            <a:custGeom>
              <a:avLst/>
              <a:pathLst>
                <a:path w="2727015" h="46220">
                  <a:moveTo>
                    <a:pt x="0" y="0"/>
                  </a:moveTo>
                  <a:lnTo>
                    <a:pt x="175115" y="2968"/>
                  </a:lnTo>
                  <a:lnTo>
                    <a:pt x="329578" y="5586"/>
                  </a:lnTo>
                  <a:lnTo>
                    <a:pt x="467749" y="7928"/>
                  </a:lnTo>
                  <a:lnTo>
                    <a:pt x="592741" y="10046"/>
                  </a:lnTo>
                  <a:lnTo>
                    <a:pt x="706849" y="11980"/>
                  </a:lnTo>
                  <a:lnTo>
                    <a:pt x="811818" y="13759"/>
                  </a:lnTo>
                  <a:lnTo>
                    <a:pt x="909005" y="15406"/>
                  </a:lnTo>
                  <a:lnTo>
                    <a:pt x="999483" y="16940"/>
                  </a:lnTo>
                  <a:lnTo>
                    <a:pt x="1084120" y="18375"/>
                  </a:lnTo>
                  <a:lnTo>
                    <a:pt x="1163624" y="19722"/>
                  </a:lnTo>
                  <a:lnTo>
                    <a:pt x="1238583" y="20993"/>
                  </a:lnTo>
                  <a:lnTo>
                    <a:pt x="1309488" y="22194"/>
                  </a:lnTo>
                  <a:lnTo>
                    <a:pt x="1376755" y="23334"/>
                  </a:lnTo>
                  <a:lnTo>
                    <a:pt x="1440739" y="24419"/>
                  </a:lnTo>
                  <a:lnTo>
                    <a:pt x="1501746" y="25453"/>
                  </a:lnTo>
                  <a:lnTo>
                    <a:pt x="1560041" y="26441"/>
                  </a:lnTo>
                  <a:lnTo>
                    <a:pt x="1615854" y="27387"/>
                  </a:lnTo>
                  <a:lnTo>
                    <a:pt x="1669389" y="28294"/>
                  </a:lnTo>
                  <a:lnTo>
                    <a:pt x="1720824" y="29166"/>
                  </a:lnTo>
                  <a:lnTo>
                    <a:pt x="1770317" y="30005"/>
                  </a:lnTo>
                  <a:lnTo>
                    <a:pt x="1818010" y="30813"/>
                  </a:lnTo>
                  <a:lnTo>
                    <a:pt x="1864030" y="31593"/>
                  </a:lnTo>
                  <a:lnTo>
                    <a:pt x="1908489" y="32347"/>
                  </a:lnTo>
                  <a:lnTo>
                    <a:pt x="1951490" y="33076"/>
                  </a:lnTo>
                  <a:lnTo>
                    <a:pt x="1993126" y="33782"/>
                  </a:lnTo>
                  <a:lnTo>
                    <a:pt x="2033480" y="34465"/>
                  </a:lnTo>
                  <a:lnTo>
                    <a:pt x="2072630" y="35129"/>
                  </a:lnTo>
                  <a:lnTo>
                    <a:pt x="2110645" y="35773"/>
                  </a:lnTo>
                  <a:lnTo>
                    <a:pt x="2147588" y="36400"/>
                  </a:lnTo>
                  <a:lnTo>
                    <a:pt x="2183520" y="37009"/>
                  </a:lnTo>
                  <a:lnTo>
                    <a:pt x="2218493" y="37601"/>
                  </a:lnTo>
                  <a:lnTo>
                    <a:pt x="2252558" y="38179"/>
                  </a:lnTo>
                  <a:lnTo>
                    <a:pt x="2285760" y="38741"/>
                  </a:lnTo>
                  <a:lnTo>
                    <a:pt x="2318142" y="39290"/>
                  </a:lnTo>
                  <a:lnTo>
                    <a:pt x="2349744" y="39826"/>
                  </a:lnTo>
                  <a:lnTo>
                    <a:pt x="2380602" y="40349"/>
                  </a:lnTo>
                  <a:lnTo>
                    <a:pt x="2410751" y="40860"/>
                  </a:lnTo>
                  <a:lnTo>
                    <a:pt x="2440223" y="41359"/>
                  </a:lnTo>
                  <a:lnTo>
                    <a:pt x="2469046" y="41848"/>
                  </a:lnTo>
                  <a:lnTo>
                    <a:pt x="2497250" y="42326"/>
                  </a:lnTo>
                  <a:lnTo>
                    <a:pt x="2524860" y="42794"/>
                  </a:lnTo>
                  <a:lnTo>
                    <a:pt x="2551900" y="43252"/>
                  </a:lnTo>
                  <a:lnTo>
                    <a:pt x="2578394" y="43701"/>
                  </a:lnTo>
                  <a:lnTo>
                    <a:pt x="2604364" y="44142"/>
                  </a:lnTo>
                  <a:lnTo>
                    <a:pt x="2629829" y="44573"/>
                  </a:lnTo>
                  <a:lnTo>
                    <a:pt x="2654809" y="44997"/>
                  </a:lnTo>
                  <a:lnTo>
                    <a:pt x="2679322" y="45412"/>
                  </a:lnTo>
                  <a:lnTo>
                    <a:pt x="2703386" y="45820"/>
                  </a:lnTo>
                  <a:lnTo>
                    <a:pt x="2727015" y="4622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5105463" y="2203429"/>
              <a:ext cx="2727015" cy="36975"/>
            </a:xfrm>
            <a:custGeom>
              <a:avLst/>
              <a:pathLst>
                <a:path w="2727015" h="36975">
                  <a:moveTo>
                    <a:pt x="0" y="36975"/>
                  </a:moveTo>
                  <a:lnTo>
                    <a:pt x="175115" y="34600"/>
                  </a:lnTo>
                  <a:lnTo>
                    <a:pt x="329578" y="32506"/>
                  </a:lnTo>
                  <a:lnTo>
                    <a:pt x="467749" y="30633"/>
                  </a:lnTo>
                  <a:lnTo>
                    <a:pt x="592741" y="28938"/>
                  </a:lnTo>
                  <a:lnTo>
                    <a:pt x="706849" y="27391"/>
                  </a:lnTo>
                  <a:lnTo>
                    <a:pt x="811818" y="25967"/>
                  </a:lnTo>
                  <a:lnTo>
                    <a:pt x="909005" y="24650"/>
                  </a:lnTo>
                  <a:lnTo>
                    <a:pt x="999483" y="23423"/>
                  </a:lnTo>
                  <a:lnTo>
                    <a:pt x="1084120" y="22275"/>
                  </a:lnTo>
                  <a:lnTo>
                    <a:pt x="1163624" y="21197"/>
                  </a:lnTo>
                  <a:lnTo>
                    <a:pt x="1238583" y="20181"/>
                  </a:lnTo>
                  <a:lnTo>
                    <a:pt x="1309488" y="19220"/>
                  </a:lnTo>
                  <a:lnTo>
                    <a:pt x="1376755" y="18307"/>
                  </a:lnTo>
                  <a:lnTo>
                    <a:pt x="1440739" y="17440"/>
                  </a:lnTo>
                  <a:lnTo>
                    <a:pt x="1501746" y="16613"/>
                  </a:lnTo>
                  <a:lnTo>
                    <a:pt x="1560041" y="15822"/>
                  </a:lnTo>
                  <a:lnTo>
                    <a:pt x="1615854" y="15066"/>
                  </a:lnTo>
                  <a:lnTo>
                    <a:pt x="1669389" y="14340"/>
                  </a:lnTo>
                  <a:lnTo>
                    <a:pt x="1720824" y="13642"/>
                  </a:lnTo>
                  <a:lnTo>
                    <a:pt x="1770317" y="12971"/>
                  </a:lnTo>
                  <a:lnTo>
                    <a:pt x="1818010" y="12325"/>
                  </a:lnTo>
                  <a:lnTo>
                    <a:pt x="1864030" y="11701"/>
                  </a:lnTo>
                  <a:lnTo>
                    <a:pt x="1908489" y="11098"/>
                  </a:lnTo>
                  <a:lnTo>
                    <a:pt x="1951490" y="10515"/>
                  </a:lnTo>
                  <a:lnTo>
                    <a:pt x="1993126" y="9950"/>
                  </a:lnTo>
                  <a:lnTo>
                    <a:pt x="2033480" y="9403"/>
                  </a:lnTo>
                  <a:lnTo>
                    <a:pt x="2072630" y="8872"/>
                  </a:lnTo>
                  <a:lnTo>
                    <a:pt x="2110645" y="8357"/>
                  </a:lnTo>
                  <a:lnTo>
                    <a:pt x="2147588" y="7856"/>
                  </a:lnTo>
                  <a:lnTo>
                    <a:pt x="2183520" y="7369"/>
                  </a:lnTo>
                  <a:lnTo>
                    <a:pt x="2218493" y="6894"/>
                  </a:lnTo>
                  <a:lnTo>
                    <a:pt x="2252558" y="6433"/>
                  </a:lnTo>
                  <a:lnTo>
                    <a:pt x="2285760" y="5982"/>
                  </a:lnTo>
                  <a:lnTo>
                    <a:pt x="2318142" y="5543"/>
                  </a:lnTo>
                  <a:lnTo>
                    <a:pt x="2349744" y="5115"/>
                  </a:lnTo>
                  <a:lnTo>
                    <a:pt x="2380602" y="4696"/>
                  </a:lnTo>
                  <a:lnTo>
                    <a:pt x="2410751" y="4288"/>
                  </a:lnTo>
                  <a:lnTo>
                    <a:pt x="2440223" y="3888"/>
                  </a:lnTo>
                  <a:lnTo>
                    <a:pt x="2469046" y="3497"/>
                  </a:lnTo>
                  <a:lnTo>
                    <a:pt x="2497250" y="3115"/>
                  </a:lnTo>
                  <a:lnTo>
                    <a:pt x="2524860" y="2740"/>
                  </a:lnTo>
                  <a:lnTo>
                    <a:pt x="2551900" y="2374"/>
                  </a:lnTo>
                  <a:lnTo>
                    <a:pt x="2578394" y="2015"/>
                  </a:lnTo>
                  <a:lnTo>
                    <a:pt x="2604364" y="1663"/>
                  </a:lnTo>
                  <a:lnTo>
                    <a:pt x="2629829" y="1317"/>
                  </a:lnTo>
                  <a:lnTo>
                    <a:pt x="2654809" y="979"/>
                  </a:lnTo>
                  <a:lnTo>
                    <a:pt x="2679322" y="646"/>
                  </a:lnTo>
                  <a:lnTo>
                    <a:pt x="2703386" y="320"/>
                  </a:lnTo>
                  <a:lnTo>
                    <a:pt x="2727015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5105463" y="2124441"/>
              <a:ext cx="2727015" cy="58039"/>
            </a:xfrm>
            <a:custGeom>
              <a:avLst/>
              <a:pathLst>
                <a:path w="2727015" h="58039">
                  <a:moveTo>
                    <a:pt x="0" y="0"/>
                  </a:moveTo>
                  <a:lnTo>
                    <a:pt x="175115" y="3727"/>
                  </a:lnTo>
                  <a:lnTo>
                    <a:pt x="329578" y="7014"/>
                  </a:lnTo>
                  <a:lnTo>
                    <a:pt x="467749" y="9955"/>
                  </a:lnTo>
                  <a:lnTo>
                    <a:pt x="592741" y="12615"/>
                  </a:lnTo>
                  <a:lnTo>
                    <a:pt x="706849" y="15044"/>
                  </a:lnTo>
                  <a:lnTo>
                    <a:pt x="811818" y="17278"/>
                  </a:lnTo>
                  <a:lnTo>
                    <a:pt x="909005" y="19346"/>
                  </a:lnTo>
                  <a:lnTo>
                    <a:pt x="999483" y="21272"/>
                  </a:lnTo>
                  <a:lnTo>
                    <a:pt x="1084120" y="23073"/>
                  </a:lnTo>
                  <a:lnTo>
                    <a:pt x="1163624" y="24765"/>
                  </a:lnTo>
                  <a:lnTo>
                    <a:pt x="1238583" y="26361"/>
                  </a:lnTo>
                  <a:lnTo>
                    <a:pt x="1309488" y="27870"/>
                  </a:lnTo>
                  <a:lnTo>
                    <a:pt x="1376755" y="29301"/>
                  </a:lnTo>
                  <a:lnTo>
                    <a:pt x="1440739" y="30663"/>
                  </a:lnTo>
                  <a:lnTo>
                    <a:pt x="1501746" y="31962"/>
                  </a:lnTo>
                  <a:lnTo>
                    <a:pt x="1560041" y="33202"/>
                  </a:lnTo>
                  <a:lnTo>
                    <a:pt x="1615854" y="34390"/>
                  </a:lnTo>
                  <a:lnTo>
                    <a:pt x="1669389" y="35530"/>
                  </a:lnTo>
                  <a:lnTo>
                    <a:pt x="1720824" y="36624"/>
                  </a:lnTo>
                  <a:lnTo>
                    <a:pt x="1770317" y="37678"/>
                  </a:lnTo>
                  <a:lnTo>
                    <a:pt x="1818010" y="38693"/>
                  </a:lnTo>
                  <a:lnTo>
                    <a:pt x="1864030" y="39672"/>
                  </a:lnTo>
                  <a:lnTo>
                    <a:pt x="1908489" y="40618"/>
                  </a:lnTo>
                  <a:lnTo>
                    <a:pt x="1951490" y="41534"/>
                  </a:lnTo>
                  <a:lnTo>
                    <a:pt x="1993126" y="42420"/>
                  </a:lnTo>
                  <a:lnTo>
                    <a:pt x="2033480" y="43279"/>
                  </a:lnTo>
                  <a:lnTo>
                    <a:pt x="2072630" y="44112"/>
                  </a:lnTo>
                  <a:lnTo>
                    <a:pt x="2110645" y="44921"/>
                  </a:lnTo>
                  <a:lnTo>
                    <a:pt x="2147588" y="45707"/>
                  </a:lnTo>
                  <a:lnTo>
                    <a:pt x="2183520" y="46472"/>
                  </a:lnTo>
                  <a:lnTo>
                    <a:pt x="2218493" y="47216"/>
                  </a:lnTo>
                  <a:lnTo>
                    <a:pt x="2252558" y="47941"/>
                  </a:lnTo>
                  <a:lnTo>
                    <a:pt x="2285760" y="48648"/>
                  </a:lnTo>
                  <a:lnTo>
                    <a:pt x="2318142" y="49337"/>
                  </a:lnTo>
                  <a:lnTo>
                    <a:pt x="2349744" y="50010"/>
                  </a:lnTo>
                  <a:lnTo>
                    <a:pt x="2380602" y="50666"/>
                  </a:lnTo>
                  <a:lnTo>
                    <a:pt x="2410751" y="51308"/>
                  </a:lnTo>
                  <a:lnTo>
                    <a:pt x="2440223" y="51935"/>
                  </a:lnTo>
                  <a:lnTo>
                    <a:pt x="2469046" y="52549"/>
                  </a:lnTo>
                  <a:lnTo>
                    <a:pt x="2497250" y="53149"/>
                  </a:lnTo>
                  <a:lnTo>
                    <a:pt x="2524860" y="53737"/>
                  </a:lnTo>
                  <a:lnTo>
                    <a:pt x="2551900" y="54312"/>
                  </a:lnTo>
                  <a:lnTo>
                    <a:pt x="2578394" y="54876"/>
                  </a:lnTo>
                  <a:lnTo>
                    <a:pt x="2604364" y="55429"/>
                  </a:lnTo>
                  <a:lnTo>
                    <a:pt x="2629829" y="55971"/>
                  </a:lnTo>
                  <a:lnTo>
                    <a:pt x="2654809" y="56503"/>
                  </a:lnTo>
                  <a:lnTo>
                    <a:pt x="2679322" y="57024"/>
                  </a:lnTo>
                  <a:lnTo>
                    <a:pt x="2703386" y="57536"/>
                  </a:lnTo>
                  <a:lnTo>
                    <a:pt x="2727015" y="58039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rc199"/>
            <p:cNvSpPr/>
            <p:nvPr/>
          </p:nvSpPr>
          <p:spPr>
            <a:xfrm>
              <a:off x="4913885" y="1353673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913885" y="1353673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4875928" y="235134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4875928" y="194215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4875928" y="15329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4913885" y="2591912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5105463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6014468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6923473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7832479" y="259191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tx209"/>
            <p:cNvSpPr/>
            <p:nvPr/>
          </p:nvSpPr>
          <p:spPr>
            <a:xfrm>
              <a:off x="5066601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11" name="tx210"/>
            <p:cNvSpPr/>
            <p:nvPr/>
          </p:nvSpPr>
          <p:spPr>
            <a:xfrm>
              <a:off x="5975606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12" name="tx211"/>
            <p:cNvSpPr/>
            <p:nvPr/>
          </p:nvSpPr>
          <p:spPr>
            <a:xfrm>
              <a:off x="6884611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13" name="tx212"/>
            <p:cNvSpPr/>
            <p:nvPr/>
          </p:nvSpPr>
          <p:spPr>
            <a:xfrm>
              <a:off x="7793617" y="2660236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14" name="tx213"/>
            <p:cNvSpPr/>
            <p:nvPr/>
          </p:nvSpPr>
          <p:spPr>
            <a:xfrm>
              <a:off x="6106645" y="2873100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15" name="tx214"/>
            <p:cNvSpPr/>
            <p:nvPr/>
          </p:nvSpPr>
          <p:spPr>
            <a:xfrm>
              <a:off x="4913885" y="1110514"/>
              <a:ext cx="1411559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16" name="rc215"/>
            <p:cNvSpPr/>
            <p:nvPr/>
          </p:nvSpPr>
          <p:spPr>
            <a:xfrm>
              <a:off x="1503277" y="3480885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1708045" y="451500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1699408" y="438265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1638770" y="4575645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1673348" y="445602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1621827" y="448105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1615777" y="436709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1659628" y="407354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1654761" y="445653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1704935" y="441674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1619570" y="436745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519360" y="458268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11880" y="462562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03015" y="358548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555937" y="451157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603013" y="453309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574349" y="439094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617049" y="453308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500144" y="453752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560210" y="399223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617025" y="411487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581645" y="431308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582794" y="438580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500933" y="424797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541206" y="443910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596934" y="446053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515872" y="434576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589214" y="386393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609388" y="408583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526148" y="433450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523563" y="423821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467919" y="461635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415771" y="460732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457164" y="442571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492949" y="461860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475653" y="376938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500344" y="463354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475666" y="418964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434404" y="360762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513573" y="350786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460804" y="417396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419110" y="405660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537331" y="401347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415286" y="404861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511874" y="454972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426380" y="400481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429815" y="438325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451288" y="439967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521317" y="421970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4337448" y="420774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4331640" y="430481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4364099" y="423610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4436822" y="450104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4353831" y="400714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4446915" y="432354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4420914" y="442968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4359636" y="416091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4348022" y="409726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4418814" y="383438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4450591" y="385435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4415356" y="383825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4328840" y="393250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4401794" y="416654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4370929" y="419314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4363083" y="410003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4330954" y="406209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4380617" y="405249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4451776" y="388134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4368660" y="399333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4331587" y="403402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4354056" y="385551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4338796" y="406270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4351385" y="390312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1679858" y="4169978"/>
              <a:ext cx="2741873" cy="449297"/>
            </a:xfrm>
            <a:custGeom>
              <a:avLst/>
              <a:pathLst>
                <a:path w="2741873" h="449297">
                  <a:moveTo>
                    <a:pt x="0" y="449297"/>
                  </a:moveTo>
                  <a:lnTo>
                    <a:pt x="176069" y="420445"/>
                  </a:lnTo>
                  <a:lnTo>
                    <a:pt x="331373" y="394996"/>
                  </a:lnTo>
                  <a:lnTo>
                    <a:pt x="470298" y="372231"/>
                  </a:lnTo>
                  <a:lnTo>
                    <a:pt x="595970" y="351638"/>
                  </a:lnTo>
                  <a:lnTo>
                    <a:pt x="710700" y="332838"/>
                  </a:lnTo>
                  <a:lnTo>
                    <a:pt x="816241" y="315543"/>
                  </a:lnTo>
                  <a:lnTo>
                    <a:pt x="913957" y="299531"/>
                  </a:lnTo>
                  <a:lnTo>
                    <a:pt x="1004929" y="284624"/>
                  </a:lnTo>
                  <a:lnTo>
                    <a:pt x="1090027" y="270679"/>
                  </a:lnTo>
                  <a:lnTo>
                    <a:pt x="1169964" y="257580"/>
                  </a:lnTo>
                  <a:lnTo>
                    <a:pt x="1245331" y="245230"/>
                  </a:lnTo>
                  <a:lnTo>
                    <a:pt x="1316622" y="233548"/>
                  </a:lnTo>
                  <a:lnTo>
                    <a:pt x="1384256" y="222466"/>
                  </a:lnTo>
                  <a:lnTo>
                    <a:pt x="1448588" y="211924"/>
                  </a:lnTo>
                  <a:lnTo>
                    <a:pt x="1509928" y="201872"/>
                  </a:lnTo>
                  <a:lnTo>
                    <a:pt x="1568540" y="192268"/>
                  </a:lnTo>
                  <a:lnTo>
                    <a:pt x="1624658" y="183072"/>
                  </a:lnTo>
                  <a:lnTo>
                    <a:pt x="1678484" y="174252"/>
                  </a:lnTo>
                  <a:lnTo>
                    <a:pt x="1730199" y="165778"/>
                  </a:lnTo>
                  <a:lnTo>
                    <a:pt x="1779962" y="157623"/>
                  </a:lnTo>
                  <a:lnTo>
                    <a:pt x="1827915" y="149765"/>
                  </a:lnTo>
                  <a:lnTo>
                    <a:pt x="1874185" y="142183"/>
                  </a:lnTo>
                  <a:lnTo>
                    <a:pt x="1918887" y="134858"/>
                  </a:lnTo>
                  <a:lnTo>
                    <a:pt x="1962122" y="127773"/>
                  </a:lnTo>
                  <a:lnTo>
                    <a:pt x="2003985" y="120914"/>
                  </a:lnTo>
                  <a:lnTo>
                    <a:pt x="2044559" y="114265"/>
                  </a:lnTo>
                  <a:lnTo>
                    <a:pt x="2083922" y="107815"/>
                  </a:lnTo>
                  <a:lnTo>
                    <a:pt x="2122144" y="101551"/>
                  </a:lnTo>
                  <a:lnTo>
                    <a:pt x="2159289" y="95465"/>
                  </a:lnTo>
                  <a:lnTo>
                    <a:pt x="2195416" y="89545"/>
                  </a:lnTo>
                  <a:lnTo>
                    <a:pt x="2230580" y="83783"/>
                  </a:lnTo>
                  <a:lnTo>
                    <a:pt x="2264830" y="78170"/>
                  </a:lnTo>
                  <a:lnTo>
                    <a:pt x="2298214" y="72700"/>
                  </a:lnTo>
                  <a:lnTo>
                    <a:pt x="2330772" y="67365"/>
                  </a:lnTo>
                  <a:lnTo>
                    <a:pt x="2362546" y="62158"/>
                  </a:lnTo>
                  <a:lnTo>
                    <a:pt x="2393573" y="57074"/>
                  </a:lnTo>
                  <a:lnTo>
                    <a:pt x="2423886" y="52107"/>
                  </a:lnTo>
                  <a:lnTo>
                    <a:pt x="2453518" y="47251"/>
                  </a:lnTo>
                  <a:lnTo>
                    <a:pt x="2482498" y="42502"/>
                  </a:lnTo>
                  <a:lnTo>
                    <a:pt x="2510856" y="37855"/>
                  </a:lnTo>
                  <a:lnTo>
                    <a:pt x="2538616" y="33306"/>
                  </a:lnTo>
                  <a:lnTo>
                    <a:pt x="2565804" y="28851"/>
                  </a:lnTo>
                  <a:lnTo>
                    <a:pt x="2592442" y="24486"/>
                  </a:lnTo>
                  <a:lnTo>
                    <a:pt x="2618553" y="20207"/>
                  </a:lnTo>
                  <a:lnTo>
                    <a:pt x="2644157" y="16012"/>
                  </a:lnTo>
                  <a:lnTo>
                    <a:pt x="2669273" y="11896"/>
                  </a:lnTo>
                  <a:lnTo>
                    <a:pt x="2693920" y="7857"/>
                  </a:lnTo>
                  <a:lnTo>
                    <a:pt x="2718115" y="3893"/>
                  </a:lnTo>
                  <a:lnTo>
                    <a:pt x="274187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1679858" y="4081807"/>
              <a:ext cx="2741873" cy="433839"/>
            </a:xfrm>
            <a:custGeom>
              <a:avLst/>
              <a:pathLst>
                <a:path w="2741873" h="433839">
                  <a:moveTo>
                    <a:pt x="0" y="433839"/>
                  </a:moveTo>
                  <a:lnTo>
                    <a:pt x="176069" y="405980"/>
                  </a:lnTo>
                  <a:lnTo>
                    <a:pt x="331373" y="381407"/>
                  </a:lnTo>
                  <a:lnTo>
                    <a:pt x="470298" y="359425"/>
                  </a:lnTo>
                  <a:lnTo>
                    <a:pt x="595970" y="339540"/>
                  </a:lnTo>
                  <a:lnTo>
                    <a:pt x="710700" y="321387"/>
                  </a:lnTo>
                  <a:lnTo>
                    <a:pt x="816241" y="304687"/>
                  </a:lnTo>
                  <a:lnTo>
                    <a:pt x="913957" y="289226"/>
                  </a:lnTo>
                  <a:lnTo>
                    <a:pt x="1004929" y="274832"/>
                  </a:lnTo>
                  <a:lnTo>
                    <a:pt x="1090027" y="261367"/>
                  </a:lnTo>
                  <a:lnTo>
                    <a:pt x="1169964" y="248719"/>
                  </a:lnTo>
                  <a:lnTo>
                    <a:pt x="1245331" y="236793"/>
                  </a:lnTo>
                  <a:lnTo>
                    <a:pt x="1316622" y="225513"/>
                  </a:lnTo>
                  <a:lnTo>
                    <a:pt x="1384256" y="214812"/>
                  </a:lnTo>
                  <a:lnTo>
                    <a:pt x="1448588" y="204633"/>
                  </a:lnTo>
                  <a:lnTo>
                    <a:pt x="1509928" y="194927"/>
                  </a:lnTo>
                  <a:lnTo>
                    <a:pt x="1568540" y="185653"/>
                  </a:lnTo>
                  <a:lnTo>
                    <a:pt x="1624658" y="176774"/>
                  </a:lnTo>
                  <a:lnTo>
                    <a:pt x="1678484" y="168257"/>
                  </a:lnTo>
                  <a:lnTo>
                    <a:pt x="1730199" y="160074"/>
                  </a:lnTo>
                  <a:lnTo>
                    <a:pt x="1779962" y="152200"/>
                  </a:lnTo>
                  <a:lnTo>
                    <a:pt x="1827915" y="144613"/>
                  </a:lnTo>
                  <a:lnTo>
                    <a:pt x="1874185" y="137291"/>
                  </a:lnTo>
                  <a:lnTo>
                    <a:pt x="1918887" y="130218"/>
                  </a:lnTo>
                  <a:lnTo>
                    <a:pt x="1962122" y="123377"/>
                  </a:lnTo>
                  <a:lnTo>
                    <a:pt x="2003985" y="116754"/>
                  </a:lnTo>
                  <a:lnTo>
                    <a:pt x="2044559" y="110334"/>
                  </a:lnTo>
                  <a:lnTo>
                    <a:pt x="2083922" y="104105"/>
                  </a:lnTo>
                  <a:lnTo>
                    <a:pt x="2122144" y="98058"/>
                  </a:lnTo>
                  <a:lnTo>
                    <a:pt x="2159289" y="92180"/>
                  </a:lnTo>
                  <a:lnTo>
                    <a:pt x="2195416" y="86464"/>
                  </a:lnTo>
                  <a:lnTo>
                    <a:pt x="2230580" y="80900"/>
                  </a:lnTo>
                  <a:lnTo>
                    <a:pt x="2264830" y="75481"/>
                  </a:lnTo>
                  <a:lnTo>
                    <a:pt x="2298214" y="70199"/>
                  </a:lnTo>
                  <a:lnTo>
                    <a:pt x="2330772" y="65047"/>
                  </a:lnTo>
                  <a:lnTo>
                    <a:pt x="2362546" y="60019"/>
                  </a:lnTo>
                  <a:lnTo>
                    <a:pt x="2393573" y="55110"/>
                  </a:lnTo>
                  <a:lnTo>
                    <a:pt x="2423886" y="50314"/>
                  </a:lnTo>
                  <a:lnTo>
                    <a:pt x="2453518" y="45625"/>
                  </a:lnTo>
                  <a:lnTo>
                    <a:pt x="2482498" y="41040"/>
                  </a:lnTo>
                  <a:lnTo>
                    <a:pt x="2510856" y="36553"/>
                  </a:lnTo>
                  <a:lnTo>
                    <a:pt x="2538616" y="32160"/>
                  </a:lnTo>
                  <a:lnTo>
                    <a:pt x="2565804" y="27859"/>
                  </a:lnTo>
                  <a:lnTo>
                    <a:pt x="2592442" y="23644"/>
                  </a:lnTo>
                  <a:lnTo>
                    <a:pt x="2618553" y="19512"/>
                  </a:lnTo>
                  <a:lnTo>
                    <a:pt x="2644157" y="15461"/>
                  </a:lnTo>
                  <a:lnTo>
                    <a:pt x="2669273" y="11487"/>
                  </a:lnTo>
                  <a:lnTo>
                    <a:pt x="2693920" y="7587"/>
                  </a:lnTo>
                  <a:lnTo>
                    <a:pt x="2718115" y="3759"/>
                  </a:lnTo>
                  <a:lnTo>
                    <a:pt x="2741873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679858" y="4259864"/>
              <a:ext cx="2741873" cy="340996"/>
            </a:xfrm>
            <a:custGeom>
              <a:avLst/>
              <a:pathLst>
                <a:path w="2741873" h="340996">
                  <a:moveTo>
                    <a:pt x="0" y="340996"/>
                  </a:moveTo>
                  <a:lnTo>
                    <a:pt x="176069" y="319099"/>
                  </a:lnTo>
                  <a:lnTo>
                    <a:pt x="331373" y="299785"/>
                  </a:lnTo>
                  <a:lnTo>
                    <a:pt x="470298" y="282507"/>
                  </a:lnTo>
                  <a:lnTo>
                    <a:pt x="595970" y="266878"/>
                  </a:lnTo>
                  <a:lnTo>
                    <a:pt x="710700" y="252609"/>
                  </a:lnTo>
                  <a:lnTo>
                    <a:pt x="816241" y="239483"/>
                  </a:lnTo>
                  <a:lnTo>
                    <a:pt x="913957" y="227331"/>
                  </a:lnTo>
                  <a:lnTo>
                    <a:pt x="1004929" y="216017"/>
                  </a:lnTo>
                  <a:lnTo>
                    <a:pt x="1090027" y="205434"/>
                  </a:lnTo>
                  <a:lnTo>
                    <a:pt x="1169964" y="195492"/>
                  </a:lnTo>
                  <a:lnTo>
                    <a:pt x="1245331" y="186119"/>
                  </a:lnTo>
                  <a:lnTo>
                    <a:pt x="1316622" y="177253"/>
                  </a:lnTo>
                  <a:lnTo>
                    <a:pt x="1384256" y="168842"/>
                  </a:lnTo>
                  <a:lnTo>
                    <a:pt x="1448588" y="160841"/>
                  </a:lnTo>
                  <a:lnTo>
                    <a:pt x="1509928" y="153212"/>
                  </a:lnTo>
                  <a:lnTo>
                    <a:pt x="1568540" y="145923"/>
                  </a:lnTo>
                  <a:lnTo>
                    <a:pt x="1624658" y="138944"/>
                  </a:lnTo>
                  <a:lnTo>
                    <a:pt x="1678484" y="132249"/>
                  </a:lnTo>
                  <a:lnTo>
                    <a:pt x="1730199" y="125818"/>
                  </a:lnTo>
                  <a:lnTo>
                    <a:pt x="1779962" y="119629"/>
                  </a:lnTo>
                  <a:lnTo>
                    <a:pt x="1827915" y="113665"/>
                  </a:lnTo>
                  <a:lnTo>
                    <a:pt x="1874185" y="107911"/>
                  </a:lnTo>
                  <a:lnTo>
                    <a:pt x="1918887" y="102351"/>
                  </a:lnTo>
                  <a:lnTo>
                    <a:pt x="1962122" y="96974"/>
                  </a:lnTo>
                  <a:lnTo>
                    <a:pt x="2003985" y="91768"/>
                  </a:lnTo>
                  <a:lnTo>
                    <a:pt x="2044559" y="86722"/>
                  </a:lnTo>
                  <a:lnTo>
                    <a:pt x="2083922" y="81827"/>
                  </a:lnTo>
                  <a:lnTo>
                    <a:pt x="2122144" y="77073"/>
                  </a:lnTo>
                  <a:lnTo>
                    <a:pt x="2159289" y="72453"/>
                  </a:lnTo>
                  <a:lnTo>
                    <a:pt x="2195416" y="67960"/>
                  </a:lnTo>
                  <a:lnTo>
                    <a:pt x="2230580" y="63587"/>
                  </a:lnTo>
                  <a:lnTo>
                    <a:pt x="2264830" y="59328"/>
                  </a:lnTo>
                  <a:lnTo>
                    <a:pt x="2298214" y="55176"/>
                  </a:lnTo>
                  <a:lnTo>
                    <a:pt x="2330772" y="51127"/>
                  </a:lnTo>
                  <a:lnTo>
                    <a:pt x="2362546" y="47175"/>
                  </a:lnTo>
                  <a:lnTo>
                    <a:pt x="2393573" y="43316"/>
                  </a:lnTo>
                  <a:lnTo>
                    <a:pt x="2423886" y="39546"/>
                  </a:lnTo>
                  <a:lnTo>
                    <a:pt x="2453518" y="35861"/>
                  </a:lnTo>
                  <a:lnTo>
                    <a:pt x="2482498" y="32257"/>
                  </a:lnTo>
                  <a:lnTo>
                    <a:pt x="2510856" y="28730"/>
                  </a:lnTo>
                  <a:lnTo>
                    <a:pt x="2538616" y="25278"/>
                  </a:lnTo>
                  <a:lnTo>
                    <a:pt x="2565804" y="21897"/>
                  </a:lnTo>
                  <a:lnTo>
                    <a:pt x="2592442" y="18584"/>
                  </a:lnTo>
                  <a:lnTo>
                    <a:pt x="2618553" y="15336"/>
                  </a:lnTo>
                  <a:lnTo>
                    <a:pt x="2644157" y="12152"/>
                  </a:lnTo>
                  <a:lnTo>
                    <a:pt x="2669273" y="9028"/>
                  </a:lnTo>
                  <a:lnTo>
                    <a:pt x="2693920" y="5963"/>
                  </a:lnTo>
                  <a:lnTo>
                    <a:pt x="2718115" y="2954"/>
                  </a:lnTo>
                  <a:lnTo>
                    <a:pt x="274187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679858" y="3842772"/>
              <a:ext cx="2741873" cy="475170"/>
            </a:xfrm>
            <a:custGeom>
              <a:avLst/>
              <a:pathLst>
                <a:path w="2741873" h="475170">
                  <a:moveTo>
                    <a:pt x="0" y="475170"/>
                  </a:moveTo>
                  <a:lnTo>
                    <a:pt x="176069" y="444657"/>
                  </a:lnTo>
                  <a:lnTo>
                    <a:pt x="331373" y="417742"/>
                  </a:lnTo>
                  <a:lnTo>
                    <a:pt x="470298" y="393666"/>
                  </a:lnTo>
                  <a:lnTo>
                    <a:pt x="595970" y="371887"/>
                  </a:lnTo>
                  <a:lnTo>
                    <a:pt x="710700" y="352004"/>
                  </a:lnTo>
                  <a:lnTo>
                    <a:pt x="816241" y="333714"/>
                  </a:lnTo>
                  <a:lnTo>
                    <a:pt x="913957" y="316780"/>
                  </a:lnTo>
                  <a:lnTo>
                    <a:pt x="1004929" y="301014"/>
                  </a:lnTo>
                  <a:lnTo>
                    <a:pt x="1090027" y="286267"/>
                  </a:lnTo>
                  <a:lnTo>
                    <a:pt x="1169964" y="272413"/>
                  </a:lnTo>
                  <a:lnTo>
                    <a:pt x="1245331" y="259352"/>
                  </a:lnTo>
                  <a:lnTo>
                    <a:pt x="1316622" y="246997"/>
                  </a:lnTo>
                  <a:lnTo>
                    <a:pt x="1384256" y="235276"/>
                  </a:lnTo>
                  <a:lnTo>
                    <a:pt x="1448588" y="224127"/>
                  </a:lnTo>
                  <a:lnTo>
                    <a:pt x="1509928" y="213497"/>
                  </a:lnTo>
                  <a:lnTo>
                    <a:pt x="1568540" y="203340"/>
                  </a:lnTo>
                  <a:lnTo>
                    <a:pt x="1624658" y="193614"/>
                  </a:lnTo>
                  <a:lnTo>
                    <a:pt x="1678484" y="184286"/>
                  </a:lnTo>
                  <a:lnTo>
                    <a:pt x="1730199" y="175324"/>
                  </a:lnTo>
                  <a:lnTo>
                    <a:pt x="1779962" y="166700"/>
                  </a:lnTo>
                  <a:lnTo>
                    <a:pt x="1827915" y="158390"/>
                  </a:lnTo>
                  <a:lnTo>
                    <a:pt x="1874185" y="150371"/>
                  </a:lnTo>
                  <a:lnTo>
                    <a:pt x="1918887" y="142624"/>
                  </a:lnTo>
                  <a:lnTo>
                    <a:pt x="1962122" y="135131"/>
                  </a:lnTo>
                  <a:lnTo>
                    <a:pt x="2003985" y="127876"/>
                  </a:lnTo>
                  <a:lnTo>
                    <a:pt x="2044559" y="120845"/>
                  </a:lnTo>
                  <a:lnTo>
                    <a:pt x="2083922" y="114023"/>
                  </a:lnTo>
                  <a:lnTo>
                    <a:pt x="2122144" y="107399"/>
                  </a:lnTo>
                  <a:lnTo>
                    <a:pt x="2159289" y="100962"/>
                  </a:lnTo>
                  <a:lnTo>
                    <a:pt x="2195416" y="94701"/>
                  </a:lnTo>
                  <a:lnTo>
                    <a:pt x="2230580" y="88607"/>
                  </a:lnTo>
                  <a:lnTo>
                    <a:pt x="2264830" y="82672"/>
                  </a:lnTo>
                  <a:lnTo>
                    <a:pt x="2298214" y="76886"/>
                  </a:lnTo>
                  <a:lnTo>
                    <a:pt x="2330772" y="71244"/>
                  </a:lnTo>
                  <a:lnTo>
                    <a:pt x="2362546" y="65737"/>
                  </a:lnTo>
                  <a:lnTo>
                    <a:pt x="2393573" y="60360"/>
                  </a:lnTo>
                  <a:lnTo>
                    <a:pt x="2423886" y="55107"/>
                  </a:lnTo>
                  <a:lnTo>
                    <a:pt x="2453518" y="49972"/>
                  </a:lnTo>
                  <a:lnTo>
                    <a:pt x="2482498" y="44949"/>
                  </a:lnTo>
                  <a:lnTo>
                    <a:pt x="2510856" y="40035"/>
                  </a:lnTo>
                  <a:lnTo>
                    <a:pt x="2538616" y="35224"/>
                  </a:lnTo>
                  <a:lnTo>
                    <a:pt x="2565804" y="30513"/>
                  </a:lnTo>
                  <a:lnTo>
                    <a:pt x="2592442" y="25896"/>
                  </a:lnTo>
                  <a:lnTo>
                    <a:pt x="2618553" y="21371"/>
                  </a:lnTo>
                  <a:lnTo>
                    <a:pt x="2644157" y="16934"/>
                  </a:lnTo>
                  <a:lnTo>
                    <a:pt x="2669273" y="12581"/>
                  </a:lnTo>
                  <a:lnTo>
                    <a:pt x="2693920" y="8310"/>
                  </a:lnTo>
                  <a:lnTo>
                    <a:pt x="2718115" y="4117"/>
                  </a:lnTo>
                  <a:lnTo>
                    <a:pt x="274187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679858" y="4139470"/>
              <a:ext cx="2741873" cy="353899"/>
            </a:xfrm>
            <a:custGeom>
              <a:avLst/>
              <a:pathLst>
                <a:path w="2741873" h="353899">
                  <a:moveTo>
                    <a:pt x="0" y="353899"/>
                  </a:moveTo>
                  <a:lnTo>
                    <a:pt x="176069" y="331174"/>
                  </a:lnTo>
                  <a:lnTo>
                    <a:pt x="331373" y="311128"/>
                  </a:lnTo>
                  <a:lnTo>
                    <a:pt x="470298" y="293197"/>
                  </a:lnTo>
                  <a:lnTo>
                    <a:pt x="595970" y="276976"/>
                  </a:lnTo>
                  <a:lnTo>
                    <a:pt x="710700" y="262167"/>
                  </a:lnTo>
                  <a:lnTo>
                    <a:pt x="816241" y="248545"/>
                  </a:lnTo>
                  <a:lnTo>
                    <a:pt x="913957" y="235933"/>
                  </a:lnTo>
                  <a:lnTo>
                    <a:pt x="1004929" y="224191"/>
                  </a:lnTo>
                  <a:lnTo>
                    <a:pt x="1090027" y="213207"/>
                  </a:lnTo>
                  <a:lnTo>
                    <a:pt x="1169964" y="202889"/>
                  </a:lnTo>
                  <a:lnTo>
                    <a:pt x="1245331" y="193161"/>
                  </a:lnTo>
                  <a:lnTo>
                    <a:pt x="1316622" y="183960"/>
                  </a:lnTo>
                  <a:lnTo>
                    <a:pt x="1384256" y="175230"/>
                  </a:lnTo>
                  <a:lnTo>
                    <a:pt x="1448588" y="166927"/>
                  </a:lnTo>
                  <a:lnTo>
                    <a:pt x="1509928" y="159009"/>
                  </a:lnTo>
                  <a:lnTo>
                    <a:pt x="1568540" y="151444"/>
                  </a:lnTo>
                  <a:lnTo>
                    <a:pt x="1624658" y="144201"/>
                  </a:lnTo>
                  <a:lnTo>
                    <a:pt x="1678484" y="137253"/>
                  </a:lnTo>
                  <a:lnTo>
                    <a:pt x="1730199" y="130578"/>
                  </a:lnTo>
                  <a:lnTo>
                    <a:pt x="1779962" y="124155"/>
                  </a:lnTo>
                  <a:lnTo>
                    <a:pt x="1827915" y="117966"/>
                  </a:lnTo>
                  <a:lnTo>
                    <a:pt x="1874185" y="111994"/>
                  </a:lnTo>
                  <a:lnTo>
                    <a:pt x="1918887" y="106224"/>
                  </a:lnTo>
                  <a:lnTo>
                    <a:pt x="1962122" y="100644"/>
                  </a:lnTo>
                  <a:lnTo>
                    <a:pt x="2003985" y="95240"/>
                  </a:lnTo>
                  <a:lnTo>
                    <a:pt x="2044559" y="90003"/>
                  </a:lnTo>
                  <a:lnTo>
                    <a:pt x="2083922" y="84923"/>
                  </a:lnTo>
                  <a:lnTo>
                    <a:pt x="2122144" y="79989"/>
                  </a:lnTo>
                  <a:lnTo>
                    <a:pt x="2159289" y="75195"/>
                  </a:lnTo>
                  <a:lnTo>
                    <a:pt x="2195416" y="70532"/>
                  </a:lnTo>
                  <a:lnTo>
                    <a:pt x="2230580" y="65993"/>
                  </a:lnTo>
                  <a:lnTo>
                    <a:pt x="2264830" y="61572"/>
                  </a:lnTo>
                  <a:lnTo>
                    <a:pt x="2298214" y="57264"/>
                  </a:lnTo>
                  <a:lnTo>
                    <a:pt x="2330772" y="53061"/>
                  </a:lnTo>
                  <a:lnTo>
                    <a:pt x="2362546" y="48960"/>
                  </a:lnTo>
                  <a:lnTo>
                    <a:pt x="2393573" y="44955"/>
                  </a:lnTo>
                  <a:lnTo>
                    <a:pt x="2423886" y="41043"/>
                  </a:lnTo>
                  <a:lnTo>
                    <a:pt x="2453518" y="37218"/>
                  </a:lnTo>
                  <a:lnTo>
                    <a:pt x="2482498" y="33478"/>
                  </a:lnTo>
                  <a:lnTo>
                    <a:pt x="2510856" y="29817"/>
                  </a:lnTo>
                  <a:lnTo>
                    <a:pt x="2538616" y="26234"/>
                  </a:lnTo>
                  <a:lnTo>
                    <a:pt x="2565804" y="22725"/>
                  </a:lnTo>
                  <a:lnTo>
                    <a:pt x="2592442" y="19287"/>
                  </a:lnTo>
                  <a:lnTo>
                    <a:pt x="2618553" y="15917"/>
                  </a:lnTo>
                  <a:lnTo>
                    <a:pt x="2644157" y="12612"/>
                  </a:lnTo>
                  <a:lnTo>
                    <a:pt x="2669273" y="9370"/>
                  </a:lnTo>
                  <a:lnTo>
                    <a:pt x="2693920" y="6189"/>
                  </a:lnTo>
                  <a:lnTo>
                    <a:pt x="2718115" y="3066"/>
                  </a:lnTo>
                  <a:lnTo>
                    <a:pt x="274187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679858" y="3943111"/>
              <a:ext cx="2741873" cy="318542"/>
            </a:xfrm>
            <a:custGeom>
              <a:avLst/>
              <a:pathLst>
                <a:path w="2741873" h="318542">
                  <a:moveTo>
                    <a:pt x="0" y="318542"/>
                  </a:moveTo>
                  <a:lnTo>
                    <a:pt x="176069" y="298086"/>
                  </a:lnTo>
                  <a:lnTo>
                    <a:pt x="331373" y="280044"/>
                  </a:lnTo>
                  <a:lnTo>
                    <a:pt x="470298" y="263904"/>
                  </a:lnTo>
                  <a:lnTo>
                    <a:pt x="595970" y="249304"/>
                  </a:lnTo>
                  <a:lnTo>
                    <a:pt x="710700" y="235975"/>
                  </a:lnTo>
                  <a:lnTo>
                    <a:pt x="816241" y="223713"/>
                  </a:lnTo>
                  <a:lnTo>
                    <a:pt x="913957" y="212361"/>
                  </a:lnTo>
                  <a:lnTo>
                    <a:pt x="1004929" y="201792"/>
                  </a:lnTo>
                  <a:lnTo>
                    <a:pt x="1090027" y="191906"/>
                  </a:lnTo>
                  <a:lnTo>
                    <a:pt x="1169964" y="182619"/>
                  </a:lnTo>
                  <a:lnTo>
                    <a:pt x="1245331" y="173863"/>
                  </a:lnTo>
                  <a:lnTo>
                    <a:pt x="1316622" y="165581"/>
                  </a:lnTo>
                  <a:lnTo>
                    <a:pt x="1384256" y="157723"/>
                  </a:lnTo>
                  <a:lnTo>
                    <a:pt x="1448588" y="150249"/>
                  </a:lnTo>
                  <a:lnTo>
                    <a:pt x="1509928" y="143123"/>
                  </a:lnTo>
                  <a:lnTo>
                    <a:pt x="1568540" y="136314"/>
                  </a:lnTo>
                  <a:lnTo>
                    <a:pt x="1624658" y="129794"/>
                  </a:lnTo>
                  <a:lnTo>
                    <a:pt x="1678484" y="123541"/>
                  </a:lnTo>
                  <a:lnTo>
                    <a:pt x="1730199" y="117533"/>
                  </a:lnTo>
                  <a:lnTo>
                    <a:pt x="1779962" y="111751"/>
                  </a:lnTo>
                  <a:lnTo>
                    <a:pt x="1827915" y="106180"/>
                  </a:lnTo>
                  <a:lnTo>
                    <a:pt x="1874185" y="100805"/>
                  </a:lnTo>
                  <a:lnTo>
                    <a:pt x="1918887" y="95611"/>
                  </a:lnTo>
                  <a:lnTo>
                    <a:pt x="1962122" y="90588"/>
                  </a:lnTo>
                  <a:lnTo>
                    <a:pt x="2003985" y="85725"/>
                  </a:lnTo>
                  <a:lnTo>
                    <a:pt x="2044559" y="81011"/>
                  </a:lnTo>
                  <a:lnTo>
                    <a:pt x="2083922" y="76438"/>
                  </a:lnTo>
                  <a:lnTo>
                    <a:pt x="2122144" y="71998"/>
                  </a:lnTo>
                  <a:lnTo>
                    <a:pt x="2159289" y="67682"/>
                  </a:lnTo>
                  <a:lnTo>
                    <a:pt x="2195416" y="63485"/>
                  </a:lnTo>
                  <a:lnTo>
                    <a:pt x="2230580" y="59400"/>
                  </a:lnTo>
                  <a:lnTo>
                    <a:pt x="2264830" y="55421"/>
                  </a:lnTo>
                  <a:lnTo>
                    <a:pt x="2298214" y="51542"/>
                  </a:lnTo>
                  <a:lnTo>
                    <a:pt x="2330772" y="47760"/>
                  </a:lnTo>
                  <a:lnTo>
                    <a:pt x="2362546" y="44068"/>
                  </a:lnTo>
                  <a:lnTo>
                    <a:pt x="2393573" y="40464"/>
                  </a:lnTo>
                  <a:lnTo>
                    <a:pt x="2423886" y="36942"/>
                  </a:lnTo>
                  <a:lnTo>
                    <a:pt x="2453518" y="33500"/>
                  </a:lnTo>
                  <a:lnTo>
                    <a:pt x="2482498" y="30133"/>
                  </a:lnTo>
                  <a:lnTo>
                    <a:pt x="2510856" y="26838"/>
                  </a:lnTo>
                  <a:lnTo>
                    <a:pt x="2538616" y="23613"/>
                  </a:lnTo>
                  <a:lnTo>
                    <a:pt x="2565804" y="20455"/>
                  </a:lnTo>
                  <a:lnTo>
                    <a:pt x="2592442" y="17360"/>
                  </a:lnTo>
                  <a:lnTo>
                    <a:pt x="2618553" y="14326"/>
                  </a:lnTo>
                  <a:lnTo>
                    <a:pt x="2644157" y="11352"/>
                  </a:lnTo>
                  <a:lnTo>
                    <a:pt x="2669273" y="8434"/>
                  </a:lnTo>
                  <a:lnTo>
                    <a:pt x="2693920" y="5571"/>
                  </a:lnTo>
                  <a:lnTo>
                    <a:pt x="2718115" y="2760"/>
                  </a:lnTo>
                  <a:lnTo>
                    <a:pt x="274187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679858" y="4054855"/>
              <a:ext cx="2741873" cy="10154"/>
            </a:xfrm>
            <a:custGeom>
              <a:avLst/>
              <a:pathLst>
                <a:path w="2741873" h="10154">
                  <a:moveTo>
                    <a:pt x="0" y="10154"/>
                  </a:moveTo>
                  <a:lnTo>
                    <a:pt x="176069" y="9502"/>
                  </a:lnTo>
                  <a:lnTo>
                    <a:pt x="331373" y="8927"/>
                  </a:lnTo>
                  <a:lnTo>
                    <a:pt x="470298" y="8412"/>
                  </a:lnTo>
                  <a:lnTo>
                    <a:pt x="595970" y="7947"/>
                  </a:lnTo>
                  <a:lnTo>
                    <a:pt x="710700" y="7522"/>
                  </a:lnTo>
                  <a:lnTo>
                    <a:pt x="816241" y="7131"/>
                  </a:lnTo>
                  <a:lnTo>
                    <a:pt x="913957" y="6769"/>
                  </a:lnTo>
                  <a:lnTo>
                    <a:pt x="1004929" y="6432"/>
                  </a:lnTo>
                  <a:lnTo>
                    <a:pt x="1090027" y="6117"/>
                  </a:lnTo>
                  <a:lnTo>
                    <a:pt x="1169964" y="5821"/>
                  </a:lnTo>
                  <a:lnTo>
                    <a:pt x="1245331" y="5542"/>
                  </a:lnTo>
                  <a:lnTo>
                    <a:pt x="1316622" y="5278"/>
                  </a:lnTo>
                  <a:lnTo>
                    <a:pt x="1384256" y="5027"/>
                  </a:lnTo>
                  <a:lnTo>
                    <a:pt x="1448588" y="4789"/>
                  </a:lnTo>
                  <a:lnTo>
                    <a:pt x="1509928" y="4562"/>
                  </a:lnTo>
                  <a:lnTo>
                    <a:pt x="1568540" y="4345"/>
                  </a:lnTo>
                  <a:lnTo>
                    <a:pt x="1624658" y="4137"/>
                  </a:lnTo>
                  <a:lnTo>
                    <a:pt x="1678484" y="3938"/>
                  </a:lnTo>
                  <a:lnTo>
                    <a:pt x="1730199" y="3746"/>
                  </a:lnTo>
                  <a:lnTo>
                    <a:pt x="1779962" y="3562"/>
                  </a:lnTo>
                  <a:lnTo>
                    <a:pt x="1827915" y="3384"/>
                  </a:lnTo>
                  <a:lnTo>
                    <a:pt x="1874185" y="3213"/>
                  </a:lnTo>
                  <a:lnTo>
                    <a:pt x="1918887" y="3047"/>
                  </a:lnTo>
                  <a:lnTo>
                    <a:pt x="1962122" y="2887"/>
                  </a:lnTo>
                  <a:lnTo>
                    <a:pt x="2003985" y="2732"/>
                  </a:lnTo>
                  <a:lnTo>
                    <a:pt x="2044559" y="2582"/>
                  </a:lnTo>
                  <a:lnTo>
                    <a:pt x="2083922" y="2436"/>
                  </a:lnTo>
                  <a:lnTo>
                    <a:pt x="2122144" y="2295"/>
                  </a:lnTo>
                  <a:lnTo>
                    <a:pt x="2159289" y="2157"/>
                  </a:lnTo>
                  <a:lnTo>
                    <a:pt x="2195416" y="2023"/>
                  </a:lnTo>
                  <a:lnTo>
                    <a:pt x="2230580" y="1893"/>
                  </a:lnTo>
                  <a:lnTo>
                    <a:pt x="2264830" y="1766"/>
                  </a:lnTo>
                  <a:lnTo>
                    <a:pt x="2298214" y="1643"/>
                  </a:lnTo>
                  <a:lnTo>
                    <a:pt x="2330772" y="1522"/>
                  </a:lnTo>
                  <a:lnTo>
                    <a:pt x="2362546" y="1404"/>
                  </a:lnTo>
                  <a:lnTo>
                    <a:pt x="2393573" y="1289"/>
                  </a:lnTo>
                  <a:lnTo>
                    <a:pt x="2423886" y="1177"/>
                  </a:lnTo>
                  <a:lnTo>
                    <a:pt x="2453518" y="1067"/>
                  </a:lnTo>
                  <a:lnTo>
                    <a:pt x="2482498" y="960"/>
                  </a:lnTo>
                  <a:lnTo>
                    <a:pt x="2510856" y="855"/>
                  </a:lnTo>
                  <a:lnTo>
                    <a:pt x="2538616" y="752"/>
                  </a:lnTo>
                  <a:lnTo>
                    <a:pt x="2565804" y="652"/>
                  </a:lnTo>
                  <a:lnTo>
                    <a:pt x="2592442" y="553"/>
                  </a:lnTo>
                  <a:lnTo>
                    <a:pt x="2618553" y="456"/>
                  </a:lnTo>
                  <a:lnTo>
                    <a:pt x="2644157" y="361"/>
                  </a:lnTo>
                  <a:lnTo>
                    <a:pt x="2669273" y="268"/>
                  </a:lnTo>
                  <a:lnTo>
                    <a:pt x="2693920" y="177"/>
                  </a:lnTo>
                  <a:lnTo>
                    <a:pt x="2718115" y="87"/>
                  </a:lnTo>
                  <a:lnTo>
                    <a:pt x="2741873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679858" y="4336622"/>
              <a:ext cx="2741873" cy="216759"/>
            </a:xfrm>
            <a:custGeom>
              <a:avLst/>
              <a:pathLst>
                <a:path w="2741873" h="216759">
                  <a:moveTo>
                    <a:pt x="0" y="216759"/>
                  </a:moveTo>
                  <a:lnTo>
                    <a:pt x="176069" y="202840"/>
                  </a:lnTo>
                  <a:lnTo>
                    <a:pt x="331373" y="190562"/>
                  </a:lnTo>
                  <a:lnTo>
                    <a:pt x="470298" y="179580"/>
                  </a:lnTo>
                  <a:lnTo>
                    <a:pt x="595970" y="169644"/>
                  </a:lnTo>
                  <a:lnTo>
                    <a:pt x="710700" y="160574"/>
                  </a:lnTo>
                  <a:lnTo>
                    <a:pt x="816241" y="152231"/>
                  </a:lnTo>
                  <a:lnTo>
                    <a:pt x="913957" y="144506"/>
                  </a:lnTo>
                  <a:lnTo>
                    <a:pt x="1004929" y="137314"/>
                  </a:lnTo>
                  <a:lnTo>
                    <a:pt x="1090027" y="130587"/>
                  </a:lnTo>
                  <a:lnTo>
                    <a:pt x="1169964" y="124267"/>
                  </a:lnTo>
                  <a:lnTo>
                    <a:pt x="1245331" y="118309"/>
                  </a:lnTo>
                  <a:lnTo>
                    <a:pt x="1316622" y="112673"/>
                  </a:lnTo>
                  <a:lnTo>
                    <a:pt x="1384256" y="107326"/>
                  </a:lnTo>
                  <a:lnTo>
                    <a:pt x="1448588" y="102240"/>
                  </a:lnTo>
                  <a:lnTo>
                    <a:pt x="1509928" y="97391"/>
                  </a:lnTo>
                  <a:lnTo>
                    <a:pt x="1568540" y="92758"/>
                  </a:lnTo>
                  <a:lnTo>
                    <a:pt x="1624658" y="88321"/>
                  </a:lnTo>
                  <a:lnTo>
                    <a:pt x="1678484" y="84066"/>
                  </a:lnTo>
                  <a:lnTo>
                    <a:pt x="1730199" y="79978"/>
                  </a:lnTo>
                  <a:lnTo>
                    <a:pt x="1779962" y="76044"/>
                  </a:lnTo>
                  <a:lnTo>
                    <a:pt x="1827915" y="72253"/>
                  </a:lnTo>
                  <a:lnTo>
                    <a:pt x="1874185" y="68595"/>
                  </a:lnTo>
                  <a:lnTo>
                    <a:pt x="1918887" y="65061"/>
                  </a:lnTo>
                  <a:lnTo>
                    <a:pt x="1962122" y="61643"/>
                  </a:lnTo>
                  <a:lnTo>
                    <a:pt x="2003985" y="58333"/>
                  </a:lnTo>
                  <a:lnTo>
                    <a:pt x="2044559" y="55126"/>
                  </a:lnTo>
                  <a:lnTo>
                    <a:pt x="2083922" y="52014"/>
                  </a:lnTo>
                  <a:lnTo>
                    <a:pt x="2122144" y="48992"/>
                  </a:lnTo>
                  <a:lnTo>
                    <a:pt x="2159289" y="46056"/>
                  </a:lnTo>
                  <a:lnTo>
                    <a:pt x="2195416" y="43200"/>
                  </a:lnTo>
                  <a:lnTo>
                    <a:pt x="2230580" y="40420"/>
                  </a:lnTo>
                  <a:lnTo>
                    <a:pt x="2264830" y="37712"/>
                  </a:lnTo>
                  <a:lnTo>
                    <a:pt x="2298214" y="35073"/>
                  </a:lnTo>
                  <a:lnTo>
                    <a:pt x="2330772" y="32499"/>
                  </a:lnTo>
                  <a:lnTo>
                    <a:pt x="2362546" y="29987"/>
                  </a:lnTo>
                  <a:lnTo>
                    <a:pt x="2393573" y="27534"/>
                  </a:lnTo>
                  <a:lnTo>
                    <a:pt x="2423886" y="25138"/>
                  </a:lnTo>
                  <a:lnTo>
                    <a:pt x="2453518" y="22796"/>
                  </a:lnTo>
                  <a:lnTo>
                    <a:pt x="2482498" y="20504"/>
                  </a:lnTo>
                  <a:lnTo>
                    <a:pt x="2510856" y="18263"/>
                  </a:lnTo>
                  <a:lnTo>
                    <a:pt x="2538616" y="16068"/>
                  </a:lnTo>
                  <a:lnTo>
                    <a:pt x="2565804" y="13919"/>
                  </a:lnTo>
                  <a:lnTo>
                    <a:pt x="2592442" y="11813"/>
                  </a:lnTo>
                  <a:lnTo>
                    <a:pt x="2618553" y="9749"/>
                  </a:lnTo>
                  <a:lnTo>
                    <a:pt x="2644157" y="7724"/>
                  </a:lnTo>
                  <a:lnTo>
                    <a:pt x="2669273" y="5739"/>
                  </a:lnTo>
                  <a:lnTo>
                    <a:pt x="2693920" y="3790"/>
                  </a:lnTo>
                  <a:lnTo>
                    <a:pt x="2718115" y="1878"/>
                  </a:lnTo>
                  <a:lnTo>
                    <a:pt x="2741873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679858" y="4305592"/>
              <a:ext cx="2741873" cy="310932"/>
            </a:xfrm>
            <a:custGeom>
              <a:avLst/>
              <a:pathLst>
                <a:path w="2741873" h="310932">
                  <a:moveTo>
                    <a:pt x="0" y="310932"/>
                  </a:moveTo>
                  <a:lnTo>
                    <a:pt x="176069" y="290965"/>
                  </a:lnTo>
                  <a:lnTo>
                    <a:pt x="331373" y="273354"/>
                  </a:lnTo>
                  <a:lnTo>
                    <a:pt x="470298" y="257599"/>
                  </a:lnTo>
                  <a:lnTo>
                    <a:pt x="595970" y="243348"/>
                  </a:lnTo>
                  <a:lnTo>
                    <a:pt x="710700" y="230337"/>
                  </a:lnTo>
                  <a:lnTo>
                    <a:pt x="816241" y="218369"/>
                  </a:lnTo>
                  <a:lnTo>
                    <a:pt x="913957" y="207288"/>
                  </a:lnTo>
                  <a:lnTo>
                    <a:pt x="1004929" y="196971"/>
                  </a:lnTo>
                  <a:lnTo>
                    <a:pt x="1090027" y="187321"/>
                  </a:lnTo>
                  <a:lnTo>
                    <a:pt x="1169964" y="178256"/>
                  </a:lnTo>
                  <a:lnTo>
                    <a:pt x="1245331" y="169710"/>
                  </a:lnTo>
                  <a:lnTo>
                    <a:pt x="1316622" y="161625"/>
                  </a:lnTo>
                  <a:lnTo>
                    <a:pt x="1384256" y="153955"/>
                  </a:lnTo>
                  <a:lnTo>
                    <a:pt x="1448588" y="146660"/>
                  </a:lnTo>
                  <a:lnTo>
                    <a:pt x="1509928" y="139704"/>
                  </a:lnTo>
                  <a:lnTo>
                    <a:pt x="1568540" y="133057"/>
                  </a:lnTo>
                  <a:lnTo>
                    <a:pt x="1624658" y="126693"/>
                  </a:lnTo>
                  <a:lnTo>
                    <a:pt x="1678484" y="120589"/>
                  </a:lnTo>
                  <a:lnTo>
                    <a:pt x="1730199" y="114725"/>
                  </a:lnTo>
                  <a:lnTo>
                    <a:pt x="1779962" y="109082"/>
                  </a:lnTo>
                  <a:lnTo>
                    <a:pt x="1827915" y="103644"/>
                  </a:lnTo>
                  <a:lnTo>
                    <a:pt x="1874185" y="98397"/>
                  </a:lnTo>
                  <a:lnTo>
                    <a:pt x="1918887" y="93327"/>
                  </a:lnTo>
                  <a:lnTo>
                    <a:pt x="1962122" y="88424"/>
                  </a:lnTo>
                  <a:lnTo>
                    <a:pt x="2003985" y="83677"/>
                  </a:lnTo>
                  <a:lnTo>
                    <a:pt x="2044559" y="79076"/>
                  </a:lnTo>
                  <a:lnTo>
                    <a:pt x="2083922" y="74612"/>
                  </a:lnTo>
                  <a:lnTo>
                    <a:pt x="2122144" y="70278"/>
                  </a:lnTo>
                  <a:lnTo>
                    <a:pt x="2159289" y="66065"/>
                  </a:lnTo>
                  <a:lnTo>
                    <a:pt x="2195416" y="61968"/>
                  </a:lnTo>
                  <a:lnTo>
                    <a:pt x="2230580" y="57981"/>
                  </a:lnTo>
                  <a:lnTo>
                    <a:pt x="2264830" y="54097"/>
                  </a:lnTo>
                  <a:lnTo>
                    <a:pt x="2298214" y="50311"/>
                  </a:lnTo>
                  <a:lnTo>
                    <a:pt x="2330772" y="46619"/>
                  </a:lnTo>
                  <a:lnTo>
                    <a:pt x="2362546" y="43016"/>
                  </a:lnTo>
                  <a:lnTo>
                    <a:pt x="2393573" y="39497"/>
                  </a:lnTo>
                  <a:lnTo>
                    <a:pt x="2423886" y="36060"/>
                  </a:lnTo>
                  <a:lnTo>
                    <a:pt x="2453518" y="32699"/>
                  </a:lnTo>
                  <a:lnTo>
                    <a:pt x="2482498" y="29413"/>
                  </a:lnTo>
                  <a:lnTo>
                    <a:pt x="2510856" y="26197"/>
                  </a:lnTo>
                  <a:lnTo>
                    <a:pt x="2538616" y="23049"/>
                  </a:lnTo>
                  <a:lnTo>
                    <a:pt x="2565804" y="19966"/>
                  </a:lnTo>
                  <a:lnTo>
                    <a:pt x="2592442" y="16945"/>
                  </a:lnTo>
                  <a:lnTo>
                    <a:pt x="2618553" y="13984"/>
                  </a:lnTo>
                  <a:lnTo>
                    <a:pt x="2644157" y="11081"/>
                  </a:lnTo>
                  <a:lnTo>
                    <a:pt x="2669273" y="8232"/>
                  </a:lnTo>
                  <a:lnTo>
                    <a:pt x="2693920" y="5437"/>
                  </a:lnTo>
                  <a:lnTo>
                    <a:pt x="2718115" y="2694"/>
                  </a:lnTo>
                  <a:lnTo>
                    <a:pt x="274187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679858" y="4050092"/>
              <a:ext cx="2741873" cy="335866"/>
            </a:xfrm>
            <a:custGeom>
              <a:avLst/>
              <a:pathLst>
                <a:path w="2741873" h="335866">
                  <a:moveTo>
                    <a:pt x="0" y="335866"/>
                  </a:moveTo>
                  <a:lnTo>
                    <a:pt x="176069" y="314298"/>
                  </a:lnTo>
                  <a:lnTo>
                    <a:pt x="331373" y="295274"/>
                  </a:lnTo>
                  <a:lnTo>
                    <a:pt x="470298" y="278257"/>
                  </a:lnTo>
                  <a:lnTo>
                    <a:pt x="595970" y="262862"/>
                  </a:lnTo>
                  <a:lnTo>
                    <a:pt x="710700" y="248809"/>
                  </a:lnTo>
                  <a:lnTo>
                    <a:pt x="816241" y="235880"/>
                  </a:lnTo>
                  <a:lnTo>
                    <a:pt x="913957" y="223911"/>
                  </a:lnTo>
                  <a:lnTo>
                    <a:pt x="1004929" y="212767"/>
                  </a:lnTo>
                  <a:lnTo>
                    <a:pt x="1090027" y="202343"/>
                  </a:lnTo>
                  <a:lnTo>
                    <a:pt x="1169964" y="192551"/>
                  </a:lnTo>
                  <a:lnTo>
                    <a:pt x="1245331" y="183319"/>
                  </a:lnTo>
                  <a:lnTo>
                    <a:pt x="1316622" y="174586"/>
                  </a:lnTo>
                  <a:lnTo>
                    <a:pt x="1384256" y="166301"/>
                  </a:lnTo>
                  <a:lnTo>
                    <a:pt x="1448588" y="158421"/>
                  </a:lnTo>
                  <a:lnTo>
                    <a:pt x="1509928" y="150907"/>
                  </a:lnTo>
                  <a:lnTo>
                    <a:pt x="1568540" y="143727"/>
                  </a:lnTo>
                  <a:lnTo>
                    <a:pt x="1624658" y="136853"/>
                  </a:lnTo>
                  <a:lnTo>
                    <a:pt x="1678484" y="130260"/>
                  </a:lnTo>
                  <a:lnTo>
                    <a:pt x="1730199" y="123925"/>
                  </a:lnTo>
                  <a:lnTo>
                    <a:pt x="1779962" y="117829"/>
                  </a:lnTo>
                  <a:lnTo>
                    <a:pt x="1827915" y="111955"/>
                  </a:lnTo>
                  <a:lnTo>
                    <a:pt x="1874185" y="106287"/>
                  </a:lnTo>
                  <a:lnTo>
                    <a:pt x="1918887" y="100811"/>
                  </a:lnTo>
                  <a:lnTo>
                    <a:pt x="1962122" y="95515"/>
                  </a:lnTo>
                  <a:lnTo>
                    <a:pt x="2003985" y="90387"/>
                  </a:lnTo>
                  <a:lnTo>
                    <a:pt x="2044559" y="85417"/>
                  </a:lnTo>
                  <a:lnTo>
                    <a:pt x="2083922" y="80595"/>
                  </a:lnTo>
                  <a:lnTo>
                    <a:pt x="2122144" y="75913"/>
                  </a:lnTo>
                  <a:lnTo>
                    <a:pt x="2159289" y="71363"/>
                  </a:lnTo>
                  <a:lnTo>
                    <a:pt x="2195416" y="66938"/>
                  </a:lnTo>
                  <a:lnTo>
                    <a:pt x="2230580" y="62630"/>
                  </a:lnTo>
                  <a:lnTo>
                    <a:pt x="2264830" y="58435"/>
                  </a:lnTo>
                  <a:lnTo>
                    <a:pt x="2298214" y="54346"/>
                  </a:lnTo>
                  <a:lnTo>
                    <a:pt x="2330772" y="50357"/>
                  </a:lnTo>
                  <a:lnTo>
                    <a:pt x="2362546" y="46465"/>
                  </a:lnTo>
                  <a:lnTo>
                    <a:pt x="2393573" y="42665"/>
                  </a:lnTo>
                  <a:lnTo>
                    <a:pt x="2423886" y="38951"/>
                  </a:lnTo>
                  <a:lnTo>
                    <a:pt x="2453518" y="35322"/>
                  </a:lnTo>
                  <a:lnTo>
                    <a:pt x="2482498" y="31772"/>
                  </a:lnTo>
                  <a:lnTo>
                    <a:pt x="2510856" y="28298"/>
                  </a:lnTo>
                  <a:lnTo>
                    <a:pt x="2538616" y="24898"/>
                  </a:lnTo>
                  <a:lnTo>
                    <a:pt x="2565804" y="21567"/>
                  </a:lnTo>
                  <a:lnTo>
                    <a:pt x="2592442" y="18304"/>
                  </a:lnTo>
                  <a:lnTo>
                    <a:pt x="2618553" y="15106"/>
                  </a:lnTo>
                  <a:lnTo>
                    <a:pt x="2644157" y="11969"/>
                  </a:lnTo>
                  <a:lnTo>
                    <a:pt x="2669273" y="8893"/>
                  </a:lnTo>
                  <a:lnTo>
                    <a:pt x="2693920" y="5874"/>
                  </a:lnTo>
                  <a:lnTo>
                    <a:pt x="2718115" y="2910"/>
                  </a:lnTo>
                  <a:lnTo>
                    <a:pt x="274187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rc298"/>
            <p:cNvSpPr/>
            <p:nvPr/>
          </p:nvSpPr>
          <p:spPr>
            <a:xfrm>
              <a:off x="1503277" y="3480885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503277" y="3480885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 rot="-5400000">
              <a:off x="1272281" y="462143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02" name="tx301"/>
            <p:cNvSpPr/>
            <p:nvPr/>
          </p:nvSpPr>
          <p:spPr>
            <a:xfrm rot="-5400000">
              <a:off x="1272281" y="437128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303" name="tx302"/>
            <p:cNvSpPr/>
            <p:nvPr/>
          </p:nvSpPr>
          <p:spPr>
            <a:xfrm rot="-5400000">
              <a:off x="1272281" y="412113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304" name="tx303"/>
            <p:cNvSpPr/>
            <p:nvPr/>
          </p:nvSpPr>
          <p:spPr>
            <a:xfrm rot="-5400000">
              <a:off x="1272281" y="387098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1272281" y="362083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306" name="pl305"/>
            <p:cNvSpPr/>
            <p:nvPr/>
          </p:nvSpPr>
          <p:spPr>
            <a:xfrm>
              <a:off x="1465319" y="467154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1465319" y="442139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7"/>
            <p:cNvSpPr/>
            <p:nvPr/>
          </p:nvSpPr>
          <p:spPr>
            <a:xfrm>
              <a:off x="1465319" y="417124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8"/>
            <p:cNvSpPr/>
            <p:nvPr/>
          </p:nvSpPr>
          <p:spPr>
            <a:xfrm>
              <a:off x="1465319" y="392109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09"/>
            <p:cNvSpPr/>
            <p:nvPr/>
          </p:nvSpPr>
          <p:spPr>
            <a:xfrm>
              <a:off x="1465319" y="367094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0"/>
            <p:cNvSpPr/>
            <p:nvPr/>
          </p:nvSpPr>
          <p:spPr>
            <a:xfrm>
              <a:off x="1503277" y="4719124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1"/>
            <p:cNvSpPr/>
            <p:nvPr/>
          </p:nvSpPr>
          <p:spPr>
            <a:xfrm>
              <a:off x="1679858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2"/>
            <p:cNvSpPr/>
            <p:nvPr/>
          </p:nvSpPr>
          <p:spPr>
            <a:xfrm>
              <a:off x="2593816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3"/>
            <p:cNvSpPr/>
            <p:nvPr/>
          </p:nvSpPr>
          <p:spPr>
            <a:xfrm>
              <a:off x="3507773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4"/>
            <p:cNvSpPr/>
            <p:nvPr/>
          </p:nvSpPr>
          <p:spPr>
            <a:xfrm>
              <a:off x="4421731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tx315"/>
            <p:cNvSpPr/>
            <p:nvPr/>
          </p:nvSpPr>
          <p:spPr>
            <a:xfrm>
              <a:off x="1640996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7" name="tx316"/>
            <p:cNvSpPr/>
            <p:nvPr/>
          </p:nvSpPr>
          <p:spPr>
            <a:xfrm>
              <a:off x="2554954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8" name="tx317"/>
            <p:cNvSpPr/>
            <p:nvPr/>
          </p:nvSpPr>
          <p:spPr>
            <a:xfrm>
              <a:off x="3468911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9" name="tx318"/>
            <p:cNvSpPr/>
            <p:nvPr/>
          </p:nvSpPr>
          <p:spPr>
            <a:xfrm>
              <a:off x="4382869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20" name="tx319"/>
            <p:cNvSpPr/>
            <p:nvPr/>
          </p:nvSpPr>
          <p:spPr>
            <a:xfrm>
              <a:off x="2696037" y="5000311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321" name="tx320"/>
            <p:cNvSpPr/>
            <p:nvPr/>
          </p:nvSpPr>
          <p:spPr>
            <a:xfrm rot="-5400000">
              <a:off x="1004992" y="40405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22" name="tx321"/>
            <p:cNvSpPr/>
            <p:nvPr/>
          </p:nvSpPr>
          <p:spPr>
            <a:xfrm>
              <a:off x="1503277" y="3237726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23" name="rc322"/>
            <p:cNvSpPr/>
            <p:nvPr/>
          </p:nvSpPr>
          <p:spPr>
            <a:xfrm>
              <a:off x="4913885" y="3480885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31348" y="423311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05648" y="362470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026385" y="429447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041718" y="407979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17474" y="433856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09478" y="354444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051733" y="350786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08742" y="383822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31599" y="447309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126991" y="413542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942575" y="437998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923872" y="392071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960120" y="429915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994293" y="451476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29811" y="419801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979949" y="389579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35504" y="458601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962858" y="448608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50727" y="436760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022292" y="457863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000272" y="447895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990673" y="458155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013786" y="433060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992497" y="428014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029640" y="405912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040463" y="409373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72686" y="437995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009243" y="463354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869018" y="437212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903850" y="442736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927735" y="440634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859757" y="445372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917338" y="368464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952836" y="372446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901446" y="421445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849256" y="436203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855090" y="446955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872745" y="418462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888341" y="399010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840059" y="451851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859268" y="385009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889443" y="416529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882050" y="421855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952903" y="446045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880408" y="399166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833994" y="420447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834478" y="397016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865657" y="417971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7853650" y="432074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7862385" y="440734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7801981" y="419035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7771895" y="399925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7757493" y="416828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7785454" y="420486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7857865" y="433551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7790466" y="423968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7840258" y="433387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7771407" y="425912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7775927" y="403710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7733764" y="377654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7835447" y="434797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7746156" y="449030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7783436" y="446122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7860270" y="423659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7856647" y="440109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7771021" y="430384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7807819" y="384748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7768899" y="414667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7760715" y="422749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7782657" y="417715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7823167" y="445417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7835424" y="413875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5095785" y="4164034"/>
              <a:ext cx="2731261" cy="148946"/>
            </a:xfrm>
            <a:custGeom>
              <a:avLst/>
              <a:pathLst>
                <a:path w="2731261" h="148946">
                  <a:moveTo>
                    <a:pt x="0" y="0"/>
                  </a:moveTo>
                  <a:lnTo>
                    <a:pt x="175388" y="9564"/>
                  </a:lnTo>
                  <a:lnTo>
                    <a:pt x="330091" y="18001"/>
                  </a:lnTo>
                  <a:lnTo>
                    <a:pt x="468477" y="25547"/>
                  </a:lnTo>
                  <a:lnTo>
                    <a:pt x="593663" y="32374"/>
                  </a:lnTo>
                  <a:lnTo>
                    <a:pt x="707949" y="38607"/>
                  </a:lnTo>
                  <a:lnTo>
                    <a:pt x="813082" y="44340"/>
                  </a:lnTo>
                  <a:lnTo>
                    <a:pt x="910420" y="49648"/>
                  </a:lnTo>
                  <a:lnTo>
                    <a:pt x="1001039" y="54590"/>
                  </a:lnTo>
                  <a:lnTo>
                    <a:pt x="1085808" y="59213"/>
                  </a:lnTo>
                  <a:lnTo>
                    <a:pt x="1165436" y="63555"/>
                  </a:lnTo>
                  <a:lnTo>
                    <a:pt x="1240511" y="67649"/>
                  </a:lnTo>
                  <a:lnTo>
                    <a:pt x="1311526" y="71522"/>
                  </a:lnTo>
                  <a:lnTo>
                    <a:pt x="1378898" y="75196"/>
                  </a:lnTo>
                  <a:lnTo>
                    <a:pt x="1442982" y="78691"/>
                  </a:lnTo>
                  <a:lnTo>
                    <a:pt x="1504084" y="82023"/>
                  </a:lnTo>
                  <a:lnTo>
                    <a:pt x="1562470" y="85207"/>
                  </a:lnTo>
                  <a:lnTo>
                    <a:pt x="1618370" y="88255"/>
                  </a:lnTo>
                  <a:lnTo>
                    <a:pt x="1671988" y="91179"/>
                  </a:lnTo>
                  <a:lnTo>
                    <a:pt x="1723503" y="93989"/>
                  </a:lnTo>
                  <a:lnTo>
                    <a:pt x="1773073" y="96692"/>
                  </a:lnTo>
                  <a:lnTo>
                    <a:pt x="1820841" y="99297"/>
                  </a:lnTo>
                  <a:lnTo>
                    <a:pt x="1866932" y="101810"/>
                  </a:lnTo>
                  <a:lnTo>
                    <a:pt x="1911460" y="104239"/>
                  </a:lnTo>
                  <a:lnTo>
                    <a:pt x="1954528" y="106587"/>
                  </a:lnTo>
                  <a:lnTo>
                    <a:pt x="1996229" y="108862"/>
                  </a:lnTo>
                  <a:lnTo>
                    <a:pt x="2036646" y="111066"/>
                  </a:lnTo>
                  <a:lnTo>
                    <a:pt x="2075856" y="113204"/>
                  </a:lnTo>
                  <a:lnTo>
                    <a:pt x="2113930" y="115280"/>
                  </a:lnTo>
                  <a:lnTo>
                    <a:pt x="2150932" y="117298"/>
                  </a:lnTo>
                  <a:lnTo>
                    <a:pt x="2186919" y="119261"/>
                  </a:lnTo>
                  <a:lnTo>
                    <a:pt x="2221947" y="121171"/>
                  </a:lnTo>
                  <a:lnTo>
                    <a:pt x="2256065" y="123031"/>
                  </a:lnTo>
                  <a:lnTo>
                    <a:pt x="2289318" y="124845"/>
                  </a:lnTo>
                  <a:lnTo>
                    <a:pt x="2321751" y="126614"/>
                  </a:lnTo>
                  <a:lnTo>
                    <a:pt x="2353402" y="128340"/>
                  </a:lnTo>
                  <a:lnTo>
                    <a:pt x="2384309" y="130025"/>
                  </a:lnTo>
                  <a:lnTo>
                    <a:pt x="2414505" y="131672"/>
                  </a:lnTo>
                  <a:lnTo>
                    <a:pt x="2444022" y="133281"/>
                  </a:lnTo>
                  <a:lnTo>
                    <a:pt x="2472890" y="134856"/>
                  </a:lnTo>
                  <a:lnTo>
                    <a:pt x="2501138" y="136396"/>
                  </a:lnTo>
                  <a:lnTo>
                    <a:pt x="2528790" y="137904"/>
                  </a:lnTo>
                  <a:lnTo>
                    <a:pt x="2555873" y="139381"/>
                  </a:lnTo>
                  <a:lnTo>
                    <a:pt x="2582408" y="140828"/>
                  </a:lnTo>
                  <a:lnTo>
                    <a:pt x="2608418" y="142247"/>
                  </a:lnTo>
                  <a:lnTo>
                    <a:pt x="2633923" y="143637"/>
                  </a:lnTo>
                  <a:lnTo>
                    <a:pt x="2658942" y="145002"/>
                  </a:lnTo>
                  <a:lnTo>
                    <a:pt x="2683494" y="146341"/>
                  </a:lnTo>
                  <a:lnTo>
                    <a:pt x="2707594" y="147655"/>
                  </a:lnTo>
                  <a:lnTo>
                    <a:pt x="2731261" y="148946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5095785" y="3864983"/>
              <a:ext cx="2731261" cy="459354"/>
            </a:xfrm>
            <a:custGeom>
              <a:avLst/>
              <a:pathLst>
                <a:path w="2731261" h="459354">
                  <a:moveTo>
                    <a:pt x="0" y="0"/>
                  </a:moveTo>
                  <a:lnTo>
                    <a:pt x="175388" y="29497"/>
                  </a:lnTo>
                  <a:lnTo>
                    <a:pt x="330091" y="55516"/>
                  </a:lnTo>
                  <a:lnTo>
                    <a:pt x="468477" y="78790"/>
                  </a:lnTo>
                  <a:lnTo>
                    <a:pt x="593663" y="99844"/>
                  </a:lnTo>
                  <a:lnTo>
                    <a:pt x="707949" y="119065"/>
                  </a:lnTo>
                  <a:lnTo>
                    <a:pt x="813082" y="136747"/>
                  </a:lnTo>
                  <a:lnTo>
                    <a:pt x="910420" y="153118"/>
                  </a:lnTo>
                  <a:lnTo>
                    <a:pt x="1001039" y="168358"/>
                  </a:lnTo>
                  <a:lnTo>
                    <a:pt x="1085808" y="182615"/>
                  </a:lnTo>
                  <a:lnTo>
                    <a:pt x="1165436" y="196007"/>
                  </a:lnTo>
                  <a:lnTo>
                    <a:pt x="1240511" y="208634"/>
                  </a:lnTo>
                  <a:lnTo>
                    <a:pt x="1311526" y="220577"/>
                  </a:lnTo>
                  <a:lnTo>
                    <a:pt x="1378898" y="231908"/>
                  </a:lnTo>
                  <a:lnTo>
                    <a:pt x="1442982" y="242686"/>
                  </a:lnTo>
                  <a:lnTo>
                    <a:pt x="1504084" y="252963"/>
                  </a:lnTo>
                  <a:lnTo>
                    <a:pt x="1562470" y="262782"/>
                  </a:lnTo>
                  <a:lnTo>
                    <a:pt x="1618370" y="272184"/>
                  </a:lnTo>
                  <a:lnTo>
                    <a:pt x="1671988" y="281201"/>
                  </a:lnTo>
                  <a:lnTo>
                    <a:pt x="1723503" y="289865"/>
                  </a:lnTo>
                  <a:lnTo>
                    <a:pt x="1773073" y="298202"/>
                  </a:lnTo>
                  <a:lnTo>
                    <a:pt x="1820841" y="306236"/>
                  </a:lnTo>
                  <a:lnTo>
                    <a:pt x="1866932" y="313988"/>
                  </a:lnTo>
                  <a:lnTo>
                    <a:pt x="1911460" y="321477"/>
                  </a:lnTo>
                  <a:lnTo>
                    <a:pt x="1954528" y="328720"/>
                  </a:lnTo>
                  <a:lnTo>
                    <a:pt x="1996229" y="335733"/>
                  </a:lnTo>
                  <a:lnTo>
                    <a:pt x="2036646" y="342531"/>
                  </a:lnTo>
                  <a:lnTo>
                    <a:pt x="2075856" y="349126"/>
                  </a:lnTo>
                  <a:lnTo>
                    <a:pt x="2113930" y="355529"/>
                  </a:lnTo>
                  <a:lnTo>
                    <a:pt x="2150932" y="361752"/>
                  </a:lnTo>
                  <a:lnTo>
                    <a:pt x="2186919" y="367805"/>
                  </a:lnTo>
                  <a:lnTo>
                    <a:pt x="2221947" y="373696"/>
                  </a:lnTo>
                  <a:lnTo>
                    <a:pt x="2256065" y="379434"/>
                  </a:lnTo>
                  <a:lnTo>
                    <a:pt x="2289318" y="385027"/>
                  </a:lnTo>
                  <a:lnTo>
                    <a:pt x="2321751" y="390481"/>
                  </a:lnTo>
                  <a:lnTo>
                    <a:pt x="2353402" y="395804"/>
                  </a:lnTo>
                  <a:lnTo>
                    <a:pt x="2384309" y="401002"/>
                  </a:lnTo>
                  <a:lnTo>
                    <a:pt x="2414505" y="406081"/>
                  </a:lnTo>
                  <a:lnTo>
                    <a:pt x="2444022" y="411045"/>
                  </a:lnTo>
                  <a:lnTo>
                    <a:pt x="2472890" y="415900"/>
                  </a:lnTo>
                  <a:lnTo>
                    <a:pt x="2501138" y="420651"/>
                  </a:lnTo>
                  <a:lnTo>
                    <a:pt x="2528790" y="425302"/>
                  </a:lnTo>
                  <a:lnTo>
                    <a:pt x="2555873" y="429857"/>
                  </a:lnTo>
                  <a:lnTo>
                    <a:pt x="2582408" y="434320"/>
                  </a:lnTo>
                  <a:lnTo>
                    <a:pt x="2608418" y="438694"/>
                  </a:lnTo>
                  <a:lnTo>
                    <a:pt x="2633923" y="442984"/>
                  </a:lnTo>
                  <a:lnTo>
                    <a:pt x="2658942" y="447191"/>
                  </a:lnTo>
                  <a:lnTo>
                    <a:pt x="2683494" y="451321"/>
                  </a:lnTo>
                  <a:lnTo>
                    <a:pt x="2707594" y="455374"/>
                  </a:lnTo>
                  <a:lnTo>
                    <a:pt x="2731261" y="45935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5095785" y="4283095"/>
              <a:ext cx="2731261" cy="71723"/>
            </a:xfrm>
            <a:custGeom>
              <a:avLst/>
              <a:pathLst>
                <a:path w="2731261" h="71723">
                  <a:moveTo>
                    <a:pt x="0" y="71723"/>
                  </a:moveTo>
                  <a:lnTo>
                    <a:pt x="175388" y="67117"/>
                  </a:lnTo>
                  <a:lnTo>
                    <a:pt x="330091" y="63055"/>
                  </a:lnTo>
                  <a:lnTo>
                    <a:pt x="468477" y="59421"/>
                  </a:lnTo>
                  <a:lnTo>
                    <a:pt x="593663" y="56133"/>
                  </a:lnTo>
                  <a:lnTo>
                    <a:pt x="707949" y="53132"/>
                  </a:lnTo>
                  <a:lnTo>
                    <a:pt x="813082" y="50371"/>
                  </a:lnTo>
                  <a:lnTo>
                    <a:pt x="910420" y="47815"/>
                  </a:lnTo>
                  <a:lnTo>
                    <a:pt x="1001039" y="45436"/>
                  </a:lnTo>
                  <a:lnTo>
                    <a:pt x="1085808" y="43210"/>
                  </a:lnTo>
                  <a:lnTo>
                    <a:pt x="1165436" y="41118"/>
                  </a:lnTo>
                  <a:lnTo>
                    <a:pt x="1240511" y="39147"/>
                  </a:lnTo>
                  <a:lnTo>
                    <a:pt x="1311526" y="37282"/>
                  </a:lnTo>
                  <a:lnTo>
                    <a:pt x="1378898" y="35513"/>
                  </a:lnTo>
                  <a:lnTo>
                    <a:pt x="1442982" y="33830"/>
                  </a:lnTo>
                  <a:lnTo>
                    <a:pt x="1504084" y="32226"/>
                  </a:lnTo>
                  <a:lnTo>
                    <a:pt x="1562470" y="30692"/>
                  </a:lnTo>
                  <a:lnTo>
                    <a:pt x="1618370" y="29224"/>
                  </a:lnTo>
                  <a:lnTo>
                    <a:pt x="1671988" y="27816"/>
                  </a:lnTo>
                  <a:lnTo>
                    <a:pt x="1723503" y="26464"/>
                  </a:lnTo>
                  <a:lnTo>
                    <a:pt x="1773073" y="25162"/>
                  </a:lnTo>
                  <a:lnTo>
                    <a:pt x="1820841" y="23907"/>
                  </a:lnTo>
                  <a:lnTo>
                    <a:pt x="1866932" y="22697"/>
                  </a:lnTo>
                  <a:lnTo>
                    <a:pt x="1911460" y="21528"/>
                  </a:lnTo>
                  <a:lnTo>
                    <a:pt x="1954528" y="20397"/>
                  </a:lnTo>
                  <a:lnTo>
                    <a:pt x="1996229" y="19302"/>
                  </a:lnTo>
                  <a:lnTo>
                    <a:pt x="2036646" y="18240"/>
                  </a:lnTo>
                  <a:lnTo>
                    <a:pt x="2075856" y="17211"/>
                  </a:lnTo>
                  <a:lnTo>
                    <a:pt x="2113930" y="16211"/>
                  </a:lnTo>
                  <a:lnTo>
                    <a:pt x="2150932" y="15239"/>
                  </a:lnTo>
                  <a:lnTo>
                    <a:pt x="2186919" y="14294"/>
                  </a:lnTo>
                  <a:lnTo>
                    <a:pt x="2221947" y="13374"/>
                  </a:lnTo>
                  <a:lnTo>
                    <a:pt x="2256065" y="12478"/>
                  </a:lnTo>
                  <a:lnTo>
                    <a:pt x="2289318" y="11605"/>
                  </a:lnTo>
                  <a:lnTo>
                    <a:pt x="2321751" y="10753"/>
                  </a:lnTo>
                  <a:lnTo>
                    <a:pt x="2353402" y="9922"/>
                  </a:lnTo>
                  <a:lnTo>
                    <a:pt x="2384309" y="9111"/>
                  </a:lnTo>
                  <a:lnTo>
                    <a:pt x="2414505" y="8318"/>
                  </a:lnTo>
                  <a:lnTo>
                    <a:pt x="2444022" y="7542"/>
                  </a:lnTo>
                  <a:lnTo>
                    <a:pt x="2472890" y="6784"/>
                  </a:lnTo>
                  <a:lnTo>
                    <a:pt x="2501138" y="6043"/>
                  </a:lnTo>
                  <a:lnTo>
                    <a:pt x="2528790" y="5316"/>
                  </a:lnTo>
                  <a:lnTo>
                    <a:pt x="2555873" y="4605"/>
                  </a:lnTo>
                  <a:lnTo>
                    <a:pt x="2582408" y="3908"/>
                  </a:lnTo>
                  <a:lnTo>
                    <a:pt x="2608418" y="3225"/>
                  </a:lnTo>
                  <a:lnTo>
                    <a:pt x="2633923" y="2556"/>
                  </a:lnTo>
                  <a:lnTo>
                    <a:pt x="2658942" y="1899"/>
                  </a:lnTo>
                  <a:lnTo>
                    <a:pt x="2683494" y="1254"/>
                  </a:lnTo>
                  <a:lnTo>
                    <a:pt x="2707594" y="621"/>
                  </a:lnTo>
                  <a:lnTo>
                    <a:pt x="2731261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095785" y="3941435"/>
              <a:ext cx="2731261" cy="325338"/>
            </a:xfrm>
            <a:custGeom>
              <a:avLst/>
              <a:pathLst>
                <a:path w="2731261" h="325338">
                  <a:moveTo>
                    <a:pt x="0" y="325338"/>
                  </a:moveTo>
                  <a:lnTo>
                    <a:pt x="175388" y="304446"/>
                  </a:lnTo>
                  <a:lnTo>
                    <a:pt x="330091" y="286019"/>
                  </a:lnTo>
                  <a:lnTo>
                    <a:pt x="468477" y="269535"/>
                  </a:lnTo>
                  <a:lnTo>
                    <a:pt x="593663" y="254623"/>
                  </a:lnTo>
                  <a:lnTo>
                    <a:pt x="707949" y="241009"/>
                  </a:lnTo>
                  <a:lnTo>
                    <a:pt x="813082" y="228486"/>
                  </a:lnTo>
                  <a:lnTo>
                    <a:pt x="910420" y="216892"/>
                  </a:lnTo>
                  <a:lnTo>
                    <a:pt x="1001039" y="206098"/>
                  </a:lnTo>
                  <a:lnTo>
                    <a:pt x="1085808" y="196000"/>
                  </a:lnTo>
                  <a:lnTo>
                    <a:pt x="1165436" y="186515"/>
                  </a:lnTo>
                  <a:lnTo>
                    <a:pt x="1240511" y="177573"/>
                  </a:lnTo>
                  <a:lnTo>
                    <a:pt x="1311526" y="169113"/>
                  </a:lnTo>
                  <a:lnTo>
                    <a:pt x="1378898" y="161088"/>
                  </a:lnTo>
                  <a:lnTo>
                    <a:pt x="1442982" y="153455"/>
                  </a:lnTo>
                  <a:lnTo>
                    <a:pt x="1504084" y="146177"/>
                  </a:lnTo>
                  <a:lnTo>
                    <a:pt x="1562470" y="139222"/>
                  </a:lnTo>
                  <a:lnTo>
                    <a:pt x="1618370" y="132563"/>
                  </a:lnTo>
                  <a:lnTo>
                    <a:pt x="1671988" y="126177"/>
                  </a:lnTo>
                  <a:lnTo>
                    <a:pt x="1723503" y="120040"/>
                  </a:lnTo>
                  <a:lnTo>
                    <a:pt x="1773073" y="114136"/>
                  </a:lnTo>
                  <a:lnTo>
                    <a:pt x="1820841" y="108446"/>
                  </a:lnTo>
                  <a:lnTo>
                    <a:pt x="1866932" y="102955"/>
                  </a:lnTo>
                  <a:lnTo>
                    <a:pt x="1911460" y="97651"/>
                  </a:lnTo>
                  <a:lnTo>
                    <a:pt x="1954528" y="92521"/>
                  </a:lnTo>
                  <a:lnTo>
                    <a:pt x="1996229" y="87554"/>
                  </a:lnTo>
                  <a:lnTo>
                    <a:pt x="2036646" y="82740"/>
                  </a:lnTo>
                  <a:lnTo>
                    <a:pt x="2075856" y="78069"/>
                  </a:lnTo>
                  <a:lnTo>
                    <a:pt x="2113930" y="73534"/>
                  </a:lnTo>
                  <a:lnTo>
                    <a:pt x="2150932" y="69126"/>
                  </a:lnTo>
                  <a:lnTo>
                    <a:pt x="2186919" y="64840"/>
                  </a:lnTo>
                  <a:lnTo>
                    <a:pt x="2221947" y="60667"/>
                  </a:lnTo>
                  <a:lnTo>
                    <a:pt x="2256065" y="56603"/>
                  </a:lnTo>
                  <a:lnTo>
                    <a:pt x="2289318" y="52642"/>
                  </a:lnTo>
                  <a:lnTo>
                    <a:pt x="2321751" y="48779"/>
                  </a:lnTo>
                  <a:lnTo>
                    <a:pt x="2353402" y="45009"/>
                  </a:lnTo>
                  <a:lnTo>
                    <a:pt x="2384309" y="41327"/>
                  </a:lnTo>
                  <a:lnTo>
                    <a:pt x="2414505" y="37730"/>
                  </a:lnTo>
                  <a:lnTo>
                    <a:pt x="2444022" y="34214"/>
                  </a:lnTo>
                  <a:lnTo>
                    <a:pt x="2472890" y="30776"/>
                  </a:lnTo>
                  <a:lnTo>
                    <a:pt x="2501138" y="27411"/>
                  </a:lnTo>
                  <a:lnTo>
                    <a:pt x="2528790" y="24117"/>
                  </a:lnTo>
                  <a:lnTo>
                    <a:pt x="2555873" y="20891"/>
                  </a:lnTo>
                  <a:lnTo>
                    <a:pt x="2582408" y="17730"/>
                  </a:lnTo>
                  <a:lnTo>
                    <a:pt x="2608418" y="14632"/>
                  </a:lnTo>
                  <a:lnTo>
                    <a:pt x="2633923" y="11594"/>
                  </a:lnTo>
                  <a:lnTo>
                    <a:pt x="2658942" y="8614"/>
                  </a:lnTo>
                  <a:lnTo>
                    <a:pt x="2683494" y="5689"/>
                  </a:lnTo>
                  <a:lnTo>
                    <a:pt x="2707594" y="2819"/>
                  </a:lnTo>
                  <a:lnTo>
                    <a:pt x="2731261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095785" y="4056389"/>
              <a:ext cx="2731261" cy="326770"/>
            </a:xfrm>
            <a:custGeom>
              <a:avLst/>
              <a:pathLst>
                <a:path w="2731261" h="326770">
                  <a:moveTo>
                    <a:pt x="0" y="326770"/>
                  </a:moveTo>
                  <a:lnTo>
                    <a:pt x="175388" y="305787"/>
                  </a:lnTo>
                  <a:lnTo>
                    <a:pt x="330091" y="287278"/>
                  </a:lnTo>
                  <a:lnTo>
                    <a:pt x="468477" y="270721"/>
                  </a:lnTo>
                  <a:lnTo>
                    <a:pt x="593663" y="255744"/>
                  </a:lnTo>
                  <a:lnTo>
                    <a:pt x="707949" y="242071"/>
                  </a:lnTo>
                  <a:lnTo>
                    <a:pt x="813082" y="229492"/>
                  </a:lnTo>
                  <a:lnTo>
                    <a:pt x="910420" y="217847"/>
                  </a:lnTo>
                  <a:lnTo>
                    <a:pt x="1001039" y="207005"/>
                  </a:lnTo>
                  <a:lnTo>
                    <a:pt x="1085808" y="196863"/>
                  </a:lnTo>
                  <a:lnTo>
                    <a:pt x="1165436" y="187336"/>
                  </a:lnTo>
                  <a:lnTo>
                    <a:pt x="1240511" y="178354"/>
                  </a:lnTo>
                  <a:lnTo>
                    <a:pt x="1311526" y="169858"/>
                  </a:lnTo>
                  <a:lnTo>
                    <a:pt x="1378898" y="161798"/>
                  </a:lnTo>
                  <a:lnTo>
                    <a:pt x="1442982" y="154130"/>
                  </a:lnTo>
                  <a:lnTo>
                    <a:pt x="1504084" y="146820"/>
                  </a:lnTo>
                  <a:lnTo>
                    <a:pt x="1562470" y="139835"/>
                  </a:lnTo>
                  <a:lnTo>
                    <a:pt x="1618370" y="133147"/>
                  </a:lnTo>
                  <a:lnTo>
                    <a:pt x="1671988" y="126732"/>
                  </a:lnTo>
                  <a:lnTo>
                    <a:pt x="1723503" y="120569"/>
                  </a:lnTo>
                  <a:lnTo>
                    <a:pt x="1773073" y="114638"/>
                  </a:lnTo>
                  <a:lnTo>
                    <a:pt x="1820841" y="108923"/>
                  </a:lnTo>
                  <a:lnTo>
                    <a:pt x="1866932" y="103409"/>
                  </a:lnTo>
                  <a:lnTo>
                    <a:pt x="1911460" y="98081"/>
                  </a:lnTo>
                  <a:lnTo>
                    <a:pt x="1954528" y="92929"/>
                  </a:lnTo>
                  <a:lnTo>
                    <a:pt x="1996229" y="87940"/>
                  </a:lnTo>
                  <a:lnTo>
                    <a:pt x="2036646" y="83104"/>
                  </a:lnTo>
                  <a:lnTo>
                    <a:pt x="2075856" y="78413"/>
                  </a:lnTo>
                  <a:lnTo>
                    <a:pt x="2113930" y="73858"/>
                  </a:lnTo>
                  <a:lnTo>
                    <a:pt x="2150932" y="69431"/>
                  </a:lnTo>
                  <a:lnTo>
                    <a:pt x="2186919" y="65125"/>
                  </a:lnTo>
                  <a:lnTo>
                    <a:pt x="2221947" y="60934"/>
                  </a:lnTo>
                  <a:lnTo>
                    <a:pt x="2256065" y="56852"/>
                  </a:lnTo>
                  <a:lnTo>
                    <a:pt x="2289318" y="52874"/>
                  </a:lnTo>
                  <a:lnTo>
                    <a:pt x="2321751" y="48994"/>
                  </a:lnTo>
                  <a:lnTo>
                    <a:pt x="2353402" y="45207"/>
                  </a:lnTo>
                  <a:lnTo>
                    <a:pt x="2384309" y="41509"/>
                  </a:lnTo>
                  <a:lnTo>
                    <a:pt x="2414505" y="37897"/>
                  </a:lnTo>
                  <a:lnTo>
                    <a:pt x="2444022" y="34365"/>
                  </a:lnTo>
                  <a:lnTo>
                    <a:pt x="2472890" y="30911"/>
                  </a:lnTo>
                  <a:lnTo>
                    <a:pt x="2501138" y="27532"/>
                  </a:lnTo>
                  <a:lnTo>
                    <a:pt x="2528790" y="24223"/>
                  </a:lnTo>
                  <a:lnTo>
                    <a:pt x="2555873" y="20983"/>
                  </a:lnTo>
                  <a:lnTo>
                    <a:pt x="2582408" y="17808"/>
                  </a:lnTo>
                  <a:lnTo>
                    <a:pt x="2608418" y="14697"/>
                  </a:lnTo>
                  <a:lnTo>
                    <a:pt x="2633923" y="11645"/>
                  </a:lnTo>
                  <a:lnTo>
                    <a:pt x="2658942" y="8652"/>
                  </a:lnTo>
                  <a:lnTo>
                    <a:pt x="2683494" y="5714"/>
                  </a:lnTo>
                  <a:lnTo>
                    <a:pt x="2707594" y="2831"/>
                  </a:lnTo>
                  <a:lnTo>
                    <a:pt x="2731261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5095785" y="3875944"/>
              <a:ext cx="2731261" cy="269441"/>
            </a:xfrm>
            <a:custGeom>
              <a:avLst/>
              <a:pathLst>
                <a:path w="2731261" h="269441">
                  <a:moveTo>
                    <a:pt x="0" y="0"/>
                  </a:moveTo>
                  <a:lnTo>
                    <a:pt x="175388" y="17302"/>
                  </a:lnTo>
                  <a:lnTo>
                    <a:pt x="330091" y="32563"/>
                  </a:lnTo>
                  <a:lnTo>
                    <a:pt x="468477" y="46215"/>
                  </a:lnTo>
                  <a:lnTo>
                    <a:pt x="593663" y="58565"/>
                  </a:lnTo>
                  <a:lnTo>
                    <a:pt x="707949" y="69840"/>
                  </a:lnTo>
                  <a:lnTo>
                    <a:pt x="813082" y="80211"/>
                  </a:lnTo>
                  <a:lnTo>
                    <a:pt x="910420" y="89813"/>
                  </a:lnTo>
                  <a:lnTo>
                    <a:pt x="1001039" y="98753"/>
                  </a:lnTo>
                  <a:lnTo>
                    <a:pt x="1085808" y="107116"/>
                  </a:lnTo>
                  <a:lnTo>
                    <a:pt x="1165436" y="114971"/>
                  </a:lnTo>
                  <a:lnTo>
                    <a:pt x="1240511" y="122377"/>
                  </a:lnTo>
                  <a:lnTo>
                    <a:pt x="1311526" y="129383"/>
                  </a:lnTo>
                  <a:lnTo>
                    <a:pt x="1378898" y="136029"/>
                  </a:lnTo>
                  <a:lnTo>
                    <a:pt x="1442982" y="142351"/>
                  </a:lnTo>
                  <a:lnTo>
                    <a:pt x="1504084" y="148379"/>
                  </a:lnTo>
                  <a:lnTo>
                    <a:pt x="1562470" y="154139"/>
                  </a:lnTo>
                  <a:lnTo>
                    <a:pt x="1618370" y="159654"/>
                  </a:lnTo>
                  <a:lnTo>
                    <a:pt x="1671988" y="164943"/>
                  </a:lnTo>
                  <a:lnTo>
                    <a:pt x="1723503" y="170025"/>
                  </a:lnTo>
                  <a:lnTo>
                    <a:pt x="1773073" y="174915"/>
                  </a:lnTo>
                  <a:lnTo>
                    <a:pt x="1820841" y="179627"/>
                  </a:lnTo>
                  <a:lnTo>
                    <a:pt x="1866932" y="184174"/>
                  </a:lnTo>
                  <a:lnTo>
                    <a:pt x="1911460" y="188567"/>
                  </a:lnTo>
                  <a:lnTo>
                    <a:pt x="1954528" y="192816"/>
                  </a:lnTo>
                  <a:lnTo>
                    <a:pt x="1996229" y="196930"/>
                  </a:lnTo>
                  <a:lnTo>
                    <a:pt x="2036646" y="200917"/>
                  </a:lnTo>
                  <a:lnTo>
                    <a:pt x="2075856" y="204785"/>
                  </a:lnTo>
                  <a:lnTo>
                    <a:pt x="2113930" y="208541"/>
                  </a:lnTo>
                  <a:lnTo>
                    <a:pt x="2150932" y="212191"/>
                  </a:lnTo>
                  <a:lnTo>
                    <a:pt x="2186919" y="215742"/>
                  </a:lnTo>
                  <a:lnTo>
                    <a:pt x="2221947" y="219197"/>
                  </a:lnTo>
                  <a:lnTo>
                    <a:pt x="2256065" y="222563"/>
                  </a:lnTo>
                  <a:lnTo>
                    <a:pt x="2289318" y="225843"/>
                  </a:lnTo>
                  <a:lnTo>
                    <a:pt x="2321751" y="229043"/>
                  </a:lnTo>
                  <a:lnTo>
                    <a:pt x="2353402" y="232165"/>
                  </a:lnTo>
                  <a:lnTo>
                    <a:pt x="2384309" y="235214"/>
                  </a:lnTo>
                  <a:lnTo>
                    <a:pt x="2414505" y="238193"/>
                  </a:lnTo>
                  <a:lnTo>
                    <a:pt x="2444022" y="241105"/>
                  </a:lnTo>
                  <a:lnTo>
                    <a:pt x="2472890" y="243953"/>
                  </a:lnTo>
                  <a:lnTo>
                    <a:pt x="2501138" y="246740"/>
                  </a:lnTo>
                  <a:lnTo>
                    <a:pt x="2528790" y="249467"/>
                  </a:lnTo>
                  <a:lnTo>
                    <a:pt x="2555873" y="252139"/>
                  </a:lnTo>
                  <a:lnTo>
                    <a:pt x="2582408" y="254757"/>
                  </a:lnTo>
                  <a:lnTo>
                    <a:pt x="2608418" y="257323"/>
                  </a:lnTo>
                  <a:lnTo>
                    <a:pt x="2633923" y="259839"/>
                  </a:lnTo>
                  <a:lnTo>
                    <a:pt x="2658942" y="262307"/>
                  </a:lnTo>
                  <a:lnTo>
                    <a:pt x="2683494" y="264729"/>
                  </a:lnTo>
                  <a:lnTo>
                    <a:pt x="2707594" y="267107"/>
                  </a:lnTo>
                  <a:lnTo>
                    <a:pt x="2731261" y="26944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5095785" y="3935689"/>
              <a:ext cx="2731261" cy="445666"/>
            </a:xfrm>
            <a:custGeom>
              <a:avLst/>
              <a:pathLst>
                <a:path w="2731261" h="445666">
                  <a:moveTo>
                    <a:pt x="0" y="0"/>
                  </a:moveTo>
                  <a:lnTo>
                    <a:pt x="175388" y="28618"/>
                  </a:lnTo>
                  <a:lnTo>
                    <a:pt x="330091" y="53861"/>
                  </a:lnTo>
                  <a:lnTo>
                    <a:pt x="468477" y="76442"/>
                  </a:lnTo>
                  <a:lnTo>
                    <a:pt x="593663" y="96869"/>
                  </a:lnTo>
                  <a:lnTo>
                    <a:pt x="707949" y="115518"/>
                  </a:lnTo>
                  <a:lnTo>
                    <a:pt x="813082" y="132672"/>
                  </a:lnTo>
                  <a:lnTo>
                    <a:pt x="910420" y="148555"/>
                  </a:lnTo>
                  <a:lnTo>
                    <a:pt x="1001039" y="163342"/>
                  </a:lnTo>
                  <a:lnTo>
                    <a:pt x="1085808" y="177174"/>
                  </a:lnTo>
                  <a:lnTo>
                    <a:pt x="1165436" y="190167"/>
                  </a:lnTo>
                  <a:lnTo>
                    <a:pt x="1240511" y="202417"/>
                  </a:lnTo>
                  <a:lnTo>
                    <a:pt x="1311526" y="214005"/>
                  </a:lnTo>
                  <a:lnTo>
                    <a:pt x="1378898" y="224998"/>
                  </a:lnTo>
                  <a:lnTo>
                    <a:pt x="1442982" y="235455"/>
                  </a:lnTo>
                  <a:lnTo>
                    <a:pt x="1504084" y="245425"/>
                  </a:lnTo>
                  <a:lnTo>
                    <a:pt x="1562470" y="254952"/>
                  </a:lnTo>
                  <a:lnTo>
                    <a:pt x="1618370" y="264073"/>
                  </a:lnTo>
                  <a:lnTo>
                    <a:pt x="1671988" y="272822"/>
                  </a:lnTo>
                  <a:lnTo>
                    <a:pt x="1723503" y="281228"/>
                  </a:lnTo>
                  <a:lnTo>
                    <a:pt x="1773073" y="289316"/>
                  </a:lnTo>
                  <a:lnTo>
                    <a:pt x="1820841" y="297111"/>
                  </a:lnTo>
                  <a:lnTo>
                    <a:pt x="1866932" y="304632"/>
                  </a:lnTo>
                  <a:lnTo>
                    <a:pt x="1911460" y="311897"/>
                  </a:lnTo>
                  <a:lnTo>
                    <a:pt x="1954528" y="318925"/>
                  </a:lnTo>
                  <a:lnTo>
                    <a:pt x="1996229" y="325729"/>
                  </a:lnTo>
                  <a:lnTo>
                    <a:pt x="2036646" y="332324"/>
                  </a:lnTo>
                  <a:lnTo>
                    <a:pt x="2075856" y="338722"/>
                  </a:lnTo>
                  <a:lnTo>
                    <a:pt x="2113930" y="344935"/>
                  </a:lnTo>
                  <a:lnTo>
                    <a:pt x="2150932" y="350973"/>
                  </a:lnTo>
                  <a:lnTo>
                    <a:pt x="2186919" y="356845"/>
                  </a:lnTo>
                  <a:lnTo>
                    <a:pt x="2221947" y="362560"/>
                  </a:lnTo>
                  <a:lnTo>
                    <a:pt x="2256065" y="368127"/>
                  </a:lnTo>
                  <a:lnTo>
                    <a:pt x="2289318" y="373554"/>
                  </a:lnTo>
                  <a:lnTo>
                    <a:pt x="2321751" y="378846"/>
                  </a:lnTo>
                  <a:lnTo>
                    <a:pt x="2353402" y="384010"/>
                  </a:lnTo>
                  <a:lnTo>
                    <a:pt x="2384309" y="389053"/>
                  </a:lnTo>
                  <a:lnTo>
                    <a:pt x="2414505" y="393981"/>
                  </a:lnTo>
                  <a:lnTo>
                    <a:pt x="2444022" y="398797"/>
                  </a:lnTo>
                  <a:lnTo>
                    <a:pt x="2472890" y="403507"/>
                  </a:lnTo>
                  <a:lnTo>
                    <a:pt x="2501138" y="408117"/>
                  </a:lnTo>
                  <a:lnTo>
                    <a:pt x="2528790" y="412629"/>
                  </a:lnTo>
                  <a:lnTo>
                    <a:pt x="2555873" y="417048"/>
                  </a:lnTo>
                  <a:lnTo>
                    <a:pt x="2582408" y="421378"/>
                  </a:lnTo>
                  <a:lnTo>
                    <a:pt x="2608418" y="425622"/>
                  </a:lnTo>
                  <a:lnTo>
                    <a:pt x="2633923" y="429784"/>
                  </a:lnTo>
                  <a:lnTo>
                    <a:pt x="2658942" y="433866"/>
                  </a:lnTo>
                  <a:lnTo>
                    <a:pt x="2683494" y="437872"/>
                  </a:lnTo>
                  <a:lnTo>
                    <a:pt x="2707594" y="441805"/>
                  </a:lnTo>
                  <a:lnTo>
                    <a:pt x="2731261" y="44566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2"/>
            <p:cNvSpPr/>
            <p:nvPr/>
          </p:nvSpPr>
          <p:spPr>
            <a:xfrm>
              <a:off x="5095785" y="4331038"/>
              <a:ext cx="2731261" cy="202165"/>
            </a:xfrm>
            <a:custGeom>
              <a:avLst/>
              <a:pathLst>
                <a:path w="2731261" h="202165">
                  <a:moveTo>
                    <a:pt x="0" y="0"/>
                  </a:moveTo>
                  <a:lnTo>
                    <a:pt x="175388" y="12982"/>
                  </a:lnTo>
                  <a:lnTo>
                    <a:pt x="330091" y="24433"/>
                  </a:lnTo>
                  <a:lnTo>
                    <a:pt x="468477" y="34676"/>
                  </a:lnTo>
                  <a:lnTo>
                    <a:pt x="593663" y="43942"/>
                  </a:lnTo>
                  <a:lnTo>
                    <a:pt x="707949" y="52401"/>
                  </a:lnTo>
                  <a:lnTo>
                    <a:pt x="813082" y="60183"/>
                  </a:lnTo>
                  <a:lnTo>
                    <a:pt x="910420" y="67388"/>
                  </a:lnTo>
                  <a:lnTo>
                    <a:pt x="1001039" y="74095"/>
                  </a:lnTo>
                  <a:lnTo>
                    <a:pt x="1085808" y="80370"/>
                  </a:lnTo>
                  <a:lnTo>
                    <a:pt x="1165436" y="86264"/>
                  </a:lnTo>
                  <a:lnTo>
                    <a:pt x="1240511" y="91821"/>
                  </a:lnTo>
                  <a:lnTo>
                    <a:pt x="1311526" y="97077"/>
                  </a:lnTo>
                  <a:lnTo>
                    <a:pt x="1378898" y="102064"/>
                  </a:lnTo>
                  <a:lnTo>
                    <a:pt x="1442982" y="106808"/>
                  </a:lnTo>
                  <a:lnTo>
                    <a:pt x="1504084" y="111330"/>
                  </a:lnTo>
                  <a:lnTo>
                    <a:pt x="1562470" y="115652"/>
                  </a:lnTo>
                  <a:lnTo>
                    <a:pt x="1618370" y="119790"/>
                  </a:lnTo>
                  <a:lnTo>
                    <a:pt x="1671988" y="123758"/>
                  </a:lnTo>
                  <a:lnTo>
                    <a:pt x="1723503" y="127571"/>
                  </a:lnTo>
                  <a:lnTo>
                    <a:pt x="1773073" y="131241"/>
                  </a:lnTo>
                  <a:lnTo>
                    <a:pt x="1820841" y="134776"/>
                  </a:lnTo>
                  <a:lnTo>
                    <a:pt x="1866932" y="138188"/>
                  </a:lnTo>
                  <a:lnTo>
                    <a:pt x="1911460" y="141484"/>
                  </a:lnTo>
                  <a:lnTo>
                    <a:pt x="1954528" y="144672"/>
                  </a:lnTo>
                  <a:lnTo>
                    <a:pt x="1996229" y="147758"/>
                  </a:lnTo>
                  <a:lnTo>
                    <a:pt x="2036646" y="150750"/>
                  </a:lnTo>
                  <a:lnTo>
                    <a:pt x="2075856" y="153652"/>
                  </a:lnTo>
                  <a:lnTo>
                    <a:pt x="2113930" y="156470"/>
                  </a:lnTo>
                  <a:lnTo>
                    <a:pt x="2150932" y="159209"/>
                  </a:lnTo>
                  <a:lnTo>
                    <a:pt x="2186919" y="161873"/>
                  </a:lnTo>
                  <a:lnTo>
                    <a:pt x="2221947" y="164466"/>
                  </a:lnTo>
                  <a:lnTo>
                    <a:pt x="2256065" y="166991"/>
                  </a:lnTo>
                  <a:lnTo>
                    <a:pt x="2289318" y="169452"/>
                  </a:lnTo>
                  <a:lnTo>
                    <a:pt x="2321751" y="171853"/>
                  </a:lnTo>
                  <a:lnTo>
                    <a:pt x="2353402" y="174196"/>
                  </a:lnTo>
                  <a:lnTo>
                    <a:pt x="2384309" y="176484"/>
                  </a:lnTo>
                  <a:lnTo>
                    <a:pt x="2414505" y="178719"/>
                  </a:lnTo>
                  <a:lnTo>
                    <a:pt x="2444022" y="180903"/>
                  </a:lnTo>
                  <a:lnTo>
                    <a:pt x="2472890" y="183040"/>
                  </a:lnTo>
                  <a:lnTo>
                    <a:pt x="2501138" y="185131"/>
                  </a:lnTo>
                  <a:lnTo>
                    <a:pt x="2528790" y="187178"/>
                  </a:lnTo>
                  <a:lnTo>
                    <a:pt x="2555873" y="189183"/>
                  </a:lnTo>
                  <a:lnTo>
                    <a:pt x="2582408" y="191147"/>
                  </a:lnTo>
                  <a:lnTo>
                    <a:pt x="2608418" y="193072"/>
                  </a:lnTo>
                  <a:lnTo>
                    <a:pt x="2633923" y="194960"/>
                  </a:lnTo>
                  <a:lnTo>
                    <a:pt x="2658942" y="196812"/>
                  </a:lnTo>
                  <a:lnTo>
                    <a:pt x="2683494" y="198629"/>
                  </a:lnTo>
                  <a:lnTo>
                    <a:pt x="2707594" y="200413"/>
                  </a:lnTo>
                  <a:lnTo>
                    <a:pt x="2731261" y="202165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4" name="pl403"/>
            <p:cNvSpPr/>
            <p:nvPr/>
          </p:nvSpPr>
          <p:spPr>
            <a:xfrm>
              <a:off x="5095785" y="4300796"/>
              <a:ext cx="2731261" cy="63791"/>
            </a:xfrm>
            <a:custGeom>
              <a:avLst/>
              <a:pathLst>
                <a:path w="2731261" h="63791">
                  <a:moveTo>
                    <a:pt x="0" y="0"/>
                  </a:moveTo>
                  <a:lnTo>
                    <a:pt x="175388" y="4096"/>
                  </a:lnTo>
                  <a:lnTo>
                    <a:pt x="330091" y="7709"/>
                  </a:lnTo>
                  <a:lnTo>
                    <a:pt x="468477" y="10941"/>
                  </a:lnTo>
                  <a:lnTo>
                    <a:pt x="593663" y="13865"/>
                  </a:lnTo>
                  <a:lnTo>
                    <a:pt x="707949" y="16535"/>
                  </a:lnTo>
                  <a:lnTo>
                    <a:pt x="813082" y="18990"/>
                  </a:lnTo>
                  <a:lnTo>
                    <a:pt x="910420" y="21263"/>
                  </a:lnTo>
                  <a:lnTo>
                    <a:pt x="1001039" y="23380"/>
                  </a:lnTo>
                  <a:lnTo>
                    <a:pt x="1085808" y="25360"/>
                  </a:lnTo>
                  <a:lnTo>
                    <a:pt x="1165436" y="27220"/>
                  </a:lnTo>
                  <a:lnTo>
                    <a:pt x="1240511" y="28973"/>
                  </a:lnTo>
                  <a:lnTo>
                    <a:pt x="1311526" y="30632"/>
                  </a:lnTo>
                  <a:lnTo>
                    <a:pt x="1378898" y="32205"/>
                  </a:lnTo>
                  <a:lnTo>
                    <a:pt x="1442982" y="33702"/>
                  </a:lnTo>
                  <a:lnTo>
                    <a:pt x="1504084" y="35129"/>
                  </a:lnTo>
                  <a:lnTo>
                    <a:pt x="1562470" y="36493"/>
                  </a:lnTo>
                  <a:lnTo>
                    <a:pt x="1618370" y="37798"/>
                  </a:lnTo>
                  <a:lnTo>
                    <a:pt x="1671988" y="39051"/>
                  </a:lnTo>
                  <a:lnTo>
                    <a:pt x="1723503" y="40254"/>
                  </a:lnTo>
                  <a:lnTo>
                    <a:pt x="1773073" y="41412"/>
                  </a:lnTo>
                  <a:lnTo>
                    <a:pt x="1820841" y="42527"/>
                  </a:lnTo>
                  <a:lnTo>
                    <a:pt x="1866932" y="43604"/>
                  </a:lnTo>
                  <a:lnTo>
                    <a:pt x="1911460" y="44644"/>
                  </a:lnTo>
                  <a:lnTo>
                    <a:pt x="1954528" y="45650"/>
                  </a:lnTo>
                  <a:lnTo>
                    <a:pt x="1996229" y="46624"/>
                  </a:lnTo>
                  <a:lnTo>
                    <a:pt x="2036646" y="47568"/>
                  </a:lnTo>
                  <a:lnTo>
                    <a:pt x="2075856" y="48484"/>
                  </a:lnTo>
                  <a:lnTo>
                    <a:pt x="2113930" y="49373"/>
                  </a:lnTo>
                  <a:lnTo>
                    <a:pt x="2150932" y="50237"/>
                  </a:lnTo>
                  <a:lnTo>
                    <a:pt x="2186919" y="51078"/>
                  </a:lnTo>
                  <a:lnTo>
                    <a:pt x="2221947" y="51896"/>
                  </a:lnTo>
                  <a:lnTo>
                    <a:pt x="2256065" y="52693"/>
                  </a:lnTo>
                  <a:lnTo>
                    <a:pt x="2289318" y="53469"/>
                  </a:lnTo>
                  <a:lnTo>
                    <a:pt x="2321751" y="54227"/>
                  </a:lnTo>
                  <a:lnTo>
                    <a:pt x="2353402" y="54966"/>
                  </a:lnTo>
                  <a:lnTo>
                    <a:pt x="2384309" y="55688"/>
                  </a:lnTo>
                  <a:lnTo>
                    <a:pt x="2414505" y="56393"/>
                  </a:lnTo>
                  <a:lnTo>
                    <a:pt x="2444022" y="57083"/>
                  </a:lnTo>
                  <a:lnTo>
                    <a:pt x="2472890" y="57757"/>
                  </a:lnTo>
                  <a:lnTo>
                    <a:pt x="2501138" y="58417"/>
                  </a:lnTo>
                  <a:lnTo>
                    <a:pt x="2528790" y="59062"/>
                  </a:lnTo>
                  <a:lnTo>
                    <a:pt x="2555873" y="59695"/>
                  </a:lnTo>
                  <a:lnTo>
                    <a:pt x="2582408" y="60315"/>
                  </a:lnTo>
                  <a:lnTo>
                    <a:pt x="2608418" y="60922"/>
                  </a:lnTo>
                  <a:lnTo>
                    <a:pt x="2633923" y="61518"/>
                  </a:lnTo>
                  <a:lnTo>
                    <a:pt x="2658942" y="62102"/>
                  </a:lnTo>
                  <a:lnTo>
                    <a:pt x="2683494" y="62676"/>
                  </a:lnTo>
                  <a:lnTo>
                    <a:pt x="2707594" y="63239"/>
                  </a:lnTo>
                  <a:lnTo>
                    <a:pt x="2731261" y="63791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5" name="pl404"/>
            <p:cNvSpPr/>
            <p:nvPr/>
          </p:nvSpPr>
          <p:spPr>
            <a:xfrm>
              <a:off x="5095785" y="4238090"/>
              <a:ext cx="2731261" cy="60856"/>
            </a:xfrm>
            <a:custGeom>
              <a:avLst/>
              <a:pathLst>
                <a:path w="2731261" h="60856">
                  <a:moveTo>
                    <a:pt x="0" y="60856"/>
                  </a:moveTo>
                  <a:lnTo>
                    <a:pt x="175388" y="56948"/>
                  </a:lnTo>
                  <a:lnTo>
                    <a:pt x="330091" y="53501"/>
                  </a:lnTo>
                  <a:lnTo>
                    <a:pt x="468477" y="50418"/>
                  </a:lnTo>
                  <a:lnTo>
                    <a:pt x="593663" y="47628"/>
                  </a:lnTo>
                  <a:lnTo>
                    <a:pt x="707949" y="45082"/>
                  </a:lnTo>
                  <a:lnTo>
                    <a:pt x="813082" y="42739"/>
                  </a:lnTo>
                  <a:lnTo>
                    <a:pt x="910420" y="40570"/>
                  </a:lnTo>
                  <a:lnTo>
                    <a:pt x="1001039" y="38551"/>
                  </a:lnTo>
                  <a:lnTo>
                    <a:pt x="1085808" y="36663"/>
                  </a:lnTo>
                  <a:lnTo>
                    <a:pt x="1165436" y="34888"/>
                  </a:lnTo>
                  <a:lnTo>
                    <a:pt x="1240511" y="33216"/>
                  </a:lnTo>
                  <a:lnTo>
                    <a:pt x="1311526" y="31633"/>
                  </a:lnTo>
                  <a:lnTo>
                    <a:pt x="1378898" y="30132"/>
                  </a:lnTo>
                  <a:lnTo>
                    <a:pt x="1442982" y="28704"/>
                  </a:lnTo>
                  <a:lnTo>
                    <a:pt x="1504084" y="27343"/>
                  </a:lnTo>
                  <a:lnTo>
                    <a:pt x="1562470" y="26042"/>
                  </a:lnTo>
                  <a:lnTo>
                    <a:pt x="1618370" y="24796"/>
                  </a:lnTo>
                  <a:lnTo>
                    <a:pt x="1671988" y="23602"/>
                  </a:lnTo>
                  <a:lnTo>
                    <a:pt x="1723503" y="22454"/>
                  </a:lnTo>
                  <a:lnTo>
                    <a:pt x="1773073" y="21349"/>
                  </a:lnTo>
                  <a:lnTo>
                    <a:pt x="1820841" y="20285"/>
                  </a:lnTo>
                  <a:lnTo>
                    <a:pt x="1866932" y="19258"/>
                  </a:lnTo>
                  <a:lnTo>
                    <a:pt x="1911460" y="18266"/>
                  </a:lnTo>
                  <a:lnTo>
                    <a:pt x="1954528" y="17306"/>
                  </a:lnTo>
                  <a:lnTo>
                    <a:pt x="1996229" y="16377"/>
                  </a:lnTo>
                  <a:lnTo>
                    <a:pt x="2036646" y="15477"/>
                  </a:lnTo>
                  <a:lnTo>
                    <a:pt x="2075856" y="14603"/>
                  </a:lnTo>
                  <a:lnTo>
                    <a:pt x="2113930" y="13755"/>
                  </a:lnTo>
                  <a:lnTo>
                    <a:pt x="2150932" y="12930"/>
                  </a:lnTo>
                  <a:lnTo>
                    <a:pt x="2186919" y="12128"/>
                  </a:lnTo>
                  <a:lnTo>
                    <a:pt x="2221947" y="11348"/>
                  </a:lnTo>
                  <a:lnTo>
                    <a:pt x="2256065" y="10588"/>
                  </a:lnTo>
                  <a:lnTo>
                    <a:pt x="2289318" y="9847"/>
                  </a:lnTo>
                  <a:lnTo>
                    <a:pt x="2321751" y="9124"/>
                  </a:lnTo>
                  <a:lnTo>
                    <a:pt x="2353402" y="8419"/>
                  </a:lnTo>
                  <a:lnTo>
                    <a:pt x="2384309" y="7730"/>
                  </a:lnTo>
                  <a:lnTo>
                    <a:pt x="2414505" y="7057"/>
                  </a:lnTo>
                  <a:lnTo>
                    <a:pt x="2444022" y="6400"/>
                  </a:lnTo>
                  <a:lnTo>
                    <a:pt x="2472890" y="5756"/>
                  </a:lnTo>
                  <a:lnTo>
                    <a:pt x="2501138" y="5127"/>
                  </a:lnTo>
                  <a:lnTo>
                    <a:pt x="2528790" y="4511"/>
                  </a:lnTo>
                  <a:lnTo>
                    <a:pt x="2555873" y="3907"/>
                  </a:lnTo>
                  <a:lnTo>
                    <a:pt x="2582408" y="3316"/>
                  </a:lnTo>
                  <a:lnTo>
                    <a:pt x="2608418" y="2737"/>
                  </a:lnTo>
                  <a:lnTo>
                    <a:pt x="2633923" y="2168"/>
                  </a:lnTo>
                  <a:lnTo>
                    <a:pt x="2658942" y="1611"/>
                  </a:lnTo>
                  <a:lnTo>
                    <a:pt x="2683494" y="1064"/>
                  </a:lnTo>
                  <a:lnTo>
                    <a:pt x="2707594" y="527"/>
                  </a:lnTo>
                  <a:lnTo>
                    <a:pt x="2731261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6" name="rc405"/>
            <p:cNvSpPr/>
            <p:nvPr/>
          </p:nvSpPr>
          <p:spPr>
            <a:xfrm>
              <a:off x="4913885" y="3480885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07" name="pl406"/>
            <p:cNvSpPr/>
            <p:nvPr/>
          </p:nvSpPr>
          <p:spPr>
            <a:xfrm>
              <a:off x="4913885" y="3480885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7"/>
            <p:cNvSpPr/>
            <p:nvPr/>
          </p:nvSpPr>
          <p:spPr>
            <a:xfrm>
              <a:off x="4875928" y="455608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8"/>
            <p:cNvSpPr/>
            <p:nvPr/>
          </p:nvSpPr>
          <p:spPr>
            <a:xfrm>
              <a:off x="4875928" y="432630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09"/>
            <p:cNvSpPr/>
            <p:nvPr/>
          </p:nvSpPr>
          <p:spPr>
            <a:xfrm>
              <a:off x="4875928" y="409652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0"/>
            <p:cNvSpPr/>
            <p:nvPr/>
          </p:nvSpPr>
          <p:spPr>
            <a:xfrm>
              <a:off x="4875928" y="386675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1"/>
            <p:cNvSpPr/>
            <p:nvPr/>
          </p:nvSpPr>
          <p:spPr>
            <a:xfrm>
              <a:off x="4875928" y="363697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2"/>
            <p:cNvSpPr/>
            <p:nvPr/>
          </p:nvSpPr>
          <p:spPr>
            <a:xfrm>
              <a:off x="4913885" y="4719124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3"/>
            <p:cNvSpPr/>
            <p:nvPr/>
          </p:nvSpPr>
          <p:spPr>
            <a:xfrm>
              <a:off x="5095785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4"/>
            <p:cNvSpPr/>
            <p:nvPr/>
          </p:nvSpPr>
          <p:spPr>
            <a:xfrm>
              <a:off x="6006205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5"/>
            <p:cNvSpPr/>
            <p:nvPr/>
          </p:nvSpPr>
          <p:spPr>
            <a:xfrm>
              <a:off x="6916626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6"/>
            <p:cNvSpPr/>
            <p:nvPr/>
          </p:nvSpPr>
          <p:spPr>
            <a:xfrm>
              <a:off x="7827046" y="4719124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tx417"/>
            <p:cNvSpPr/>
            <p:nvPr/>
          </p:nvSpPr>
          <p:spPr>
            <a:xfrm>
              <a:off x="5056923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9" name="tx418"/>
            <p:cNvSpPr/>
            <p:nvPr/>
          </p:nvSpPr>
          <p:spPr>
            <a:xfrm>
              <a:off x="5967343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0" name="tx419"/>
            <p:cNvSpPr/>
            <p:nvPr/>
          </p:nvSpPr>
          <p:spPr>
            <a:xfrm>
              <a:off x="6877764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1" name="tx420"/>
            <p:cNvSpPr/>
            <p:nvPr/>
          </p:nvSpPr>
          <p:spPr>
            <a:xfrm>
              <a:off x="7788184" y="478744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22" name="tx421"/>
            <p:cNvSpPr/>
            <p:nvPr/>
          </p:nvSpPr>
          <p:spPr>
            <a:xfrm>
              <a:off x="6106645" y="5000311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423" name="tx422"/>
            <p:cNvSpPr/>
            <p:nvPr/>
          </p:nvSpPr>
          <p:spPr>
            <a:xfrm>
              <a:off x="4913885" y="3237726"/>
              <a:ext cx="1244315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24" name="rc423"/>
            <p:cNvSpPr/>
            <p:nvPr/>
          </p:nvSpPr>
          <p:spPr>
            <a:xfrm>
              <a:off x="1503277" y="5608097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1615777" y="638133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1675802" y="626455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1691259" y="633331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1691355" y="649831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1616863" y="663939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1725235" y="635403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1691833" y="646667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701164" y="65011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1706592" y="658904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679805" y="631830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619790" y="648140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593899" y="583253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595885" y="596489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646726" y="618064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526191" y="630093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532539" y="676075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631840" y="651838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638378" y="613594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573559" y="570884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597264" y="563508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572137" y="637741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531385" y="611964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567154" y="593943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567668" y="606194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534790" y="651423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636946" y="646360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526094" y="598105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613770" y="602350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538209" y="655065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473853" y="628002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548708" y="638581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433946" y="661458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511873" y="626038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482373" y="651317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458079" y="576369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519135" y="644811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530116" y="616549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463214" y="599623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500163" y="568523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435526" y="58856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551516" y="646875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499401" y="610231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457404" y="623002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553583" y="606079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484985" y="644163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559010" y="610128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464473" y="640845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554267" y="637133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4424515" y="642277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394441" y="637497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4418453" y="654061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4379460" y="614652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4442811" y="620188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353664" y="571420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4392981" y="617815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388900" y="637104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4382709" y="619178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371732" y="608822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4435700" y="603382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349158" y="590639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4446322" y="633115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394844" y="581635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4372458" y="659910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422817" y="646830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4384767" y="631044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436309" y="639415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4354654" y="627122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350784" y="643484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4387265" y="624655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431074" y="617413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4379767" y="618477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451776" y="624159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707238" y="6301998"/>
              <a:ext cx="2730703" cy="51831"/>
            </a:xfrm>
            <a:custGeom>
              <a:avLst/>
              <a:pathLst>
                <a:path w="2730703" h="51831">
                  <a:moveTo>
                    <a:pt x="0" y="51831"/>
                  </a:moveTo>
                  <a:lnTo>
                    <a:pt x="175352" y="48503"/>
                  </a:lnTo>
                  <a:lnTo>
                    <a:pt x="330023" y="45567"/>
                  </a:lnTo>
                  <a:lnTo>
                    <a:pt x="468382" y="42941"/>
                  </a:lnTo>
                  <a:lnTo>
                    <a:pt x="593542" y="40565"/>
                  </a:lnTo>
                  <a:lnTo>
                    <a:pt x="707805" y="38396"/>
                  </a:lnTo>
                  <a:lnTo>
                    <a:pt x="812916" y="36401"/>
                  </a:lnTo>
                  <a:lnTo>
                    <a:pt x="910234" y="34554"/>
                  </a:lnTo>
                  <a:lnTo>
                    <a:pt x="1000835" y="32834"/>
                  </a:lnTo>
                  <a:lnTo>
                    <a:pt x="1085586" y="31225"/>
                  </a:lnTo>
                  <a:lnTo>
                    <a:pt x="1165198" y="29714"/>
                  </a:lnTo>
                  <a:lnTo>
                    <a:pt x="1240258" y="28290"/>
                  </a:lnTo>
                  <a:lnTo>
                    <a:pt x="1311258" y="26942"/>
                  </a:lnTo>
                  <a:lnTo>
                    <a:pt x="1378616" y="25663"/>
                  </a:lnTo>
                  <a:lnTo>
                    <a:pt x="1442687" y="24447"/>
                  </a:lnTo>
                  <a:lnTo>
                    <a:pt x="1503777" y="23288"/>
                  </a:lnTo>
                  <a:lnTo>
                    <a:pt x="1562150" y="22180"/>
                  </a:lnTo>
                  <a:lnTo>
                    <a:pt x="1618039" y="21119"/>
                  </a:lnTo>
                  <a:lnTo>
                    <a:pt x="1671646" y="20101"/>
                  </a:lnTo>
                  <a:lnTo>
                    <a:pt x="1723151" y="19124"/>
                  </a:lnTo>
                  <a:lnTo>
                    <a:pt x="1772711" y="18183"/>
                  </a:lnTo>
                  <a:lnTo>
                    <a:pt x="1820469" y="17277"/>
                  </a:lnTo>
                  <a:lnTo>
                    <a:pt x="1866550" y="16402"/>
                  </a:lnTo>
                  <a:lnTo>
                    <a:pt x="1911069" y="15557"/>
                  </a:lnTo>
                  <a:lnTo>
                    <a:pt x="1954129" y="14740"/>
                  </a:lnTo>
                  <a:lnTo>
                    <a:pt x="1995821" y="13948"/>
                  </a:lnTo>
                  <a:lnTo>
                    <a:pt x="2036230" y="13181"/>
                  </a:lnTo>
                  <a:lnTo>
                    <a:pt x="2075432" y="12437"/>
                  </a:lnTo>
                  <a:lnTo>
                    <a:pt x="2113499" y="11715"/>
                  </a:lnTo>
                  <a:lnTo>
                    <a:pt x="2150492" y="11012"/>
                  </a:lnTo>
                  <a:lnTo>
                    <a:pt x="2186472" y="10330"/>
                  </a:lnTo>
                  <a:lnTo>
                    <a:pt x="2221493" y="9665"/>
                  </a:lnTo>
                  <a:lnTo>
                    <a:pt x="2255604" y="9017"/>
                  </a:lnTo>
                  <a:lnTo>
                    <a:pt x="2288851" y="8386"/>
                  </a:lnTo>
                  <a:lnTo>
                    <a:pt x="2321277" y="7771"/>
                  </a:lnTo>
                  <a:lnTo>
                    <a:pt x="2352922" y="7170"/>
                  </a:lnTo>
                  <a:lnTo>
                    <a:pt x="2383822" y="6584"/>
                  </a:lnTo>
                  <a:lnTo>
                    <a:pt x="2414011" y="6011"/>
                  </a:lnTo>
                  <a:lnTo>
                    <a:pt x="2443522" y="5450"/>
                  </a:lnTo>
                  <a:lnTo>
                    <a:pt x="2472385" y="4903"/>
                  </a:lnTo>
                  <a:lnTo>
                    <a:pt x="2500627" y="4367"/>
                  </a:lnTo>
                  <a:lnTo>
                    <a:pt x="2528274" y="3842"/>
                  </a:lnTo>
                  <a:lnTo>
                    <a:pt x="2555351" y="3328"/>
                  </a:lnTo>
                  <a:lnTo>
                    <a:pt x="2581881" y="2824"/>
                  </a:lnTo>
                  <a:lnTo>
                    <a:pt x="2607885" y="2331"/>
                  </a:lnTo>
                  <a:lnTo>
                    <a:pt x="2633385" y="1847"/>
                  </a:lnTo>
                  <a:lnTo>
                    <a:pt x="2658399" y="1372"/>
                  </a:lnTo>
                  <a:lnTo>
                    <a:pt x="2682945" y="906"/>
                  </a:lnTo>
                  <a:lnTo>
                    <a:pt x="2707041" y="449"/>
                  </a:lnTo>
                  <a:lnTo>
                    <a:pt x="273070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1707238" y="6318542"/>
              <a:ext cx="2730703" cy="198211"/>
            </a:xfrm>
            <a:custGeom>
              <a:avLst/>
              <a:pathLst>
                <a:path w="2730703" h="198211">
                  <a:moveTo>
                    <a:pt x="0" y="198211"/>
                  </a:moveTo>
                  <a:lnTo>
                    <a:pt x="175352" y="185483"/>
                  </a:lnTo>
                  <a:lnTo>
                    <a:pt x="330023" y="174256"/>
                  </a:lnTo>
                  <a:lnTo>
                    <a:pt x="468382" y="164213"/>
                  </a:lnTo>
                  <a:lnTo>
                    <a:pt x="593542" y="155128"/>
                  </a:lnTo>
                  <a:lnTo>
                    <a:pt x="707805" y="146834"/>
                  </a:lnTo>
                  <a:lnTo>
                    <a:pt x="812916" y="139204"/>
                  </a:lnTo>
                  <a:lnTo>
                    <a:pt x="910234" y="132141"/>
                  </a:lnTo>
                  <a:lnTo>
                    <a:pt x="1000835" y="125564"/>
                  </a:lnTo>
                  <a:lnTo>
                    <a:pt x="1085586" y="119412"/>
                  </a:lnTo>
                  <a:lnTo>
                    <a:pt x="1165198" y="113634"/>
                  </a:lnTo>
                  <a:lnTo>
                    <a:pt x="1240258" y="108185"/>
                  </a:lnTo>
                  <a:lnTo>
                    <a:pt x="1311258" y="103032"/>
                  </a:lnTo>
                  <a:lnTo>
                    <a:pt x="1378616" y="98142"/>
                  </a:lnTo>
                  <a:lnTo>
                    <a:pt x="1442687" y="93492"/>
                  </a:lnTo>
                  <a:lnTo>
                    <a:pt x="1503777" y="89057"/>
                  </a:lnTo>
                  <a:lnTo>
                    <a:pt x="1562150" y="84820"/>
                  </a:lnTo>
                  <a:lnTo>
                    <a:pt x="1618039" y="80764"/>
                  </a:lnTo>
                  <a:lnTo>
                    <a:pt x="1671646" y="76872"/>
                  </a:lnTo>
                  <a:lnTo>
                    <a:pt x="1723151" y="73134"/>
                  </a:lnTo>
                  <a:lnTo>
                    <a:pt x="1772711" y="69537"/>
                  </a:lnTo>
                  <a:lnTo>
                    <a:pt x="1820469" y="66070"/>
                  </a:lnTo>
                  <a:lnTo>
                    <a:pt x="1866550" y="62725"/>
                  </a:lnTo>
                  <a:lnTo>
                    <a:pt x="1911069" y="59494"/>
                  </a:lnTo>
                  <a:lnTo>
                    <a:pt x="1954129" y="56368"/>
                  </a:lnTo>
                  <a:lnTo>
                    <a:pt x="1995821" y="53342"/>
                  </a:lnTo>
                  <a:lnTo>
                    <a:pt x="2036230" y="50409"/>
                  </a:lnTo>
                  <a:lnTo>
                    <a:pt x="2075432" y="47563"/>
                  </a:lnTo>
                  <a:lnTo>
                    <a:pt x="2113499" y="44800"/>
                  </a:lnTo>
                  <a:lnTo>
                    <a:pt x="2150492" y="42115"/>
                  </a:lnTo>
                  <a:lnTo>
                    <a:pt x="2186472" y="39503"/>
                  </a:lnTo>
                  <a:lnTo>
                    <a:pt x="2221493" y="36961"/>
                  </a:lnTo>
                  <a:lnTo>
                    <a:pt x="2255604" y="34485"/>
                  </a:lnTo>
                  <a:lnTo>
                    <a:pt x="2288851" y="32072"/>
                  </a:lnTo>
                  <a:lnTo>
                    <a:pt x="2321277" y="29718"/>
                  </a:lnTo>
                  <a:lnTo>
                    <a:pt x="2352922" y="27421"/>
                  </a:lnTo>
                  <a:lnTo>
                    <a:pt x="2383822" y="25178"/>
                  </a:lnTo>
                  <a:lnTo>
                    <a:pt x="2414011" y="22987"/>
                  </a:lnTo>
                  <a:lnTo>
                    <a:pt x="2443522" y="20845"/>
                  </a:lnTo>
                  <a:lnTo>
                    <a:pt x="2472385" y="18750"/>
                  </a:lnTo>
                  <a:lnTo>
                    <a:pt x="2500627" y="16700"/>
                  </a:lnTo>
                  <a:lnTo>
                    <a:pt x="2528274" y="14693"/>
                  </a:lnTo>
                  <a:lnTo>
                    <a:pt x="2555351" y="12728"/>
                  </a:lnTo>
                  <a:lnTo>
                    <a:pt x="2581881" y="10802"/>
                  </a:lnTo>
                  <a:lnTo>
                    <a:pt x="2607885" y="8914"/>
                  </a:lnTo>
                  <a:lnTo>
                    <a:pt x="2633385" y="7063"/>
                  </a:lnTo>
                  <a:lnTo>
                    <a:pt x="2658399" y="5248"/>
                  </a:lnTo>
                  <a:lnTo>
                    <a:pt x="2682945" y="3466"/>
                  </a:lnTo>
                  <a:lnTo>
                    <a:pt x="2707041" y="1717"/>
                  </a:lnTo>
                  <a:lnTo>
                    <a:pt x="2730703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1707238" y="6380904"/>
              <a:ext cx="2730703" cy="222583"/>
            </a:xfrm>
            <a:custGeom>
              <a:avLst/>
              <a:pathLst>
                <a:path w="2730703" h="222583">
                  <a:moveTo>
                    <a:pt x="0" y="0"/>
                  </a:moveTo>
                  <a:lnTo>
                    <a:pt x="175352" y="14293"/>
                  </a:lnTo>
                  <a:lnTo>
                    <a:pt x="330023" y="26900"/>
                  </a:lnTo>
                  <a:lnTo>
                    <a:pt x="468382" y="38178"/>
                  </a:lnTo>
                  <a:lnTo>
                    <a:pt x="593542" y="48380"/>
                  </a:lnTo>
                  <a:lnTo>
                    <a:pt x="707805" y="57694"/>
                  </a:lnTo>
                  <a:lnTo>
                    <a:pt x="812916" y="66261"/>
                  </a:lnTo>
                  <a:lnTo>
                    <a:pt x="910234" y="74194"/>
                  </a:lnTo>
                  <a:lnTo>
                    <a:pt x="1000835" y="81579"/>
                  </a:lnTo>
                  <a:lnTo>
                    <a:pt x="1085586" y="88487"/>
                  </a:lnTo>
                  <a:lnTo>
                    <a:pt x="1165198" y="94976"/>
                  </a:lnTo>
                  <a:lnTo>
                    <a:pt x="1240258" y="101095"/>
                  </a:lnTo>
                  <a:lnTo>
                    <a:pt x="1311258" y="106882"/>
                  </a:lnTo>
                  <a:lnTo>
                    <a:pt x="1378616" y="112372"/>
                  </a:lnTo>
                  <a:lnTo>
                    <a:pt x="1442687" y="117595"/>
                  </a:lnTo>
                  <a:lnTo>
                    <a:pt x="1503777" y="122574"/>
                  </a:lnTo>
                  <a:lnTo>
                    <a:pt x="1562150" y="127333"/>
                  </a:lnTo>
                  <a:lnTo>
                    <a:pt x="1618039" y="131888"/>
                  </a:lnTo>
                  <a:lnTo>
                    <a:pt x="1671646" y="136258"/>
                  </a:lnTo>
                  <a:lnTo>
                    <a:pt x="1723151" y="140456"/>
                  </a:lnTo>
                  <a:lnTo>
                    <a:pt x="1772711" y="144496"/>
                  </a:lnTo>
                  <a:lnTo>
                    <a:pt x="1820469" y="148388"/>
                  </a:lnTo>
                  <a:lnTo>
                    <a:pt x="1866550" y="152145"/>
                  </a:lnTo>
                  <a:lnTo>
                    <a:pt x="1911069" y="155773"/>
                  </a:lnTo>
                  <a:lnTo>
                    <a:pt x="1954129" y="159283"/>
                  </a:lnTo>
                  <a:lnTo>
                    <a:pt x="1995821" y="162682"/>
                  </a:lnTo>
                  <a:lnTo>
                    <a:pt x="2036230" y="165975"/>
                  </a:lnTo>
                  <a:lnTo>
                    <a:pt x="2075432" y="169171"/>
                  </a:lnTo>
                  <a:lnTo>
                    <a:pt x="2113499" y="172274"/>
                  </a:lnTo>
                  <a:lnTo>
                    <a:pt x="2150492" y="175289"/>
                  </a:lnTo>
                  <a:lnTo>
                    <a:pt x="2186472" y="178222"/>
                  </a:lnTo>
                  <a:lnTo>
                    <a:pt x="2221493" y="181077"/>
                  </a:lnTo>
                  <a:lnTo>
                    <a:pt x="2255604" y="183857"/>
                  </a:lnTo>
                  <a:lnTo>
                    <a:pt x="2288851" y="186567"/>
                  </a:lnTo>
                  <a:lnTo>
                    <a:pt x="2321277" y="189210"/>
                  </a:lnTo>
                  <a:lnTo>
                    <a:pt x="2352922" y="191789"/>
                  </a:lnTo>
                  <a:lnTo>
                    <a:pt x="2383822" y="194308"/>
                  </a:lnTo>
                  <a:lnTo>
                    <a:pt x="2414011" y="196769"/>
                  </a:lnTo>
                  <a:lnTo>
                    <a:pt x="2443522" y="199174"/>
                  </a:lnTo>
                  <a:lnTo>
                    <a:pt x="2472385" y="201527"/>
                  </a:lnTo>
                  <a:lnTo>
                    <a:pt x="2500627" y="203829"/>
                  </a:lnTo>
                  <a:lnTo>
                    <a:pt x="2528274" y="206083"/>
                  </a:lnTo>
                  <a:lnTo>
                    <a:pt x="2555351" y="208290"/>
                  </a:lnTo>
                  <a:lnTo>
                    <a:pt x="2581881" y="210452"/>
                  </a:lnTo>
                  <a:lnTo>
                    <a:pt x="2607885" y="212572"/>
                  </a:lnTo>
                  <a:lnTo>
                    <a:pt x="2633385" y="214650"/>
                  </a:lnTo>
                  <a:lnTo>
                    <a:pt x="2658399" y="216689"/>
                  </a:lnTo>
                  <a:lnTo>
                    <a:pt x="2682945" y="218690"/>
                  </a:lnTo>
                  <a:lnTo>
                    <a:pt x="2707041" y="220654"/>
                  </a:lnTo>
                  <a:lnTo>
                    <a:pt x="2730703" y="22258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1707238" y="6295281"/>
              <a:ext cx="2730703" cy="65339"/>
            </a:xfrm>
            <a:custGeom>
              <a:avLst/>
              <a:pathLst>
                <a:path w="2730703" h="65339">
                  <a:moveTo>
                    <a:pt x="0" y="65339"/>
                  </a:moveTo>
                  <a:lnTo>
                    <a:pt x="175352" y="61143"/>
                  </a:lnTo>
                  <a:lnTo>
                    <a:pt x="330023" y="57442"/>
                  </a:lnTo>
                  <a:lnTo>
                    <a:pt x="468382" y="54131"/>
                  </a:lnTo>
                  <a:lnTo>
                    <a:pt x="593542" y="51136"/>
                  </a:lnTo>
                  <a:lnTo>
                    <a:pt x="707805" y="48402"/>
                  </a:lnTo>
                  <a:lnTo>
                    <a:pt x="812916" y="45887"/>
                  </a:lnTo>
                  <a:lnTo>
                    <a:pt x="910234" y="43559"/>
                  </a:lnTo>
                  <a:lnTo>
                    <a:pt x="1000835" y="41391"/>
                  </a:lnTo>
                  <a:lnTo>
                    <a:pt x="1085586" y="39363"/>
                  </a:lnTo>
                  <a:lnTo>
                    <a:pt x="1165198" y="37458"/>
                  </a:lnTo>
                  <a:lnTo>
                    <a:pt x="1240258" y="35662"/>
                  </a:lnTo>
                  <a:lnTo>
                    <a:pt x="1311258" y="33963"/>
                  </a:lnTo>
                  <a:lnTo>
                    <a:pt x="1378616" y="32352"/>
                  </a:lnTo>
                  <a:lnTo>
                    <a:pt x="1442687" y="30819"/>
                  </a:lnTo>
                  <a:lnTo>
                    <a:pt x="1503777" y="29357"/>
                  </a:lnTo>
                  <a:lnTo>
                    <a:pt x="1562150" y="27960"/>
                  </a:lnTo>
                  <a:lnTo>
                    <a:pt x="1618039" y="26623"/>
                  </a:lnTo>
                  <a:lnTo>
                    <a:pt x="1671646" y="25340"/>
                  </a:lnTo>
                  <a:lnTo>
                    <a:pt x="1723151" y="24108"/>
                  </a:lnTo>
                  <a:lnTo>
                    <a:pt x="1772711" y="22922"/>
                  </a:lnTo>
                  <a:lnTo>
                    <a:pt x="1820469" y="21779"/>
                  </a:lnTo>
                  <a:lnTo>
                    <a:pt x="1866550" y="20677"/>
                  </a:lnTo>
                  <a:lnTo>
                    <a:pt x="1911069" y="19611"/>
                  </a:lnTo>
                  <a:lnTo>
                    <a:pt x="1954129" y="18581"/>
                  </a:lnTo>
                  <a:lnTo>
                    <a:pt x="1995821" y="17583"/>
                  </a:lnTo>
                  <a:lnTo>
                    <a:pt x="2036230" y="16617"/>
                  </a:lnTo>
                  <a:lnTo>
                    <a:pt x="2075432" y="15679"/>
                  </a:lnTo>
                  <a:lnTo>
                    <a:pt x="2113499" y="14768"/>
                  </a:lnTo>
                  <a:lnTo>
                    <a:pt x="2150492" y="13883"/>
                  </a:lnTo>
                  <a:lnTo>
                    <a:pt x="2186472" y="13022"/>
                  </a:lnTo>
                  <a:lnTo>
                    <a:pt x="2221493" y="12184"/>
                  </a:lnTo>
                  <a:lnTo>
                    <a:pt x="2255604" y="11367"/>
                  </a:lnTo>
                  <a:lnTo>
                    <a:pt x="2288851" y="10572"/>
                  </a:lnTo>
                  <a:lnTo>
                    <a:pt x="2321277" y="9796"/>
                  </a:lnTo>
                  <a:lnTo>
                    <a:pt x="2352922" y="9039"/>
                  </a:lnTo>
                  <a:lnTo>
                    <a:pt x="2383822" y="8300"/>
                  </a:lnTo>
                  <a:lnTo>
                    <a:pt x="2414011" y="7577"/>
                  </a:lnTo>
                  <a:lnTo>
                    <a:pt x="2443522" y="6871"/>
                  </a:lnTo>
                  <a:lnTo>
                    <a:pt x="2472385" y="6180"/>
                  </a:lnTo>
                  <a:lnTo>
                    <a:pt x="2500627" y="5505"/>
                  </a:lnTo>
                  <a:lnTo>
                    <a:pt x="2528274" y="4843"/>
                  </a:lnTo>
                  <a:lnTo>
                    <a:pt x="2555351" y="4195"/>
                  </a:lnTo>
                  <a:lnTo>
                    <a:pt x="2581881" y="3560"/>
                  </a:lnTo>
                  <a:lnTo>
                    <a:pt x="2607885" y="2938"/>
                  </a:lnTo>
                  <a:lnTo>
                    <a:pt x="2633385" y="2328"/>
                  </a:lnTo>
                  <a:lnTo>
                    <a:pt x="2658399" y="1730"/>
                  </a:lnTo>
                  <a:lnTo>
                    <a:pt x="2682945" y="1142"/>
                  </a:lnTo>
                  <a:lnTo>
                    <a:pt x="2707041" y="566"/>
                  </a:lnTo>
                  <a:lnTo>
                    <a:pt x="273070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1707238" y="6207802"/>
              <a:ext cx="2730703" cy="285200"/>
            </a:xfrm>
            <a:custGeom>
              <a:avLst/>
              <a:pathLst>
                <a:path w="2730703" h="285200">
                  <a:moveTo>
                    <a:pt x="0" y="285200"/>
                  </a:moveTo>
                  <a:lnTo>
                    <a:pt x="175352" y="266886"/>
                  </a:lnTo>
                  <a:lnTo>
                    <a:pt x="330023" y="250732"/>
                  </a:lnTo>
                  <a:lnTo>
                    <a:pt x="468382" y="236281"/>
                  </a:lnTo>
                  <a:lnTo>
                    <a:pt x="593542" y="223209"/>
                  </a:lnTo>
                  <a:lnTo>
                    <a:pt x="707805" y="211275"/>
                  </a:lnTo>
                  <a:lnTo>
                    <a:pt x="812916" y="200297"/>
                  </a:lnTo>
                  <a:lnTo>
                    <a:pt x="910234" y="190133"/>
                  </a:lnTo>
                  <a:lnTo>
                    <a:pt x="1000835" y="180671"/>
                  </a:lnTo>
                  <a:lnTo>
                    <a:pt x="1085586" y="171819"/>
                  </a:lnTo>
                  <a:lnTo>
                    <a:pt x="1165198" y="163504"/>
                  </a:lnTo>
                  <a:lnTo>
                    <a:pt x="1240258" y="155665"/>
                  </a:lnTo>
                  <a:lnTo>
                    <a:pt x="1311258" y="148249"/>
                  </a:lnTo>
                  <a:lnTo>
                    <a:pt x="1378616" y="141214"/>
                  </a:lnTo>
                  <a:lnTo>
                    <a:pt x="1442687" y="134523"/>
                  </a:lnTo>
                  <a:lnTo>
                    <a:pt x="1503777" y="128142"/>
                  </a:lnTo>
                  <a:lnTo>
                    <a:pt x="1562150" y="122046"/>
                  </a:lnTo>
                  <a:lnTo>
                    <a:pt x="1618039" y="116209"/>
                  </a:lnTo>
                  <a:lnTo>
                    <a:pt x="1671646" y="110610"/>
                  </a:lnTo>
                  <a:lnTo>
                    <a:pt x="1723151" y="105230"/>
                  </a:lnTo>
                  <a:lnTo>
                    <a:pt x="1772711" y="100054"/>
                  </a:lnTo>
                  <a:lnTo>
                    <a:pt x="1820469" y="95066"/>
                  </a:lnTo>
                  <a:lnTo>
                    <a:pt x="1866550" y="90254"/>
                  </a:lnTo>
                  <a:lnTo>
                    <a:pt x="1911069" y="85604"/>
                  </a:lnTo>
                  <a:lnTo>
                    <a:pt x="1954129" y="81107"/>
                  </a:lnTo>
                  <a:lnTo>
                    <a:pt x="1995821" y="76752"/>
                  </a:lnTo>
                  <a:lnTo>
                    <a:pt x="2036230" y="72532"/>
                  </a:lnTo>
                  <a:lnTo>
                    <a:pt x="2075432" y="68437"/>
                  </a:lnTo>
                  <a:lnTo>
                    <a:pt x="2113499" y="64462"/>
                  </a:lnTo>
                  <a:lnTo>
                    <a:pt x="2150492" y="60598"/>
                  </a:lnTo>
                  <a:lnTo>
                    <a:pt x="2186472" y="56840"/>
                  </a:lnTo>
                  <a:lnTo>
                    <a:pt x="2221493" y="53183"/>
                  </a:lnTo>
                  <a:lnTo>
                    <a:pt x="2255604" y="49620"/>
                  </a:lnTo>
                  <a:lnTo>
                    <a:pt x="2288851" y="46148"/>
                  </a:lnTo>
                  <a:lnTo>
                    <a:pt x="2321277" y="42761"/>
                  </a:lnTo>
                  <a:lnTo>
                    <a:pt x="2352922" y="39456"/>
                  </a:lnTo>
                  <a:lnTo>
                    <a:pt x="2383822" y="36229"/>
                  </a:lnTo>
                  <a:lnTo>
                    <a:pt x="2414011" y="33075"/>
                  </a:lnTo>
                  <a:lnTo>
                    <a:pt x="2443522" y="29993"/>
                  </a:lnTo>
                  <a:lnTo>
                    <a:pt x="2472385" y="26979"/>
                  </a:lnTo>
                  <a:lnTo>
                    <a:pt x="2500627" y="24029"/>
                  </a:lnTo>
                  <a:lnTo>
                    <a:pt x="2528274" y="21142"/>
                  </a:lnTo>
                  <a:lnTo>
                    <a:pt x="2555351" y="18314"/>
                  </a:lnTo>
                  <a:lnTo>
                    <a:pt x="2581881" y="15543"/>
                  </a:lnTo>
                  <a:lnTo>
                    <a:pt x="2607885" y="12827"/>
                  </a:lnTo>
                  <a:lnTo>
                    <a:pt x="2633385" y="10164"/>
                  </a:lnTo>
                  <a:lnTo>
                    <a:pt x="2658399" y="7551"/>
                  </a:lnTo>
                  <a:lnTo>
                    <a:pt x="2682945" y="4987"/>
                  </a:lnTo>
                  <a:lnTo>
                    <a:pt x="2707041" y="2471"/>
                  </a:lnTo>
                  <a:lnTo>
                    <a:pt x="273070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2" name="pl501"/>
            <p:cNvSpPr/>
            <p:nvPr/>
          </p:nvSpPr>
          <p:spPr>
            <a:xfrm>
              <a:off x="1707238" y="6098112"/>
              <a:ext cx="2730703" cy="25130"/>
            </a:xfrm>
            <a:custGeom>
              <a:avLst/>
              <a:pathLst>
                <a:path w="2730703" h="25130">
                  <a:moveTo>
                    <a:pt x="0" y="25130"/>
                  </a:moveTo>
                  <a:lnTo>
                    <a:pt x="175352" y="23516"/>
                  </a:lnTo>
                  <a:lnTo>
                    <a:pt x="330023" y="22093"/>
                  </a:lnTo>
                  <a:lnTo>
                    <a:pt x="468382" y="20819"/>
                  </a:lnTo>
                  <a:lnTo>
                    <a:pt x="593542" y="19668"/>
                  </a:lnTo>
                  <a:lnTo>
                    <a:pt x="707805" y="18616"/>
                  </a:lnTo>
                  <a:lnTo>
                    <a:pt x="812916" y="17649"/>
                  </a:lnTo>
                  <a:lnTo>
                    <a:pt x="910234" y="16753"/>
                  </a:lnTo>
                  <a:lnTo>
                    <a:pt x="1000835" y="15919"/>
                  </a:lnTo>
                  <a:lnTo>
                    <a:pt x="1085586" y="15139"/>
                  </a:lnTo>
                  <a:lnTo>
                    <a:pt x="1165198" y="14407"/>
                  </a:lnTo>
                  <a:lnTo>
                    <a:pt x="1240258" y="13716"/>
                  </a:lnTo>
                  <a:lnTo>
                    <a:pt x="1311258" y="13063"/>
                  </a:lnTo>
                  <a:lnTo>
                    <a:pt x="1378616" y="12443"/>
                  </a:lnTo>
                  <a:lnTo>
                    <a:pt x="1442687" y="11853"/>
                  </a:lnTo>
                  <a:lnTo>
                    <a:pt x="1503777" y="11291"/>
                  </a:lnTo>
                  <a:lnTo>
                    <a:pt x="1562150" y="10754"/>
                  </a:lnTo>
                  <a:lnTo>
                    <a:pt x="1618039" y="10239"/>
                  </a:lnTo>
                  <a:lnTo>
                    <a:pt x="1671646" y="9746"/>
                  </a:lnTo>
                  <a:lnTo>
                    <a:pt x="1723151" y="9272"/>
                  </a:lnTo>
                  <a:lnTo>
                    <a:pt x="1772711" y="8816"/>
                  </a:lnTo>
                  <a:lnTo>
                    <a:pt x="1820469" y="8376"/>
                  </a:lnTo>
                  <a:lnTo>
                    <a:pt x="1866550" y="7952"/>
                  </a:lnTo>
                  <a:lnTo>
                    <a:pt x="1911069" y="7543"/>
                  </a:lnTo>
                  <a:lnTo>
                    <a:pt x="1954129" y="7146"/>
                  </a:lnTo>
                  <a:lnTo>
                    <a:pt x="1995821" y="6763"/>
                  </a:lnTo>
                  <a:lnTo>
                    <a:pt x="2036230" y="6391"/>
                  </a:lnTo>
                  <a:lnTo>
                    <a:pt x="2075432" y="6030"/>
                  </a:lnTo>
                  <a:lnTo>
                    <a:pt x="2113499" y="5680"/>
                  </a:lnTo>
                  <a:lnTo>
                    <a:pt x="2150492" y="5339"/>
                  </a:lnTo>
                  <a:lnTo>
                    <a:pt x="2186472" y="5008"/>
                  </a:lnTo>
                  <a:lnTo>
                    <a:pt x="2221493" y="4686"/>
                  </a:lnTo>
                  <a:lnTo>
                    <a:pt x="2255604" y="4372"/>
                  </a:lnTo>
                  <a:lnTo>
                    <a:pt x="2288851" y="4066"/>
                  </a:lnTo>
                  <a:lnTo>
                    <a:pt x="2321277" y="3767"/>
                  </a:lnTo>
                  <a:lnTo>
                    <a:pt x="2352922" y="3476"/>
                  </a:lnTo>
                  <a:lnTo>
                    <a:pt x="2383822" y="3192"/>
                  </a:lnTo>
                  <a:lnTo>
                    <a:pt x="2414011" y="2914"/>
                  </a:lnTo>
                  <a:lnTo>
                    <a:pt x="2443522" y="2642"/>
                  </a:lnTo>
                  <a:lnTo>
                    <a:pt x="2472385" y="2377"/>
                  </a:lnTo>
                  <a:lnTo>
                    <a:pt x="2500627" y="2117"/>
                  </a:lnTo>
                  <a:lnTo>
                    <a:pt x="2528274" y="1862"/>
                  </a:lnTo>
                  <a:lnTo>
                    <a:pt x="2555351" y="1613"/>
                  </a:lnTo>
                  <a:lnTo>
                    <a:pt x="2581881" y="1369"/>
                  </a:lnTo>
                  <a:lnTo>
                    <a:pt x="2607885" y="1130"/>
                  </a:lnTo>
                  <a:lnTo>
                    <a:pt x="2633385" y="895"/>
                  </a:lnTo>
                  <a:lnTo>
                    <a:pt x="2658399" y="665"/>
                  </a:lnTo>
                  <a:lnTo>
                    <a:pt x="2682945" y="439"/>
                  </a:lnTo>
                  <a:lnTo>
                    <a:pt x="2707041" y="217"/>
                  </a:lnTo>
                  <a:lnTo>
                    <a:pt x="273070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3" name="pl502"/>
            <p:cNvSpPr/>
            <p:nvPr/>
          </p:nvSpPr>
          <p:spPr>
            <a:xfrm>
              <a:off x="1707238" y="6059893"/>
              <a:ext cx="2730703" cy="214236"/>
            </a:xfrm>
            <a:custGeom>
              <a:avLst/>
              <a:pathLst>
                <a:path w="2730703" h="214236">
                  <a:moveTo>
                    <a:pt x="0" y="214236"/>
                  </a:moveTo>
                  <a:lnTo>
                    <a:pt x="175352" y="200479"/>
                  </a:lnTo>
                  <a:lnTo>
                    <a:pt x="330023" y="188344"/>
                  </a:lnTo>
                  <a:lnTo>
                    <a:pt x="468382" y="177489"/>
                  </a:lnTo>
                  <a:lnTo>
                    <a:pt x="593542" y="167670"/>
                  </a:lnTo>
                  <a:lnTo>
                    <a:pt x="707805" y="158705"/>
                  </a:lnTo>
                  <a:lnTo>
                    <a:pt x="812916" y="150459"/>
                  </a:lnTo>
                  <a:lnTo>
                    <a:pt x="910234" y="142824"/>
                  </a:lnTo>
                  <a:lnTo>
                    <a:pt x="1000835" y="135716"/>
                  </a:lnTo>
                  <a:lnTo>
                    <a:pt x="1085586" y="129067"/>
                  </a:lnTo>
                  <a:lnTo>
                    <a:pt x="1165198" y="122821"/>
                  </a:lnTo>
                  <a:lnTo>
                    <a:pt x="1240258" y="116932"/>
                  </a:lnTo>
                  <a:lnTo>
                    <a:pt x="1311258" y="111362"/>
                  </a:lnTo>
                  <a:lnTo>
                    <a:pt x="1378616" y="106077"/>
                  </a:lnTo>
                  <a:lnTo>
                    <a:pt x="1442687" y="101050"/>
                  </a:lnTo>
                  <a:lnTo>
                    <a:pt x="1503777" y="96258"/>
                  </a:lnTo>
                  <a:lnTo>
                    <a:pt x="1562150" y="91678"/>
                  </a:lnTo>
                  <a:lnTo>
                    <a:pt x="1618039" y="87293"/>
                  </a:lnTo>
                  <a:lnTo>
                    <a:pt x="1671646" y="83087"/>
                  </a:lnTo>
                  <a:lnTo>
                    <a:pt x="1723151" y="79047"/>
                  </a:lnTo>
                  <a:lnTo>
                    <a:pt x="1772711" y="75158"/>
                  </a:lnTo>
                  <a:lnTo>
                    <a:pt x="1820469" y="71412"/>
                  </a:lnTo>
                  <a:lnTo>
                    <a:pt x="1866550" y="67796"/>
                  </a:lnTo>
                  <a:lnTo>
                    <a:pt x="1911069" y="64304"/>
                  </a:lnTo>
                  <a:lnTo>
                    <a:pt x="1954129" y="60925"/>
                  </a:lnTo>
                  <a:lnTo>
                    <a:pt x="1995821" y="57654"/>
                  </a:lnTo>
                  <a:lnTo>
                    <a:pt x="2036230" y="54484"/>
                  </a:lnTo>
                  <a:lnTo>
                    <a:pt x="2075432" y="51409"/>
                  </a:lnTo>
                  <a:lnTo>
                    <a:pt x="2113499" y="48422"/>
                  </a:lnTo>
                  <a:lnTo>
                    <a:pt x="2150492" y="45520"/>
                  </a:lnTo>
                  <a:lnTo>
                    <a:pt x="2186472" y="42697"/>
                  </a:lnTo>
                  <a:lnTo>
                    <a:pt x="2221493" y="39949"/>
                  </a:lnTo>
                  <a:lnTo>
                    <a:pt x="2255604" y="37273"/>
                  </a:lnTo>
                  <a:lnTo>
                    <a:pt x="2288851" y="34665"/>
                  </a:lnTo>
                  <a:lnTo>
                    <a:pt x="2321277" y="32121"/>
                  </a:lnTo>
                  <a:lnTo>
                    <a:pt x="2352922" y="29638"/>
                  </a:lnTo>
                  <a:lnTo>
                    <a:pt x="2383822" y="27214"/>
                  </a:lnTo>
                  <a:lnTo>
                    <a:pt x="2414011" y="24845"/>
                  </a:lnTo>
                  <a:lnTo>
                    <a:pt x="2443522" y="22530"/>
                  </a:lnTo>
                  <a:lnTo>
                    <a:pt x="2472385" y="20266"/>
                  </a:lnTo>
                  <a:lnTo>
                    <a:pt x="2500627" y="18050"/>
                  </a:lnTo>
                  <a:lnTo>
                    <a:pt x="2528274" y="15881"/>
                  </a:lnTo>
                  <a:lnTo>
                    <a:pt x="2555351" y="13757"/>
                  </a:lnTo>
                  <a:lnTo>
                    <a:pt x="2581881" y="11675"/>
                  </a:lnTo>
                  <a:lnTo>
                    <a:pt x="2607885" y="9635"/>
                  </a:lnTo>
                  <a:lnTo>
                    <a:pt x="2633385" y="7635"/>
                  </a:lnTo>
                  <a:lnTo>
                    <a:pt x="2658399" y="5672"/>
                  </a:lnTo>
                  <a:lnTo>
                    <a:pt x="2682945" y="3746"/>
                  </a:lnTo>
                  <a:lnTo>
                    <a:pt x="2707041" y="1856"/>
                  </a:lnTo>
                  <a:lnTo>
                    <a:pt x="2730703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4" name="pl503"/>
            <p:cNvSpPr/>
            <p:nvPr/>
          </p:nvSpPr>
          <p:spPr>
            <a:xfrm>
              <a:off x="1707238" y="6091845"/>
              <a:ext cx="2730703" cy="211633"/>
            </a:xfrm>
            <a:custGeom>
              <a:avLst/>
              <a:pathLst>
                <a:path w="2730703" h="211633">
                  <a:moveTo>
                    <a:pt x="0" y="211633"/>
                  </a:moveTo>
                  <a:lnTo>
                    <a:pt x="175352" y="198043"/>
                  </a:lnTo>
                  <a:lnTo>
                    <a:pt x="330023" y="186056"/>
                  </a:lnTo>
                  <a:lnTo>
                    <a:pt x="468382" y="175333"/>
                  </a:lnTo>
                  <a:lnTo>
                    <a:pt x="593542" y="165633"/>
                  </a:lnTo>
                  <a:lnTo>
                    <a:pt x="707805" y="156777"/>
                  </a:lnTo>
                  <a:lnTo>
                    <a:pt x="812916" y="148631"/>
                  </a:lnTo>
                  <a:lnTo>
                    <a:pt x="910234" y="141089"/>
                  </a:lnTo>
                  <a:lnTo>
                    <a:pt x="1000835" y="134067"/>
                  </a:lnTo>
                  <a:lnTo>
                    <a:pt x="1085586" y="127499"/>
                  </a:lnTo>
                  <a:lnTo>
                    <a:pt x="1165198" y="121329"/>
                  </a:lnTo>
                  <a:lnTo>
                    <a:pt x="1240258" y="115511"/>
                  </a:lnTo>
                  <a:lnTo>
                    <a:pt x="1311258" y="110009"/>
                  </a:lnTo>
                  <a:lnTo>
                    <a:pt x="1378616" y="104788"/>
                  </a:lnTo>
                  <a:lnTo>
                    <a:pt x="1442687" y="99823"/>
                  </a:lnTo>
                  <a:lnTo>
                    <a:pt x="1503777" y="95088"/>
                  </a:lnTo>
                  <a:lnTo>
                    <a:pt x="1562150" y="90564"/>
                  </a:lnTo>
                  <a:lnTo>
                    <a:pt x="1618039" y="86233"/>
                  </a:lnTo>
                  <a:lnTo>
                    <a:pt x="1671646" y="82078"/>
                  </a:lnTo>
                  <a:lnTo>
                    <a:pt x="1723151" y="78086"/>
                  </a:lnTo>
                  <a:lnTo>
                    <a:pt x="1772711" y="74245"/>
                  </a:lnTo>
                  <a:lnTo>
                    <a:pt x="1820469" y="70544"/>
                  </a:lnTo>
                  <a:lnTo>
                    <a:pt x="1866550" y="66973"/>
                  </a:lnTo>
                  <a:lnTo>
                    <a:pt x="1911069" y="63522"/>
                  </a:lnTo>
                  <a:lnTo>
                    <a:pt x="1954129" y="60185"/>
                  </a:lnTo>
                  <a:lnTo>
                    <a:pt x="1995821" y="56954"/>
                  </a:lnTo>
                  <a:lnTo>
                    <a:pt x="2036230" y="53822"/>
                  </a:lnTo>
                  <a:lnTo>
                    <a:pt x="2075432" y="50784"/>
                  </a:lnTo>
                  <a:lnTo>
                    <a:pt x="2113499" y="47834"/>
                  </a:lnTo>
                  <a:lnTo>
                    <a:pt x="2150492" y="44967"/>
                  </a:lnTo>
                  <a:lnTo>
                    <a:pt x="2186472" y="42178"/>
                  </a:lnTo>
                  <a:lnTo>
                    <a:pt x="2221493" y="39464"/>
                  </a:lnTo>
                  <a:lnTo>
                    <a:pt x="2255604" y="36820"/>
                  </a:lnTo>
                  <a:lnTo>
                    <a:pt x="2288851" y="34244"/>
                  </a:lnTo>
                  <a:lnTo>
                    <a:pt x="2321277" y="31731"/>
                  </a:lnTo>
                  <a:lnTo>
                    <a:pt x="2352922" y="29278"/>
                  </a:lnTo>
                  <a:lnTo>
                    <a:pt x="2383822" y="26883"/>
                  </a:lnTo>
                  <a:lnTo>
                    <a:pt x="2414011" y="24544"/>
                  </a:lnTo>
                  <a:lnTo>
                    <a:pt x="2443522" y="22256"/>
                  </a:lnTo>
                  <a:lnTo>
                    <a:pt x="2472385" y="20020"/>
                  </a:lnTo>
                  <a:lnTo>
                    <a:pt x="2500627" y="17831"/>
                  </a:lnTo>
                  <a:lnTo>
                    <a:pt x="2528274" y="15688"/>
                  </a:lnTo>
                  <a:lnTo>
                    <a:pt x="2555351" y="13590"/>
                  </a:lnTo>
                  <a:lnTo>
                    <a:pt x="2581881" y="11533"/>
                  </a:lnTo>
                  <a:lnTo>
                    <a:pt x="2607885" y="9518"/>
                  </a:lnTo>
                  <a:lnTo>
                    <a:pt x="2633385" y="7542"/>
                  </a:lnTo>
                  <a:lnTo>
                    <a:pt x="2658399" y="5603"/>
                  </a:lnTo>
                  <a:lnTo>
                    <a:pt x="2682945" y="3701"/>
                  </a:lnTo>
                  <a:lnTo>
                    <a:pt x="2707041" y="1833"/>
                  </a:lnTo>
                  <a:lnTo>
                    <a:pt x="2730703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5" name="pl504"/>
            <p:cNvSpPr/>
            <p:nvPr/>
          </p:nvSpPr>
          <p:spPr>
            <a:xfrm>
              <a:off x="1707238" y="6335219"/>
              <a:ext cx="2730703" cy="158912"/>
            </a:xfrm>
            <a:custGeom>
              <a:avLst/>
              <a:pathLst>
                <a:path w="2730703" h="158912">
                  <a:moveTo>
                    <a:pt x="0" y="0"/>
                  </a:moveTo>
                  <a:lnTo>
                    <a:pt x="175352" y="10204"/>
                  </a:lnTo>
                  <a:lnTo>
                    <a:pt x="330023" y="19205"/>
                  </a:lnTo>
                  <a:lnTo>
                    <a:pt x="468382" y="27257"/>
                  </a:lnTo>
                  <a:lnTo>
                    <a:pt x="593542" y="34541"/>
                  </a:lnTo>
                  <a:lnTo>
                    <a:pt x="707805" y="41190"/>
                  </a:lnTo>
                  <a:lnTo>
                    <a:pt x="812916" y="47307"/>
                  </a:lnTo>
                  <a:lnTo>
                    <a:pt x="910234" y="52970"/>
                  </a:lnTo>
                  <a:lnTo>
                    <a:pt x="1000835" y="58243"/>
                  </a:lnTo>
                  <a:lnTo>
                    <a:pt x="1085586" y="63175"/>
                  </a:lnTo>
                  <a:lnTo>
                    <a:pt x="1165198" y="67808"/>
                  </a:lnTo>
                  <a:lnTo>
                    <a:pt x="1240258" y="72176"/>
                  </a:lnTo>
                  <a:lnTo>
                    <a:pt x="1311258" y="76308"/>
                  </a:lnTo>
                  <a:lnTo>
                    <a:pt x="1378616" y="80228"/>
                  </a:lnTo>
                  <a:lnTo>
                    <a:pt x="1442687" y="83956"/>
                  </a:lnTo>
                  <a:lnTo>
                    <a:pt x="1503777" y="87512"/>
                  </a:lnTo>
                  <a:lnTo>
                    <a:pt x="1562150" y="90909"/>
                  </a:lnTo>
                  <a:lnTo>
                    <a:pt x="1618039" y="94161"/>
                  </a:lnTo>
                  <a:lnTo>
                    <a:pt x="1671646" y="97281"/>
                  </a:lnTo>
                  <a:lnTo>
                    <a:pt x="1723151" y="100278"/>
                  </a:lnTo>
                  <a:lnTo>
                    <a:pt x="1772711" y="103162"/>
                  </a:lnTo>
                  <a:lnTo>
                    <a:pt x="1820469" y="105941"/>
                  </a:lnTo>
                  <a:lnTo>
                    <a:pt x="1866550" y="108623"/>
                  </a:lnTo>
                  <a:lnTo>
                    <a:pt x="1911069" y="111214"/>
                  </a:lnTo>
                  <a:lnTo>
                    <a:pt x="1954129" y="113720"/>
                  </a:lnTo>
                  <a:lnTo>
                    <a:pt x="1995821" y="116146"/>
                  </a:lnTo>
                  <a:lnTo>
                    <a:pt x="2036230" y="118498"/>
                  </a:lnTo>
                  <a:lnTo>
                    <a:pt x="2075432" y="120779"/>
                  </a:lnTo>
                  <a:lnTo>
                    <a:pt x="2113499" y="122994"/>
                  </a:lnTo>
                  <a:lnTo>
                    <a:pt x="2150492" y="125147"/>
                  </a:lnTo>
                  <a:lnTo>
                    <a:pt x="2186472" y="127241"/>
                  </a:lnTo>
                  <a:lnTo>
                    <a:pt x="2221493" y="129279"/>
                  </a:lnTo>
                  <a:lnTo>
                    <a:pt x="2255604" y="131264"/>
                  </a:lnTo>
                  <a:lnTo>
                    <a:pt x="2288851" y="133199"/>
                  </a:lnTo>
                  <a:lnTo>
                    <a:pt x="2321277" y="135086"/>
                  </a:lnTo>
                  <a:lnTo>
                    <a:pt x="2352922" y="136927"/>
                  </a:lnTo>
                  <a:lnTo>
                    <a:pt x="2383822" y="138726"/>
                  </a:lnTo>
                  <a:lnTo>
                    <a:pt x="2414011" y="140482"/>
                  </a:lnTo>
                  <a:lnTo>
                    <a:pt x="2443522" y="142200"/>
                  </a:lnTo>
                  <a:lnTo>
                    <a:pt x="2472385" y="143879"/>
                  </a:lnTo>
                  <a:lnTo>
                    <a:pt x="2500627" y="145523"/>
                  </a:lnTo>
                  <a:lnTo>
                    <a:pt x="2528274" y="147132"/>
                  </a:lnTo>
                  <a:lnTo>
                    <a:pt x="2555351" y="148708"/>
                  </a:lnTo>
                  <a:lnTo>
                    <a:pt x="2581881" y="150252"/>
                  </a:lnTo>
                  <a:lnTo>
                    <a:pt x="2607885" y="151765"/>
                  </a:lnTo>
                  <a:lnTo>
                    <a:pt x="2633385" y="153249"/>
                  </a:lnTo>
                  <a:lnTo>
                    <a:pt x="2658399" y="154705"/>
                  </a:lnTo>
                  <a:lnTo>
                    <a:pt x="2682945" y="156133"/>
                  </a:lnTo>
                  <a:lnTo>
                    <a:pt x="2707041" y="157535"/>
                  </a:lnTo>
                  <a:lnTo>
                    <a:pt x="2730703" y="15891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6" name="pl505"/>
            <p:cNvSpPr/>
            <p:nvPr/>
          </p:nvSpPr>
          <p:spPr>
            <a:xfrm>
              <a:off x="1707238" y="6294824"/>
              <a:ext cx="2730703" cy="88527"/>
            </a:xfrm>
            <a:custGeom>
              <a:avLst/>
              <a:pathLst>
                <a:path w="2730703" h="88527">
                  <a:moveTo>
                    <a:pt x="0" y="0"/>
                  </a:moveTo>
                  <a:lnTo>
                    <a:pt x="175352" y="5684"/>
                  </a:lnTo>
                  <a:lnTo>
                    <a:pt x="330023" y="10699"/>
                  </a:lnTo>
                  <a:lnTo>
                    <a:pt x="468382" y="15184"/>
                  </a:lnTo>
                  <a:lnTo>
                    <a:pt x="593542" y="19242"/>
                  </a:lnTo>
                  <a:lnTo>
                    <a:pt x="707805" y="22946"/>
                  </a:lnTo>
                  <a:lnTo>
                    <a:pt x="812916" y="26354"/>
                  </a:lnTo>
                  <a:lnTo>
                    <a:pt x="910234" y="29509"/>
                  </a:lnTo>
                  <a:lnTo>
                    <a:pt x="1000835" y="32446"/>
                  </a:lnTo>
                  <a:lnTo>
                    <a:pt x="1085586" y="35193"/>
                  </a:lnTo>
                  <a:lnTo>
                    <a:pt x="1165198" y="37774"/>
                  </a:lnTo>
                  <a:lnTo>
                    <a:pt x="1240258" y="40208"/>
                  </a:lnTo>
                  <a:lnTo>
                    <a:pt x="1311258" y="42510"/>
                  </a:lnTo>
                  <a:lnTo>
                    <a:pt x="1378616" y="44693"/>
                  </a:lnTo>
                  <a:lnTo>
                    <a:pt x="1442687" y="46770"/>
                  </a:lnTo>
                  <a:lnTo>
                    <a:pt x="1503777" y="48751"/>
                  </a:lnTo>
                  <a:lnTo>
                    <a:pt x="1562150" y="50643"/>
                  </a:lnTo>
                  <a:lnTo>
                    <a:pt x="1618039" y="52455"/>
                  </a:lnTo>
                  <a:lnTo>
                    <a:pt x="1671646" y="54193"/>
                  </a:lnTo>
                  <a:lnTo>
                    <a:pt x="1723151" y="55863"/>
                  </a:lnTo>
                  <a:lnTo>
                    <a:pt x="1772711" y="57470"/>
                  </a:lnTo>
                  <a:lnTo>
                    <a:pt x="1820469" y="59018"/>
                  </a:lnTo>
                  <a:lnTo>
                    <a:pt x="1866550" y="60512"/>
                  </a:lnTo>
                  <a:lnTo>
                    <a:pt x="1911069" y="61955"/>
                  </a:lnTo>
                  <a:lnTo>
                    <a:pt x="1954129" y="63351"/>
                  </a:lnTo>
                  <a:lnTo>
                    <a:pt x="1995821" y="64703"/>
                  </a:lnTo>
                  <a:lnTo>
                    <a:pt x="2036230" y="66013"/>
                  </a:lnTo>
                  <a:lnTo>
                    <a:pt x="2075432" y="67284"/>
                  </a:lnTo>
                  <a:lnTo>
                    <a:pt x="2113499" y="68518"/>
                  </a:lnTo>
                  <a:lnTo>
                    <a:pt x="2150492" y="69717"/>
                  </a:lnTo>
                  <a:lnTo>
                    <a:pt x="2186472" y="70883"/>
                  </a:lnTo>
                  <a:lnTo>
                    <a:pt x="2221493" y="72019"/>
                  </a:lnTo>
                  <a:lnTo>
                    <a:pt x="2255604" y="73125"/>
                  </a:lnTo>
                  <a:lnTo>
                    <a:pt x="2288851" y="74202"/>
                  </a:lnTo>
                  <a:lnTo>
                    <a:pt x="2321277" y="75254"/>
                  </a:lnTo>
                  <a:lnTo>
                    <a:pt x="2352922" y="76280"/>
                  </a:lnTo>
                  <a:lnTo>
                    <a:pt x="2383822" y="77281"/>
                  </a:lnTo>
                  <a:lnTo>
                    <a:pt x="2414011" y="78260"/>
                  </a:lnTo>
                  <a:lnTo>
                    <a:pt x="2443522" y="79217"/>
                  </a:lnTo>
                  <a:lnTo>
                    <a:pt x="2472385" y="80153"/>
                  </a:lnTo>
                  <a:lnTo>
                    <a:pt x="2500627" y="81068"/>
                  </a:lnTo>
                  <a:lnTo>
                    <a:pt x="2528274" y="81964"/>
                  </a:lnTo>
                  <a:lnTo>
                    <a:pt x="2555351" y="82842"/>
                  </a:lnTo>
                  <a:lnTo>
                    <a:pt x="2581881" y="83702"/>
                  </a:lnTo>
                  <a:lnTo>
                    <a:pt x="2607885" y="84545"/>
                  </a:lnTo>
                  <a:lnTo>
                    <a:pt x="2633385" y="85372"/>
                  </a:lnTo>
                  <a:lnTo>
                    <a:pt x="2658399" y="86183"/>
                  </a:lnTo>
                  <a:lnTo>
                    <a:pt x="2682945" y="86979"/>
                  </a:lnTo>
                  <a:lnTo>
                    <a:pt x="2707041" y="87760"/>
                  </a:lnTo>
                  <a:lnTo>
                    <a:pt x="2730703" y="8852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07" name="rc506"/>
            <p:cNvSpPr/>
            <p:nvPr/>
          </p:nvSpPr>
          <p:spPr>
            <a:xfrm>
              <a:off x="1503277" y="5608097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8" name="pl507"/>
            <p:cNvSpPr/>
            <p:nvPr/>
          </p:nvSpPr>
          <p:spPr>
            <a:xfrm>
              <a:off x="1503277" y="5608097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8"/>
            <p:cNvSpPr/>
            <p:nvPr/>
          </p:nvSpPr>
          <p:spPr>
            <a:xfrm rot="-5400000">
              <a:off x="1272281" y="671232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10" name="tx509"/>
            <p:cNvSpPr/>
            <p:nvPr/>
          </p:nvSpPr>
          <p:spPr>
            <a:xfrm rot="-5400000">
              <a:off x="1272281" y="636727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511" name="tx510"/>
            <p:cNvSpPr/>
            <p:nvPr/>
          </p:nvSpPr>
          <p:spPr>
            <a:xfrm rot="-5400000">
              <a:off x="1272281" y="602222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512" name="tx511"/>
            <p:cNvSpPr/>
            <p:nvPr/>
          </p:nvSpPr>
          <p:spPr>
            <a:xfrm rot="-5400000">
              <a:off x="1272281" y="567716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513" name="pl512"/>
            <p:cNvSpPr/>
            <p:nvPr/>
          </p:nvSpPr>
          <p:spPr>
            <a:xfrm>
              <a:off x="1465319" y="676243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3"/>
            <p:cNvSpPr/>
            <p:nvPr/>
          </p:nvSpPr>
          <p:spPr>
            <a:xfrm>
              <a:off x="1465319" y="641738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4"/>
            <p:cNvSpPr/>
            <p:nvPr/>
          </p:nvSpPr>
          <p:spPr>
            <a:xfrm>
              <a:off x="1465319" y="607232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5"/>
            <p:cNvSpPr/>
            <p:nvPr/>
          </p:nvSpPr>
          <p:spPr>
            <a:xfrm>
              <a:off x="1465319" y="572727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6"/>
            <p:cNvSpPr/>
            <p:nvPr/>
          </p:nvSpPr>
          <p:spPr>
            <a:xfrm>
              <a:off x="1503277" y="6846335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7"/>
            <p:cNvSpPr/>
            <p:nvPr/>
          </p:nvSpPr>
          <p:spPr>
            <a:xfrm>
              <a:off x="1707238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8"/>
            <p:cNvSpPr/>
            <p:nvPr/>
          </p:nvSpPr>
          <p:spPr>
            <a:xfrm>
              <a:off x="2617472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19"/>
            <p:cNvSpPr/>
            <p:nvPr/>
          </p:nvSpPr>
          <p:spPr>
            <a:xfrm>
              <a:off x="3527707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0"/>
            <p:cNvSpPr/>
            <p:nvPr/>
          </p:nvSpPr>
          <p:spPr>
            <a:xfrm>
              <a:off x="4437941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tx521"/>
            <p:cNvSpPr/>
            <p:nvPr/>
          </p:nvSpPr>
          <p:spPr>
            <a:xfrm>
              <a:off x="1668376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23" name="tx522"/>
            <p:cNvSpPr/>
            <p:nvPr/>
          </p:nvSpPr>
          <p:spPr>
            <a:xfrm>
              <a:off x="2578610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4" name="tx523"/>
            <p:cNvSpPr/>
            <p:nvPr/>
          </p:nvSpPr>
          <p:spPr>
            <a:xfrm>
              <a:off x="3488845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25" name="tx524"/>
            <p:cNvSpPr/>
            <p:nvPr/>
          </p:nvSpPr>
          <p:spPr>
            <a:xfrm>
              <a:off x="4399079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26" name="tx525"/>
            <p:cNvSpPr/>
            <p:nvPr/>
          </p:nvSpPr>
          <p:spPr>
            <a:xfrm>
              <a:off x="2696037" y="71275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27" name="tx526"/>
            <p:cNvSpPr/>
            <p:nvPr/>
          </p:nvSpPr>
          <p:spPr>
            <a:xfrm rot="-5400000">
              <a:off x="1004992" y="6167780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28" name="tx527"/>
            <p:cNvSpPr/>
            <p:nvPr/>
          </p:nvSpPr>
          <p:spPr>
            <a:xfrm>
              <a:off x="1503277" y="5364938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29" name="rc528"/>
            <p:cNvSpPr/>
            <p:nvPr/>
          </p:nvSpPr>
          <p:spPr>
            <a:xfrm>
              <a:off x="4913885" y="5608097"/>
              <a:ext cx="3119599" cy="12382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37049" y="630726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118798" y="624143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066986" y="6293662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27867" y="656192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068867" y="652955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135935" y="649116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059737" y="608585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059866" y="632443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086766" y="651141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026385" y="621839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90609" y="676075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6051494" y="643303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6025360" y="624828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48585" y="664099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28733" y="636360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26250" y="602766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6028067" y="639454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6051629" y="645209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6048231" y="623005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980291" y="653118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6028691" y="618156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49122" y="649819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6052452" y="615628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92021" y="585245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84260" y="608925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41915" y="613225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958999" y="623544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964677" y="647956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859126" y="628386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860789" y="633330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860308" y="651279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958206" y="613114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943053" y="633499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876819" y="614907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856234" y="575646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853462" y="638572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928029" y="623351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875762" y="563508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942857" y="623632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886169" y="633620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888641" y="612915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882428" y="606883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843503" y="595295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881897" y="642182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941651" y="644856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948790" y="662327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834842" y="627546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837483" y="620613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7774796" y="624610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7742326" y="635627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7852103" y="642047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7811456" y="645310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7752537" y="628165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7852712" y="622605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7862385" y="641962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7831306" y="616726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7850570" y="648425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7813309" y="635163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7839485" y="628702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7739281" y="635975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7858757" y="632540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7762464" y="658691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7762389" y="634194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7757027" y="635777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7809892" y="625695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7834124" y="628248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7857080" y="660074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7735287" y="625213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7736211" y="615335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7785990" y="617842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7862324" y="644398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7772012" y="650477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l601"/>
            <p:cNvSpPr/>
            <p:nvPr/>
          </p:nvSpPr>
          <p:spPr>
            <a:xfrm>
              <a:off x="5117581" y="6344403"/>
              <a:ext cx="2708981" cy="4208"/>
            </a:xfrm>
            <a:custGeom>
              <a:avLst/>
              <a:pathLst>
                <a:path w="2708981" h="4208">
                  <a:moveTo>
                    <a:pt x="0" y="0"/>
                  </a:moveTo>
                  <a:lnTo>
                    <a:pt x="173957" y="270"/>
                  </a:lnTo>
                  <a:lnTo>
                    <a:pt x="327398" y="508"/>
                  </a:lnTo>
                  <a:lnTo>
                    <a:pt x="464656" y="721"/>
                  </a:lnTo>
                  <a:lnTo>
                    <a:pt x="588821" y="914"/>
                  </a:lnTo>
                  <a:lnTo>
                    <a:pt x="702174" y="1090"/>
                  </a:lnTo>
                  <a:lnTo>
                    <a:pt x="806450" y="1252"/>
                  </a:lnTo>
                  <a:lnTo>
                    <a:pt x="902993" y="1402"/>
                  </a:lnTo>
                  <a:lnTo>
                    <a:pt x="992873" y="1542"/>
                  </a:lnTo>
                  <a:lnTo>
                    <a:pt x="1076951" y="1672"/>
                  </a:lnTo>
                  <a:lnTo>
                    <a:pt x="1155929" y="1795"/>
                  </a:lnTo>
                  <a:lnTo>
                    <a:pt x="1230392" y="1911"/>
                  </a:lnTo>
                  <a:lnTo>
                    <a:pt x="1300828" y="2020"/>
                  </a:lnTo>
                  <a:lnTo>
                    <a:pt x="1367650" y="2124"/>
                  </a:lnTo>
                  <a:lnTo>
                    <a:pt x="1431211" y="2223"/>
                  </a:lnTo>
                  <a:lnTo>
                    <a:pt x="1491815" y="2317"/>
                  </a:lnTo>
                  <a:lnTo>
                    <a:pt x="1549724" y="2407"/>
                  </a:lnTo>
                  <a:lnTo>
                    <a:pt x="1605168" y="2493"/>
                  </a:lnTo>
                  <a:lnTo>
                    <a:pt x="1658349" y="2576"/>
                  </a:lnTo>
                  <a:lnTo>
                    <a:pt x="1709443" y="2655"/>
                  </a:lnTo>
                  <a:lnTo>
                    <a:pt x="1758609" y="2731"/>
                  </a:lnTo>
                  <a:lnTo>
                    <a:pt x="1805987" y="2805"/>
                  </a:lnTo>
                  <a:lnTo>
                    <a:pt x="1851702" y="2876"/>
                  </a:lnTo>
                  <a:lnTo>
                    <a:pt x="1895867" y="2945"/>
                  </a:lnTo>
                  <a:lnTo>
                    <a:pt x="1938584" y="3011"/>
                  </a:lnTo>
                  <a:lnTo>
                    <a:pt x="1979944" y="3075"/>
                  </a:lnTo>
                  <a:lnTo>
                    <a:pt x="2020032" y="3137"/>
                  </a:lnTo>
                  <a:lnTo>
                    <a:pt x="2058923" y="3198"/>
                  </a:lnTo>
                  <a:lnTo>
                    <a:pt x="2096686" y="3256"/>
                  </a:lnTo>
                  <a:lnTo>
                    <a:pt x="2133386" y="3313"/>
                  </a:lnTo>
                  <a:lnTo>
                    <a:pt x="2169080" y="3369"/>
                  </a:lnTo>
                  <a:lnTo>
                    <a:pt x="2203821" y="3423"/>
                  </a:lnTo>
                  <a:lnTo>
                    <a:pt x="2237661" y="3475"/>
                  </a:lnTo>
                  <a:lnTo>
                    <a:pt x="2270644" y="3527"/>
                  </a:lnTo>
                  <a:lnTo>
                    <a:pt x="2302812" y="3577"/>
                  </a:lnTo>
                  <a:lnTo>
                    <a:pt x="2334205" y="3625"/>
                  </a:lnTo>
                  <a:lnTo>
                    <a:pt x="2364859" y="3673"/>
                  </a:lnTo>
                  <a:lnTo>
                    <a:pt x="2394808" y="3720"/>
                  </a:lnTo>
                  <a:lnTo>
                    <a:pt x="2424085" y="3765"/>
                  </a:lnTo>
                  <a:lnTo>
                    <a:pt x="2452718" y="3810"/>
                  </a:lnTo>
                  <a:lnTo>
                    <a:pt x="2480735" y="3853"/>
                  </a:lnTo>
                  <a:lnTo>
                    <a:pt x="2508162" y="3896"/>
                  </a:lnTo>
                  <a:lnTo>
                    <a:pt x="2535024" y="3937"/>
                  </a:lnTo>
                  <a:lnTo>
                    <a:pt x="2561343" y="3978"/>
                  </a:lnTo>
                  <a:lnTo>
                    <a:pt x="2587140" y="4018"/>
                  </a:lnTo>
                  <a:lnTo>
                    <a:pt x="2612437" y="4058"/>
                  </a:lnTo>
                  <a:lnTo>
                    <a:pt x="2637252" y="4096"/>
                  </a:lnTo>
                  <a:lnTo>
                    <a:pt x="2661603" y="4134"/>
                  </a:lnTo>
                  <a:lnTo>
                    <a:pt x="2685507" y="4171"/>
                  </a:lnTo>
                  <a:lnTo>
                    <a:pt x="2708981" y="4208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3" name="pl602"/>
            <p:cNvSpPr/>
            <p:nvPr/>
          </p:nvSpPr>
          <p:spPr>
            <a:xfrm>
              <a:off x="5117581" y="6153470"/>
              <a:ext cx="2708981" cy="89140"/>
            </a:xfrm>
            <a:custGeom>
              <a:avLst/>
              <a:pathLst>
                <a:path w="2708981" h="89140">
                  <a:moveTo>
                    <a:pt x="0" y="0"/>
                  </a:moveTo>
                  <a:lnTo>
                    <a:pt x="173957" y="5724"/>
                  </a:lnTo>
                  <a:lnTo>
                    <a:pt x="327398" y="10773"/>
                  </a:lnTo>
                  <a:lnTo>
                    <a:pt x="464656" y="15289"/>
                  </a:lnTo>
                  <a:lnTo>
                    <a:pt x="588821" y="19375"/>
                  </a:lnTo>
                  <a:lnTo>
                    <a:pt x="702174" y="23105"/>
                  </a:lnTo>
                  <a:lnTo>
                    <a:pt x="806450" y="26536"/>
                  </a:lnTo>
                  <a:lnTo>
                    <a:pt x="902993" y="29713"/>
                  </a:lnTo>
                  <a:lnTo>
                    <a:pt x="992873" y="32670"/>
                  </a:lnTo>
                  <a:lnTo>
                    <a:pt x="1076951" y="35437"/>
                  </a:lnTo>
                  <a:lnTo>
                    <a:pt x="1155929" y="38036"/>
                  </a:lnTo>
                  <a:lnTo>
                    <a:pt x="1230392" y="40486"/>
                  </a:lnTo>
                  <a:lnTo>
                    <a:pt x="1300828" y="42804"/>
                  </a:lnTo>
                  <a:lnTo>
                    <a:pt x="1367650" y="45003"/>
                  </a:lnTo>
                  <a:lnTo>
                    <a:pt x="1431211" y="47094"/>
                  </a:lnTo>
                  <a:lnTo>
                    <a:pt x="1491815" y="49088"/>
                  </a:lnTo>
                  <a:lnTo>
                    <a:pt x="1549724" y="50994"/>
                  </a:lnTo>
                  <a:lnTo>
                    <a:pt x="1605168" y="52818"/>
                  </a:lnTo>
                  <a:lnTo>
                    <a:pt x="1658349" y="54568"/>
                  </a:lnTo>
                  <a:lnTo>
                    <a:pt x="1709443" y="56250"/>
                  </a:lnTo>
                  <a:lnTo>
                    <a:pt x="1758609" y="57867"/>
                  </a:lnTo>
                  <a:lnTo>
                    <a:pt x="1805987" y="59426"/>
                  </a:lnTo>
                  <a:lnTo>
                    <a:pt x="1851702" y="60931"/>
                  </a:lnTo>
                  <a:lnTo>
                    <a:pt x="1895867" y="62384"/>
                  </a:lnTo>
                  <a:lnTo>
                    <a:pt x="1938584" y="63790"/>
                  </a:lnTo>
                  <a:lnTo>
                    <a:pt x="1979944" y="65151"/>
                  </a:lnTo>
                  <a:lnTo>
                    <a:pt x="2020032" y="66470"/>
                  </a:lnTo>
                  <a:lnTo>
                    <a:pt x="2058923" y="67749"/>
                  </a:lnTo>
                  <a:lnTo>
                    <a:pt x="2096686" y="68992"/>
                  </a:lnTo>
                  <a:lnTo>
                    <a:pt x="2133386" y="70200"/>
                  </a:lnTo>
                  <a:lnTo>
                    <a:pt x="2169080" y="71374"/>
                  </a:lnTo>
                  <a:lnTo>
                    <a:pt x="2203821" y="72517"/>
                  </a:lnTo>
                  <a:lnTo>
                    <a:pt x="2237661" y="73631"/>
                  </a:lnTo>
                  <a:lnTo>
                    <a:pt x="2270644" y="74716"/>
                  </a:lnTo>
                  <a:lnTo>
                    <a:pt x="2302812" y="75775"/>
                  </a:lnTo>
                  <a:lnTo>
                    <a:pt x="2334205" y="76808"/>
                  </a:lnTo>
                  <a:lnTo>
                    <a:pt x="2364859" y="77816"/>
                  </a:lnTo>
                  <a:lnTo>
                    <a:pt x="2394808" y="78802"/>
                  </a:lnTo>
                  <a:lnTo>
                    <a:pt x="2424085" y="79765"/>
                  </a:lnTo>
                  <a:lnTo>
                    <a:pt x="2452718" y="80707"/>
                  </a:lnTo>
                  <a:lnTo>
                    <a:pt x="2480735" y="81629"/>
                  </a:lnTo>
                  <a:lnTo>
                    <a:pt x="2508162" y="82532"/>
                  </a:lnTo>
                  <a:lnTo>
                    <a:pt x="2535024" y="83416"/>
                  </a:lnTo>
                  <a:lnTo>
                    <a:pt x="2561343" y="84282"/>
                  </a:lnTo>
                  <a:lnTo>
                    <a:pt x="2587140" y="85131"/>
                  </a:lnTo>
                  <a:lnTo>
                    <a:pt x="2612437" y="85963"/>
                  </a:lnTo>
                  <a:lnTo>
                    <a:pt x="2637252" y="86780"/>
                  </a:lnTo>
                  <a:lnTo>
                    <a:pt x="2661603" y="87581"/>
                  </a:lnTo>
                  <a:lnTo>
                    <a:pt x="2685507" y="88367"/>
                  </a:lnTo>
                  <a:lnTo>
                    <a:pt x="2708981" y="8914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4" name="pl603"/>
            <p:cNvSpPr/>
            <p:nvPr/>
          </p:nvSpPr>
          <p:spPr>
            <a:xfrm>
              <a:off x="5117581" y="6302322"/>
              <a:ext cx="2708981" cy="107726"/>
            </a:xfrm>
            <a:custGeom>
              <a:avLst/>
              <a:pathLst>
                <a:path w="2708981" h="107726">
                  <a:moveTo>
                    <a:pt x="0" y="0"/>
                  </a:moveTo>
                  <a:lnTo>
                    <a:pt x="173957" y="6917"/>
                  </a:lnTo>
                  <a:lnTo>
                    <a:pt x="327398" y="13019"/>
                  </a:lnTo>
                  <a:lnTo>
                    <a:pt x="464656" y="18477"/>
                  </a:lnTo>
                  <a:lnTo>
                    <a:pt x="588821" y="23415"/>
                  </a:lnTo>
                  <a:lnTo>
                    <a:pt x="702174" y="27923"/>
                  </a:lnTo>
                  <a:lnTo>
                    <a:pt x="806450" y="32069"/>
                  </a:lnTo>
                  <a:lnTo>
                    <a:pt x="902993" y="35908"/>
                  </a:lnTo>
                  <a:lnTo>
                    <a:pt x="992873" y="39483"/>
                  </a:lnTo>
                  <a:lnTo>
                    <a:pt x="1076951" y="42826"/>
                  </a:lnTo>
                  <a:lnTo>
                    <a:pt x="1155929" y="45967"/>
                  </a:lnTo>
                  <a:lnTo>
                    <a:pt x="1230392" y="48928"/>
                  </a:lnTo>
                  <a:lnTo>
                    <a:pt x="1300828" y="51729"/>
                  </a:lnTo>
                  <a:lnTo>
                    <a:pt x="1367650" y="54386"/>
                  </a:lnTo>
                  <a:lnTo>
                    <a:pt x="1431211" y="56914"/>
                  </a:lnTo>
                  <a:lnTo>
                    <a:pt x="1491815" y="59324"/>
                  </a:lnTo>
                  <a:lnTo>
                    <a:pt x="1549724" y="61627"/>
                  </a:lnTo>
                  <a:lnTo>
                    <a:pt x="1605168" y="63832"/>
                  </a:lnTo>
                  <a:lnTo>
                    <a:pt x="1658349" y="65946"/>
                  </a:lnTo>
                  <a:lnTo>
                    <a:pt x="1709443" y="67978"/>
                  </a:lnTo>
                  <a:lnTo>
                    <a:pt x="1758609" y="69933"/>
                  </a:lnTo>
                  <a:lnTo>
                    <a:pt x="1805987" y="71817"/>
                  </a:lnTo>
                  <a:lnTo>
                    <a:pt x="1851702" y="73635"/>
                  </a:lnTo>
                  <a:lnTo>
                    <a:pt x="1895867" y="75392"/>
                  </a:lnTo>
                  <a:lnTo>
                    <a:pt x="1938584" y="77090"/>
                  </a:lnTo>
                  <a:lnTo>
                    <a:pt x="1979944" y="78735"/>
                  </a:lnTo>
                  <a:lnTo>
                    <a:pt x="2020032" y="80329"/>
                  </a:lnTo>
                  <a:lnTo>
                    <a:pt x="2058923" y="81876"/>
                  </a:lnTo>
                  <a:lnTo>
                    <a:pt x="2096686" y="83378"/>
                  </a:lnTo>
                  <a:lnTo>
                    <a:pt x="2133386" y="84837"/>
                  </a:lnTo>
                  <a:lnTo>
                    <a:pt x="2169080" y="86256"/>
                  </a:lnTo>
                  <a:lnTo>
                    <a:pt x="2203821" y="87638"/>
                  </a:lnTo>
                  <a:lnTo>
                    <a:pt x="2237661" y="88984"/>
                  </a:lnTo>
                  <a:lnTo>
                    <a:pt x="2270644" y="90295"/>
                  </a:lnTo>
                  <a:lnTo>
                    <a:pt x="2302812" y="91575"/>
                  </a:lnTo>
                  <a:lnTo>
                    <a:pt x="2334205" y="92823"/>
                  </a:lnTo>
                  <a:lnTo>
                    <a:pt x="2364859" y="94042"/>
                  </a:lnTo>
                  <a:lnTo>
                    <a:pt x="2394808" y="95233"/>
                  </a:lnTo>
                  <a:lnTo>
                    <a:pt x="2424085" y="96397"/>
                  </a:lnTo>
                  <a:lnTo>
                    <a:pt x="2452718" y="97536"/>
                  </a:lnTo>
                  <a:lnTo>
                    <a:pt x="2480735" y="98650"/>
                  </a:lnTo>
                  <a:lnTo>
                    <a:pt x="2508162" y="99741"/>
                  </a:lnTo>
                  <a:lnTo>
                    <a:pt x="2535024" y="100809"/>
                  </a:lnTo>
                  <a:lnTo>
                    <a:pt x="2561343" y="101855"/>
                  </a:lnTo>
                  <a:lnTo>
                    <a:pt x="2587140" y="102881"/>
                  </a:lnTo>
                  <a:lnTo>
                    <a:pt x="2612437" y="103887"/>
                  </a:lnTo>
                  <a:lnTo>
                    <a:pt x="2637252" y="104874"/>
                  </a:lnTo>
                  <a:lnTo>
                    <a:pt x="2661603" y="105842"/>
                  </a:lnTo>
                  <a:lnTo>
                    <a:pt x="2685507" y="106793"/>
                  </a:lnTo>
                  <a:lnTo>
                    <a:pt x="2708981" y="107726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5" name="pl604"/>
            <p:cNvSpPr/>
            <p:nvPr/>
          </p:nvSpPr>
          <p:spPr>
            <a:xfrm>
              <a:off x="5117581" y="6441694"/>
              <a:ext cx="2708981" cy="98300"/>
            </a:xfrm>
            <a:custGeom>
              <a:avLst/>
              <a:pathLst>
                <a:path w="2708981" h="98300">
                  <a:moveTo>
                    <a:pt x="0" y="0"/>
                  </a:moveTo>
                  <a:lnTo>
                    <a:pt x="173957" y="6312"/>
                  </a:lnTo>
                  <a:lnTo>
                    <a:pt x="327398" y="11880"/>
                  </a:lnTo>
                  <a:lnTo>
                    <a:pt x="464656" y="16860"/>
                  </a:lnTo>
                  <a:lnTo>
                    <a:pt x="588821" y="21366"/>
                  </a:lnTo>
                  <a:lnTo>
                    <a:pt x="702174" y="25479"/>
                  </a:lnTo>
                  <a:lnTo>
                    <a:pt x="806450" y="29263"/>
                  </a:lnTo>
                  <a:lnTo>
                    <a:pt x="902993" y="32766"/>
                  </a:lnTo>
                  <a:lnTo>
                    <a:pt x="992873" y="36028"/>
                  </a:lnTo>
                  <a:lnTo>
                    <a:pt x="1076951" y="39079"/>
                  </a:lnTo>
                  <a:lnTo>
                    <a:pt x="1155929" y="41945"/>
                  </a:lnTo>
                  <a:lnTo>
                    <a:pt x="1230392" y="44647"/>
                  </a:lnTo>
                  <a:lnTo>
                    <a:pt x="1300828" y="47203"/>
                  </a:lnTo>
                  <a:lnTo>
                    <a:pt x="1367650" y="49627"/>
                  </a:lnTo>
                  <a:lnTo>
                    <a:pt x="1431211" y="51934"/>
                  </a:lnTo>
                  <a:lnTo>
                    <a:pt x="1491815" y="54133"/>
                  </a:lnTo>
                  <a:lnTo>
                    <a:pt x="1549724" y="56234"/>
                  </a:lnTo>
                  <a:lnTo>
                    <a:pt x="1605168" y="58246"/>
                  </a:lnTo>
                  <a:lnTo>
                    <a:pt x="1658349" y="60176"/>
                  </a:lnTo>
                  <a:lnTo>
                    <a:pt x="1709443" y="62030"/>
                  </a:lnTo>
                  <a:lnTo>
                    <a:pt x="1758609" y="63814"/>
                  </a:lnTo>
                  <a:lnTo>
                    <a:pt x="1805987" y="65533"/>
                  </a:lnTo>
                  <a:lnTo>
                    <a:pt x="1851702" y="67192"/>
                  </a:lnTo>
                  <a:lnTo>
                    <a:pt x="1895867" y="68795"/>
                  </a:lnTo>
                  <a:lnTo>
                    <a:pt x="1938584" y="70345"/>
                  </a:lnTo>
                  <a:lnTo>
                    <a:pt x="1979944" y="71846"/>
                  </a:lnTo>
                  <a:lnTo>
                    <a:pt x="2020032" y="73300"/>
                  </a:lnTo>
                  <a:lnTo>
                    <a:pt x="2058923" y="74712"/>
                  </a:lnTo>
                  <a:lnTo>
                    <a:pt x="2096686" y="76082"/>
                  </a:lnTo>
                  <a:lnTo>
                    <a:pt x="2133386" y="77414"/>
                  </a:lnTo>
                  <a:lnTo>
                    <a:pt x="2169080" y="78709"/>
                  </a:lnTo>
                  <a:lnTo>
                    <a:pt x="2203821" y="79970"/>
                  </a:lnTo>
                  <a:lnTo>
                    <a:pt x="2237661" y="81198"/>
                  </a:lnTo>
                  <a:lnTo>
                    <a:pt x="2270644" y="82394"/>
                  </a:lnTo>
                  <a:lnTo>
                    <a:pt x="2302812" y="83562"/>
                  </a:lnTo>
                  <a:lnTo>
                    <a:pt x="2334205" y="84701"/>
                  </a:lnTo>
                  <a:lnTo>
                    <a:pt x="2364859" y="85813"/>
                  </a:lnTo>
                  <a:lnTo>
                    <a:pt x="2394808" y="86900"/>
                  </a:lnTo>
                  <a:lnTo>
                    <a:pt x="2424085" y="87962"/>
                  </a:lnTo>
                  <a:lnTo>
                    <a:pt x="2452718" y="89001"/>
                  </a:lnTo>
                  <a:lnTo>
                    <a:pt x="2480735" y="90018"/>
                  </a:lnTo>
                  <a:lnTo>
                    <a:pt x="2508162" y="91013"/>
                  </a:lnTo>
                  <a:lnTo>
                    <a:pt x="2535024" y="91988"/>
                  </a:lnTo>
                  <a:lnTo>
                    <a:pt x="2561343" y="92943"/>
                  </a:lnTo>
                  <a:lnTo>
                    <a:pt x="2587140" y="93879"/>
                  </a:lnTo>
                  <a:lnTo>
                    <a:pt x="2612437" y="94797"/>
                  </a:lnTo>
                  <a:lnTo>
                    <a:pt x="2637252" y="95698"/>
                  </a:lnTo>
                  <a:lnTo>
                    <a:pt x="2661603" y="96581"/>
                  </a:lnTo>
                  <a:lnTo>
                    <a:pt x="2685507" y="97449"/>
                  </a:lnTo>
                  <a:lnTo>
                    <a:pt x="2708981" y="9830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6" name="pl605"/>
            <p:cNvSpPr/>
            <p:nvPr/>
          </p:nvSpPr>
          <p:spPr>
            <a:xfrm>
              <a:off x="5117581" y="6309211"/>
              <a:ext cx="2708981" cy="33821"/>
            </a:xfrm>
            <a:custGeom>
              <a:avLst/>
              <a:pathLst>
                <a:path w="2708981" h="33821">
                  <a:moveTo>
                    <a:pt x="0" y="0"/>
                  </a:moveTo>
                  <a:lnTo>
                    <a:pt x="173957" y="2171"/>
                  </a:lnTo>
                  <a:lnTo>
                    <a:pt x="327398" y="4087"/>
                  </a:lnTo>
                  <a:lnTo>
                    <a:pt x="464656" y="5801"/>
                  </a:lnTo>
                  <a:lnTo>
                    <a:pt x="588821" y="7351"/>
                  </a:lnTo>
                  <a:lnTo>
                    <a:pt x="702174" y="8766"/>
                  </a:lnTo>
                  <a:lnTo>
                    <a:pt x="806450" y="10068"/>
                  </a:lnTo>
                  <a:lnTo>
                    <a:pt x="902993" y="11273"/>
                  </a:lnTo>
                  <a:lnTo>
                    <a:pt x="992873" y="12395"/>
                  </a:lnTo>
                  <a:lnTo>
                    <a:pt x="1076951" y="13445"/>
                  </a:lnTo>
                  <a:lnTo>
                    <a:pt x="1155929" y="14431"/>
                  </a:lnTo>
                  <a:lnTo>
                    <a:pt x="1230392" y="15361"/>
                  </a:lnTo>
                  <a:lnTo>
                    <a:pt x="1300828" y="16240"/>
                  </a:lnTo>
                  <a:lnTo>
                    <a:pt x="1367650" y="17074"/>
                  </a:lnTo>
                  <a:lnTo>
                    <a:pt x="1431211" y="17868"/>
                  </a:lnTo>
                  <a:lnTo>
                    <a:pt x="1491815" y="18625"/>
                  </a:lnTo>
                  <a:lnTo>
                    <a:pt x="1549724" y="19348"/>
                  </a:lnTo>
                  <a:lnTo>
                    <a:pt x="1605168" y="20040"/>
                  </a:lnTo>
                  <a:lnTo>
                    <a:pt x="1658349" y="20704"/>
                  </a:lnTo>
                  <a:lnTo>
                    <a:pt x="1709443" y="21342"/>
                  </a:lnTo>
                  <a:lnTo>
                    <a:pt x="1758609" y="21956"/>
                  </a:lnTo>
                  <a:lnTo>
                    <a:pt x="1805987" y="22547"/>
                  </a:lnTo>
                  <a:lnTo>
                    <a:pt x="1851702" y="23118"/>
                  </a:lnTo>
                  <a:lnTo>
                    <a:pt x="1895867" y="23669"/>
                  </a:lnTo>
                  <a:lnTo>
                    <a:pt x="1938584" y="24202"/>
                  </a:lnTo>
                  <a:lnTo>
                    <a:pt x="1979944" y="24719"/>
                  </a:lnTo>
                  <a:lnTo>
                    <a:pt x="2020032" y="25219"/>
                  </a:lnTo>
                  <a:lnTo>
                    <a:pt x="2058923" y="25705"/>
                  </a:lnTo>
                  <a:lnTo>
                    <a:pt x="2096686" y="26176"/>
                  </a:lnTo>
                  <a:lnTo>
                    <a:pt x="2133386" y="26635"/>
                  </a:lnTo>
                  <a:lnTo>
                    <a:pt x="2169080" y="27080"/>
                  </a:lnTo>
                  <a:lnTo>
                    <a:pt x="2203821" y="27514"/>
                  </a:lnTo>
                  <a:lnTo>
                    <a:pt x="2237661" y="27936"/>
                  </a:lnTo>
                  <a:lnTo>
                    <a:pt x="2270644" y="28348"/>
                  </a:lnTo>
                  <a:lnTo>
                    <a:pt x="2302812" y="28750"/>
                  </a:lnTo>
                  <a:lnTo>
                    <a:pt x="2334205" y="29142"/>
                  </a:lnTo>
                  <a:lnTo>
                    <a:pt x="2364859" y="29524"/>
                  </a:lnTo>
                  <a:lnTo>
                    <a:pt x="2394808" y="29898"/>
                  </a:lnTo>
                  <a:lnTo>
                    <a:pt x="2424085" y="30264"/>
                  </a:lnTo>
                  <a:lnTo>
                    <a:pt x="2452718" y="30621"/>
                  </a:lnTo>
                  <a:lnTo>
                    <a:pt x="2480735" y="30971"/>
                  </a:lnTo>
                  <a:lnTo>
                    <a:pt x="2508162" y="31314"/>
                  </a:lnTo>
                  <a:lnTo>
                    <a:pt x="2535024" y="31649"/>
                  </a:lnTo>
                  <a:lnTo>
                    <a:pt x="2561343" y="31978"/>
                  </a:lnTo>
                  <a:lnTo>
                    <a:pt x="2587140" y="32300"/>
                  </a:lnTo>
                  <a:lnTo>
                    <a:pt x="2612437" y="32615"/>
                  </a:lnTo>
                  <a:lnTo>
                    <a:pt x="2637252" y="32925"/>
                  </a:lnTo>
                  <a:lnTo>
                    <a:pt x="2661603" y="33229"/>
                  </a:lnTo>
                  <a:lnTo>
                    <a:pt x="2685507" y="33528"/>
                  </a:lnTo>
                  <a:lnTo>
                    <a:pt x="2708981" y="33821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7" name="pl606"/>
            <p:cNvSpPr/>
            <p:nvPr/>
          </p:nvSpPr>
          <p:spPr>
            <a:xfrm>
              <a:off x="5117581" y="6239762"/>
              <a:ext cx="2708981" cy="155699"/>
            </a:xfrm>
            <a:custGeom>
              <a:avLst/>
              <a:pathLst>
                <a:path w="2708981" h="155699">
                  <a:moveTo>
                    <a:pt x="0" y="155699"/>
                  </a:moveTo>
                  <a:lnTo>
                    <a:pt x="173957" y="145700"/>
                  </a:lnTo>
                  <a:lnTo>
                    <a:pt x="327398" y="136881"/>
                  </a:lnTo>
                  <a:lnTo>
                    <a:pt x="464656" y="128992"/>
                  </a:lnTo>
                  <a:lnTo>
                    <a:pt x="588821" y="121856"/>
                  </a:lnTo>
                  <a:lnTo>
                    <a:pt x="702174" y="115341"/>
                  </a:lnTo>
                  <a:lnTo>
                    <a:pt x="806450" y="109348"/>
                  </a:lnTo>
                  <a:lnTo>
                    <a:pt x="902993" y="103799"/>
                  </a:lnTo>
                  <a:lnTo>
                    <a:pt x="992873" y="98633"/>
                  </a:lnTo>
                  <a:lnTo>
                    <a:pt x="1076951" y="93801"/>
                  </a:lnTo>
                  <a:lnTo>
                    <a:pt x="1155929" y="89261"/>
                  </a:lnTo>
                  <a:lnTo>
                    <a:pt x="1230392" y="84982"/>
                  </a:lnTo>
                  <a:lnTo>
                    <a:pt x="1300828" y="80933"/>
                  </a:lnTo>
                  <a:lnTo>
                    <a:pt x="1367650" y="77093"/>
                  </a:lnTo>
                  <a:lnTo>
                    <a:pt x="1431211" y="73440"/>
                  </a:lnTo>
                  <a:lnTo>
                    <a:pt x="1491815" y="69956"/>
                  </a:lnTo>
                  <a:lnTo>
                    <a:pt x="1549724" y="66628"/>
                  </a:lnTo>
                  <a:lnTo>
                    <a:pt x="1605168" y="63441"/>
                  </a:lnTo>
                  <a:lnTo>
                    <a:pt x="1658349" y="60385"/>
                  </a:lnTo>
                  <a:lnTo>
                    <a:pt x="1709443" y="57448"/>
                  </a:lnTo>
                  <a:lnTo>
                    <a:pt x="1758609" y="54622"/>
                  </a:lnTo>
                  <a:lnTo>
                    <a:pt x="1805987" y="51899"/>
                  </a:lnTo>
                  <a:lnTo>
                    <a:pt x="1851702" y="49272"/>
                  </a:lnTo>
                  <a:lnTo>
                    <a:pt x="1895867" y="46733"/>
                  </a:lnTo>
                  <a:lnTo>
                    <a:pt x="1938584" y="44278"/>
                  </a:lnTo>
                  <a:lnTo>
                    <a:pt x="1979944" y="41901"/>
                  </a:lnTo>
                  <a:lnTo>
                    <a:pt x="2020032" y="39597"/>
                  </a:lnTo>
                  <a:lnTo>
                    <a:pt x="2058923" y="37362"/>
                  </a:lnTo>
                  <a:lnTo>
                    <a:pt x="2096686" y="35191"/>
                  </a:lnTo>
                  <a:lnTo>
                    <a:pt x="2133386" y="33082"/>
                  </a:lnTo>
                  <a:lnTo>
                    <a:pt x="2169080" y="31030"/>
                  </a:lnTo>
                  <a:lnTo>
                    <a:pt x="2203821" y="29034"/>
                  </a:lnTo>
                  <a:lnTo>
                    <a:pt x="2237661" y="27089"/>
                  </a:lnTo>
                  <a:lnTo>
                    <a:pt x="2270644" y="25193"/>
                  </a:lnTo>
                  <a:lnTo>
                    <a:pt x="2302812" y="23344"/>
                  </a:lnTo>
                  <a:lnTo>
                    <a:pt x="2334205" y="21540"/>
                  </a:lnTo>
                  <a:lnTo>
                    <a:pt x="2364859" y="19778"/>
                  </a:lnTo>
                  <a:lnTo>
                    <a:pt x="2394808" y="18057"/>
                  </a:lnTo>
                  <a:lnTo>
                    <a:pt x="2424085" y="16374"/>
                  </a:lnTo>
                  <a:lnTo>
                    <a:pt x="2452718" y="14728"/>
                  </a:lnTo>
                  <a:lnTo>
                    <a:pt x="2480735" y="13118"/>
                  </a:lnTo>
                  <a:lnTo>
                    <a:pt x="2508162" y="11542"/>
                  </a:lnTo>
                  <a:lnTo>
                    <a:pt x="2535024" y="9998"/>
                  </a:lnTo>
                  <a:lnTo>
                    <a:pt x="2561343" y="8485"/>
                  </a:lnTo>
                  <a:lnTo>
                    <a:pt x="2587140" y="7002"/>
                  </a:lnTo>
                  <a:lnTo>
                    <a:pt x="2612437" y="5548"/>
                  </a:lnTo>
                  <a:lnTo>
                    <a:pt x="2637252" y="4122"/>
                  </a:lnTo>
                  <a:lnTo>
                    <a:pt x="2661603" y="2723"/>
                  </a:lnTo>
                  <a:lnTo>
                    <a:pt x="2685507" y="1349"/>
                  </a:lnTo>
                  <a:lnTo>
                    <a:pt x="2708981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8" name="pl607"/>
            <p:cNvSpPr/>
            <p:nvPr/>
          </p:nvSpPr>
          <p:spPr>
            <a:xfrm>
              <a:off x="5117581" y="6016817"/>
              <a:ext cx="2708981" cy="189279"/>
            </a:xfrm>
            <a:custGeom>
              <a:avLst/>
              <a:pathLst>
                <a:path w="2708981" h="189279">
                  <a:moveTo>
                    <a:pt x="0" y="0"/>
                  </a:moveTo>
                  <a:lnTo>
                    <a:pt x="173957" y="12154"/>
                  </a:lnTo>
                  <a:lnTo>
                    <a:pt x="327398" y="22875"/>
                  </a:lnTo>
                  <a:lnTo>
                    <a:pt x="464656" y="32466"/>
                  </a:lnTo>
                  <a:lnTo>
                    <a:pt x="588821" y="41141"/>
                  </a:lnTo>
                  <a:lnTo>
                    <a:pt x="702174" y="49061"/>
                  </a:lnTo>
                  <a:lnTo>
                    <a:pt x="806450" y="56347"/>
                  </a:lnTo>
                  <a:lnTo>
                    <a:pt x="902993" y="63093"/>
                  </a:lnTo>
                  <a:lnTo>
                    <a:pt x="992873" y="69373"/>
                  </a:lnTo>
                  <a:lnTo>
                    <a:pt x="1076951" y="75247"/>
                  </a:lnTo>
                  <a:lnTo>
                    <a:pt x="1155929" y="80766"/>
                  </a:lnTo>
                  <a:lnTo>
                    <a:pt x="1230392" y="85968"/>
                  </a:lnTo>
                  <a:lnTo>
                    <a:pt x="1300828" y="90890"/>
                  </a:lnTo>
                  <a:lnTo>
                    <a:pt x="1367650" y="95559"/>
                  </a:lnTo>
                  <a:lnTo>
                    <a:pt x="1431211" y="100000"/>
                  </a:lnTo>
                  <a:lnTo>
                    <a:pt x="1491815" y="104234"/>
                  </a:lnTo>
                  <a:lnTo>
                    <a:pt x="1549724" y="108281"/>
                  </a:lnTo>
                  <a:lnTo>
                    <a:pt x="1605168" y="112154"/>
                  </a:lnTo>
                  <a:lnTo>
                    <a:pt x="1658349" y="115870"/>
                  </a:lnTo>
                  <a:lnTo>
                    <a:pt x="1709443" y="119440"/>
                  </a:lnTo>
                  <a:lnTo>
                    <a:pt x="1758609" y="122876"/>
                  </a:lnTo>
                  <a:lnTo>
                    <a:pt x="1805987" y="126186"/>
                  </a:lnTo>
                  <a:lnTo>
                    <a:pt x="1851702" y="129380"/>
                  </a:lnTo>
                  <a:lnTo>
                    <a:pt x="1895867" y="132466"/>
                  </a:lnTo>
                  <a:lnTo>
                    <a:pt x="1938584" y="135451"/>
                  </a:lnTo>
                  <a:lnTo>
                    <a:pt x="1979944" y="138341"/>
                  </a:lnTo>
                  <a:lnTo>
                    <a:pt x="2020032" y="141142"/>
                  </a:lnTo>
                  <a:lnTo>
                    <a:pt x="2058923" y="143859"/>
                  </a:lnTo>
                  <a:lnTo>
                    <a:pt x="2096686" y="146497"/>
                  </a:lnTo>
                  <a:lnTo>
                    <a:pt x="2133386" y="149062"/>
                  </a:lnTo>
                  <a:lnTo>
                    <a:pt x="2169080" y="151556"/>
                  </a:lnTo>
                  <a:lnTo>
                    <a:pt x="2203821" y="153983"/>
                  </a:lnTo>
                  <a:lnTo>
                    <a:pt x="2237661" y="156347"/>
                  </a:lnTo>
                  <a:lnTo>
                    <a:pt x="2270644" y="158652"/>
                  </a:lnTo>
                  <a:lnTo>
                    <a:pt x="2302812" y="160900"/>
                  </a:lnTo>
                  <a:lnTo>
                    <a:pt x="2334205" y="163093"/>
                  </a:lnTo>
                  <a:lnTo>
                    <a:pt x="2364859" y="165235"/>
                  </a:lnTo>
                  <a:lnTo>
                    <a:pt x="2394808" y="167328"/>
                  </a:lnTo>
                  <a:lnTo>
                    <a:pt x="2424085" y="169373"/>
                  </a:lnTo>
                  <a:lnTo>
                    <a:pt x="2452718" y="171374"/>
                  </a:lnTo>
                  <a:lnTo>
                    <a:pt x="2480735" y="173331"/>
                  </a:lnTo>
                  <a:lnTo>
                    <a:pt x="2508162" y="175248"/>
                  </a:lnTo>
                  <a:lnTo>
                    <a:pt x="2535024" y="177125"/>
                  </a:lnTo>
                  <a:lnTo>
                    <a:pt x="2561343" y="178964"/>
                  </a:lnTo>
                  <a:lnTo>
                    <a:pt x="2587140" y="180766"/>
                  </a:lnTo>
                  <a:lnTo>
                    <a:pt x="2612437" y="182534"/>
                  </a:lnTo>
                  <a:lnTo>
                    <a:pt x="2637252" y="184267"/>
                  </a:lnTo>
                  <a:lnTo>
                    <a:pt x="2661603" y="185969"/>
                  </a:lnTo>
                  <a:lnTo>
                    <a:pt x="2685507" y="187639"/>
                  </a:lnTo>
                  <a:lnTo>
                    <a:pt x="2708981" y="189279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09" name="pl608"/>
            <p:cNvSpPr/>
            <p:nvPr/>
          </p:nvSpPr>
          <p:spPr>
            <a:xfrm>
              <a:off x="5117581" y="6497882"/>
              <a:ext cx="2708981" cy="38906"/>
            </a:xfrm>
            <a:custGeom>
              <a:avLst/>
              <a:pathLst>
                <a:path w="2708981" h="38906">
                  <a:moveTo>
                    <a:pt x="0" y="38906"/>
                  </a:moveTo>
                  <a:lnTo>
                    <a:pt x="173957" y="36408"/>
                  </a:lnTo>
                  <a:lnTo>
                    <a:pt x="327398" y="34204"/>
                  </a:lnTo>
                  <a:lnTo>
                    <a:pt x="464656" y="32233"/>
                  </a:lnTo>
                  <a:lnTo>
                    <a:pt x="588821" y="30450"/>
                  </a:lnTo>
                  <a:lnTo>
                    <a:pt x="702174" y="28822"/>
                  </a:lnTo>
                  <a:lnTo>
                    <a:pt x="806450" y="27324"/>
                  </a:lnTo>
                  <a:lnTo>
                    <a:pt x="902993" y="25937"/>
                  </a:lnTo>
                  <a:lnTo>
                    <a:pt x="992873" y="24646"/>
                  </a:lnTo>
                  <a:lnTo>
                    <a:pt x="1076951" y="23439"/>
                  </a:lnTo>
                  <a:lnTo>
                    <a:pt x="1155929" y="22305"/>
                  </a:lnTo>
                  <a:lnTo>
                    <a:pt x="1230392" y="21235"/>
                  </a:lnTo>
                  <a:lnTo>
                    <a:pt x="1300828" y="20224"/>
                  </a:lnTo>
                  <a:lnTo>
                    <a:pt x="1367650" y="19264"/>
                  </a:lnTo>
                  <a:lnTo>
                    <a:pt x="1431211" y="18351"/>
                  </a:lnTo>
                  <a:lnTo>
                    <a:pt x="1491815" y="17481"/>
                  </a:lnTo>
                  <a:lnTo>
                    <a:pt x="1549724" y="16649"/>
                  </a:lnTo>
                  <a:lnTo>
                    <a:pt x="1605168" y="15853"/>
                  </a:lnTo>
                  <a:lnTo>
                    <a:pt x="1658349" y="15089"/>
                  </a:lnTo>
                  <a:lnTo>
                    <a:pt x="1709443" y="14355"/>
                  </a:lnTo>
                  <a:lnTo>
                    <a:pt x="1758609" y="13649"/>
                  </a:lnTo>
                  <a:lnTo>
                    <a:pt x="1805987" y="12968"/>
                  </a:lnTo>
                  <a:lnTo>
                    <a:pt x="1851702" y="12312"/>
                  </a:lnTo>
                  <a:lnTo>
                    <a:pt x="1895867" y="11678"/>
                  </a:lnTo>
                  <a:lnTo>
                    <a:pt x="1938584" y="11064"/>
                  </a:lnTo>
                  <a:lnTo>
                    <a:pt x="1979944" y="10470"/>
                  </a:lnTo>
                  <a:lnTo>
                    <a:pt x="2020032" y="9894"/>
                  </a:lnTo>
                  <a:lnTo>
                    <a:pt x="2058923" y="9336"/>
                  </a:lnTo>
                  <a:lnTo>
                    <a:pt x="2096686" y="8793"/>
                  </a:lnTo>
                  <a:lnTo>
                    <a:pt x="2133386" y="8266"/>
                  </a:lnTo>
                  <a:lnTo>
                    <a:pt x="2169080" y="7754"/>
                  </a:lnTo>
                  <a:lnTo>
                    <a:pt x="2203821" y="7255"/>
                  </a:lnTo>
                  <a:lnTo>
                    <a:pt x="2237661" y="6769"/>
                  </a:lnTo>
                  <a:lnTo>
                    <a:pt x="2270644" y="6295"/>
                  </a:lnTo>
                  <a:lnTo>
                    <a:pt x="2302812" y="5833"/>
                  </a:lnTo>
                  <a:lnTo>
                    <a:pt x="2334205" y="5382"/>
                  </a:lnTo>
                  <a:lnTo>
                    <a:pt x="2364859" y="4942"/>
                  </a:lnTo>
                  <a:lnTo>
                    <a:pt x="2394808" y="4512"/>
                  </a:lnTo>
                  <a:lnTo>
                    <a:pt x="2424085" y="4091"/>
                  </a:lnTo>
                  <a:lnTo>
                    <a:pt x="2452718" y="3680"/>
                  </a:lnTo>
                  <a:lnTo>
                    <a:pt x="2480735" y="3278"/>
                  </a:lnTo>
                  <a:lnTo>
                    <a:pt x="2508162" y="2884"/>
                  </a:lnTo>
                  <a:lnTo>
                    <a:pt x="2535024" y="2498"/>
                  </a:lnTo>
                  <a:lnTo>
                    <a:pt x="2561343" y="2120"/>
                  </a:lnTo>
                  <a:lnTo>
                    <a:pt x="2587140" y="1749"/>
                  </a:lnTo>
                  <a:lnTo>
                    <a:pt x="2612437" y="1386"/>
                  </a:lnTo>
                  <a:lnTo>
                    <a:pt x="2637252" y="1030"/>
                  </a:lnTo>
                  <a:lnTo>
                    <a:pt x="2661603" y="680"/>
                  </a:lnTo>
                  <a:lnTo>
                    <a:pt x="2685507" y="337"/>
                  </a:lnTo>
                  <a:lnTo>
                    <a:pt x="2708981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0" name="pl609"/>
            <p:cNvSpPr/>
            <p:nvPr/>
          </p:nvSpPr>
          <p:spPr>
            <a:xfrm>
              <a:off x="5117581" y="6235653"/>
              <a:ext cx="2708981" cy="276644"/>
            </a:xfrm>
            <a:custGeom>
              <a:avLst/>
              <a:pathLst>
                <a:path w="2708981" h="276644">
                  <a:moveTo>
                    <a:pt x="0" y="276644"/>
                  </a:moveTo>
                  <a:lnTo>
                    <a:pt x="173957" y="258879"/>
                  </a:lnTo>
                  <a:lnTo>
                    <a:pt x="327398" y="243210"/>
                  </a:lnTo>
                  <a:lnTo>
                    <a:pt x="464656" y="229193"/>
                  </a:lnTo>
                  <a:lnTo>
                    <a:pt x="588821" y="216513"/>
                  </a:lnTo>
                  <a:lnTo>
                    <a:pt x="702174" y="204937"/>
                  </a:lnTo>
                  <a:lnTo>
                    <a:pt x="806450" y="194288"/>
                  </a:lnTo>
                  <a:lnTo>
                    <a:pt x="902993" y="184429"/>
                  </a:lnTo>
                  <a:lnTo>
                    <a:pt x="992873" y="175250"/>
                  </a:lnTo>
                  <a:lnTo>
                    <a:pt x="1076951" y="166664"/>
                  </a:lnTo>
                  <a:lnTo>
                    <a:pt x="1155929" y="158599"/>
                  </a:lnTo>
                  <a:lnTo>
                    <a:pt x="1230392" y="150995"/>
                  </a:lnTo>
                  <a:lnTo>
                    <a:pt x="1300828" y="143802"/>
                  </a:lnTo>
                  <a:lnTo>
                    <a:pt x="1367650" y="136978"/>
                  </a:lnTo>
                  <a:lnTo>
                    <a:pt x="1431211" y="130487"/>
                  </a:lnTo>
                  <a:lnTo>
                    <a:pt x="1491815" y="124298"/>
                  </a:lnTo>
                  <a:lnTo>
                    <a:pt x="1549724" y="118384"/>
                  </a:lnTo>
                  <a:lnTo>
                    <a:pt x="1605168" y="112722"/>
                  </a:lnTo>
                  <a:lnTo>
                    <a:pt x="1658349" y="107291"/>
                  </a:lnTo>
                  <a:lnTo>
                    <a:pt x="1709443" y="102073"/>
                  </a:lnTo>
                  <a:lnTo>
                    <a:pt x="1758609" y="97053"/>
                  </a:lnTo>
                  <a:lnTo>
                    <a:pt x="1805987" y="92214"/>
                  </a:lnTo>
                  <a:lnTo>
                    <a:pt x="1851702" y="87546"/>
                  </a:lnTo>
                  <a:lnTo>
                    <a:pt x="1895867" y="83036"/>
                  </a:lnTo>
                  <a:lnTo>
                    <a:pt x="1938584" y="78673"/>
                  </a:lnTo>
                  <a:lnTo>
                    <a:pt x="1979944" y="74450"/>
                  </a:lnTo>
                  <a:lnTo>
                    <a:pt x="2020032" y="70356"/>
                  </a:lnTo>
                  <a:lnTo>
                    <a:pt x="2058923" y="66384"/>
                  </a:lnTo>
                  <a:lnTo>
                    <a:pt x="2096686" y="62528"/>
                  </a:lnTo>
                  <a:lnTo>
                    <a:pt x="2133386" y="58780"/>
                  </a:lnTo>
                  <a:lnTo>
                    <a:pt x="2169080" y="55135"/>
                  </a:lnTo>
                  <a:lnTo>
                    <a:pt x="2203821" y="51587"/>
                  </a:lnTo>
                  <a:lnTo>
                    <a:pt x="2237661" y="48131"/>
                  </a:lnTo>
                  <a:lnTo>
                    <a:pt x="2270644" y="44763"/>
                  </a:lnTo>
                  <a:lnTo>
                    <a:pt x="2302812" y="41478"/>
                  </a:lnTo>
                  <a:lnTo>
                    <a:pt x="2334205" y="38272"/>
                  </a:lnTo>
                  <a:lnTo>
                    <a:pt x="2364859" y="35142"/>
                  </a:lnTo>
                  <a:lnTo>
                    <a:pt x="2394808" y="32083"/>
                  </a:lnTo>
                  <a:lnTo>
                    <a:pt x="2424085" y="29093"/>
                  </a:lnTo>
                  <a:lnTo>
                    <a:pt x="2452718" y="26169"/>
                  </a:lnTo>
                  <a:lnTo>
                    <a:pt x="2480735" y="23308"/>
                  </a:lnTo>
                  <a:lnTo>
                    <a:pt x="2508162" y="20507"/>
                  </a:lnTo>
                  <a:lnTo>
                    <a:pt x="2535024" y="17764"/>
                  </a:lnTo>
                  <a:lnTo>
                    <a:pt x="2561343" y="15077"/>
                  </a:lnTo>
                  <a:lnTo>
                    <a:pt x="2587140" y="12442"/>
                  </a:lnTo>
                  <a:lnTo>
                    <a:pt x="2612437" y="9859"/>
                  </a:lnTo>
                  <a:lnTo>
                    <a:pt x="2637252" y="7325"/>
                  </a:lnTo>
                  <a:lnTo>
                    <a:pt x="2661603" y="4838"/>
                  </a:lnTo>
                  <a:lnTo>
                    <a:pt x="2685507" y="2397"/>
                  </a:lnTo>
                  <a:lnTo>
                    <a:pt x="2708981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1" name="pl610"/>
            <p:cNvSpPr/>
            <p:nvPr/>
          </p:nvSpPr>
          <p:spPr>
            <a:xfrm>
              <a:off x="5117581" y="6244378"/>
              <a:ext cx="2708981" cy="182401"/>
            </a:xfrm>
            <a:custGeom>
              <a:avLst/>
              <a:pathLst>
                <a:path w="2708981" h="182401">
                  <a:moveTo>
                    <a:pt x="0" y="0"/>
                  </a:moveTo>
                  <a:lnTo>
                    <a:pt x="173957" y="11712"/>
                  </a:lnTo>
                  <a:lnTo>
                    <a:pt x="327398" y="22044"/>
                  </a:lnTo>
                  <a:lnTo>
                    <a:pt x="464656" y="31286"/>
                  </a:lnTo>
                  <a:lnTo>
                    <a:pt x="588821" y="39646"/>
                  </a:lnTo>
                  <a:lnTo>
                    <a:pt x="702174" y="47278"/>
                  </a:lnTo>
                  <a:lnTo>
                    <a:pt x="806450" y="54299"/>
                  </a:lnTo>
                  <a:lnTo>
                    <a:pt x="902993" y="60800"/>
                  </a:lnTo>
                  <a:lnTo>
                    <a:pt x="992873" y="66852"/>
                  </a:lnTo>
                  <a:lnTo>
                    <a:pt x="1076951" y="72513"/>
                  </a:lnTo>
                  <a:lnTo>
                    <a:pt x="1155929" y="77831"/>
                  </a:lnTo>
                  <a:lnTo>
                    <a:pt x="1230392" y="82844"/>
                  </a:lnTo>
                  <a:lnTo>
                    <a:pt x="1300828" y="87587"/>
                  </a:lnTo>
                  <a:lnTo>
                    <a:pt x="1367650" y="92086"/>
                  </a:lnTo>
                  <a:lnTo>
                    <a:pt x="1431211" y="96366"/>
                  </a:lnTo>
                  <a:lnTo>
                    <a:pt x="1491815" y="100447"/>
                  </a:lnTo>
                  <a:lnTo>
                    <a:pt x="1549724" y="104346"/>
                  </a:lnTo>
                  <a:lnTo>
                    <a:pt x="1605168" y="108079"/>
                  </a:lnTo>
                  <a:lnTo>
                    <a:pt x="1658349" y="111660"/>
                  </a:lnTo>
                  <a:lnTo>
                    <a:pt x="1709443" y="115100"/>
                  </a:lnTo>
                  <a:lnTo>
                    <a:pt x="1758609" y="118410"/>
                  </a:lnTo>
                  <a:lnTo>
                    <a:pt x="1805987" y="121600"/>
                  </a:lnTo>
                  <a:lnTo>
                    <a:pt x="1851702" y="124678"/>
                  </a:lnTo>
                  <a:lnTo>
                    <a:pt x="1895867" y="127652"/>
                  </a:lnTo>
                  <a:lnTo>
                    <a:pt x="1938584" y="130528"/>
                  </a:lnTo>
                  <a:lnTo>
                    <a:pt x="1979944" y="133313"/>
                  </a:lnTo>
                  <a:lnTo>
                    <a:pt x="2020032" y="136012"/>
                  </a:lnTo>
                  <a:lnTo>
                    <a:pt x="2058923" y="138631"/>
                  </a:lnTo>
                  <a:lnTo>
                    <a:pt x="2096686" y="141174"/>
                  </a:lnTo>
                  <a:lnTo>
                    <a:pt x="2133386" y="143645"/>
                  </a:lnTo>
                  <a:lnTo>
                    <a:pt x="2169080" y="146048"/>
                  </a:lnTo>
                  <a:lnTo>
                    <a:pt x="2203821" y="148387"/>
                  </a:lnTo>
                  <a:lnTo>
                    <a:pt x="2237661" y="150666"/>
                  </a:lnTo>
                  <a:lnTo>
                    <a:pt x="2270644" y="152887"/>
                  </a:lnTo>
                  <a:lnTo>
                    <a:pt x="2302812" y="155053"/>
                  </a:lnTo>
                  <a:lnTo>
                    <a:pt x="2334205" y="157166"/>
                  </a:lnTo>
                  <a:lnTo>
                    <a:pt x="2364859" y="159230"/>
                  </a:lnTo>
                  <a:lnTo>
                    <a:pt x="2394808" y="161247"/>
                  </a:lnTo>
                  <a:lnTo>
                    <a:pt x="2424085" y="163218"/>
                  </a:lnTo>
                  <a:lnTo>
                    <a:pt x="2452718" y="165146"/>
                  </a:lnTo>
                  <a:lnTo>
                    <a:pt x="2480735" y="167033"/>
                  </a:lnTo>
                  <a:lnTo>
                    <a:pt x="2508162" y="168879"/>
                  </a:lnTo>
                  <a:lnTo>
                    <a:pt x="2535024" y="170688"/>
                  </a:lnTo>
                  <a:lnTo>
                    <a:pt x="2561343" y="172460"/>
                  </a:lnTo>
                  <a:lnTo>
                    <a:pt x="2587140" y="174197"/>
                  </a:lnTo>
                  <a:lnTo>
                    <a:pt x="2612437" y="175900"/>
                  </a:lnTo>
                  <a:lnTo>
                    <a:pt x="2637252" y="177571"/>
                  </a:lnTo>
                  <a:lnTo>
                    <a:pt x="2661603" y="179211"/>
                  </a:lnTo>
                  <a:lnTo>
                    <a:pt x="2685507" y="180820"/>
                  </a:lnTo>
                  <a:lnTo>
                    <a:pt x="2708981" y="18240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4913885" y="5608097"/>
              <a:ext cx="3119599" cy="123823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13" name="pl612"/>
            <p:cNvSpPr/>
            <p:nvPr/>
          </p:nvSpPr>
          <p:spPr>
            <a:xfrm>
              <a:off x="4913885" y="5608097"/>
              <a:ext cx="0" cy="1238238"/>
            </a:xfrm>
            <a:custGeom>
              <a:avLst/>
              <a:pathLst>
                <a:path w="0" h="1238238">
                  <a:moveTo>
                    <a:pt x="0" y="123823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3"/>
            <p:cNvSpPr/>
            <p:nvPr/>
          </p:nvSpPr>
          <p:spPr>
            <a:xfrm>
              <a:off x="4875928" y="677053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4"/>
            <p:cNvSpPr/>
            <p:nvPr/>
          </p:nvSpPr>
          <p:spPr>
            <a:xfrm>
              <a:off x="4875928" y="652436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5"/>
            <p:cNvSpPr/>
            <p:nvPr/>
          </p:nvSpPr>
          <p:spPr>
            <a:xfrm>
              <a:off x="4875928" y="627819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6"/>
            <p:cNvSpPr/>
            <p:nvPr/>
          </p:nvSpPr>
          <p:spPr>
            <a:xfrm>
              <a:off x="4875928" y="603201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7"/>
            <p:cNvSpPr/>
            <p:nvPr/>
          </p:nvSpPr>
          <p:spPr>
            <a:xfrm>
              <a:off x="4875928" y="578584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8"/>
            <p:cNvSpPr/>
            <p:nvPr/>
          </p:nvSpPr>
          <p:spPr>
            <a:xfrm>
              <a:off x="4913885" y="6846335"/>
              <a:ext cx="3119599" cy="0"/>
            </a:xfrm>
            <a:custGeom>
              <a:avLst/>
              <a:pathLst>
                <a:path w="3119599" h="0">
                  <a:moveTo>
                    <a:pt x="0" y="0"/>
                  </a:moveTo>
                  <a:lnTo>
                    <a:pt x="311959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19"/>
            <p:cNvSpPr/>
            <p:nvPr/>
          </p:nvSpPr>
          <p:spPr>
            <a:xfrm>
              <a:off x="5117581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0"/>
            <p:cNvSpPr/>
            <p:nvPr/>
          </p:nvSpPr>
          <p:spPr>
            <a:xfrm>
              <a:off x="6020575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1"/>
            <p:cNvSpPr/>
            <p:nvPr/>
          </p:nvSpPr>
          <p:spPr>
            <a:xfrm>
              <a:off x="6923569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2"/>
            <p:cNvSpPr/>
            <p:nvPr/>
          </p:nvSpPr>
          <p:spPr>
            <a:xfrm>
              <a:off x="7826563" y="68463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tx623"/>
            <p:cNvSpPr/>
            <p:nvPr/>
          </p:nvSpPr>
          <p:spPr>
            <a:xfrm>
              <a:off x="5078719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5981713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6884707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7787701" y="69146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6106645" y="71275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4913885" y="5364938"/>
              <a:ext cx="119493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30" name="rc629"/>
            <p:cNvSpPr/>
            <p:nvPr/>
          </p:nvSpPr>
          <p:spPr>
            <a:xfrm>
              <a:off x="3460720" y="737827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tx630"/>
            <p:cNvSpPr/>
            <p:nvPr/>
          </p:nvSpPr>
          <p:spPr>
            <a:xfrm>
              <a:off x="4480299" y="739510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3460720" y="7597570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3521420" y="765826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l633"/>
            <p:cNvSpPr/>
            <p:nvPr/>
          </p:nvSpPr>
          <p:spPr>
            <a:xfrm>
              <a:off x="3478720" y="7687570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rc634"/>
            <p:cNvSpPr/>
            <p:nvPr/>
          </p:nvSpPr>
          <p:spPr>
            <a:xfrm>
              <a:off x="3460720" y="78534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3521420" y="791418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l636"/>
            <p:cNvSpPr/>
            <p:nvPr/>
          </p:nvSpPr>
          <p:spPr>
            <a:xfrm>
              <a:off x="3478720" y="79434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4009812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070512" y="765826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l639"/>
            <p:cNvSpPr/>
            <p:nvPr/>
          </p:nvSpPr>
          <p:spPr>
            <a:xfrm>
              <a:off x="4027812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rc640"/>
            <p:cNvSpPr/>
            <p:nvPr/>
          </p:nvSpPr>
          <p:spPr>
            <a:xfrm>
              <a:off x="4009812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070512" y="791418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4027812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4551132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611832" y="765826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569132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rc646"/>
            <p:cNvSpPr/>
            <p:nvPr/>
          </p:nvSpPr>
          <p:spPr>
            <a:xfrm>
              <a:off x="4551132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4611832" y="791418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4569132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5076998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5137698" y="765826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5094998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rc652"/>
            <p:cNvSpPr/>
            <p:nvPr/>
          </p:nvSpPr>
          <p:spPr>
            <a:xfrm>
              <a:off x="5076998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5137698" y="791418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l654"/>
            <p:cNvSpPr/>
            <p:nvPr/>
          </p:nvSpPr>
          <p:spPr>
            <a:xfrm>
              <a:off x="5094998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rc655"/>
            <p:cNvSpPr/>
            <p:nvPr/>
          </p:nvSpPr>
          <p:spPr>
            <a:xfrm>
              <a:off x="5618318" y="75975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5679018" y="765826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l657"/>
            <p:cNvSpPr/>
            <p:nvPr/>
          </p:nvSpPr>
          <p:spPr>
            <a:xfrm>
              <a:off x="5636318" y="76875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rc658"/>
            <p:cNvSpPr/>
            <p:nvPr/>
          </p:nvSpPr>
          <p:spPr>
            <a:xfrm>
              <a:off x="5618318" y="78534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5679018" y="791418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l660"/>
            <p:cNvSpPr/>
            <p:nvPr/>
          </p:nvSpPr>
          <p:spPr>
            <a:xfrm>
              <a:off x="5636318" y="79434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tx661"/>
            <p:cNvSpPr/>
            <p:nvPr/>
          </p:nvSpPr>
          <p:spPr>
            <a:xfrm>
              <a:off x="3716636" y="763746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3716636" y="789337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64" name="tx663"/>
            <p:cNvSpPr/>
            <p:nvPr/>
          </p:nvSpPr>
          <p:spPr>
            <a:xfrm>
              <a:off x="4265728" y="76374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65" name="tx664"/>
            <p:cNvSpPr/>
            <p:nvPr/>
          </p:nvSpPr>
          <p:spPr>
            <a:xfrm>
              <a:off x="4265728" y="78933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66" name="tx665"/>
            <p:cNvSpPr/>
            <p:nvPr/>
          </p:nvSpPr>
          <p:spPr>
            <a:xfrm>
              <a:off x="4807047" y="76374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67" name="tx666"/>
            <p:cNvSpPr/>
            <p:nvPr/>
          </p:nvSpPr>
          <p:spPr>
            <a:xfrm>
              <a:off x="4807047" y="789337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8" name="tx667"/>
            <p:cNvSpPr/>
            <p:nvPr/>
          </p:nvSpPr>
          <p:spPr>
            <a:xfrm>
              <a:off x="5332914" y="763746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9" name="tx668"/>
            <p:cNvSpPr/>
            <p:nvPr/>
          </p:nvSpPr>
          <p:spPr>
            <a:xfrm>
              <a:off x="5332914" y="78933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70" name="tx669"/>
            <p:cNvSpPr/>
            <p:nvPr/>
          </p:nvSpPr>
          <p:spPr>
            <a:xfrm>
              <a:off x="5874233" y="763746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71" name="tx670"/>
            <p:cNvSpPr/>
            <p:nvPr/>
          </p:nvSpPr>
          <p:spPr>
            <a:xfrm>
              <a:off x="5874233" y="789337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2026-07-20T00:49:20Z</dcterms:modified>
  <cp:category/>
</cp:coreProperties>
</file>