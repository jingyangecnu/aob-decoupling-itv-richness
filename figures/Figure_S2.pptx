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7315200" cy="7315200"/>
            <a:chOff x="914400" y="914400"/>
            <a:chExt cx="7315200" cy="73152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73152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29600" y="914400"/>
              <a:ext cx="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3765413" cy="21272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749402" y="983989"/>
              <a:ext cx="3410608" cy="21272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83989" y="3111200"/>
              <a:ext cx="3765413" cy="21272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749402" y="3111200"/>
              <a:ext cx="3410608" cy="21272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5238412"/>
              <a:ext cx="3765413" cy="29215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749402" y="5238412"/>
              <a:ext cx="3410608" cy="29215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503277" y="1353673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728733" y="236747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616834" y="230616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712304" y="239860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680757" y="239603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615777" y="241871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636593" y="228915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619640" y="221706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729733" y="238182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628879" y="244465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724421" y="227135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32390" y="245198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616165" y="239663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632241" y="187001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560496" y="232630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624631" y="239124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579064" y="244715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563641" y="246966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554458" y="231908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533686" y="176042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604231" y="192337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569738" y="246142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511383" y="228436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618256" y="223535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609681" y="224391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586509" y="238512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514690" y="233279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601548" y="191634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51109" y="203546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419381" y="241658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420980" y="222699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432601" y="242751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497567" y="250632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521439" y="228431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446696" y="240739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512276" y="160990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499308" y="244730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444780" y="214795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459275" y="185753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495778" y="138065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433696" y="206068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426923" y="220513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521673" y="208307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429775" y="218260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451616" y="231513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00971" y="223934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462188" y="222668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442576" y="231390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495038" y="230476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4409775" y="231983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4359227" y="231793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4422535" y="2280047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4432869" y="239980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4384755" y="207720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4360744" y="209282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4447592" y="228208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4358031" y="221627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4426041" y="213875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4374517" y="194343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4388686" y="200124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4327430" y="188250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4348425" y="208387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4441688" y="202719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4356476" y="237235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4424794" y="223092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4423356" y="215081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4430568" y="220361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4451776" y="198048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4343131" y="217857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4435844" y="206242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4367303" y="196655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4436654" y="211063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4401131" y="208445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696643" y="2221935"/>
              <a:ext cx="2720996" cy="193754"/>
            </a:xfrm>
            <a:custGeom>
              <a:avLst/>
              <a:pathLst>
                <a:path w="2720996" h="193754">
                  <a:moveTo>
                    <a:pt x="0" y="193754"/>
                  </a:moveTo>
                  <a:lnTo>
                    <a:pt x="174728" y="181312"/>
                  </a:lnTo>
                  <a:lnTo>
                    <a:pt x="328850" y="170337"/>
                  </a:lnTo>
                  <a:lnTo>
                    <a:pt x="466717" y="160520"/>
                  </a:lnTo>
                  <a:lnTo>
                    <a:pt x="591432" y="151640"/>
                  </a:lnTo>
                  <a:lnTo>
                    <a:pt x="705289" y="143532"/>
                  </a:lnTo>
                  <a:lnTo>
                    <a:pt x="810026" y="136074"/>
                  </a:lnTo>
                  <a:lnTo>
                    <a:pt x="906998" y="129169"/>
                  </a:lnTo>
                  <a:lnTo>
                    <a:pt x="997277" y="122741"/>
                  </a:lnTo>
                  <a:lnTo>
                    <a:pt x="1081727" y="116727"/>
                  </a:lnTo>
                  <a:lnTo>
                    <a:pt x="1161056" y="111078"/>
                  </a:lnTo>
                  <a:lnTo>
                    <a:pt x="1235849" y="105753"/>
                  </a:lnTo>
                  <a:lnTo>
                    <a:pt x="1306597" y="100715"/>
                  </a:lnTo>
                  <a:lnTo>
                    <a:pt x="1373716" y="95935"/>
                  </a:lnTo>
                  <a:lnTo>
                    <a:pt x="1437559" y="91389"/>
                  </a:lnTo>
                  <a:lnTo>
                    <a:pt x="1498431" y="87055"/>
                  </a:lnTo>
                  <a:lnTo>
                    <a:pt x="1556597" y="82913"/>
                  </a:lnTo>
                  <a:lnTo>
                    <a:pt x="1612288" y="78947"/>
                  </a:lnTo>
                  <a:lnTo>
                    <a:pt x="1665704" y="75144"/>
                  </a:lnTo>
                  <a:lnTo>
                    <a:pt x="1717025" y="71489"/>
                  </a:lnTo>
                  <a:lnTo>
                    <a:pt x="1766409" y="67973"/>
                  </a:lnTo>
                  <a:lnTo>
                    <a:pt x="1813997" y="64584"/>
                  </a:lnTo>
                  <a:lnTo>
                    <a:pt x="1859915" y="61315"/>
                  </a:lnTo>
                  <a:lnTo>
                    <a:pt x="1904276" y="58156"/>
                  </a:lnTo>
                  <a:lnTo>
                    <a:pt x="1947182" y="55101"/>
                  </a:lnTo>
                  <a:lnTo>
                    <a:pt x="1988726" y="52142"/>
                  </a:lnTo>
                  <a:lnTo>
                    <a:pt x="2028992" y="49275"/>
                  </a:lnTo>
                  <a:lnTo>
                    <a:pt x="2068055" y="46494"/>
                  </a:lnTo>
                  <a:lnTo>
                    <a:pt x="2105986" y="43793"/>
                  </a:lnTo>
                  <a:lnTo>
                    <a:pt x="2142848" y="41168"/>
                  </a:lnTo>
                  <a:lnTo>
                    <a:pt x="2178700" y="38615"/>
                  </a:lnTo>
                  <a:lnTo>
                    <a:pt x="2213596" y="36130"/>
                  </a:lnTo>
                  <a:lnTo>
                    <a:pt x="2247586" y="33710"/>
                  </a:lnTo>
                  <a:lnTo>
                    <a:pt x="2280715" y="31351"/>
                  </a:lnTo>
                  <a:lnTo>
                    <a:pt x="2313025" y="29050"/>
                  </a:lnTo>
                  <a:lnTo>
                    <a:pt x="2344558" y="26805"/>
                  </a:lnTo>
                  <a:lnTo>
                    <a:pt x="2375348" y="24612"/>
                  </a:lnTo>
                  <a:lnTo>
                    <a:pt x="2405430" y="22470"/>
                  </a:lnTo>
                  <a:lnTo>
                    <a:pt x="2434836" y="20376"/>
                  </a:lnTo>
                  <a:lnTo>
                    <a:pt x="2463596" y="18328"/>
                  </a:lnTo>
                  <a:lnTo>
                    <a:pt x="2491738" y="16324"/>
                  </a:lnTo>
                  <a:lnTo>
                    <a:pt x="2519287" y="14363"/>
                  </a:lnTo>
                  <a:lnTo>
                    <a:pt x="2546267" y="12441"/>
                  </a:lnTo>
                  <a:lnTo>
                    <a:pt x="2572703" y="10559"/>
                  </a:lnTo>
                  <a:lnTo>
                    <a:pt x="2598615" y="8714"/>
                  </a:lnTo>
                  <a:lnTo>
                    <a:pt x="2624024" y="6905"/>
                  </a:lnTo>
                  <a:lnTo>
                    <a:pt x="2648949" y="5130"/>
                  </a:lnTo>
                  <a:lnTo>
                    <a:pt x="2673408" y="3388"/>
                  </a:lnTo>
                  <a:lnTo>
                    <a:pt x="2697419" y="1678"/>
                  </a:lnTo>
                  <a:lnTo>
                    <a:pt x="272099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696643" y="2169444"/>
              <a:ext cx="2720996" cy="277202"/>
            </a:xfrm>
            <a:custGeom>
              <a:avLst/>
              <a:pathLst>
                <a:path w="2720996" h="277202">
                  <a:moveTo>
                    <a:pt x="0" y="277202"/>
                  </a:moveTo>
                  <a:lnTo>
                    <a:pt x="174728" y="259401"/>
                  </a:lnTo>
                  <a:lnTo>
                    <a:pt x="328850" y="243700"/>
                  </a:lnTo>
                  <a:lnTo>
                    <a:pt x="466717" y="229655"/>
                  </a:lnTo>
                  <a:lnTo>
                    <a:pt x="591432" y="216950"/>
                  </a:lnTo>
                  <a:lnTo>
                    <a:pt x="705289" y="205350"/>
                  </a:lnTo>
                  <a:lnTo>
                    <a:pt x="810026" y="194680"/>
                  </a:lnTo>
                  <a:lnTo>
                    <a:pt x="906998" y="184801"/>
                  </a:lnTo>
                  <a:lnTo>
                    <a:pt x="997277" y="175604"/>
                  </a:lnTo>
                  <a:lnTo>
                    <a:pt x="1081727" y="167001"/>
                  </a:lnTo>
                  <a:lnTo>
                    <a:pt x="1161056" y="158919"/>
                  </a:lnTo>
                  <a:lnTo>
                    <a:pt x="1235849" y="151299"/>
                  </a:lnTo>
                  <a:lnTo>
                    <a:pt x="1306597" y="144092"/>
                  </a:lnTo>
                  <a:lnTo>
                    <a:pt x="1373716" y="137254"/>
                  </a:lnTo>
                  <a:lnTo>
                    <a:pt x="1437559" y="130750"/>
                  </a:lnTo>
                  <a:lnTo>
                    <a:pt x="1498431" y="124549"/>
                  </a:lnTo>
                  <a:lnTo>
                    <a:pt x="1556597" y="118623"/>
                  </a:lnTo>
                  <a:lnTo>
                    <a:pt x="1612288" y="112950"/>
                  </a:lnTo>
                  <a:lnTo>
                    <a:pt x="1665704" y="107508"/>
                  </a:lnTo>
                  <a:lnTo>
                    <a:pt x="1717025" y="102279"/>
                  </a:lnTo>
                  <a:lnTo>
                    <a:pt x="1766409" y="97248"/>
                  </a:lnTo>
                  <a:lnTo>
                    <a:pt x="1813997" y="92400"/>
                  </a:lnTo>
                  <a:lnTo>
                    <a:pt x="1859915" y="87722"/>
                  </a:lnTo>
                  <a:lnTo>
                    <a:pt x="1904276" y="83203"/>
                  </a:lnTo>
                  <a:lnTo>
                    <a:pt x="1947182" y="78832"/>
                  </a:lnTo>
                  <a:lnTo>
                    <a:pt x="1988726" y="74600"/>
                  </a:lnTo>
                  <a:lnTo>
                    <a:pt x="2028992" y="70498"/>
                  </a:lnTo>
                  <a:lnTo>
                    <a:pt x="2068055" y="66518"/>
                  </a:lnTo>
                  <a:lnTo>
                    <a:pt x="2105986" y="62654"/>
                  </a:lnTo>
                  <a:lnTo>
                    <a:pt x="2142848" y="58899"/>
                  </a:lnTo>
                  <a:lnTo>
                    <a:pt x="2178700" y="55246"/>
                  </a:lnTo>
                  <a:lnTo>
                    <a:pt x="2213596" y="51691"/>
                  </a:lnTo>
                  <a:lnTo>
                    <a:pt x="2247586" y="48228"/>
                  </a:lnTo>
                  <a:lnTo>
                    <a:pt x="2280715" y="44853"/>
                  </a:lnTo>
                  <a:lnTo>
                    <a:pt x="2313025" y="41562"/>
                  </a:lnTo>
                  <a:lnTo>
                    <a:pt x="2344558" y="38349"/>
                  </a:lnTo>
                  <a:lnTo>
                    <a:pt x="2375348" y="35213"/>
                  </a:lnTo>
                  <a:lnTo>
                    <a:pt x="2405430" y="32148"/>
                  </a:lnTo>
                  <a:lnTo>
                    <a:pt x="2434836" y="29152"/>
                  </a:lnTo>
                  <a:lnTo>
                    <a:pt x="2463596" y="26222"/>
                  </a:lnTo>
                  <a:lnTo>
                    <a:pt x="2491738" y="23355"/>
                  </a:lnTo>
                  <a:lnTo>
                    <a:pt x="2519287" y="20549"/>
                  </a:lnTo>
                  <a:lnTo>
                    <a:pt x="2546267" y="17800"/>
                  </a:lnTo>
                  <a:lnTo>
                    <a:pt x="2572703" y="15107"/>
                  </a:lnTo>
                  <a:lnTo>
                    <a:pt x="2598615" y="12467"/>
                  </a:lnTo>
                  <a:lnTo>
                    <a:pt x="2624024" y="9879"/>
                  </a:lnTo>
                  <a:lnTo>
                    <a:pt x="2648949" y="7339"/>
                  </a:lnTo>
                  <a:lnTo>
                    <a:pt x="2673408" y="4848"/>
                  </a:lnTo>
                  <a:lnTo>
                    <a:pt x="2697419" y="2401"/>
                  </a:lnTo>
                  <a:lnTo>
                    <a:pt x="2720996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696643" y="2350938"/>
              <a:ext cx="2720996" cy="97739"/>
            </a:xfrm>
            <a:custGeom>
              <a:avLst/>
              <a:pathLst>
                <a:path w="2720996" h="97739">
                  <a:moveTo>
                    <a:pt x="0" y="97739"/>
                  </a:moveTo>
                  <a:lnTo>
                    <a:pt x="174728" y="91463"/>
                  </a:lnTo>
                  <a:lnTo>
                    <a:pt x="328850" y="85926"/>
                  </a:lnTo>
                  <a:lnTo>
                    <a:pt x="466717" y="80974"/>
                  </a:lnTo>
                  <a:lnTo>
                    <a:pt x="591432" y="76494"/>
                  </a:lnTo>
                  <a:lnTo>
                    <a:pt x="705289" y="72405"/>
                  </a:lnTo>
                  <a:lnTo>
                    <a:pt x="810026" y="68642"/>
                  </a:lnTo>
                  <a:lnTo>
                    <a:pt x="906998" y="65159"/>
                  </a:lnTo>
                  <a:lnTo>
                    <a:pt x="997277" y="61916"/>
                  </a:lnTo>
                  <a:lnTo>
                    <a:pt x="1081727" y="58883"/>
                  </a:lnTo>
                  <a:lnTo>
                    <a:pt x="1161056" y="56033"/>
                  </a:lnTo>
                  <a:lnTo>
                    <a:pt x="1235849" y="53347"/>
                  </a:lnTo>
                  <a:lnTo>
                    <a:pt x="1306597" y="50805"/>
                  </a:lnTo>
                  <a:lnTo>
                    <a:pt x="1373716" y="48394"/>
                  </a:lnTo>
                  <a:lnTo>
                    <a:pt x="1437559" y="46101"/>
                  </a:lnTo>
                  <a:lnTo>
                    <a:pt x="1498431" y="43915"/>
                  </a:lnTo>
                  <a:lnTo>
                    <a:pt x="1556597" y="41825"/>
                  </a:lnTo>
                  <a:lnTo>
                    <a:pt x="1612288" y="39825"/>
                  </a:lnTo>
                  <a:lnTo>
                    <a:pt x="1665704" y="37906"/>
                  </a:lnTo>
                  <a:lnTo>
                    <a:pt x="1717025" y="36063"/>
                  </a:lnTo>
                  <a:lnTo>
                    <a:pt x="1766409" y="34289"/>
                  </a:lnTo>
                  <a:lnTo>
                    <a:pt x="1813997" y="32579"/>
                  </a:lnTo>
                  <a:lnTo>
                    <a:pt x="1859915" y="30930"/>
                  </a:lnTo>
                  <a:lnTo>
                    <a:pt x="1904276" y="29336"/>
                  </a:lnTo>
                  <a:lnTo>
                    <a:pt x="1947182" y="27795"/>
                  </a:lnTo>
                  <a:lnTo>
                    <a:pt x="1988726" y="26303"/>
                  </a:lnTo>
                  <a:lnTo>
                    <a:pt x="2028992" y="24857"/>
                  </a:lnTo>
                  <a:lnTo>
                    <a:pt x="2068055" y="23453"/>
                  </a:lnTo>
                  <a:lnTo>
                    <a:pt x="2105986" y="22091"/>
                  </a:lnTo>
                  <a:lnTo>
                    <a:pt x="2142848" y="20767"/>
                  </a:lnTo>
                  <a:lnTo>
                    <a:pt x="2178700" y="19479"/>
                  </a:lnTo>
                  <a:lnTo>
                    <a:pt x="2213596" y="18226"/>
                  </a:lnTo>
                  <a:lnTo>
                    <a:pt x="2247586" y="17005"/>
                  </a:lnTo>
                  <a:lnTo>
                    <a:pt x="2280715" y="15815"/>
                  </a:lnTo>
                  <a:lnTo>
                    <a:pt x="2313025" y="14654"/>
                  </a:lnTo>
                  <a:lnTo>
                    <a:pt x="2344558" y="13521"/>
                  </a:lnTo>
                  <a:lnTo>
                    <a:pt x="2375348" y="12415"/>
                  </a:lnTo>
                  <a:lnTo>
                    <a:pt x="2405430" y="11335"/>
                  </a:lnTo>
                  <a:lnTo>
                    <a:pt x="2434836" y="10278"/>
                  </a:lnTo>
                  <a:lnTo>
                    <a:pt x="2463596" y="9245"/>
                  </a:lnTo>
                  <a:lnTo>
                    <a:pt x="2491738" y="8235"/>
                  </a:lnTo>
                  <a:lnTo>
                    <a:pt x="2519287" y="7245"/>
                  </a:lnTo>
                  <a:lnTo>
                    <a:pt x="2546267" y="6276"/>
                  </a:lnTo>
                  <a:lnTo>
                    <a:pt x="2572703" y="5326"/>
                  </a:lnTo>
                  <a:lnTo>
                    <a:pt x="2598615" y="4395"/>
                  </a:lnTo>
                  <a:lnTo>
                    <a:pt x="2624024" y="3483"/>
                  </a:lnTo>
                  <a:lnTo>
                    <a:pt x="2648949" y="2587"/>
                  </a:lnTo>
                  <a:lnTo>
                    <a:pt x="2673408" y="1709"/>
                  </a:lnTo>
                  <a:lnTo>
                    <a:pt x="2697419" y="846"/>
                  </a:lnTo>
                  <a:lnTo>
                    <a:pt x="272099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696643" y="2023789"/>
              <a:ext cx="2720996" cy="277102"/>
            </a:xfrm>
            <a:custGeom>
              <a:avLst/>
              <a:pathLst>
                <a:path w="2720996" h="277102">
                  <a:moveTo>
                    <a:pt x="0" y="277102"/>
                  </a:moveTo>
                  <a:lnTo>
                    <a:pt x="174728" y="259308"/>
                  </a:lnTo>
                  <a:lnTo>
                    <a:pt x="328850" y="243612"/>
                  </a:lnTo>
                  <a:lnTo>
                    <a:pt x="466717" y="229572"/>
                  </a:lnTo>
                  <a:lnTo>
                    <a:pt x="591432" y="216871"/>
                  </a:lnTo>
                  <a:lnTo>
                    <a:pt x="705289" y="205276"/>
                  </a:lnTo>
                  <a:lnTo>
                    <a:pt x="810026" y="194610"/>
                  </a:lnTo>
                  <a:lnTo>
                    <a:pt x="906998" y="184735"/>
                  </a:lnTo>
                  <a:lnTo>
                    <a:pt x="997277" y="175541"/>
                  </a:lnTo>
                  <a:lnTo>
                    <a:pt x="1081727" y="166940"/>
                  </a:lnTo>
                  <a:lnTo>
                    <a:pt x="1161056" y="158862"/>
                  </a:lnTo>
                  <a:lnTo>
                    <a:pt x="1235849" y="151245"/>
                  </a:lnTo>
                  <a:lnTo>
                    <a:pt x="1306597" y="144040"/>
                  </a:lnTo>
                  <a:lnTo>
                    <a:pt x="1373716" y="137205"/>
                  </a:lnTo>
                  <a:lnTo>
                    <a:pt x="1437559" y="130703"/>
                  </a:lnTo>
                  <a:lnTo>
                    <a:pt x="1498431" y="124504"/>
                  </a:lnTo>
                  <a:lnTo>
                    <a:pt x="1556597" y="118580"/>
                  </a:lnTo>
                  <a:lnTo>
                    <a:pt x="1612288" y="112909"/>
                  </a:lnTo>
                  <a:lnTo>
                    <a:pt x="1665704" y="107469"/>
                  </a:lnTo>
                  <a:lnTo>
                    <a:pt x="1717025" y="102242"/>
                  </a:lnTo>
                  <a:lnTo>
                    <a:pt x="1766409" y="97213"/>
                  </a:lnTo>
                  <a:lnTo>
                    <a:pt x="1813997" y="92367"/>
                  </a:lnTo>
                  <a:lnTo>
                    <a:pt x="1859915" y="87691"/>
                  </a:lnTo>
                  <a:lnTo>
                    <a:pt x="1904276" y="83173"/>
                  </a:lnTo>
                  <a:lnTo>
                    <a:pt x="1947182" y="78804"/>
                  </a:lnTo>
                  <a:lnTo>
                    <a:pt x="1988726" y="74573"/>
                  </a:lnTo>
                  <a:lnTo>
                    <a:pt x="2028992" y="70472"/>
                  </a:lnTo>
                  <a:lnTo>
                    <a:pt x="2068055" y="66494"/>
                  </a:lnTo>
                  <a:lnTo>
                    <a:pt x="2105986" y="62631"/>
                  </a:lnTo>
                  <a:lnTo>
                    <a:pt x="2142848" y="58877"/>
                  </a:lnTo>
                  <a:lnTo>
                    <a:pt x="2178700" y="55226"/>
                  </a:lnTo>
                  <a:lnTo>
                    <a:pt x="2213596" y="51672"/>
                  </a:lnTo>
                  <a:lnTo>
                    <a:pt x="2247586" y="48211"/>
                  </a:lnTo>
                  <a:lnTo>
                    <a:pt x="2280715" y="44837"/>
                  </a:lnTo>
                  <a:lnTo>
                    <a:pt x="2313025" y="41547"/>
                  </a:lnTo>
                  <a:lnTo>
                    <a:pt x="2344558" y="38335"/>
                  </a:lnTo>
                  <a:lnTo>
                    <a:pt x="2375348" y="35200"/>
                  </a:lnTo>
                  <a:lnTo>
                    <a:pt x="2405430" y="32136"/>
                  </a:lnTo>
                  <a:lnTo>
                    <a:pt x="2434836" y="29142"/>
                  </a:lnTo>
                  <a:lnTo>
                    <a:pt x="2463596" y="26213"/>
                  </a:lnTo>
                  <a:lnTo>
                    <a:pt x="2491738" y="23347"/>
                  </a:lnTo>
                  <a:lnTo>
                    <a:pt x="2519287" y="20541"/>
                  </a:lnTo>
                  <a:lnTo>
                    <a:pt x="2546267" y="17794"/>
                  </a:lnTo>
                  <a:lnTo>
                    <a:pt x="2572703" y="15101"/>
                  </a:lnTo>
                  <a:lnTo>
                    <a:pt x="2598615" y="12463"/>
                  </a:lnTo>
                  <a:lnTo>
                    <a:pt x="2624024" y="9875"/>
                  </a:lnTo>
                  <a:lnTo>
                    <a:pt x="2648949" y="7337"/>
                  </a:lnTo>
                  <a:lnTo>
                    <a:pt x="2673408" y="4846"/>
                  </a:lnTo>
                  <a:lnTo>
                    <a:pt x="2697419" y="2401"/>
                  </a:lnTo>
                  <a:lnTo>
                    <a:pt x="272099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696643" y="2208462"/>
              <a:ext cx="2720996" cy="245365"/>
            </a:xfrm>
            <a:custGeom>
              <a:avLst/>
              <a:pathLst>
                <a:path w="2720996" h="245365">
                  <a:moveTo>
                    <a:pt x="0" y="245365"/>
                  </a:moveTo>
                  <a:lnTo>
                    <a:pt x="174728" y="229609"/>
                  </a:lnTo>
                  <a:lnTo>
                    <a:pt x="328850" y="215711"/>
                  </a:lnTo>
                  <a:lnTo>
                    <a:pt x="466717" y="203279"/>
                  </a:lnTo>
                  <a:lnTo>
                    <a:pt x="591432" y="192033"/>
                  </a:lnTo>
                  <a:lnTo>
                    <a:pt x="705289" y="181766"/>
                  </a:lnTo>
                  <a:lnTo>
                    <a:pt x="810026" y="172321"/>
                  </a:lnTo>
                  <a:lnTo>
                    <a:pt x="906998" y="163577"/>
                  </a:lnTo>
                  <a:lnTo>
                    <a:pt x="997277" y="155436"/>
                  </a:lnTo>
                  <a:lnTo>
                    <a:pt x="1081727" y="147820"/>
                  </a:lnTo>
                  <a:lnTo>
                    <a:pt x="1161056" y="140667"/>
                  </a:lnTo>
                  <a:lnTo>
                    <a:pt x="1235849" y="133922"/>
                  </a:lnTo>
                  <a:lnTo>
                    <a:pt x="1306597" y="127543"/>
                  </a:lnTo>
                  <a:lnTo>
                    <a:pt x="1373716" y="121490"/>
                  </a:lnTo>
                  <a:lnTo>
                    <a:pt x="1437559" y="115733"/>
                  </a:lnTo>
                  <a:lnTo>
                    <a:pt x="1498431" y="110244"/>
                  </a:lnTo>
                  <a:lnTo>
                    <a:pt x="1556597" y="104999"/>
                  </a:lnTo>
                  <a:lnTo>
                    <a:pt x="1612288" y="99977"/>
                  </a:lnTo>
                  <a:lnTo>
                    <a:pt x="1665704" y="95160"/>
                  </a:lnTo>
                  <a:lnTo>
                    <a:pt x="1717025" y="90532"/>
                  </a:lnTo>
                  <a:lnTo>
                    <a:pt x="1766409" y="86079"/>
                  </a:lnTo>
                  <a:lnTo>
                    <a:pt x="1813997" y="81788"/>
                  </a:lnTo>
                  <a:lnTo>
                    <a:pt x="1859915" y="77647"/>
                  </a:lnTo>
                  <a:lnTo>
                    <a:pt x="1904276" y="73647"/>
                  </a:lnTo>
                  <a:lnTo>
                    <a:pt x="1947182" y="69778"/>
                  </a:lnTo>
                  <a:lnTo>
                    <a:pt x="1988726" y="66032"/>
                  </a:lnTo>
                  <a:lnTo>
                    <a:pt x="2028992" y="62401"/>
                  </a:lnTo>
                  <a:lnTo>
                    <a:pt x="2068055" y="58878"/>
                  </a:lnTo>
                  <a:lnTo>
                    <a:pt x="2105986" y="55458"/>
                  </a:lnTo>
                  <a:lnTo>
                    <a:pt x="2142848" y="52134"/>
                  </a:lnTo>
                  <a:lnTo>
                    <a:pt x="2178700" y="48901"/>
                  </a:lnTo>
                  <a:lnTo>
                    <a:pt x="2213596" y="45754"/>
                  </a:lnTo>
                  <a:lnTo>
                    <a:pt x="2247586" y="42689"/>
                  </a:lnTo>
                  <a:lnTo>
                    <a:pt x="2280715" y="39702"/>
                  </a:lnTo>
                  <a:lnTo>
                    <a:pt x="2313025" y="36788"/>
                  </a:lnTo>
                  <a:lnTo>
                    <a:pt x="2344558" y="33945"/>
                  </a:lnTo>
                  <a:lnTo>
                    <a:pt x="2375348" y="31168"/>
                  </a:lnTo>
                  <a:lnTo>
                    <a:pt x="2405430" y="28456"/>
                  </a:lnTo>
                  <a:lnTo>
                    <a:pt x="2434836" y="25804"/>
                  </a:lnTo>
                  <a:lnTo>
                    <a:pt x="2463596" y="23211"/>
                  </a:lnTo>
                  <a:lnTo>
                    <a:pt x="2491738" y="20673"/>
                  </a:lnTo>
                  <a:lnTo>
                    <a:pt x="2519287" y="18189"/>
                  </a:lnTo>
                  <a:lnTo>
                    <a:pt x="2546267" y="15756"/>
                  </a:lnTo>
                  <a:lnTo>
                    <a:pt x="2572703" y="13372"/>
                  </a:lnTo>
                  <a:lnTo>
                    <a:pt x="2598615" y="11035"/>
                  </a:lnTo>
                  <a:lnTo>
                    <a:pt x="2624024" y="8744"/>
                  </a:lnTo>
                  <a:lnTo>
                    <a:pt x="2648949" y="6496"/>
                  </a:lnTo>
                  <a:lnTo>
                    <a:pt x="2673408" y="4291"/>
                  </a:lnTo>
                  <a:lnTo>
                    <a:pt x="2697419" y="2126"/>
                  </a:lnTo>
                  <a:lnTo>
                    <a:pt x="272099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696643" y="1970874"/>
              <a:ext cx="2720996" cy="118815"/>
            </a:xfrm>
            <a:custGeom>
              <a:avLst/>
              <a:pathLst>
                <a:path w="2720996" h="118815">
                  <a:moveTo>
                    <a:pt x="0" y="118815"/>
                  </a:moveTo>
                  <a:lnTo>
                    <a:pt x="174728" y="111185"/>
                  </a:lnTo>
                  <a:lnTo>
                    <a:pt x="328850" y="104455"/>
                  </a:lnTo>
                  <a:lnTo>
                    <a:pt x="466717" y="98435"/>
                  </a:lnTo>
                  <a:lnTo>
                    <a:pt x="591432" y="92989"/>
                  </a:lnTo>
                  <a:lnTo>
                    <a:pt x="705289" y="88018"/>
                  </a:lnTo>
                  <a:lnTo>
                    <a:pt x="810026" y="83444"/>
                  </a:lnTo>
                  <a:lnTo>
                    <a:pt x="906998" y="79210"/>
                  </a:lnTo>
                  <a:lnTo>
                    <a:pt x="997277" y="75268"/>
                  </a:lnTo>
                  <a:lnTo>
                    <a:pt x="1081727" y="71580"/>
                  </a:lnTo>
                  <a:lnTo>
                    <a:pt x="1161056" y="68116"/>
                  </a:lnTo>
                  <a:lnTo>
                    <a:pt x="1235849" y="64850"/>
                  </a:lnTo>
                  <a:lnTo>
                    <a:pt x="1306597" y="61761"/>
                  </a:lnTo>
                  <a:lnTo>
                    <a:pt x="1373716" y="58830"/>
                  </a:lnTo>
                  <a:lnTo>
                    <a:pt x="1437559" y="56042"/>
                  </a:lnTo>
                  <a:lnTo>
                    <a:pt x="1498431" y="53384"/>
                  </a:lnTo>
                  <a:lnTo>
                    <a:pt x="1556597" y="50844"/>
                  </a:lnTo>
                  <a:lnTo>
                    <a:pt x="1612288" y="48413"/>
                  </a:lnTo>
                  <a:lnTo>
                    <a:pt x="1665704" y="46080"/>
                  </a:lnTo>
                  <a:lnTo>
                    <a:pt x="1717025" y="43839"/>
                  </a:lnTo>
                  <a:lnTo>
                    <a:pt x="1766409" y="41683"/>
                  </a:lnTo>
                  <a:lnTo>
                    <a:pt x="1813997" y="39605"/>
                  </a:lnTo>
                  <a:lnTo>
                    <a:pt x="1859915" y="37600"/>
                  </a:lnTo>
                  <a:lnTo>
                    <a:pt x="1904276" y="35663"/>
                  </a:lnTo>
                  <a:lnTo>
                    <a:pt x="1947182" y="33789"/>
                  </a:lnTo>
                  <a:lnTo>
                    <a:pt x="1988726" y="31975"/>
                  </a:lnTo>
                  <a:lnTo>
                    <a:pt x="2028992" y="30217"/>
                  </a:lnTo>
                  <a:lnTo>
                    <a:pt x="2068055" y="28511"/>
                  </a:lnTo>
                  <a:lnTo>
                    <a:pt x="2105986" y="26855"/>
                  </a:lnTo>
                  <a:lnTo>
                    <a:pt x="2142848" y="25245"/>
                  </a:lnTo>
                  <a:lnTo>
                    <a:pt x="2178700" y="23679"/>
                  </a:lnTo>
                  <a:lnTo>
                    <a:pt x="2213596" y="22156"/>
                  </a:lnTo>
                  <a:lnTo>
                    <a:pt x="2247586" y="20672"/>
                  </a:lnTo>
                  <a:lnTo>
                    <a:pt x="2280715" y="19225"/>
                  </a:lnTo>
                  <a:lnTo>
                    <a:pt x="2313025" y="17814"/>
                  </a:lnTo>
                  <a:lnTo>
                    <a:pt x="2344558" y="16437"/>
                  </a:lnTo>
                  <a:lnTo>
                    <a:pt x="2375348" y="15093"/>
                  </a:lnTo>
                  <a:lnTo>
                    <a:pt x="2405430" y="13779"/>
                  </a:lnTo>
                  <a:lnTo>
                    <a:pt x="2434836" y="12495"/>
                  </a:lnTo>
                  <a:lnTo>
                    <a:pt x="2463596" y="11239"/>
                  </a:lnTo>
                  <a:lnTo>
                    <a:pt x="2491738" y="10010"/>
                  </a:lnTo>
                  <a:lnTo>
                    <a:pt x="2519287" y="8807"/>
                  </a:lnTo>
                  <a:lnTo>
                    <a:pt x="2546267" y="7629"/>
                  </a:lnTo>
                  <a:lnTo>
                    <a:pt x="2572703" y="6475"/>
                  </a:lnTo>
                  <a:lnTo>
                    <a:pt x="2598615" y="5343"/>
                  </a:lnTo>
                  <a:lnTo>
                    <a:pt x="2624024" y="4234"/>
                  </a:lnTo>
                  <a:lnTo>
                    <a:pt x="2648949" y="3146"/>
                  </a:lnTo>
                  <a:lnTo>
                    <a:pt x="2673408" y="2077"/>
                  </a:lnTo>
                  <a:lnTo>
                    <a:pt x="2697419" y="1029"/>
                  </a:lnTo>
                  <a:lnTo>
                    <a:pt x="272099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696643" y="2040436"/>
              <a:ext cx="2720996" cy="118066"/>
            </a:xfrm>
            <a:custGeom>
              <a:avLst/>
              <a:pathLst>
                <a:path w="2720996" h="118066">
                  <a:moveTo>
                    <a:pt x="0" y="118066"/>
                  </a:moveTo>
                  <a:lnTo>
                    <a:pt x="174728" y="110484"/>
                  </a:lnTo>
                  <a:lnTo>
                    <a:pt x="328850" y="103796"/>
                  </a:lnTo>
                  <a:lnTo>
                    <a:pt x="466717" y="97814"/>
                  </a:lnTo>
                  <a:lnTo>
                    <a:pt x="591432" y="92403"/>
                  </a:lnTo>
                  <a:lnTo>
                    <a:pt x="705289" y="87463"/>
                  </a:lnTo>
                  <a:lnTo>
                    <a:pt x="810026" y="82918"/>
                  </a:lnTo>
                  <a:lnTo>
                    <a:pt x="906998" y="78710"/>
                  </a:lnTo>
                  <a:lnTo>
                    <a:pt x="997277" y="74793"/>
                  </a:lnTo>
                  <a:lnTo>
                    <a:pt x="1081727" y="71129"/>
                  </a:lnTo>
                  <a:lnTo>
                    <a:pt x="1161056" y="67686"/>
                  </a:lnTo>
                  <a:lnTo>
                    <a:pt x="1235849" y="64441"/>
                  </a:lnTo>
                  <a:lnTo>
                    <a:pt x="1306597" y="61371"/>
                  </a:lnTo>
                  <a:lnTo>
                    <a:pt x="1373716" y="58459"/>
                  </a:lnTo>
                  <a:lnTo>
                    <a:pt x="1437559" y="55689"/>
                  </a:lnTo>
                  <a:lnTo>
                    <a:pt x="1498431" y="53047"/>
                  </a:lnTo>
                  <a:lnTo>
                    <a:pt x="1556597" y="50524"/>
                  </a:lnTo>
                  <a:lnTo>
                    <a:pt x="1612288" y="48107"/>
                  </a:lnTo>
                  <a:lnTo>
                    <a:pt x="1665704" y="45789"/>
                  </a:lnTo>
                  <a:lnTo>
                    <a:pt x="1717025" y="43563"/>
                  </a:lnTo>
                  <a:lnTo>
                    <a:pt x="1766409" y="41420"/>
                  </a:lnTo>
                  <a:lnTo>
                    <a:pt x="1813997" y="39355"/>
                  </a:lnTo>
                  <a:lnTo>
                    <a:pt x="1859915" y="37362"/>
                  </a:lnTo>
                  <a:lnTo>
                    <a:pt x="1904276" y="35438"/>
                  </a:lnTo>
                  <a:lnTo>
                    <a:pt x="1947182" y="33576"/>
                  </a:lnTo>
                  <a:lnTo>
                    <a:pt x="1988726" y="31773"/>
                  </a:lnTo>
                  <a:lnTo>
                    <a:pt x="2028992" y="30026"/>
                  </a:lnTo>
                  <a:lnTo>
                    <a:pt x="2068055" y="28331"/>
                  </a:lnTo>
                  <a:lnTo>
                    <a:pt x="2105986" y="26685"/>
                  </a:lnTo>
                  <a:lnTo>
                    <a:pt x="2142848" y="25086"/>
                  </a:lnTo>
                  <a:lnTo>
                    <a:pt x="2178700" y="23530"/>
                  </a:lnTo>
                  <a:lnTo>
                    <a:pt x="2213596" y="22016"/>
                  </a:lnTo>
                  <a:lnTo>
                    <a:pt x="2247586" y="20541"/>
                  </a:lnTo>
                  <a:lnTo>
                    <a:pt x="2280715" y="19104"/>
                  </a:lnTo>
                  <a:lnTo>
                    <a:pt x="2313025" y="17702"/>
                  </a:lnTo>
                  <a:lnTo>
                    <a:pt x="2344558" y="16333"/>
                  </a:lnTo>
                  <a:lnTo>
                    <a:pt x="2375348" y="14997"/>
                  </a:lnTo>
                  <a:lnTo>
                    <a:pt x="2405430" y="13692"/>
                  </a:lnTo>
                  <a:lnTo>
                    <a:pt x="2434836" y="12416"/>
                  </a:lnTo>
                  <a:lnTo>
                    <a:pt x="2463596" y="11168"/>
                  </a:lnTo>
                  <a:lnTo>
                    <a:pt x="2491738" y="9947"/>
                  </a:lnTo>
                  <a:lnTo>
                    <a:pt x="2519287" y="8752"/>
                  </a:lnTo>
                  <a:lnTo>
                    <a:pt x="2546267" y="7581"/>
                  </a:lnTo>
                  <a:lnTo>
                    <a:pt x="2572703" y="6434"/>
                  </a:lnTo>
                  <a:lnTo>
                    <a:pt x="2598615" y="5310"/>
                  </a:lnTo>
                  <a:lnTo>
                    <a:pt x="2624024" y="4207"/>
                  </a:lnTo>
                  <a:lnTo>
                    <a:pt x="2648949" y="3126"/>
                  </a:lnTo>
                  <a:lnTo>
                    <a:pt x="2673408" y="2064"/>
                  </a:lnTo>
                  <a:lnTo>
                    <a:pt x="2697419" y="1023"/>
                  </a:lnTo>
                  <a:lnTo>
                    <a:pt x="2720996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696643" y="2212763"/>
              <a:ext cx="2720996" cy="171583"/>
            </a:xfrm>
            <a:custGeom>
              <a:avLst/>
              <a:pathLst>
                <a:path w="2720996" h="171583">
                  <a:moveTo>
                    <a:pt x="0" y="171583"/>
                  </a:moveTo>
                  <a:lnTo>
                    <a:pt x="174728" y="160565"/>
                  </a:lnTo>
                  <a:lnTo>
                    <a:pt x="328850" y="150846"/>
                  </a:lnTo>
                  <a:lnTo>
                    <a:pt x="466717" y="142152"/>
                  </a:lnTo>
                  <a:lnTo>
                    <a:pt x="591432" y="134288"/>
                  </a:lnTo>
                  <a:lnTo>
                    <a:pt x="705289" y="127108"/>
                  </a:lnTo>
                  <a:lnTo>
                    <a:pt x="810026" y="120503"/>
                  </a:lnTo>
                  <a:lnTo>
                    <a:pt x="906998" y="114388"/>
                  </a:lnTo>
                  <a:lnTo>
                    <a:pt x="997277" y="108695"/>
                  </a:lnTo>
                  <a:lnTo>
                    <a:pt x="1081727" y="103370"/>
                  </a:lnTo>
                  <a:lnTo>
                    <a:pt x="1161056" y="98368"/>
                  </a:lnTo>
                  <a:lnTo>
                    <a:pt x="1235849" y="93651"/>
                  </a:lnTo>
                  <a:lnTo>
                    <a:pt x="1306597" y="89190"/>
                  </a:lnTo>
                  <a:lnTo>
                    <a:pt x="1373716" y="84958"/>
                  </a:lnTo>
                  <a:lnTo>
                    <a:pt x="1437559" y="80932"/>
                  </a:lnTo>
                  <a:lnTo>
                    <a:pt x="1498431" y="77093"/>
                  </a:lnTo>
                  <a:lnTo>
                    <a:pt x="1556597" y="73425"/>
                  </a:lnTo>
                  <a:lnTo>
                    <a:pt x="1612288" y="69914"/>
                  </a:lnTo>
                  <a:lnTo>
                    <a:pt x="1665704" y="66545"/>
                  </a:lnTo>
                  <a:lnTo>
                    <a:pt x="1717025" y="63309"/>
                  </a:lnTo>
                  <a:lnTo>
                    <a:pt x="1766409" y="60195"/>
                  </a:lnTo>
                  <a:lnTo>
                    <a:pt x="1813997" y="57194"/>
                  </a:lnTo>
                  <a:lnTo>
                    <a:pt x="1859915" y="54298"/>
                  </a:lnTo>
                  <a:lnTo>
                    <a:pt x="1904276" y="51501"/>
                  </a:lnTo>
                  <a:lnTo>
                    <a:pt x="1947182" y="48795"/>
                  </a:lnTo>
                  <a:lnTo>
                    <a:pt x="1988726" y="46176"/>
                  </a:lnTo>
                  <a:lnTo>
                    <a:pt x="2028992" y="43637"/>
                  </a:lnTo>
                  <a:lnTo>
                    <a:pt x="2068055" y="41173"/>
                  </a:lnTo>
                  <a:lnTo>
                    <a:pt x="2105986" y="38781"/>
                  </a:lnTo>
                  <a:lnTo>
                    <a:pt x="2142848" y="36457"/>
                  </a:lnTo>
                  <a:lnTo>
                    <a:pt x="2178700" y="34196"/>
                  </a:lnTo>
                  <a:lnTo>
                    <a:pt x="2213596" y="31996"/>
                  </a:lnTo>
                  <a:lnTo>
                    <a:pt x="2247586" y="29852"/>
                  </a:lnTo>
                  <a:lnTo>
                    <a:pt x="2280715" y="27763"/>
                  </a:lnTo>
                  <a:lnTo>
                    <a:pt x="2313025" y="25726"/>
                  </a:lnTo>
                  <a:lnTo>
                    <a:pt x="2344558" y="23737"/>
                  </a:lnTo>
                  <a:lnTo>
                    <a:pt x="2375348" y="21796"/>
                  </a:lnTo>
                  <a:lnTo>
                    <a:pt x="2405430" y="19899"/>
                  </a:lnTo>
                  <a:lnTo>
                    <a:pt x="2434836" y="18044"/>
                  </a:lnTo>
                  <a:lnTo>
                    <a:pt x="2463596" y="16231"/>
                  </a:lnTo>
                  <a:lnTo>
                    <a:pt x="2491738" y="14456"/>
                  </a:lnTo>
                  <a:lnTo>
                    <a:pt x="2519287" y="12719"/>
                  </a:lnTo>
                  <a:lnTo>
                    <a:pt x="2546267" y="11018"/>
                  </a:lnTo>
                  <a:lnTo>
                    <a:pt x="2572703" y="9351"/>
                  </a:lnTo>
                  <a:lnTo>
                    <a:pt x="2598615" y="7717"/>
                  </a:lnTo>
                  <a:lnTo>
                    <a:pt x="2624024" y="6114"/>
                  </a:lnTo>
                  <a:lnTo>
                    <a:pt x="2648949" y="4543"/>
                  </a:lnTo>
                  <a:lnTo>
                    <a:pt x="2673408" y="3000"/>
                  </a:lnTo>
                  <a:lnTo>
                    <a:pt x="2697419" y="1486"/>
                  </a:lnTo>
                  <a:lnTo>
                    <a:pt x="272099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696643" y="2361825"/>
              <a:ext cx="2720996" cy="136781"/>
            </a:xfrm>
            <a:custGeom>
              <a:avLst/>
              <a:pathLst>
                <a:path w="2720996" h="136781">
                  <a:moveTo>
                    <a:pt x="0" y="136781"/>
                  </a:moveTo>
                  <a:lnTo>
                    <a:pt x="174728" y="127997"/>
                  </a:lnTo>
                  <a:lnTo>
                    <a:pt x="328850" y="120250"/>
                  </a:lnTo>
                  <a:lnTo>
                    <a:pt x="466717" y="113319"/>
                  </a:lnTo>
                  <a:lnTo>
                    <a:pt x="591432" y="107050"/>
                  </a:lnTo>
                  <a:lnTo>
                    <a:pt x="705289" y="101327"/>
                  </a:lnTo>
                  <a:lnTo>
                    <a:pt x="810026" y="96062"/>
                  </a:lnTo>
                  <a:lnTo>
                    <a:pt x="906998" y="91187"/>
                  </a:lnTo>
                  <a:lnTo>
                    <a:pt x="997277" y="86649"/>
                  </a:lnTo>
                  <a:lnTo>
                    <a:pt x="1081727" y="82404"/>
                  </a:lnTo>
                  <a:lnTo>
                    <a:pt x="1161056" y="78416"/>
                  </a:lnTo>
                  <a:lnTo>
                    <a:pt x="1235849" y="74656"/>
                  </a:lnTo>
                  <a:lnTo>
                    <a:pt x="1306597" y="71100"/>
                  </a:lnTo>
                  <a:lnTo>
                    <a:pt x="1373716" y="67726"/>
                  </a:lnTo>
                  <a:lnTo>
                    <a:pt x="1437559" y="64516"/>
                  </a:lnTo>
                  <a:lnTo>
                    <a:pt x="1498431" y="61456"/>
                  </a:lnTo>
                  <a:lnTo>
                    <a:pt x="1556597" y="58532"/>
                  </a:lnTo>
                  <a:lnTo>
                    <a:pt x="1612288" y="55733"/>
                  </a:lnTo>
                  <a:lnTo>
                    <a:pt x="1665704" y="53048"/>
                  </a:lnTo>
                  <a:lnTo>
                    <a:pt x="1717025" y="50468"/>
                  </a:lnTo>
                  <a:lnTo>
                    <a:pt x="1766409" y="47985"/>
                  </a:lnTo>
                  <a:lnTo>
                    <a:pt x="1813997" y="45593"/>
                  </a:lnTo>
                  <a:lnTo>
                    <a:pt x="1859915" y="43285"/>
                  </a:lnTo>
                  <a:lnTo>
                    <a:pt x="1904276" y="41055"/>
                  </a:lnTo>
                  <a:lnTo>
                    <a:pt x="1947182" y="38898"/>
                  </a:lnTo>
                  <a:lnTo>
                    <a:pt x="1988726" y="36810"/>
                  </a:lnTo>
                  <a:lnTo>
                    <a:pt x="2028992" y="34786"/>
                  </a:lnTo>
                  <a:lnTo>
                    <a:pt x="2068055" y="32822"/>
                  </a:lnTo>
                  <a:lnTo>
                    <a:pt x="2105986" y="30915"/>
                  </a:lnTo>
                  <a:lnTo>
                    <a:pt x="2142848" y="29062"/>
                  </a:lnTo>
                  <a:lnTo>
                    <a:pt x="2178700" y="27260"/>
                  </a:lnTo>
                  <a:lnTo>
                    <a:pt x="2213596" y="25506"/>
                  </a:lnTo>
                  <a:lnTo>
                    <a:pt x="2247586" y="23797"/>
                  </a:lnTo>
                  <a:lnTo>
                    <a:pt x="2280715" y="22132"/>
                  </a:lnTo>
                  <a:lnTo>
                    <a:pt x="2313025" y="20508"/>
                  </a:lnTo>
                  <a:lnTo>
                    <a:pt x="2344558" y="18923"/>
                  </a:lnTo>
                  <a:lnTo>
                    <a:pt x="2375348" y="17375"/>
                  </a:lnTo>
                  <a:lnTo>
                    <a:pt x="2405430" y="15863"/>
                  </a:lnTo>
                  <a:lnTo>
                    <a:pt x="2434836" y="14384"/>
                  </a:lnTo>
                  <a:lnTo>
                    <a:pt x="2463596" y="12939"/>
                  </a:lnTo>
                  <a:lnTo>
                    <a:pt x="2491738" y="11524"/>
                  </a:lnTo>
                  <a:lnTo>
                    <a:pt x="2519287" y="10139"/>
                  </a:lnTo>
                  <a:lnTo>
                    <a:pt x="2546267" y="8783"/>
                  </a:lnTo>
                  <a:lnTo>
                    <a:pt x="2572703" y="7454"/>
                  </a:lnTo>
                  <a:lnTo>
                    <a:pt x="2598615" y="6151"/>
                  </a:lnTo>
                  <a:lnTo>
                    <a:pt x="2624024" y="4874"/>
                  </a:lnTo>
                  <a:lnTo>
                    <a:pt x="2648949" y="3621"/>
                  </a:lnTo>
                  <a:lnTo>
                    <a:pt x="2673408" y="2392"/>
                  </a:lnTo>
                  <a:lnTo>
                    <a:pt x="2697419" y="1185"/>
                  </a:lnTo>
                  <a:lnTo>
                    <a:pt x="272099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696643" y="2207345"/>
              <a:ext cx="2720996" cy="71870"/>
            </a:xfrm>
            <a:custGeom>
              <a:avLst/>
              <a:pathLst>
                <a:path w="2720996" h="71870">
                  <a:moveTo>
                    <a:pt x="0" y="71870"/>
                  </a:moveTo>
                  <a:lnTo>
                    <a:pt x="174728" y="67255"/>
                  </a:lnTo>
                  <a:lnTo>
                    <a:pt x="328850" y="63184"/>
                  </a:lnTo>
                  <a:lnTo>
                    <a:pt x="466717" y="59543"/>
                  </a:lnTo>
                  <a:lnTo>
                    <a:pt x="591432" y="56248"/>
                  </a:lnTo>
                  <a:lnTo>
                    <a:pt x="705289" y="53241"/>
                  </a:lnTo>
                  <a:lnTo>
                    <a:pt x="810026" y="50475"/>
                  </a:lnTo>
                  <a:lnTo>
                    <a:pt x="906998" y="47913"/>
                  </a:lnTo>
                  <a:lnTo>
                    <a:pt x="997277" y="45529"/>
                  </a:lnTo>
                  <a:lnTo>
                    <a:pt x="1081727" y="43298"/>
                  </a:lnTo>
                  <a:lnTo>
                    <a:pt x="1161056" y="41203"/>
                  </a:lnTo>
                  <a:lnTo>
                    <a:pt x="1235849" y="39227"/>
                  </a:lnTo>
                  <a:lnTo>
                    <a:pt x="1306597" y="37359"/>
                  </a:lnTo>
                  <a:lnTo>
                    <a:pt x="1373716" y="35586"/>
                  </a:lnTo>
                  <a:lnTo>
                    <a:pt x="1437559" y="33899"/>
                  </a:lnTo>
                  <a:lnTo>
                    <a:pt x="1498431" y="32292"/>
                  </a:lnTo>
                  <a:lnTo>
                    <a:pt x="1556597" y="30755"/>
                  </a:lnTo>
                  <a:lnTo>
                    <a:pt x="1612288" y="29284"/>
                  </a:lnTo>
                  <a:lnTo>
                    <a:pt x="1665704" y="27873"/>
                  </a:lnTo>
                  <a:lnTo>
                    <a:pt x="1717025" y="26518"/>
                  </a:lnTo>
                  <a:lnTo>
                    <a:pt x="1766409" y="25213"/>
                  </a:lnTo>
                  <a:lnTo>
                    <a:pt x="1813997" y="23956"/>
                  </a:lnTo>
                  <a:lnTo>
                    <a:pt x="1859915" y="22744"/>
                  </a:lnTo>
                  <a:lnTo>
                    <a:pt x="1904276" y="21572"/>
                  </a:lnTo>
                  <a:lnTo>
                    <a:pt x="1947182" y="20439"/>
                  </a:lnTo>
                  <a:lnTo>
                    <a:pt x="1988726" y="19341"/>
                  </a:lnTo>
                  <a:lnTo>
                    <a:pt x="2028992" y="18278"/>
                  </a:lnTo>
                  <a:lnTo>
                    <a:pt x="2068055" y="17246"/>
                  </a:lnTo>
                  <a:lnTo>
                    <a:pt x="2105986" y="16244"/>
                  </a:lnTo>
                  <a:lnTo>
                    <a:pt x="2142848" y="15270"/>
                  </a:lnTo>
                  <a:lnTo>
                    <a:pt x="2178700" y="14323"/>
                  </a:lnTo>
                  <a:lnTo>
                    <a:pt x="2213596" y="13402"/>
                  </a:lnTo>
                  <a:lnTo>
                    <a:pt x="2247586" y="12504"/>
                  </a:lnTo>
                  <a:lnTo>
                    <a:pt x="2280715" y="11629"/>
                  </a:lnTo>
                  <a:lnTo>
                    <a:pt x="2313025" y="10775"/>
                  </a:lnTo>
                  <a:lnTo>
                    <a:pt x="2344558" y="9943"/>
                  </a:lnTo>
                  <a:lnTo>
                    <a:pt x="2375348" y="9129"/>
                  </a:lnTo>
                  <a:lnTo>
                    <a:pt x="2405430" y="8335"/>
                  </a:lnTo>
                  <a:lnTo>
                    <a:pt x="2434836" y="7558"/>
                  </a:lnTo>
                  <a:lnTo>
                    <a:pt x="2463596" y="6798"/>
                  </a:lnTo>
                  <a:lnTo>
                    <a:pt x="2491738" y="6055"/>
                  </a:lnTo>
                  <a:lnTo>
                    <a:pt x="2519287" y="5327"/>
                  </a:lnTo>
                  <a:lnTo>
                    <a:pt x="2546267" y="4615"/>
                  </a:lnTo>
                  <a:lnTo>
                    <a:pt x="2572703" y="3916"/>
                  </a:lnTo>
                  <a:lnTo>
                    <a:pt x="2598615" y="3232"/>
                  </a:lnTo>
                  <a:lnTo>
                    <a:pt x="2624024" y="2561"/>
                  </a:lnTo>
                  <a:lnTo>
                    <a:pt x="2648949" y="1903"/>
                  </a:lnTo>
                  <a:lnTo>
                    <a:pt x="2673408" y="1256"/>
                  </a:lnTo>
                  <a:lnTo>
                    <a:pt x="2697419" y="622"/>
                  </a:lnTo>
                  <a:lnTo>
                    <a:pt x="2720996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503277" y="1353673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503277" y="1353673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72281" y="231256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72281" y="197627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72281" y="163998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33419" y="130368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465319" y="236267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465319" y="202638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465319" y="169009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465319" y="135379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503277" y="2591912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696643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603642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510641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4417640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>
              <a:off x="1657781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2564780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12" name="tx111"/>
            <p:cNvSpPr/>
            <p:nvPr/>
          </p:nvSpPr>
          <p:spPr>
            <a:xfrm>
              <a:off x="3471779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4378778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4" name="tx113"/>
            <p:cNvSpPr/>
            <p:nvPr/>
          </p:nvSpPr>
          <p:spPr>
            <a:xfrm>
              <a:off x="2696037" y="2873100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15" name="tx114"/>
            <p:cNvSpPr/>
            <p:nvPr/>
          </p:nvSpPr>
          <p:spPr>
            <a:xfrm rot="-5400000">
              <a:off x="1004992" y="1913356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6" name="tx115"/>
            <p:cNvSpPr/>
            <p:nvPr/>
          </p:nvSpPr>
          <p:spPr>
            <a:xfrm>
              <a:off x="1503277" y="1110514"/>
              <a:ext cx="14216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7" name="rc116"/>
            <p:cNvSpPr/>
            <p:nvPr/>
          </p:nvSpPr>
          <p:spPr>
            <a:xfrm>
              <a:off x="4913885" y="1353673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5145031" y="224878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5108863" y="156985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5070179" y="2242465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5129727" y="216256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026385" y="230956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074901" y="177524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097199" y="142901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096087" y="205588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48944" y="247477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33616" y="202413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995945" y="249151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928549" y="177554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968330" y="217449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6032080" y="250632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979821" y="192165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6020878" y="138065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6016369" y="248036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976695" y="243384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951847" y="219356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944692" y="248549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6013760" y="232095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6014641" y="248289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6003460" y="210256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938666" y="199732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6033378" y="204452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954608" y="188974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978850" y="229514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6044289" y="247745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6875662" y="227841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6908495" y="235255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6958880" y="243242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6926513" y="224123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6845437" y="182725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6882255" y="155066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6924882" y="173746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6952584" y="230321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6858475" y="225702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6958249" y="179693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6848939" y="196133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6949685" y="241256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6833896" y="175656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6942131" y="191306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834082" y="206584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842252" y="238937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931199" y="205869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847178" y="236778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844546" y="189669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901922" y="206993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7859457" y="215799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7857861" y="227467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7787829" y="2320221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7788262" y="214374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7857347" y="204665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7736023" y="208865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7814137" y="227350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7833959" y="210782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7757374" y="230290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7815202" y="221008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7744827" y="207456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7862385" y="182192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7801282" y="229263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7833546" y="245922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7823374" y="234473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7860106" y="216427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7743088" y="226841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7736897" y="214465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7818748" y="212596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7806870" y="198705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7820301" y="202272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7778963" y="207763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7778034" y="237551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7736582" y="213817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5118860" y="2092385"/>
              <a:ext cx="2708460" cy="116200"/>
            </a:xfrm>
            <a:custGeom>
              <a:avLst/>
              <a:pathLst>
                <a:path w="2708460" h="116200">
                  <a:moveTo>
                    <a:pt x="0" y="0"/>
                  </a:moveTo>
                  <a:lnTo>
                    <a:pt x="173923" y="7461"/>
                  </a:lnTo>
                  <a:lnTo>
                    <a:pt x="327335" y="14043"/>
                  </a:lnTo>
                  <a:lnTo>
                    <a:pt x="464566" y="19931"/>
                  </a:lnTo>
                  <a:lnTo>
                    <a:pt x="588707" y="25257"/>
                  </a:lnTo>
                  <a:lnTo>
                    <a:pt x="702039" y="30119"/>
                  </a:lnTo>
                  <a:lnTo>
                    <a:pt x="806294" y="34592"/>
                  </a:lnTo>
                  <a:lnTo>
                    <a:pt x="902820" y="38733"/>
                  </a:lnTo>
                  <a:lnTo>
                    <a:pt x="992682" y="42589"/>
                  </a:lnTo>
                  <a:lnTo>
                    <a:pt x="1076743" y="46195"/>
                  </a:lnTo>
                  <a:lnTo>
                    <a:pt x="1155707" y="49583"/>
                  </a:lnTo>
                  <a:lnTo>
                    <a:pt x="1230155" y="52777"/>
                  </a:lnTo>
                  <a:lnTo>
                    <a:pt x="1300577" y="55798"/>
                  </a:lnTo>
                  <a:lnTo>
                    <a:pt x="1367387" y="58664"/>
                  </a:lnTo>
                  <a:lnTo>
                    <a:pt x="1430935" y="61391"/>
                  </a:lnTo>
                  <a:lnTo>
                    <a:pt x="1491527" y="63990"/>
                  </a:lnTo>
                  <a:lnTo>
                    <a:pt x="1549426" y="66474"/>
                  </a:lnTo>
                  <a:lnTo>
                    <a:pt x="1604859" y="68853"/>
                  </a:lnTo>
                  <a:lnTo>
                    <a:pt x="1658030" y="71134"/>
                  </a:lnTo>
                  <a:lnTo>
                    <a:pt x="1709114" y="73326"/>
                  </a:lnTo>
                  <a:lnTo>
                    <a:pt x="1758271" y="75435"/>
                  </a:lnTo>
                  <a:lnTo>
                    <a:pt x="1805640" y="77467"/>
                  </a:lnTo>
                  <a:lnTo>
                    <a:pt x="1851346" y="79428"/>
                  </a:lnTo>
                  <a:lnTo>
                    <a:pt x="1895502" y="81322"/>
                  </a:lnTo>
                  <a:lnTo>
                    <a:pt x="1938211" y="83154"/>
                  </a:lnTo>
                  <a:lnTo>
                    <a:pt x="1979563" y="84929"/>
                  </a:lnTo>
                  <a:lnTo>
                    <a:pt x="2019643" y="86648"/>
                  </a:lnTo>
                  <a:lnTo>
                    <a:pt x="2058527" y="88316"/>
                  </a:lnTo>
                  <a:lnTo>
                    <a:pt x="2096283" y="89936"/>
                  </a:lnTo>
                  <a:lnTo>
                    <a:pt x="2132975" y="91510"/>
                  </a:lnTo>
                  <a:lnTo>
                    <a:pt x="2168662" y="93042"/>
                  </a:lnTo>
                  <a:lnTo>
                    <a:pt x="2203397" y="94532"/>
                  </a:lnTo>
                  <a:lnTo>
                    <a:pt x="2237230" y="95983"/>
                  </a:lnTo>
                  <a:lnTo>
                    <a:pt x="2270207" y="97398"/>
                  </a:lnTo>
                  <a:lnTo>
                    <a:pt x="2302369" y="98778"/>
                  </a:lnTo>
                  <a:lnTo>
                    <a:pt x="2333755" y="100125"/>
                  </a:lnTo>
                  <a:lnTo>
                    <a:pt x="2364404" y="101439"/>
                  </a:lnTo>
                  <a:lnTo>
                    <a:pt x="2394347" y="102724"/>
                  </a:lnTo>
                  <a:lnTo>
                    <a:pt x="2423618" y="103980"/>
                  </a:lnTo>
                  <a:lnTo>
                    <a:pt x="2452246" y="105208"/>
                  </a:lnTo>
                  <a:lnTo>
                    <a:pt x="2480257" y="106410"/>
                  </a:lnTo>
                  <a:lnTo>
                    <a:pt x="2507679" y="107586"/>
                  </a:lnTo>
                  <a:lnTo>
                    <a:pt x="2534536" y="108739"/>
                  </a:lnTo>
                  <a:lnTo>
                    <a:pt x="2560850" y="109868"/>
                  </a:lnTo>
                  <a:lnTo>
                    <a:pt x="2586642" y="110974"/>
                  </a:lnTo>
                  <a:lnTo>
                    <a:pt x="2611934" y="112059"/>
                  </a:lnTo>
                  <a:lnTo>
                    <a:pt x="2636745" y="113124"/>
                  </a:lnTo>
                  <a:lnTo>
                    <a:pt x="2661091" y="114168"/>
                  </a:lnTo>
                  <a:lnTo>
                    <a:pt x="2684991" y="115194"/>
                  </a:lnTo>
                  <a:lnTo>
                    <a:pt x="2708460" y="11620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5118860" y="1626838"/>
              <a:ext cx="2708460" cy="525527"/>
            </a:xfrm>
            <a:custGeom>
              <a:avLst/>
              <a:pathLst>
                <a:path w="2708460" h="525527">
                  <a:moveTo>
                    <a:pt x="0" y="0"/>
                  </a:moveTo>
                  <a:lnTo>
                    <a:pt x="173923" y="33746"/>
                  </a:lnTo>
                  <a:lnTo>
                    <a:pt x="327335" y="63513"/>
                  </a:lnTo>
                  <a:lnTo>
                    <a:pt x="464566" y="90140"/>
                  </a:lnTo>
                  <a:lnTo>
                    <a:pt x="588707" y="114228"/>
                  </a:lnTo>
                  <a:lnTo>
                    <a:pt x="702039" y="136218"/>
                  </a:lnTo>
                  <a:lnTo>
                    <a:pt x="806294" y="156446"/>
                  </a:lnTo>
                  <a:lnTo>
                    <a:pt x="902820" y="175175"/>
                  </a:lnTo>
                  <a:lnTo>
                    <a:pt x="992682" y="192612"/>
                  </a:lnTo>
                  <a:lnTo>
                    <a:pt x="1076743" y="208922"/>
                  </a:lnTo>
                  <a:lnTo>
                    <a:pt x="1155707" y="224244"/>
                  </a:lnTo>
                  <a:lnTo>
                    <a:pt x="1230155" y="238689"/>
                  </a:lnTo>
                  <a:lnTo>
                    <a:pt x="1300577" y="252353"/>
                  </a:lnTo>
                  <a:lnTo>
                    <a:pt x="1367387" y="265316"/>
                  </a:lnTo>
                  <a:lnTo>
                    <a:pt x="1430935" y="277647"/>
                  </a:lnTo>
                  <a:lnTo>
                    <a:pt x="1491527" y="289404"/>
                  </a:lnTo>
                  <a:lnTo>
                    <a:pt x="1549426" y="300638"/>
                  </a:lnTo>
                  <a:lnTo>
                    <a:pt x="1604859" y="311394"/>
                  </a:lnTo>
                  <a:lnTo>
                    <a:pt x="1658030" y="321710"/>
                  </a:lnTo>
                  <a:lnTo>
                    <a:pt x="1709114" y="331622"/>
                  </a:lnTo>
                  <a:lnTo>
                    <a:pt x="1758271" y="341160"/>
                  </a:lnTo>
                  <a:lnTo>
                    <a:pt x="1805640" y="350351"/>
                  </a:lnTo>
                  <a:lnTo>
                    <a:pt x="1851346" y="359220"/>
                  </a:lnTo>
                  <a:lnTo>
                    <a:pt x="1895502" y="367788"/>
                  </a:lnTo>
                  <a:lnTo>
                    <a:pt x="1938211" y="376075"/>
                  </a:lnTo>
                  <a:lnTo>
                    <a:pt x="1979563" y="384098"/>
                  </a:lnTo>
                  <a:lnTo>
                    <a:pt x="2019643" y="391875"/>
                  </a:lnTo>
                  <a:lnTo>
                    <a:pt x="2058527" y="399420"/>
                  </a:lnTo>
                  <a:lnTo>
                    <a:pt x="2096283" y="406745"/>
                  </a:lnTo>
                  <a:lnTo>
                    <a:pt x="2132975" y="413865"/>
                  </a:lnTo>
                  <a:lnTo>
                    <a:pt x="2168662" y="420789"/>
                  </a:lnTo>
                  <a:lnTo>
                    <a:pt x="2203397" y="427529"/>
                  </a:lnTo>
                  <a:lnTo>
                    <a:pt x="2237230" y="434094"/>
                  </a:lnTo>
                  <a:lnTo>
                    <a:pt x="2270207" y="440492"/>
                  </a:lnTo>
                  <a:lnTo>
                    <a:pt x="2302369" y="446733"/>
                  </a:lnTo>
                  <a:lnTo>
                    <a:pt x="2333755" y="452823"/>
                  </a:lnTo>
                  <a:lnTo>
                    <a:pt x="2364404" y="458770"/>
                  </a:lnTo>
                  <a:lnTo>
                    <a:pt x="2394347" y="464580"/>
                  </a:lnTo>
                  <a:lnTo>
                    <a:pt x="2423618" y="470259"/>
                  </a:lnTo>
                  <a:lnTo>
                    <a:pt x="2452246" y="475814"/>
                  </a:lnTo>
                  <a:lnTo>
                    <a:pt x="2480257" y="481249"/>
                  </a:lnTo>
                  <a:lnTo>
                    <a:pt x="2507679" y="486570"/>
                  </a:lnTo>
                  <a:lnTo>
                    <a:pt x="2534536" y="491781"/>
                  </a:lnTo>
                  <a:lnTo>
                    <a:pt x="2560850" y="496886"/>
                  </a:lnTo>
                  <a:lnTo>
                    <a:pt x="2586642" y="501891"/>
                  </a:lnTo>
                  <a:lnTo>
                    <a:pt x="2611934" y="506798"/>
                  </a:lnTo>
                  <a:lnTo>
                    <a:pt x="2636745" y="511612"/>
                  </a:lnTo>
                  <a:lnTo>
                    <a:pt x="2661091" y="516336"/>
                  </a:lnTo>
                  <a:lnTo>
                    <a:pt x="2684991" y="520974"/>
                  </a:lnTo>
                  <a:lnTo>
                    <a:pt x="2708460" y="525527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5118860" y="2268259"/>
              <a:ext cx="2708460" cy="74539"/>
            </a:xfrm>
            <a:custGeom>
              <a:avLst/>
              <a:pathLst>
                <a:path w="2708460" h="74539">
                  <a:moveTo>
                    <a:pt x="0" y="0"/>
                  </a:moveTo>
                  <a:lnTo>
                    <a:pt x="173923" y="4786"/>
                  </a:lnTo>
                  <a:lnTo>
                    <a:pt x="327335" y="9008"/>
                  </a:lnTo>
                  <a:lnTo>
                    <a:pt x="464566" y="12785"/>
                  </a:lnTo>
                  <a:lnTo>
                    <a:pt x="588707" y="16201"/>
                  </a:lnTo>
                  <a:lnTo>
                    <a:pt x="702039" y="19320"/>
                  </a:lnTo>
                  <a:lnTo>
                    <a:pt x="806294" y="22189"/>
                  </a:lnTo>
                  <a:lnTo>
                    <a:pt x="902820" y="24846"/>
                  </a:lnTo>
                  <a:lnTo>
                    <a:pt x="992682" y="27319"/>
                  </a:lnTo>
                  <a:lnTo>
                    <a:pt x="1076743" y="29632"/>
                  </a:lnTo>
                  <a:lnTo>
                    <a:pt x="1155707" y="31806"/>
                  </a:lnTo>
                  <a:lnTo>
                    <a:pt x="1230155" y="33854"/>
                  </a:lnTo>
                  <a:lnTo>
                    <a:pt x="1300577" y="35793"/>
                  </a:lnTo>
                  <a:lnTo>
                    <a:pt x="1367387" y="37631"/>
                  </a:lnTo>
                  <a:lnTo>
                    <a:pt x="1430935" y="39380"/>
                  </a:lnTo>
                  <a:lnTo>
                    <a:pt x="1491527" y="41048"/>
                  </a:lnTo>
                  <a:lnTo>
                    <a:pt x="1549426" y="42641"/>
                  </a:lnTo>
                  <a:lnTo>
                    <a:pt x="1604859" y="44167"/>
                  </a:lnTo>
                  <a:lnTo>
                    <a:pt x="1658030" y="45630"/>
                  </a:lnTo>
                  <a:lnTo>
                    <a:pt x="1709114" y="47036"/>
                  </a:lnTo>
                  <a:lnTo>
                    <a:pt x="1758271" y="48389"/>
                  </a:lnTo>
                  <a:lnTo>
                    <a:pt x="1805640" y="49692"/>
                  </a:lnTo>
                  <a:lnTo>
                    <a:pt x="1851346" y="50950"/>
                  </a:lnTo>
                  <a:lnTo>
                    <a:pt x="1895502" y="52165"/>
                  </a:lnTo>
                  <a:lnTo>
                    <a:pt x="1938211" y="53341"/>
                  </a:lnTo>
                  <a:lnTo>
                    <a:pt x="1979563" y="54479"/>
                  </a:lnTo>
                  <a:lnTo>
                    <a:pt x="2019643" y="55582"/>
                  </a:lnTo>
                  <a:lnTo>
                    <a:pt x="2058527" y="56652"/>
                  </a:lnTo>
                  <a:lnTo>
                    <a:pt x="2096283" y="57691"/>
                  </a:lnTo>
                  <a:lnTo>
                    <a:pt x="2132975" y="58701"/>
                  </a:lnTo>
                  <a:lnTo>
                    <a:pt x="2168662" y="59683"/>
                  </a:lnTo>
                  <a:lnTo>
                    <a:pt x="2203397" y="60639"/>
                  </a:lnTo>
                  <a:lnTo>
                    <a:pt x="2237230" y="61570"/>
                  </a:lnTo>
                  <a:lnTo>
                    <a:pt x="2270207" y="62478"/>
                  </a:lnTo>
                  <a:lnTo>
                    <a:pt x="2302369" y="63363"/>
                  </a:lnTo>
                  <a:lnTo>
                    <a:pt x="2333755" y="64227"/>
                  </a:lnTo>
                  <a:lnTo>
                    <a:pt x="2364404" y="65070"/>
                  </a:lnTo>
                  <a:lnTo>
                    <a:pt x="2394347" y="65894"/>
                  </a:lnTo>
                  <a:lnTo>
                    <a:pt x="2423618" y="66700"/>
                  </a:lnTo>
                  <a:lnTo>
                    <a:pt x="2452246" y="67487"/>
                  </a:lnTo>
                  <a:lnTo>
                    <a:pt x="2480257" y="68258"/>
                  </a:lnTo>
                  <a:lnTo>
                    <a:pt x="2507679" y="69013"/>
                  </a:lnTo>
                  <a:lnTo>
                    <a:pt x="2534536" y="69752"/>
                  </a:lnTo>
                  <a:lnTo>
                    <a:pt x="2560850" y="70476"/>
                  </a:lnTo>
                  <a:lnTo>
                    <a:pt x="2586642" y="71186"/>
                  </a:lnTo>
                  <a:lnTo>
                    <a:pt x="2611934" y="71882"/>
                  </a:lnTo>
                  <a:lnTo>
                    <a:pt x="2636745" y="72565"/>
                  </a:lnTo>
                  <a:lnTo>
                    <a:pt x="2661091" y="73235"/>
                  </a:lnTo>
                  <a:lnTo>
                    <a:pt x="2684991" y="73893"/>
                  </a:lnTo>
                  <a:lnTo>
                    <a:pt x="2708460" y="7453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5118860" y="2137900"/>
              <a:ext cx="2708460" cy="103971"/>
            </a:xfrm>
            <a:custGeom>
              <a:avLst/>
              <a:pathLst>
                <a:path w="2708460" h="103971">
                  <a:moveTo>
                    <a:pt x="0" y="103971"/>
                  </a:moveTo>
                  <a:lnTo>
                    <a:pt x="173923" y="97294"/>
                  </a:lnTo>
                  <a:lnTo>
                    <a:pt x="327335" y="91405"/>
                  </a:lnTo>
                  <a:lnTo>
                    <a:pt x="464566" y="86137"/>
                  </a:lnTo>
                  <a:lnTo>
                    <a:pt x="588707" y="81372"/>
                  </a:lnTo>
                  <a:lnTo>
                    <a:pt x="702039" y="77021"/>
                  </a:lnTo>
                  <a:lnTo>
                    <a:pt x="806294" y="73019"/>
                  </a:lnTo>
                  <a:lnTo>
                    <a:pt x="902820" y="69314"/>
                  </a:lnTo>
                  <a:lnTo>
                    <a:pt x="992682" y="65864"/>
                  </a:lnTo>
                  <a:lnTo>
                    <a:pt x="1076743" y="62637"/>
                  </a:lnTo>
                  <a:lnTo>
                    <a:pt x="1155707" y="59606"/>
                  </a:lnTo>
                  <a:lnTo>
                    <a:pt x="1230155" y="56748"/>
                  </a:lnTo>
                  <a:lnTo>
                    <a:pt x="1300577" y="54045"/>
                  </a:lnTo>
                  <a:lnTo>
                    <a:pt x="1367387" y="51480"/>
                  </a:lnTo>
                  <a:lnTo>
                    <a:pt x="1430935" y="49041"/>
                  </a:lnTo>
                  <a:lnTo>
                    <a:pt x="1491527" y="46715"/>
                  </a:lnTo>
                  <a:lnTo>
                    <a:pt x="1549426" y="44492"/>
                  </a:lnTo>
                  <a:lnTo>
                    <a:pt x="1604859" y="42364"/>
                  </a:lnTo>
                  <a:lnTo>
                    <a:pt x="1658030" y="40323"/>
                  </a:lnTo>
                  <a:lnTo>
                    <a:pt x="1709114" y="38362"/>
                  </a:lnTo>
                  <a:lnTo>
                    <a:pt x="1758271" y="36475"/>
                  </a:lnTo>
                  <a:lnTo>
                    <a:pt x="1805640" y="34657"/>
                  </a:lnTo>
                  <a:lnTo>
                    <a:pt x="1851346" y="32902"/>
                  </a:lnTo>
                  <a:lnTo>
                    <a:pt x="1895502" y="31207"/>
                  </a:lnTo>
                  <a:lnTo>
                    <a:pt x="1938211" y="29568"/>
                  </a:lnTo>
                  <a:lnTo>
                    <a:pt x="1979563" y="27980"/>
                  </a:lnTo>
                  <a:lnTo>
                    <a:pt x="2019643" y="26442"/>
                  </a:lnTo>
                  <a:lnTo>
                    <a:pt x="2058527" y="24949"/>
                  </a:lnTo>
                  <a:lnTo>
                    <a:pt x="2096283" y="23500"/>
                  </a:lnTo>
                  <a:lnTo>
                    <a:pt x="2132975" y="22091"/>
                  </a:lnTo>
                  <a:lnTo>
                    <a:pt x="2168662" y="20721"/>
                  </a:lnTo>
                  <a:lnTo>
                    <a:pt x="2203397" y="19388"/>
                  </a:lnTo>
                  <a:lnTo>
                    <a:pt x="2237230" y="18089"/>
                  </a:lnTo>
                  <a:lnTo>
                    <a:pt x="2270207" y="16823"/>
                  </a:lnTo>
                  <a:lnTo>
                    <a:pt x="2302369" y="15588"/>
                  </a:lnTo>
                  <a:lnTo>
                    <a:pt x="2333755" y="14384"/>
                  </a:lnTo>
                  <a:lnTo>
                    <a:pt x="2364404" y="13207"/>
                  </a:lnTo>
                  <a:lnTo>
                    <a:pt x="2394347" y="12058"/>
                  </a:lnTo>
                  <a:lnTo>
                    <a:pt x="2423618" y="10934"/>
                  </a:lnTo>
                  <a:lnTo>
                    <a:pt x="2452246" y="9835"/>
                  </a:lnTo>
                  <a:lnTo>
                    <a:pt x="2480257" y="8760"/>
                  </a:lnTo>
                  <a:lnTo>
                    <a:pt x="2507679" y="7707"/>
                  </a:lnTo>
                  <a:lnTo>
                    <a:pt x="2534536" y="6676"/>
                  </a:lnTo>
                  <a:lnTo>
                    <a:pt x="2560850" y="5666"/>
                  </a:lnTo>
                  <a:lnTo>
                    <a:pt x="2586642" y="4676"/>
                  </a:lnTo>
                  <a:lnTo>
                    <a:pt x="2611934" y="3705"/>
                  </a:lnTo>
                  <a:lnTo>
                    <a:pt x="2636745" y="2752"/>
                  </a:lnTo>
                  <a:lnTo>
                    <a:pt x="2661091" y="1818"/>
                  </a:lnTo>
                  <a:lnTo>
                    <a:pt x="2684991" y="900"/>
                  </a:lnTo>
                  <a:lnTo>
                    <a:pt x="270846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5118860" y="2071050"/>
              <a:ext cx="2708460" cy="199607"/>
            </a:xfrm>
            <a:custGeom>
              <a:avLst/>
              <a:pathLst>
                <a:path w="2708460" h="199607">
                  <a:moveTo>
                    <a:pt x="0" y="199607"/>
                  </a:moveTo>
                  <a:lnTo>
                    <a:pt x="173923" y="186789"/>
                  </a:lnTo>
                  <a:lnTo>
                    <a:pt x="327335" y="175483"/>
                  </a:lnTo>
                  <a:lnTo>
                    <a:pt x="464566" y="165369"/>
                  </a:lnTo>
                  <a:lnTo>
                    <a:pt x="588707" y="156220"/>
                  </a:lnTo>
                  <a:lnTo>
                    <a:pt x="702039" y="147868"/>
                  </a:lnTo>
                  <a:lnTo>
                    <a:pt x="806294" y="140185"/>
                  </a:lnTo>
                  <a:lnTo>
                    <a:pt x="902820" y="133071"/>
                  </a:lnTo>
                  <a:lnTo>
                    <a:pt x="992682" y="126448"/>
                  </a:lnTo>
                  <a:lnTo>
                    <a:pt x="1076743" y="120253"/>
                  </a:lnTo>
                  <a:lnTo>
                    <a:pt x="1155707" y="114434"/>
                  </a:lnTo>
                  <a:lnTo>
                    <a:pt x="1230155" y="108947"/>
                  </a:lnTo>
                  <a:lnTo>
                    <a:pt x="1300577" y="103757"/>
                  </a:lnTo>
                  <a:lnTo>
                    <a:pt x="1367387" y="98834"/>
                  </a:lnTo>
                  <a:lnTo>
                    <a:pt x="1430935" y="94150"/>
                  </a:lnTo>
                  <a:lnTo>
                    <a:pt x="1491527" y="89685"/>
                  </a:lnTo>
                  <a:lnTo>
                    <a:pt x="1549426" y="85418"/>
                  </a:lnTo>
                  <a:lnTo>
                    <a:pt x="1604859" y="81332"/>
                  </a:lnTo>
                  <a:lnTo>
                    <a:pt x="1658030" y="77414"/>
                  </a:lnTo>
                  <a:lnTo>
                    <a:pt x="1709114" y="73649"/>
                  </a:lnTo>
                  <a:lnTo>
                    <a:pt x="1758271" y="70026"/>
                  </a:lnTo>
                  <a:lnTo>
                    <a:pt x="1805640" y="66535"/>
                  </a:lnTo>
                  <a:lnTo>
                    <a:pt x="1851346" y="63167"/>
                  </a:lnTo>
                  <a:lnTo>
                    <a:pt x="1895502" y="59913"/>
                  </a:lnTo>
                  <a:lnTo>
                    <a:pt x="1938211" y="56765"/>
                  </a:lnTo>
                  <a:lnTo>
                    <a:pt x="1979563" y="53718"/>
                  </a:lnTo>
                  <a:lnTo>
                    <a:pt x="2019643" y="50764"/>
                  </a:lnTo>
                  <a:lnTo>
                    <a:pt x="2058527" y="47898"/>
                  </a:lnTo>
                  <a:lnTo>
                    <a:pt x="2096283" y="45116"/>
                  </a:lnTo>
                  <a:lnTo>
                    <a:pt x="2132975" y="42411"/>
                  </a:lnTo>
                  <a:lnTo>
                    <a:pt x="2168662" y="39781"/>
                  </a:lnTo>
                  <a:lnTo>
                    <a:pt x="2203397" y="37221"/>
                  </a:lnTo>
                  <a:lnTo>
                    <a:pt x="2237230" y="34728"/>
                  </a:lnTo>
                  <a:lnTo>
                    <a:pt x="2270207" y="32298"/>
                  </a:lnTo>
                  <a:lnTo>
                    <a:pt x="2302369" y="29928"/>
                  </a:lnTo>
                  <a:lnTo>
                    <a:pt x="2333755" y="27614"/>
                  </a:lnTo>
                  <a:lnTo>
                    <a:pt x="2364404" y="25356"/>
                  </a:lnTo>
                  <a:lnTo>
                    <a:pt x="2394347" y="23149"/>
                  </a:lnTo>
                  <a:lnTo>
                    <a:pt x="2423618" y="20992"/>
                  </a:lnTo>
                  <a:lnTo>
                    <a:pt x="2452246" y="18882"/>
                  </a:lnTo>
                  <a:lnTo>
                    <a:pt x="2480257" y="16817"/>
                  </a:lnTo>
                  <a:lnTo>
                    <a:pt x="2507679" y="14797"/>
                  </a:lnTo>
                  <a:lnTo>
                    <a:pt x="2534536" y="12817"/>
                  </a:lnTo>
                  <a:lnTo>
                    <a:pt x="2560850" y="10878"/>
                  </a:lnTo>
                  <a:lnTo>
                    <a:pt x="2586642" y="8977"/>
                  </a:lnTo>
                  <a:lnTo>
                    <a:pt x="2611934" y="7113"/>
                  </a:lnTo>
                  <a:lnTo>
                    <a:pt x="2636745" y="5285"/>
                  </a:lnTo>
                  <a:lnTo>
                    <a:pt x="2661091" y="3490"/>
                  </a:lnTo>
                  <a:lnTo>
                    <a:pt x="2684991" y="1729"/>
                  </a:lnTo>
                  <a:lnTo>
                    <a:pt x="270846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5118860" y="1946368"/>
              <a:ext cx="2708460" cy="55258"/>
            </a:xfrm>
            <a:custGeom>
              <a:avLst/>
              <a:pathLst>
                <a:path w="2708460" h="55258">
                  <a:moveTo>
                    <a:pt x="0" y="0"/>
                  </a:moveTo>
                  <a:lnTo>
                    <a:pt x="173923" y="3548"/>
                  </a:lnTo>
                  <a:lnTo>
                    <a:pt x="327335" y="6678"/>
                  </a:lnTo>
                  <a:lnTo>
                    <a:pt x="464566" y="9478"/>
                  </a:lnTo>
                  <a:lnTo>
                    <a:pt x="588707" y="12010"/>
                  </a:lnTo>
                  <a:lnTo>
                    <a:pt x="702039" y="14323"/>
                  </a:lnTo>
                  <a:lnTo>
                    <a:pt x="806294" y="16450"/>
                  </a:lnTo>
                  <a:lnTo>
                    <a:pt x="902820" y="18419"/>
                  </a:lnTo>
                  <a:lnTo>
                    <a:pt x="992682" y="20252"/>
                  </a:lnTo>
                  <a:lnTo>
                    <a:pt x="1076743" y="21968"/>
                  </a:lnTo>
                  <a:lnTo>
                    <a:pt x="1155707" y="23579"/>
                  </a:lnTo>
                  <a:lnTo>
                    <a:pt x="1230155" y="25097"/>
                  </a:lnTo>
                  <a:lnTo>
                    <a:pt x="1300577" y="26534"/>
                  </a:lnTo>
                  <a:lnTo>
                    <a:pt x="1367387" y="27897"/>
                  </a:lnTo>
                  <a:lnTo>
                    <a:pt x="1430935" y="29194"/>
                  </a:lnTo>
                  <a:lnTo>
                    <a:pt x="1491527" y="30430"/>
                  </a:lnTo>
                  <a:lnTo>
                    <a:pt x="1549426" y="31611"/>
                  </a:lnTo>
                  <a:lnTo>
                    <a:pt x="1604859" y="32742"/>
                  </a:lnTo>
                  <a:lnTo>
                    <a:pt x="1658030" y="33827"/>
                  </a:lnTo>
                  <a:lnTo>
                    <a:pt x="1709114" y="34869"/>
                  </a:lnTo>
                  <a:lnTo>
                    <a:pt x="1758271" y="35872"/>
                  </a:lnTo>
                  <a:lnTo>
                    <a:pt x="1805640" y="36839"/>
                  </a:lnTo>
                  <a:lnTo>
                    <a:pt x="1851346" y="37771"/>
                  </a:lnTo>
                  <a:lnTo>
                    <a:pt x="1895502" y="38672"/>
                  </a:lnTo>
                  <a:lnTo>
                    <a:pt x="1938211" y="39543"/>
                  </a:lnTo>
                  <a:lnTo>
                    <a:pt x="1979563" y="40387"/>
                  </a:lnTo>
                  <a:lnTo>
                    <a:pt x="2019643" y="41205"/>
                  </a:lnTo>
                  <a:lnTo>
                    <a:pt x="2058527" y="41998"/>
                  </a:lnTo>
                  <a:lnTo>
                    <a:pt x="2096283" y="42768"/>
                  </a:lnTo>
                  <a:lnTo>
                    <a:pt x="2132975" y="43517"/>
                  </a:lnTo>
                  <a:lnTo>
                    <a:pt x="2168662" y="44245"/>
                  </a:lnTo>
                  <a:lnTo>
                    <a:pt x="2203397" y="44954"/>
                  </a:lnTo>
                  <a:lnTo>
                    <a:pt x="2237230" y="45644"/>
                  </a:lnTo>
                  <a:lnTo>
                    <a:pt x="2270207" y="46317"/>
                  </a:lnTo>
                  <a:lnTo>
                    <a:pt x="2302369" y="46973"/>
                  </a:lnTo>
                  <a:lnTo>
                    <a:pt x="2333755" y="47613"/>
                  </a:lnTo>
                  <a:lnTo>
                    <a:pt x="2364404" y="48239"/>
                  </a:lnTo>
                  <a:lnTo>
                    <a:pt x="2394347" y="48850"/>
                  </a:lnTo>
                  <a:lnTo>
                    <a:pt x="2423618" y="49447"/>
                  </a:lnTo>
                  <a:lnTo>
                    <a:pt x="2452246" y="50031"/>
                  </a:lnTo>
                  <a:lnTo>
                    <a:pt x="2480257" y="50602"/>
                  </a:lnTo>
                  <a:lnTo>
                    <a:pt x="2507679" y="51162"/>
                  </a:lnTo>
                  <a:lnTo>
                    <a:pt x="2534536" y="51710"/>
                  </a:lnTo>
                  <a:lnTo>
                    <a:pt x="2560850" y="52247"/>
                  </a:lnTo>
                  <a:lnTo>
                    <a:pt x="2586642" y="52773"/>
                  </a:lnTo>
                  <a:lnTo>
                    <a:pt x="2611934" y="53289"/>
                  </a:lnTo>
                  <a:lnTo>
                    <a:pt x="2636745" y="53795"/>
                  </a:lnTo>
                  <a:lnTo>
                    <a:pt x="2661091" y="54292"/>
                  </a:lnTo>
                  <a:lnTo>
                    <a:pt x="2684991" y="54779"/>
                  </a:lnTo>
                  <a:lnTo>
                    <a:pt x="2708460" y="55258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5118860" y="1744545"/>
              <a:ext cx="2708460" cy="490283"/>
            </a:xfrm>
            <a:custGeom>
              <a:avLst/>
              <a:pathLst>
                <a:path w="2708460" h="490283">
                  <a:moveTo>
                    <a:pt x="0" y="0"/>
                  </a:moveTo>
                  <a:lnTo>
                    <a:pt x="173923" y="31483"/>
                  </a:lnTo>
                  <a:lnTo>
                    <a:pt x="327335" y="59253"/>
                  </a:lnTo>
                  <a:lnTo>
                    <a:pt x="464566" y="84095"/>
                  </a:lnTo>
                  <a:lnTo>
                    <a:pt x="588707" y="106567"/>
                  </a:lnTo>
                  <a:lnTo>
                    <a:pt x="702039" y="127082"/>
                  </a:lnTo>
                  <a:lnTo>
                    <a:pt x="806294" y="145954"/>
                  </a:lnTo>
                  <a:lnTo>
                    <a:pt x="902820" y="163427"/>
                  </a:lnTo>
                  <a:lnTo>
                    <a:pt x="992682" y="179694"/>
                  </a:lnTo>
                  <a:lnTo>
                    <a:pt x="1076743" y="194911"/>
                  </a:lnTo>
                  <a:lnTo>
                    <a:pt x="1155707" y="209205"/>
                  </a:lnTo>
                  <a:lnTo>
                    <a:pt x="1230155" y="222681"/>
                  </a:lnTo>
                  <a:lnTo>
                    <a:pt x="1300577" y="235429"/>
                  </a:lnTo>
                  <a:lnTo>
                    <a:pt x="1367387" y="247523"/>
                  </a:lnTo>
                  <a:lnTo>
                    <a:pt x="1430935" y="259026"/>
                  </a:lnTo>
                  <a:lnTo>
                    <a:pt x="1491527" y="269995"/>
                  </a:lnTo>
                  <a:lnTo>
                    <a:pt x="1549426" y="280475"/>
                  </a:lnTo>
                  <a:lnTo>
                    <a:pt x="1604859" y="290510"/>
                  </a:lnTo>
                  <a:lnTo>
                    <a:pt x="1658030" y="300135"/>
                  </a:lnTo>
                  <a:lnTo>
                    <a:pt x="1709114" y="309382"/>
                  </a:lnTo>
                  <a:lnTo>
                    <a:pt x="1758271" y="318280"/>
                  </a:lnTo>
                  <a:lnTo>
                    <a:pt x="1805640" y="326855"/>
                  </a:lnTo>
                  <a:lnTo>
                    <a:pt x="1851346" y="335129"/>
                  </a:lnTo>
                  <a:lnTo>
                    <a:pt x="1895502" y="343122"/>
                  </a:lnTo>
                  <a:lnTo>
                    <a:pt x="1938211" y="350853"/>
                  </a:lnTo>
                  <a:lnTo>
                    <a:pt x="1979563" y="358338"/>
                  </a:lnTo>
                  <a:lnTo>
                    <a:pt x="2019643" y="365594"/>
                  </a:lnTo>
                  <a:lnTo>
                    <a:pt x="2058527" y="372632"/>
                  </a:lnTo>
                  <a:lnTo>
                    <a:pt x="2096283" y="379467"/>
                  </a:lnTo>
                  <a:lnTo>
                    <a:pt x="2132975" y="386109"/>
                  </a:lnTo>
                  <a:lnTo>
                    <a:pt x="2168662" y="392569"/>
                  </a:lnTo>
                  <a:lnTo>
                    <a:pt x="2203397" y="398857"/>
                  </a:lnTo>
                  <a:lnTo>
                    <a:pt x="2237230" y="404981"/>
                  </a:lnTo>
                  <a:lnTo>
                    <a:pt x="2270207" y="410950"/>
                  </a:lnTo>
                  <a:lnTo>
                    <a:pt x="2302369" y="416772"/>
                  </a:lnTo>
                  <a:lnTo>
                    <a:pt x="2333755" y="422454"/>
                  </a:lnTo>
                  <a:lnTo>
                    <a:pt x="2364404" y="428002"/>
                  </a:lnTo>
                  <a:lnTo>
                    <a:pt x="2394347" y="433422"/>
                  </a:lnTo>
                  <a:lnTo>
                    <a:pt x="2423618" y="438721"/>
                  </a:lnTo>
                  <a:lnTo>
                    <a:pt x="2452246" y="443903"/>
                  </a:lnTo>
                  <a:lnTo>
                    <a:pt x="2480257" y="448974"/>
                  </a:lnTo>
                  <a:lnTo>
                    <a:pt x="2507679" y="453937"/>
                  </a:lnTo>
                  <a:lnTo>
                    <a:pt x="2534536" y="458799"/>
                  </a:lnTo>
                  <a:lnTo>
                    <a:pt x="2560850" y="463562"/>
                  </a:lnTo>
                  <a:lnTo>
                    <a:pt x="2586642" y="468231"/>
                  </a:lnTo>
                  <a:lnTo>
                    <a:pt x="2611934" y="472810"/>
                  </a:lnTo>
                  <a:lnTo>
                    <a:pt x="2636745" y="477301"/>
                  </a:lnTo>
                  <a:lnTo>
                    <a:pt x="2661091" y="481708"/>
                  </a:lnTo>
                  <a:lnTo>
                    <a:pt x="2684991" y="486034"/>
                  </a:lnTo>
                  <a:lnTo>
                    <a:pt x="2708460" y="49028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5118860" y="2395697"/>
              <a:ext cx="2708460" cy="46222"/>
            </a:xfrm>
            <a:custGeom>
              <a:avLst/>
              <a:pathLst>
                <a:path w="2708460" h="46222">
                  <a:moveTo>
                    <a:pt x="0" y="0"/>
                  </a:moveTo>
                  <a:lnTo>
                    <a:pt x="173923" y="2968"/>
                  </a:lnTo>
                  <a:lnTo>
                    <a:pt x="327335" y="5586"/>
                  </a:lnTo>
                  <a:lnTo>
                    <a:pt x="464566" y="7928"/>
                  </a:lnTo>
                  <a:lnTo>
                    <a:pt x="588707" y="10046"/>
                  </a:lnTo>
                  <a:lnTo>
                    <a:pt x="702039" y="11980"/>
                  </a:lnTo>
                  <a:lnTo>
                    <a:pt x="806294" y="13760"/>
                  </a:lnTo>
                  <a:lnTo>
                    <a:pt x="902820" y="15407"/>
                  </a:lnTo>
                  <a:lnTo>
                    <a:pt x="992682" y="16940"/>
                  </a:lnTo>
                  <a:lnTo>
                    <a:pt x="1076743" y="18375"/>
                  </a:lnTo>
                  <a:lnTo>
                    <a:pt x="1155707" y="19723"/>
                  </a:lnTo>
                  <a:lnTo>
                    <a:pt x="1230155" y="20993"/>
                  </a:lnTo>
                  <a:lnTo>
                    <a:pt x="1300577" y="22195"/>
                  </a:lnTo>
                  <a:lnTo>
                    <a:pt x="1367387" y="23335"/>
                  </a:lnTo>
                  <a:lnTo>
                    <a:pt x="1430935" y="24420"/>
                  </a:lnTo>
                  <a:lnTo>
                    <a:pt x="1491527" y="25454"/>
                  </a:lnTo>
                  <a:lnTo>
                    <a:pt x="1549426" y="26442"/>
                  </a:lnTo>
                  <a:lnTo>
                    <a:pt x="1604859" y="27388"/>
                  </a:lnTo>
                  <a:lnTo>
                    <a:pt x="1658030" y="28295"/>
                  </a:lnTo>
                  <a:lnTo>
                    <a:pt x="1709114" y="29167"/>
                  </a:lnTo>
                  <a:lnTo>
                    <a:pt x="1758271" y="30006"/>
                  </a:lnTo>
                  <a:lnTo>
                    <a:pt x="1805640" y="30814"/>
                  </a:lnTo>
                  <a:lnTo>
                    <a:pt x="1851346" y="31594"/>
                  </a:lnTo>
                  <a:lnTo>
                    <a:pt x="1895502" y="32348"/>
                  </a:lnTo>
                  <a:lnTo>
                    <a:pt x="1938211" y="33077"/>
                  </a:lnTo>
                  <a:lnTo>
                    <a:pt x="1979563" y="33782"/>
                  </a:lnTo>
                  <a:lnTo>
                    <a:pt x="2019643" y="34466"/>
                  </a:lnTo>
                  <a:lnTo>
                    <a:pt x="2058527" y="35130"/>
                  </a:lnTo>
                  <a:lnTo>
                    <a:pt x="2096283" y="35774"/>
                  </a:lnTo>
                  <a:lnTo>
                    <a:pt x="2132975" y="36401"/>
                  </a:lnTo>
                  <a:lnTo>
                    <a:pt x="2168662" y="37010"/>
                  </a:lnTo>
                  <a:lnTo>
                    <a:pt x="2203397" y="37602"/>
                  </a:lnTo>
                  <a:lnTo>
                    <a:pt x="2237230" y="38180"/>
                  </a:lnTo>
                  <a:lnTo>
                    <a:pt x="2270207" y="38742"/>
                  </a:lnTo>
                  <a:lnTo>
                    <a:pt x="2302369" y="39291"/>
                  </a:lnTo>
                  <a:lnTo>
                    <a:pt x="2333755" y="39827"/>
                  </a:lnTo>
                  <a:lnTo>
                    <a:pt x="2364404" y="40350"/>
                  </a:lnTo>
                  <a:lnTo>
                    <a:pt x="2394347" y="40861"/>
                  </a:lnTo>
                  <a:lnTo>
                    <a:pt x="2423618" y="41361"/>
                  </a:lnTo>
                  <a:lnTo>
                    <a:pt x="2452246" y="41849"/>
                  </a:lnTo>
                  <a:lnTo>
                    <a:pt x="2480257" y="42327"/>
                  </a:lnTo>
                  <a:lnTo>
                    <a:pt x="2507679" y="42795"/>
                  </a:lnTo>
                  <a:lnTo>
                    <a:pt x="2534536" y="43253"/>
                  </a:lnTo>
                  <a:lnTo>
                    <a:pt x="2560850" y="43703"/>
                  </a:lnTo>
                  <a:lnTo>
                    <a:pt x="2586642" y="44143"/>
                  </a:lnTo>
                  <a:lnTo>
                    <a:pt x="2611934" y="44574"/>
                  </a:lnTo>
                  <a:lnTo>
                    <a:pt x="2636745" y="44998"/>
                  </a:lnTo>
                  <a:lnTo>
                    <a:pt x="2661091" y="45413"/>
                  </a:lnTo>
                  <a:lnTo>
                    <a:pt x="2684991" y="45821"/>
                  </a:lnTo>
                  <a:lnTo>
                    <a:pt x="2708460" y="46222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5118860" y="2203398"/>
              <a:ext cx="2708460" cy="36976"/>
            </a:xfrm>
            <a:custGeom>
              <a:avLst/>
              <a:pathLst>
                <a:path w="2708460" h="36976">
                  <a:moveTo>
                    <a:pt x="0" y="36976"/>
                  </a:moveTo>
                  <a:lnTo>
                    <a:pt x="173923" y="34601"/>
                  </a:lnTo>
                  <a:lnTo>
                    <a:pt x="327335" y="32507"/>
                  </a:lnTo>
                  <a:lnTo>
                    <a:pt x="464566" y="30633"/>
                  </a:lnTo>
                  <a:lnTo>
                    <a:pt x="588707" y="28939"/>
                  </a:lnTo>
                  <a:lnTo>
                    <a:pt x="702039" y="27391"/>
                  </a:lnTo>
                  <a:lnTo>
                    <a:pt x="806294" y="25968"/>
                  </a:lnTo>
                  <a:lnTo>
                    <a:pt x="902820" y="24650"/>
                  </a:lnTo>
                  <a:lnTo>
                    <a:pt x="992682" y="23423"/>
                  </a:lnTo>
                  <a:lnTo>
                    <a:pt x="1076743" y="22276"/>
                  </a:lnTo>
                  <a:lnTo>
                    <a:pt x="1155707" y="21198"/>
                  </a:lnTo>
                  <a:lnTo>
                    <a:pt x="1230155" y="20181"/>
                  </a:lnTo>
                  <a:lnTo>
                    <a:pt x="1300577" y="19220"/>
                  </a:lnTo>
                  <a:lnTo>
                    <a:pt x="1367387" y="18308"/>
                  </a:lnTo>
                  <a:lnTo>
                    <a:pt x="1430935" y="17440"/>
                  </a:lnTo>
                  <a:lnTo>
                    <a:pt x="1491527" y="16613"/>
                  </a:lnTo>
                  <a:lnTo>
                    <a:pt x="1549426" y="15823"/>
                  </a:lnTo>
                  <a:lnTo>
                    <a:pt x="1604859" y="15066"/>
                  </a:lnTo>
                  <a:lnTo>
                    <a:pt x="1658030" y="14340"/>
                  </a:lnTo>
                  <a:lnTo>
                    <a:pt x="1709114" y="13643"/>
                  </a:lnTo>
                  <a:lnTo>
                    <a:pt x="1758271" y="12972"/>
                  </a:lnTo>
                  <a:lnTo>
                    <a:pt x="1805640" y="12325"/>
                  </a:lnTo>
                  <a:lnTo>
                    <a:pt x="1851346" y="11701"/>
                  </a:lnTo>
                  <a:lnTo>
                    <a:pt x="1895502" y="11098"/>
                  </a:lnTo>
                  <a:lnTo>
                    <a:pt x="1938211" y="10515"/>
                  </a:lnTo>
                  <a:lnTo>
                    <a:pt x="1979563" y="9950"/>
                  </a:lnTo>
                  <a:lnTo>
                    <a:pt x="2019643" y="9403"/>
                  </a:lnTo>
                  <a:lnTo>
                    <a:pt x="2058527" y="8872"/>
                  </a:lnTo>
                  <a:lnTo>
                    <a:pt x="2096283" y="8357"/>
                  </a:lnTo>
                  <a:lnTo>
                    <a:pt x="2132975" y="7856"/>
                  </a:lnTo>
                  <a:lnTo>
                    <a:pt x="2168662" y="7369"/>
                  </a:lnTo>
                  <a:lnTo>
                    <a:pt x="2203397" y="6895"/>
                  </a:lnTo>
                  <a:lnTo>
                    <a:pt x="2237230" y="6433"/>
                  </a:lnTo>
                  <a:lnTo>
                    <a:pt x="2270207" y="5983"/>
                  </a:lnTo>
                  <a:lnTo>
                    <a:pt x="2302369" y="5543"/>
                  </a:lnTo>
                  <a:lnTo>
                    <a:pt x="2333755" y="5115"/>
                  </a:lnTo>
                  <a:lnTo>
                    <a:pt x="2364404" y="4697"/>
                  </a:lnTo>
                  <a:lnTo>
                    <a:pt x="2394347" y="4288"/>
                  </a:lnTo>
                  <a:lnTo>
                    <a:pt x="2423618" y="3888"/>
                  </a:lnTo>
                  <a:lnTo>
                    <a:pt x="2452246" y="3497"/>
                  </a:lnTo>
                  <a:lnTo>
                    <a:pt x="2480257" y="3115"/>
                  </a:lnTo>
                  <a:lnTo>
                    <a:pt x="2507679" y="2741"/>
                  </a:lnTo>
                  <a:lnTo>
                    <a:pt x="2534536" y="2374"/>
                  </a:lnTo>
                  <a:lnTo>
                    <a:pt x="2560850" y="2015"/>
                  </a:lnTo>
                  <a:lnTo>
                    <a:pt x="2586642" y="1663"/>
                  </a:lnTo>
                  <a:lnTo>
                    <a:pt x="2611934" y="1317"/>
                  </a:lnTo>
                  <a:lnTo>
                    <a:pt x="2636745" y="979"/>
                  </a:lnTo>
                  <a:lnTo>
                    <a:pt x="2661091" y="646"/>
                  </a:lnTo>
                  <a:lnTo>
                    <a:pt x="2684991" y="320"/>
                  </a:lnTo>
                  <a:lnTo>
                    <a:pt x="270846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5118860" y="2124408"/>
              <a:ext cx="2708460" cy="58041"/>
            </a:xfrm>
            <a:custGeom>
              <a:avLst/>
              <a:pathLst>
                <a:path w="2708460" h="58041">
                  <a:moveTo>
                    <a:pt x="0" y="0"/>
                  </a:moveTo>
                  <a:lnTo>
                    <a:pt x="173923" y="3727"/>
                  </a:lnTo>
                  <a:lnTo>
                    <a:pt x="327335" y="7014"/>
                  </a:lnTo>
                  <a:lnTo>
                    <a:pt x="464566" y="9955"/>
                  </a:lnTo>
                  <a:lnTo>
                    <a:pt x="588707" y="12615"/>
                  </a:lnTo>
                  <a:lnTo>
                    <a:pt x="702039" y="15044"/>
                  </a:lnTo>
                  <a:lnTo>
                    <a:pt x="806294" y="17278"/>
                  </a:lnTo>
                  <a:lnTo>
                    <a:pt x="902820" y="19347"/>
                  </a:lnTo>
                  <a:lnTo>
                    <a:pt x="992682" y="21272"/>
                  </a:lnTo>
                  <a:lnTo>
                    <a:pt x="1076743" y="23074"/>
                  </a:lnTo>
                  <a:lnTo>
                    <a:pt x="1155707" y="24766"/>
                  </a:lnTo>
                  <a:lnTo>
                    <a:pt x="1230155" y="26361"/>
                  </a:lnTo>
                  <a:lnTo>
                    <a:pt x="1300577" y="27870"/>
                  </a:lnTo>
                  <a:lnTo>
                    <a:pt x="1367387" y="29302"/>
                  </a:lnTo>
                  <a:lnTo>
                    <a:pt x="1430935" y="30664"/>
                  </a:lnTo>
                  <a:lnTo>
                    <a:pt x="1491527" y="31962"/>
                  </a:lnTo>
                  <a:lnTo>
                    <a:pt x="1549426" y="33203"/>
                  </a:lnTo>
                  <a:lnTo>
                    <a:pt x="1604859" y="34391"/>
                  </a:lnTo>
                  <a:lnTo>
                    <a:pt x="1658030" y="35530"/>
                  </a:lnTo>
                  <a:lnTo>
                    <a:pt x="1709114" y="36625"/>
                  </a:lnTo>
                  <a:lnTo>
                    <a:pt x="1758271" y="37679"/>
                  </a:lnTo>
                  <a:lnTo>
                    <a:pt x="1805640" y="38694"/>
                  </a:lnTo>
                  <a:lnTo>
                    <a:pt x="1851346" y="39673"/>
                  </a:lnTo>
                  <a:lnTo>
                    <a:pt x="1895502" y="40619"/>
                  </a:lnTo>
                  <a:lnTo>
                    <a:pt x="1938211" y="41535"/>
                  </a:lnTo>
                  <a:lnTo>
                    <a:pt x="1979563" y="42421"/>
                  </a:lnTo>
                  <a:lnTo>
                    <a:pt x="2019643" y="43280"/>
                  </a:lnTo>
                  <a:lnTo>
                    <a:pt x="2058527" y="44113"/>
                  </a:lnTo>
                  <a:lnTo>
                    <a:pt x="2096283" y="44922"/>
                  </a:lnTo>
                  <a:lnTo>
                    <a:pt x="2132975" y="45708"/>
                  </a:lnTo>
                  <a:lnTo>
                    <a:pt x="2168662" y="46473"/>
                  </a:lnTo>
                  <a:lnTo>
                    <a:pt x="2203397" y="47218"/>
                  </a:lnTo>
                  <a:lnTo>
                    <a:pt x="2237230" y="47943"/>
                  </a:lnTo>
                  <a:lnTo>
                    <a:pt x="2270207" y="48649"/>
                  </a:lnTo>
                  <a:lnTo>
                    <a:pt x="2302369" y="49338"/>
                  </a:lnTo>
                  <a:lnTo>
                    <a:pt x="2333755" y="50011"/>
                  </a:lnTo>
                  <a:lnTo>
                    <a:pt x="2364404" y="50668"/>
                  </a:lnTo>
                  <a:lnTo>
                    <a:pt x="2394347" y="51310"/>
                  </a:lnTo>
                  <a:lnTo>
                    <a:pt x="2423618" y="51937"/>
                  </a:lnTo>
                  <a:lnTo>
                    <a:pt x="2452246" y="52550"/>
                  </a:lnTo>
                  <a:lnTo>
                    <a:pt x="2480257" y="53151"/>
                  </a:lnTo>
                  <a:lnTo>
                    <a:pt x="2507679" y="53738"/>
                  </a:lnTo>
                  <a:lnTo>
                    <a:pt x="2534536" y="54314"/>
                  </a:lnTo>
                  <a:lnTo>
                    <a:pt x="2560850" y="54878"/>
                  </a:lnTo>
                  <a:lnTo>
                    <a:pt x="2586642" y="55430"/>
                  </a:lnTo>
                  <a:lnTo>
                    <a:pt x="2611934" y="55972"/>
                  </a:lnTo>
                  <a:lnTo>
                    <a:pt x="2636745" y="56504"/>
                  </a:lnTo>
                  <a:lnTo>
                    <a:pt x="2661091" y="57026"/>
                  </a:lnTo>
                  <a:lnTo>
                    <a:pt x="2684991" y="57538"/>
                  </a:lnTo>
                  <a:lnTo>
                    <a:pt x="2708460" y="5804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rc199"/>
            <p:cNvSpPr/>
            <p:nvPr/>
          </p:nvSpPr>
          <p:spPr>
            <a:xfrm>
              <a:off x="4913885" y="1353673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4913885" y="1353673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4875928" y="235131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4875928" y="194211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4875928" y="153292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4913885" y="2591912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5118860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6021680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6924500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7827320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tx209"/>
            <p:cNvSpPr/>
            <p:nvPr/>
          </p:nvSpPr>
          <p:spPr>
            <a:xfrm>
              <a:off x="5079998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11" name="tx210"/>
            <p:cNvSpPr/>
            <p:nvPr/>
          </p:nvSpPr>
          <p:spPr>
            <a:xfrm>
              <a:off x="5982818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12" name="tx211"/>
            <p:cNvSpPr/>
            <p:nvPr/>
          </p:nvSpPr>
          <p:spPr>
            <a:xfrm>
              <a:off x="6885638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13" name="tx212"/>
            <p:cNvSpPr/>
            <p:nvPr/>
          </p:nvSpPr>
          <p:spPr>
            <a:xfrm>
              <a:off x="7788458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14" name="tx213"/>
            <p:cNvSpPr/>
            <p:nvPr/>
          </p:nvSpPr>
          <p:spPr>
            <a:xfrm>
              <a:off x="6106645" y="2873100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15" name="tx214"/>
            <p:cNvSpPr/>
            <p:nvPr/>
          </p:nvSpPr>
          <p:spPr>
            <a:xfrm>
              <a:off x="4913885" y="1110514"/>
              <a:ext cx="1411559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16" name="rc215"/>
            <p:cNvSpPr/>
            <p:nvPr/>
          </p:nvSpPr>
          <p:spPr>
            <a:xfrm>
              <a:off x="1503277" y="3480885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1711026" y="451626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1645036" y="438325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1656250" y="4573795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1689549" y="445510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1715979" y="448080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1660678" y="436727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1615777" y="407443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1727489" y="445755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1674971" y="441643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1630977" y="436887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595192" y="458362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587688" y="462759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574735" y="358748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581031" y="451310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605914" y="453416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575269" y="438992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562377" y="453364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582519" y="453798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18036" y="399439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637183" y="411454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559967" y="431127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533254" y="438681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540200" y="424856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546258" y="443885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589617" y="446114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554791" y="434613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643306" y="386377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635990" y="408554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457295" y="4335091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538482" y="423930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520403" y="461567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520371" y="460696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424392" y="442752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482636" y="461815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535873" y="377262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438607" y="463354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426084" y="418995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471172" y="361009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445665" y="350786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490458" y="417475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544393" y="405751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549167" y="401469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517137" y="404779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423190" y="454961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448259" y="400476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465970" y="438141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426133" y="440193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480707" y="422037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4438838" y="420960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4402058" y="430529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4375571" y="4236700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4370662" y="450030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4323284" y="400838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4421113" y="432239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4333088" y="443130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4407721" y="416018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4418108" y="409696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4401553" y="383417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4378077" y="385720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4401801" y="383841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4442044" y="393487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4435968" y="416856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4451776" y="419244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4368786" y="410009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4376958" y="406487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4401608" y="405329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4330319" y="388373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4384713" y="399307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4358748" y="403531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4417075" y="385549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4402063" y="406472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4328275" y="390609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1709730" y="4170642"/>
              <a:ext cx="2707768" cy="448379"/>
            </a:xfrm>
            <a:custGeom>
              <a:avLst/>
              <a:pathLst>
                <a:path w="2707768" h="448379">
                  <a:moveTo>
                    <a:pt x="0" y="448379"/>
                  </a:moveTo>
                  <a:lnTo>
                    <a:pt x="173879" y="419586"/>
                  </a:lnTo>
                  <a:lnTo>
                    <a:pt x="327251" y="394189"/>
                  </a:lnTo>
                  <a:lnTo>
                    <a:pt x="464448" y="371471"/>
                  </a:lnTo>
                  <a:lnTo>
                    <a:pt x="588557" y="350919"/>
                  </a:lnTo>
                  <a:lnTo>
                    <a:pt x="701860" y="332158"/>
                  </a:lnTo>
                  <a:lnTo>
                    <a:pt x="806088" y="314898"/>
                  </a:lnTo>
                  <a:lnTo>
                    <a:pt x="902589" y="298919"/>
                  </a:lnTo>
                  <a:lnTo>
                    <a:pt x="992429" y="284042"/>
                  </a:lnTo>
                  <a:lnTo>
                    <a:pt x="1076468" y="270126"/>
                  </a:lnTo>
                  <a:lnTo>
                    <a:pt x="1155411" y="257054"/>
                  </a:lnTo>
                  <a:lnTo>
                    <a:pt x="1229841" y="244729"/>
                  </a:lnTo>
                  <a:lnTo>
                    <a:pt x="1300245" y="233071"/>
                  </a:lnTo>
                  <a:lnTo>
                    <a:pt x="1367037" y="222011"/>
                  </a:lnTo>
                  <a:lnTo>
                    <a:pt x="1430570" y="211491"/>
                  </a:lnTo>
                  <a:lnTo>
                    <a:pt x="1491146" y="201460"/>
                  </a:lnTo>
                  <a:lnTo>
                    <a:pt x="1549030" y="191875"/>
                  </a:lnTo>
                  <a:lnTo>
                    <a:pt x="1604449" y="182698"/>
                  </a:lnTo>
                  <a:lnTo>
                    <a:pt x="1657606" y="173896"/>
                  </a:lnTo>
                  <a:lnTo>
                    <a:pt x="1708678" y="165439"/>
                  </a:lnTo>
                  <a:lnTo>
                    <a:pt x="1757822" y="157301"/>
                  </a:lnTo>
                  <a:lnTo>
                    <a:pt x="1805178" y="149459"/>
                  </a:lnTo>
                  <a:lnTo>
                    <a:pt x="1850873" y="141893"/>
                  </a:lnTo>
                  <a:lnTo>
                    <a:pt x="1895018" y="134583"/>
                  </a:lnTo>
                  <a:lnTo>
                    <a:pt x="1937716" y="127512"/>
                  </a:lnTo>
                  <a:lnTo>
                    <a:pt x="1979058" y="120667"/>
                  </a:lnTo>
                  <a:lnTo>
                    <a:pt x="2019127" y="114031"/>
                  </a:lnTo>
                  <a:lnTo>
                    <a:pt x="2058001" y="107594"/>
                  </a:lnTo>
                  <a:lnTo>
                    <a:pt x="2095747" y="101344"/>
                  </a:lnTo>
                  <a:lnTo>
                    <a:pt x="2132430" y="95270"/>
                  </a:lnTo>
                  <a:lnTo>
                    <a:pt x="2168108" y="89362"/>
                  </a:lnTo>
                  <a:lnTo>
                    <a:pt x="2202834" y="83611"/>
                  </a:lnTo>
                  <a:lnTo>
                    <a:pt x="2236659" y="78010"/>
                  </a:lnTo>
                  <a:lnTo>
                    <a:pt x="2269626" y="72551"/>
                  </a:lnTo>
                  <a:lnTo>
                    <a:pt x="2301780" y="67227"/>
                  </a:lnTo>
                  <a:lnTo>
                    <a:pt x="2333159" y="62031"/>
                  </a:lnTo>
                  <a:lnTo>
                    <a:pt x="2363800" y="56957"/>
                  </a:lnTo>
                  <a:lnTo>
                    <a:pt x="2393736" y="52000"/>
                  </a:lnTo>
                  <a:lnTo>
                    <a:pt x="2422999" y="47154"/>
                  </a:lnTo>
                  <a:lnTo>
                    <a:pt x="2451619" y="42415"/>
                  </a:lnTo>
                  <a:lnTo>
                    <a:pt x="2479624" y="37778"/>
                  </a:lnTo>
                  <a:lnTo>
                    <a:pt x="2507039" y="33238"/>
                  </a:lnTo>
                  <a:lnTo>
                    <a:pt x="2533888" y="28792"/>
                  </a:lnTo>
                  <a:lnTo>
                    <a:pt x="2560195" y="24436"/>
                  </a:lnTo>
                  <a:lnTo>
                    <a:pt x="2585982" y="20166"/>
                  </a:lnTo>
                  <a:lnTo>
                    <a:pt x="2611267" y="15979"/>
                  </a:lnTo>
                  <a:lnTo>
                    <a:pt x="2636071" y="11872"/>
                  </a:lnTo>
                  <a:lnTo>
                    <a:pt x="2660411" y="7841"/>
                  </a:lnTo>
                  <a:lnTo>
                    <a:pt x="2684305" y="3885"/>
                  </a:lnTo>
                  <a:lnTo>
                    <a:pt x="270776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1709730" y="4082651"/>
              <a:ext cx="2707768" cy="432952"/>
            </a:xfrm>
            <a:custGeom>
              <a:avLst/>
              <a:pathLst>
                <a:path w="2707768" h="432952">
                  <a:moveTo>
                    <a:pt x="0" y="432952"/>
                  </a:moveTo>
                  <a:lnTo>
                    <a:pt x="173879" y="405150"/>
                  </a:lnTo>
                  <a:lnTo>
                    <a:pt x="327251" y="380627"/>
                  </a:lnTo>
                  <a:lnTo>
                    <a:pt x="464448" y="358690"/>
                  </a:lnTo>
                  <a:lnTo>
                    <a:pt x="588557" y="338846"/>
                  </a:lnTo>
                  <a:lnTo>
                    <a:pt x="701860" y="320730"/>
                  </a:lnTo>
                  <a:lnTo>
                    <a:pt x="806088" y="304064"/>
                  </a:lnTo>
                  <a:lnTo>
                    <a:pt x="902589" y="288635"/>
                  </a:lnTo>
                  <a:lnTo>
                    <a:pt x="992429" y="274270"/>
                  </a:lnTo>
                  <a:lnTo>
                    <a:pt x="1076468" y="260833"/>
                  </a:lnTo>
                  <a:lnTo>
                    <a:pt x="1155411" y="248210"/>
                  </a:lnTo>
                  <a:lnTo>
                    <a:pt x="1229841" y="236309"/>
                  </a:lnTo>
                  <a:lnTo>
                    <a:pt x="1300245" y="225052"/>
                  </a:lnTo>
                  <a:lnTo>
                    <a:pt x="1367037" y="214373"/>
                  </a:lnTo>
                  <a:lnTo>
                    <a:pt x="1430570" y="204214"/>
                  </a:lnTo>
                  <a:lnTo>
                    <a:pt x="1491146" y="194529"/>
                  </a:lnTo>
                  <a:lnTo>
                    <a:pt x="1549030" y="185273"/>
                  </a:lnTo>
                  <a:lnTo>
                    <a:pt x="1604449" y="176412"/>
                  </a:lnTo>
                  <a:lnTo>
                    <a:pt x="1657606" y="167913"/>
                  </a:lnTo>
                  <a:lnTo>
                    <a:pt x="1708678" y="159747"/>
                  </a:lnTo>
                  <a:lnTo>
                    <a:pt x="1757822" y="151889"/>
                  </a:lnTo>
                  <a:lnTo>
                    <a:pt x="1805178" y="144317"/>
                  </a:lnTo>
                  <a:lnTo>
                    <a:pt x="1850873" y="137011"/>
                  </a:lnTo>
                  <a:lnTo>
                    <a:pt x="1895018" y="129952"/>
                  </a:lnTo>
                  <a:lnTo>
                    <a:pt x="1937716" y="123125"/>
                  </a:lnTo>
                  <a:lnTo>
                    <a:pt x="1979058" y="116515"/>
                  </a:lnTo>
                  <a:lnTo>
                    <a:pt x="2019127" y="110108"/>
                  </a:lnTo>
                  <a:lnTo>
                    <a:pt x="2058001" y="103893"/>
                  </a:lnTo>
                  <a:lnTo>
                    <a:pt x="2095747" y="97857"/>
                  </a:lnTo>
                  <a:lnTo>
                    <a:pt x="2132430" y="91992"/>
                  </a:lnTo>
                  <a:lnTo>
                    <a:pt x="2168108" y="86287"/>
                  </a:lnTo>
                  <a:lnTo>
                    <a:pt x="2202834" y="80735"/>
                  </a:lnTo>
                  <a:lnTo>
                    <a:pt x="2236659" y="75326"/>
                  </a:lnTo>
                  <a:lnTo>
                    <a:pt x="2269626" y="70055"/>
                  </a:lnTo>
                  <a:lnTo>
                    <a:pt x="2301780" y="64914"/>
                  </a:lnTo>
                  <a:lnTo>
                    <a:pt x="2333159" y="59897"/>
                  </a:lnTo>
                  <a:lnTo>
                    <a:pt x="2363800" y="54998"/>
                  </a:lnTo>
                  <a:lnTo>
                    <a:pt x="2393736" y="50211"/>
                  </a:lnTo>
                  <a:lnTo>
                    <a:pt x="2422999" y="45532"/>
                  </a:lnTo>
                  <a:lnTo>
                    <a:pt x="2451619" y="40956"/>
                  </a:lnTo>
                  <a:lnTo>
                    <a:pt x="2479624" y="36478"/>
                  </a:lnTo>
                  <a:lnTo>
                    <a:pt x="2507039" y="32095"/>
                  </a:lnTo>
                  <a:lnTo>
                    <a:pt x="2533888" y="27802"/>
                  </a:lnTo>
                  <a:lnTo>
                    <a:pt x="2560195" y="23595"/>
                  </a:lnTo>
                  <a:lnTo>
                    <a:pt x="2585982" y="19472"/>
                  </a:lnTo>
                  <a:lnTo>
                    <a:pt x="2611267" y="15429"/>
                  </a:lnTo>
                  <a:lnTo>
                    <a:pt x="2636071" y="11463"/>
                  </a:lnTo>
                  <a:lnTo>
                    <a:pt x="2660411" y="7571"/>
                  </a:lnTo>
                  <a:lnTo>
                    <a:pt x="2684305" y="3751"/>
                  </a:lnTo>
                  <a:lnTo>
                    <a:pt x="2707768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1709730" y="4260344"/>
              <a:ext cx="2707768" cy="340300"/>
            </a:xfrm>
            <a:custGeom>
              <a:avLst/>
              <a:pathLst>
                <a:path w="2707768" h="340300">
                  <a:moveTo>
                    <a:pt x="0" y="340300"/>
                  </a:moveTo>
                  <a:lnTo>
                    <a:pt x="173879" y="318447"/>
                  </a:lnTo>
                  <a:lnTo>
                    <a:pt x="327251" y="299172"/>
                  </a:lnTo>
                  <a:lnTo>
                    <a:pt x="464448" y="281930"/>
                  </a:lnTo>
                  <a:lnTo>
                    <a:pt x="588557" y="266332"/>
                  </a:lnTo>
                  <a:lnTo>
                    <a:pt x="701860" y="252093"/>
                  </a:lnTo>
                  <a:lnTo>
                    <a:pt x="806088" y="238994"/>
                  </a:lnTo>
                  <a:lnTo>
                    <a:pt x="902589" y="226866"/>
                  </a:lnTo>
                  <a:lnTo>
                    <a:pt x="992429" y="215576"/>
                  </a:lnTo>
                  <a:lnTo>
                    <a:pt x="1076468" y="205014"/>
                  </a:lnTo>
                  <a:lnTo>
                    <a:pt x="1155411" y="195093"/>
                  </a:lnTo>
                  <a:lnTo>
                    <a:pt x="1229841" y="185739"/>
                  </a:lnTo>
                  <a:lnTo>
                    <a:pt x="1300245" y="176891"/>
                  </a:lnTo>
                  <a:lnTo>
                    <a:pt x="1367037" y="168496"/>
                  </a:lnTo>
                  <a:lnTo>
                    <a:pt x="1430570" y="160512"/>
                  </a:lnTo>
                  <a:lnTo>
                    <a:pt x="1491146" y="152899"/>
                  </a:lnTo>
                  <a:lnTo>
                    <a:pt x="1549030" y="145624"/>
                  </a:lnTo>
                  <a:lnTo>
                    <a:pt x="1604449" y="138660"/>
                  </a:lnTo>
                  <a:lnTo>
                    <a:pt x="1657606" y="131979"/>
                  </a:lnTo>
                  <a:lnTo>
                    <a:pt x="1708678" y="125561"/>
                  </a:lnTo>
                  <a:lnTo>
                    <a:pt x="1757822" y="119384"/>
                  </a:lnTo>
                  <a:lnTo>
                    <a:pt x="1805178" y="113433"/>
                  </a:lnTo>
                  <a:lnTo>
                    <a:pt x="1850873" y="107690"/>
                  </a:lnTo>
                  <a:lnTo>
                    <a:pt x="1895018" y="102142"/>
                  </a:lnTo>
                  <a:lnTo>
                    <a:pt x="1937716" y="96776"/>
                  </a:lnTo>
                  <a:lnTo>
                    <a:pt x="1979058" y="91580"/>
                  </a:lnTo>
                  <a:lnTo>
                    <a:pt x="2019127" y="86545"/>
                  </a:lnTo>
                  <a:lnTo>
                    <a:pt x="2058001" y="81659"/>
                  </a:lnTo>
                  <a:lnTo>
                    <a:pt x="2095747" y="76915"/>
                  </a:lnTo>
                  <a:lnTo>
                    <a:pt x="2132430" y="72305"/>
                  </a:lnTo>
                  <a:lnTo>
                    <a:pt x="2168108" y="67821"/>
                  </a:lnTo>
                  <a:lnTo>
                    <a:pt x="2202834" y="63457"/>
                  </a:lnTo>
                  <a:lnTo>
                    <a:pt x="2236659" y="59206"/>
                  </a:lnTo>
                  <a:lnTo>
                    <a:pt x="2269626" y="55063"/>
                  </a:lnTo>
                  <a:lnTo>
                    <a:pt x="2301780" y="51022"/>
                  </a:lnTo>
                  <a:lnTo>
                    <a:pt x="2333159" y="47079"/>
                  </a:lnTo>
                  <a:lnTo>
                    <a:pt x="2363800" y="43228"/>
                  </a:lnTo>
                  <a:lnTo>
                    <a:pt x="2393736" y="39466"/>
                  </a:lnTo>
                  <a:lnTo>
                    <a:pt x="2422999" y="35788"/>
                  </a:lnTo>
                  <a:lnTo>
                    <a:pt x="2451619" y="32191"/>
                  </a:lnTo>
                  <a:lnTo>
                    <a:pt x="2479624" y="28672"/>
                  </a:lnTo>
                  <a:lnTo>
                    <a:pt x="2507039" y="25226"/>
                  </a:lnTo>
                  <a:lnTo>
                    <a:pt x="2533888" y="21852"/>
                  </a:lnTo>
                  <a:lnTo>
                    <a:pt x="2560195" y="18546"/>
                  </a:lnTo>
                  <a:lnTo>
                    <a:pt x="2585982" y="15305"/>
                  </a:lnTo>
                  <a:lnTo>
                    <a:pt x="2611267" y="12127"/>
                  </a:lnTo>
                  <a:lnTo>
                    <a:pt x="2636071" y="9010"/>
                  </a:lnTo>
                  <a:lnTo>
                    <a:pt x="2660411" y="5951"/>
                  </a:lnTo>
                  <a:lnTo>
                    <a:pt x="2684305" y="2948"/>
                  </a:lnTo>
                  <a:lnTo>
                    <a:pt x="270776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1709730" y="3844105"/>
              <a:ext cx="2707768" cy="474199"/>
            </a:xfrm>
            <a:custGeom>
              <a:avLst/>
              <a:pathLst>
                <a:path w="2707768" h="474199">
                  <a:moveTo>
                    <a:pt x="0" y="474199"/>
                  </a:moveTo>
                  <a:lnTo>
                    <a:pt x="173879" y="443748"/>
                  </a:lnTo>
                  <a:lnTo>
                    <a:pt x="327251" y="416888"/>
                  </a:lnTo>
                  <a:lnTo>
                    <a:pt x="464448" y="392862"/>
                  </a:lnTo>
                  <a:lnTo>
                    <a:pt x="588557" y="371127"/>
                  </a:lnTo>
                  <a:lnTo>
                    <a:pt x="701860" y="351285"/>
                  </a:lnTo>
                  <a:lnTo>
                    <a:pt x="806088" y="333032"/>
                  </a:lnTo>
                  <a:lnTo>
                    <a:pt x="902589" y="316132"/>
                  </a:lnTo>
                  <a:lnTo>
                    <a:pt x="992429" y="300399"/>
                  </a:lnTo>
                  <a:lnTo>
                    <a:pt x="1076468" y="285682"/>
                  </a:lnTo>
                  <a:lnTo>
                    <a:pt x="1155411" y="271857"/>
                  </a:lnTo>
                  <a:lnTo>
                    <a:pt x="1229841" y="258822"/>
                  </a:lnTo>
                  <a:lnTo>
                    <a:pt x="1300245" y="246493"/>
                  </a:lnTo>
                  <a:lnTo>
                    <a:pt x="1367037" y="234796"/>
                  </a:lnTo>
                  <a:lnTo>
                    <a:pt x="1430570" y="223669"/>
                  </a:lnTo>
                  <a:lnTo>
                    <a:pt x="1491146" y="213061"/>
                  </a:lnTo>
                  <a:lnTo>
                    <a:pt x="1549030" y="202924"/>
                  </a:lnTo>
                  <a:lnTo>
                    <a:pt x="1604449" y="193219"/>
                  </a:lnTo>
                  <a:lnTo>
                    <a:pt x="1657606" y="183910"/>
                  </a:lnTo>
                  <a:lnTo>
                    <a:pt x="1708678" y="174966"/>
                  </a:lnTo>
                  <a:lnTo>
                    <a:pt x="1757822" y="166359"/>
                  </a:lnTo>
                  <a:lnTo>
                    <a:pt x="1805178" y="158066"/>
                  </a:lnTo>
                  <a:lnTo>
                    <a:pt x="1850873" y="150064"/>
                  </a:lnTo>
                  <a:lnTo>
                    <a:pt x="1895018" y="142333"/>
                  </a:lnTo>
                  <a:lnTo>
                    <a:pt x="1937716" y="134855"/>
                  </a:lnTo>
                  <a:lnTo>
                    <a:pt x="1979058" y="127615"/>
                  </a:lnTo>
                  <a:lnTo>
                    <a:pt x="2019127" y="120598"/>
                  </a:lnTo>
                  <a:lnTo>
                    <a:pt x="2058001" y="113790"/>
                  </a:lnTo>
                  <a:lnTo>
                    <a:pt x="2095747" y="107180"/>
                  </a:lnTo>
                  <a:lnTo>
                    <a:pt x="2132430" y="100756"/>
                  </a:lnTo>
                  <a:lnTo>
                    <a:pt x="2168108" y="94508"/>
                  </a:lnTo>
                  <a:lnTo>
                    <a:pt x="2202834" y="88426"/>
                  </a:lnTo>
                  <a:lnTo>
                    <a:pt x="2236659" y="82503"/>
                  </a:lnTo>
                  <a:lnTo>
                    <a:pt x="2269626" y="76729"/>
                  </a:lnTo>
                  <a:lnTo>
                    <a:pt x="2301780" y="71098"/>
                  </a:lnTo>
                  <a:lnTo>
                    <a:pt x="2333159" y="65603"/>
                  </a:lnTo>
                  <a:lnTo>
                    <a:pt x="2363800" y="60237"/>
                  </a:lnTo>
                  <a:lnTo>
                    <a:pt x="2393736" y="54994"/>
                  </a:lnTo>
                  <a:lnTo>
                    <a:pt x="2422999" y="49870"/>
                  </a:lnTo>
                  <a:lnTo>
                    <a:pt x="2451619" y="44858"/>
                  </a:lnTo>
                  <a:lnTo>
                    <a:pt x="2479624" y="39953"/>
                  </a:lnTo>
                  <a:lnTo>
                    <a:pt x="2507039" y="35152"/>
                  </a:lnTo>
                  <a:lnTo>
                    <a:pt x="2533888" y="30450"/>
                  </a:lnTo>
                  <a:lnTo>
                    <a:pt x="2560195" y="25843"/>
                  </a:lnTo>
                  <a:lnTo>
                    <a:pt x="2585982" y="21327"/>
                  </a:lnTo>
                  <a:lnTo>
                    <a:pt x="2611267" y="16899"/>
                  </a:lnTo>
                  <a:lnTo>
                    <a:pt x="2636071" y="12555"/>
                  </a:lnTo>
                  <a:lnTo>
                    <a:pt x="2660411" y="8293"/>
                  </a:lnTo>
                  <a:lnTo>
                    <a:pt x="2684305" y="4108"/>
                  </a:lnTo>
                  <a:lnTo>
                    <a:pt x="270776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709730" y="4140196"/>
              <a:ext cx="2707768" cy="353176"/>
            </a:xfrm>
            <a:custGeom>
              <a:avLst/>
              <a:pathLst>
                <a:path w="2707768" h="353176">
                  <a:moveTo>
                    <a:pt x="0" y="353176"/>
                  </a:moveTo>
                  <a:lnTo>
                    <a:pt x="173879" y="330497"/>
                  </a:lnTo>
                  <a:lnTo>
                    <a:pt x="327251" y="310492"/>
                  </a:lnTo>
                  <a:lnTo>
                    <a:pt x="464448" y="292598"/>
                  </a:lnTo>
                  <a:lnTo>
                    <a:pt x="588557" y="276410"/>
                  </a:lnTo>
                  <a:lnTo>
                    <a:pt x="701860" y="261632"/>
                  </a:lnTo>
                  <a:lnTo>
                    <a:pt x="806088" y="248037"/>
                  </a:lnTo>
                  <a:lnTo>
                    <a:pt x="902589" y="235450"/>
                  </a:lnTo>
                  <a:lnTo>
                    <a:pt x="992429" y="223733"/>
                  </a:lnTo>
                  <a:lnTo>
                    <a:pt x="1076468" y="212771"/>
                  </a:lnTo>
                  <a:lnTo>
                    <a:pt x="1155411" y="202475"/>
                  </a:lnTo>
                  <a:lnTo>
                    <a:pt x="1229841" y="192767"/>
                  </a:lnTo>
                  <a:lnTo>
                    <a:pt x="1300245" y="183584"/>
                  </a:lnTo>
                  <a:lnTo>
                    <a:pt x="1367037" y="174872"/>
                  </a:lnTo>
                  <a:lnTo>
                    <a:pt x="1430570" y="166585"/>
                  </a:lnTo>
                  <a:lnTo>
                    <a:pt x="1491146" y="158684"/>
                  </a:lnTo>
                  <a:lnTo>
                    <a:pt x="1549030" y="151135"/>
                  </a:lnTo>
                  <a:lnTo>
                    <a:pt x="1604449" y="143906"/>
                  </a:lnTo>
                  <a:lnTo>
                    <a:pt x="1657606" y="136973"/>
                  </a:lnTo>
                  <a:lnTo>
                    <a:pt x="1708678" y="130312"/>
                  </a:lnTo>
                  <a:lnTo>
                    <a:pt x="1757822" y="123902"/>
                  </a:lnTo>
                  <a:lnTo>
                    <a:pt x="1805178" y="117725"/>
                  </a:lnTo>
                  <a:lnTo>
                    <a:pt x="1850873" y="111765"/>
                  </a:lnTo>
                  <a:lnTo>
                    <a:pt x="1895018" y="106007"/>
                  </a:lnTo>
                  <a:lnTo>
                    <a:pt x="1937716" y="100438"/>
                  </a:lnTo>
                  <a:lnTo>
                    <a:pt x="1979058" y="95046"/>
                  </a:lnTo>
                  <a:lnTo>
                    <a:pt x="2019127" y="89819"/>
                  </a:lnTo>
                  <a:lnTo>
                    <a:pt x="2058001" y="84749"/>
                  </a:lnTo>
                  <a:lnTo>
                    <a:pt x="2095747" y="79826"/>
                  </a:lnTo>
                  <a:lnTo>
                    <a:pt x="2132430" y="75041"/>
                  </a:lnTo>
                  <a:lnTo>
                    <a:pt x="2168108" y="70388"/>
                  </a:lnTo>
                  <a:lnTo>
                    <a:pt x="2202834" y="65858"/>
                  </a:lnTo>
                  <a:lnTo>
                    <a:pt x="2236659" y="61447"/>
                  </a:lnTo>
                  <a:lnTo>
                    <a:pt x="2269626" y="57147"/>
                  </a:lnTo>
                  <a:lnTo>
                    <a:pt x="2301780" y="52953"/>
                  </a:lnTo>
                  <a:lnTo>
                    <a:pt x="2333159" y="48860"/>
                  </a:lnTo>
                  <a:lnTo>
                    <a:pt x="2363800" y="44864"/>
                  </a:lnTo>
                  <a:lnTo>
                    <a:pt x="2393736" y="40959"/>
                  </a:lnTo>
                  <a:lnTo>
                    <a:pt x="2422999" y="37142"/>
                  </a:lnTo>
                  <a:lnTo>
                    <a:pt x="2451619" y="33409"/>
                  </a:lnTo>
                  <a:lnTo>
                    <a:pt x="2479624" y="29757"/>
                  </a:lnTo>
                  <a:lnTo>
                    <a:pt x="2507039" y="26181"/>
                  </a:lnTo>
                  <a:lnTo>
                    <a:pt x="2533888" y="22679"/>
                  </a:lnTo>
                  <a:lnTo>
                    <a:pt x="2560195" y="19247"/>
                  </a:lnTo>
                  <a:lnTo>
                    <a:pt x="2585982" y="15884"/>
                  </a:lnTo>
                  <a:lnTo>
                    <a:pt x="2611267" y="12586"/>
                  </a:lnTo>
                  <a:lnTo>
                    <a:pt x="2636071" y="9351"/>
                  </a:lnTo>
                  <a:lnTo>
                    <a:pt x="2660411" y="6176"/>
                  </a:lnTo>
                  <a:lnTo>
                    <a:pt x="2684305" y="3060"/>
                  </a:lnTo>
                  <a:lnTo>
                    <a:pt x="270776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709730" y="3944238"/>
              <a:ext cx="2707768" cy="317891"/>
            </a:xfrm>
            <a:custGeom>
              <a:avLst/>
              <a:pathLst>
                <a:path w="2707768" h="317891">
                  <a:moveTo>
                    <a:pt x="0" y="317891"/>
                  </a:moveTo>
                  <a:lnTo>
                    <a:pt x="173879" y="297477"/>
                  </a:lnTo>
                  <a:lnTo>
                    <a:pt x="327251" y="279471"/>
                  </a:lnTo>
                  <a:lnTo>
                    <a:pt x="464448" y="263365"/>
                  </a:lnTo>
                  <a:lnTo>
                    <a:pt x="588557" y="248794"/>
                  </a:lnTo>
                  <a:lnTo>
                    <a:pt x="701860" y="235492"/>
                  </a:lnTo>
                  <a:lnTo>
                    <a:pt x="806088" y="223256"/>
                  </a:lnTo>
                  <a:lnTo>
                    <a:pt x="902589" y="211927"/>
                  </a:lnTo>
                  <a:lnTo>
                    <a:pt x="992429" y="201380"/>
                  </a:lnTo>
                  <a:lnTo>
                    <a:pt x="1076468" y="191514"/>
                  </a:lnTo>
                  <a:lnTo>
                    <a:pt x="1155411" y="182246"/>
                  </a:lnTo>
                  <a:lnTo>
                    <a:pt x="1229841" y="173508"/>
                  </a:lnTo>
                  <a:lnTo>
                    <a:pt x="1300245" y="165242"/>
                  </a:lnTo>
                  <a:lnTo>
                    <a:pt x="1367037" y="157401"/>
                  </a:lnTo>
                  <a:lnTo>
                    <a:pt x="1430570" y="149942"/>
                  </a:lnTo>
                  <a:lnTo>
                    <a:pt x="1491146" y="142830"/>
                  </a:lnTo>
                  <a:lnTo>
                    <a:pt x="1549030" y="136035"/>
                  </a:lnTo>
                  <a:lnTo>
                    <a:pt x="1604449" y="129529"/>
                  </a:lnTo>
                  <a:lnTo>
                    <a:pt x="1657606" y="123288"/>
                  </a:lnTo>
                  <a:lnTo>
                    <a:pt x="1708678" y="117292"/>
                  </a:lnTo>
                  <a:lnTo>
                    <a:pt x="1757822" y="111523"/>
                  </a:lnTo>
                  <a:lnTo>
                    <a:pt x="1805178" y="105963"/>
                  </a:lnTo>
                  <a:lnTo>
                    <a:pt x="1850873" y="100599"/>
                  </a:lnTo>
                  <a:lnTo>
                    <a:pt x="1895018" y="95416"/>
                  </a:lnTo>
                  <a:lnTo>
                    <a:pt x="1937716" y="90403"/>
                  </a:lnTo>
                  <a:lnTo>
                    <a:pt x="1979058" y="85550"/>
                  </a:lnTo>
                  <a:lnTo>
                    <a:pt x="2019127" y="80846"/>
                  </a:lnTo>
                  <a:lnTo>
                    <a:pt x="2058001" y="76282"/>
                  </a:lnTo>
                  <a:lnTo>
                    <a:pt x="2095747" y="71851"/>
                  </a:lnTo>
                  <a:lnTo>
                    <a:pt x="2132430" y="67544"/>
                  </a:lnTo>
                  <a:lnTo>
                    <a:pt x="2168108" y="63355"/>
                  </a:lnTo>
                  <a:lnTo>
                    <a:pt x="2202834" y="59278"/>
                  </a:lnTo>
                  <a:lnTo>
                    <a:pt x="2236659" y="55308"/>
                  </a:lnTo>
                  <a:lnTo>
                    <a:pt x="2269626" y="51437"/>
                  </a:lnTo>
                  <a:lnTo>
                    <a:pt x="2301780" y="47662"/>
                  </a:lnTo>
                  <a:lnTo>
                    <a:pt x="2333159" y="43978"/>
                  </a:lnTo>
                  <a:lnTo>
                    <a:pt x="2363800" y="40381"/>
                  </a:lnTo>
                  <a:lnTo>
                    <a:pt x="2393736" y="36867"/>
                  </a:lnTo>
                  <a:lnTo>
                    <a:pt x="2422999" y="33431"/>
                  </a:lnTo>
                  <a:lnTo>
                    <a:pt x="2451619" y="30071"/>
                  </a:lnTo>
                  <a:lnTo>
                    <a:pt x="2479624" y="26784"/>
                  </a:lnTo>
                  <a:lnTo>
                    <a:pt x="2507039" y="23565"/>
                  </a:lnTo>
                  <a:lnTo>
                    <a:pt x="2533888" y="20413"/>
                  </a:lnTo>
                  <a:lnTo>
                    <a:pt x="2560195" y="17324"/>
                  </a:lnTo>
                  <a:lnTo>
                    <a:pt x="2585982" y="14297"/>
                  </a:lnTo>
                  <a:lnTo>
                    <a:pt x="2611267" y="11329"/>
                  </a:lnTo>
                  <a:lnTo>
                    <a:pt x="2636071" y="8417"/>
                  </a:lnTo>
                  <a:lnTo>
                    <a:pt x="2660411" y="5559"/>
                  </a:lnTo>
                  <a:lnTo>
                    <a:pt x="2684305" y="2754"/>
                  </a:lnTo>
                  <a:lnTo>
                    <a:pt x="270776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709730" y="4055755"/>
              <a:ext cx="2707768" cy="10133"/>
            </a:xfrm>
            <a:custGeom>
              <a:avLst/>
              <a:pathLst>
                <a:path w="2707768" h="10133">
                  <a:moveTo>
                    <a:pt x="0" y="10133"/>
                  </a:moveTo>
                  <a:lnTo>
                    <a:pt x="173879" y="9482"/>
                  </a:lnTo>
                  <a:lnTo>
                    <a:pt x="327251" y="8908"/>
                  </a:lnTo>
                  <a:lnTo>
                    <a:pt x="464448" y="8395"/>
                  </a:lnTo>
                  <a:lnTo>
                    <a:pt x="588557" y="7931"/>
                  </a:lnTo>
                  <a:lnTo>
                    <a:pt x="701860" y="7506"/>
                  </a:lnTo>
                  <a:lnTo>
                    <a:pt x="806088" y="7116"/>
                  </a:lnTo>
                  <a:lnTo>
                    <a:pt x="902589" y="6755"/>
                  </a:lnTo>
                  <a:lnTo>
                    <a:pt x="992429" y="6419"/>
                  </a:lnTo>
                  <a:lnTo>
                    <a:pt x="1076468" y="6105"/>
                  </a:lnTo>
                  <a:lnTo>
                    <a:pt x="1155411" y="5809"/>
                  </a:lnTo>
                  <a:lnTo>
                    <a:pt x="1229841" y="5531"/>
                  </a:lnTo>
                  <a:lnTo>
                    <a:pt x="1300245" y="5267"/>
                  </a:lnTo>
                  <a:lnTo>
                    <a:pt x="1367037" y="5017"/>
                  </a:lnTo>
                  <a:lnTo>
                    <a:pt x="1430570" y="4779"/>
                  </a:lnTo>
                  <a:lnTo>
                    <a:pt x="1491146" y="4553"/>
                  </a:lnTo>
                  <a:lnTo>
                    <a:pt x="1549030" y="4336"/>
                  </a:lnTo>
                  <a:lnTo>
                    <a:pt x="1604449" y="4129"/>
                  </a:lnTo>
                  <a:lnTo>
                    <a:pt x="1657606" y="3930"/>
                  </a:lnTo>
                  <a:lnTo>
                    <a:pt x="1708678" y="3739"/>
                  </a:lnTo>
                  <a:lnTo>
                    <a:pt x="1757822" y="3555"/>
                  </a:lnTo>
                  <a:lnTo>
                    <a:pt x="1805178" y="3377"/>
                  </a:lnTo>
                  <a:lnTo>
                    <a:pt x="1850873" y="3206"/>
                  </a:lnTo>
                  <a:lnTo>
                    <a:pt x="1895018" y="3041"/>
                  </a:lnTo>
                  <a:lnTo>
                    <a:pt x="1937716" y="2881"/>
                  </a:lnTo>
                  <a:lnTo>
                    <a:pt x="1979058" y="2727"/>
                  </a:lnTo>
                  <a:lnTo>
                    <a:pt x="2019127" y="2577"/>
                  </a:lnTo>
                  <a:lnTo>
                    <a:pt x="2058001" y="2431"/>
                  </a:lnTo>
                  <a:lnTo>
                    <a:pt x="2095747" y="2290"/>
                  </a:lnTo>
                  <a:lnTo>
                    <a:pt x="2132430" y="2153"/>
                  </a:lnTo>
                  <a:lnTo>
                    <a:pt x="2168108" y="2019"/>
                  </a:lnTo>
                  <a:lnTo>
                    <a:pt x="2202834" y="1889"/>
                  </a:lnTo>
                  <a:lnTo>
                    <a:pt x="2236659" y="1763"/>
                  </a:lnTo>
                  <a:lnTo>
                    <a:pt x="2269626" y="1639"/>
                  </a:lnTo>
                  <a:lnTo>
                    <a:pt x="2301780" y="1519"/>
                  </a:lnTo>
                  <a:lnTo>
                    <a:pt x="2333159" y="1401"/>
                  </a:lnTo>
                  <a:lnTo>
                    <a:pt x="2363800" y="1287"/>
                  </a:lnTo>
                  <a:lnTo>
                    <a:pt x="2393736" y="1175"/>
                  </a:lnTo>
                  <a:lnTo>
                    <a:pt x="2422999" y="1065"/>
                  </a:lnTo>
                  <a:lnTo>
                    <a:pt x="2451619" y="958"/>
                  </a:lnTo>
                  <a:lnTo>
                    <a:pt x="2479624" y="853"/>
                  </a:lnTo>
                  <a:lnTo>
                    <a:pt x="2507039" y="751"/>
                  </a:lnTo>
                  <a:lnTo>
                    <a:pt x="2533888" y="650"/>
                  </a:lnTo>
                  <a:lnTo>
                    <a:pt x="2560195" y="552"/>
                  </a:lnTo>
                  <a:lnTo>
                    <a:pt x="2585982" y="455"/>
                  </a:lnTo>
                  <a:lnTo>
                    <a:pt x="2611267" y="361"/>
                  </a:lnTo>
                  <a:lnTo>
                    <a:pt x="2636071" y="268"/>
                  </a:lnTo>
                  <a:lnTo>
                    <a:pt x="2660411" y="177"/>
                  </a:lnTo>
                  <a:lnTo>
                    <a:pt x="2684305" y="87"/>
                  </a:lnTo>
                  <a:lnTo>
                    <a:pt x="2707768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709730" y="4336945"/>
              <a:ext cx="2707768" cy="216316"/>
            </a:xfrm>
            <a:custGeom>
              <a:avLst/>
              <a:pathLst>
                <a:path w="2707768" h="216316">
                  <a:moveTo>
                    <a:pt x="0" y="216316"/>
                  </a:moveTo>
                  <a:lnTo>
                    <a:pt x="173879" y="202425"/>
                  </a:lnTo>
                  <a:lnTo>
                    <a:pt x="327251" y="190173"/>
                  </a:lnTo>
                  <a:lnTo>
                    <a:pt x="464448" y="179213"/>
                  </a:lnTo>
                  <a:lnTo>
                    <a:pt x="588557" y="169298"/>
                  </a:lnTo>
                  <a:lnTo>
                    <a:pt x="701860" y="160246"/>
                  </a:lnTo>
                  <a:lnTo>
                    <a:pt x="806088" y="151920"/>
                  </a:lnTo>
                  <a:lnTo>
                    <a:pt x="902589" y="144211"/>
                  </a:lnTo>
                  <a:lnTo>
                    <a:pt x="992429" y="137034"/>
                  </a:lnTo>
                  <a:lnTo>
                    <a:pt x="1076468" y="130320"/>
                  </a:lnTo>
                  <a:lnTo>
                    <a:pt x="1155411" y="124013"/>
                  </a:lnTo>
                  <a:lnTo>
                    <a:pt x="1229841" y="118067"/>
                  </a:lnTo>
                  <a:lnTo>
                    <a:pt x="1300245" y="112443"/>
                  </a:lnTo>
                  <a:lnTo>
                    <a:pt x="1367037" y="107107"/>
                  </a:lnTo>
                  <a:lnTo>
                    <a:pt x="1430570" y="102032"/>
                  </a:lnTo>
                  <a:lnTo>
                    <a:pt x="1491146" y="97192"/>
                  </a:lnTo>
                  <a:lnTo>
                    <a:pt x="1549030" y="92568"/>
                  </a:lnTo>
                  <a:lnTo>
                    <a:pt x="1604449" y="88141"/>
                  </a:lnTo>
                  <a:lnTo>
                    <a:pt x="1657606" y="83894"/>
                  </a:lnTo>
                  <a:lnTo>
                    <a:pt x="1708678" y="79814"/>
                  </a:lnTo>
                  <a:lnTo>
                    <a:pt x="1757822" y="75888"/>
                  </a:lnTo>
                  <a:lnTo>
                    <a:pt x="1805178" y="72105"/>
                  </a:lnTo>
                  <a:lnTo>
                    <a:pt x="1850873" y="68455"/>
                  </a:lnTo>
                  <a:lnTo>
                    <a:pt x="1895018" y="64928"/>
                  </a:lnTo>
                  <a:lnTo>
                    <a:pt x="1937716" y="61517"/>
                  </a:lnTo>
                  <a:lnTo>
                    <a:pt x="1979058" y="58214"/>
                  </a:lnTo>
                  <a:lnTo>
                    <a:pt x="2019127" y="55013"/>
                  </a:lnTo>
                  <a:lnTo>
                    <a:pt x="2058001" y="51908"/>
                  </a:lnTo>
                  <a:lnTo>
                    <a:pt x="2095747" y="48892"/>
                  </a:lnTo>
                  <a:lnTo>
                    <a:pt x="2132430" y="45962"/>
                  </a:lnTo>
                  <a:lnTo>
                    <a:pt x="2168108" y="43112"/>
                  </a:lnTo>
                  <a:lnTo>
                    <a:pt x="2202834" y="40337"/>
                  </a:lnTo>
                  <a:lnTo>
                    <a:pt x="2236659" y="37635"/>
                  </a:lnTo>
                  <a:lnTo>
                    <a:pt x="2269626" y="35001"/>
                  </a:lnTo>
                  <a:lnTo>
                    <a:pt x="2301780" y="32433"/>
                  </a:lnTo>
                  <a:lnTo>
                    <a:pt x="2333159" y="29926"/>
                  </a:lnTo>
                  <a:lnTo>
                    <a:pt x="2363800" y="27478"/>
                  </a:lnTo>
                  <a:lnTo>
                    <a:pt x="2393736" y="25087"/>
                  </a:lnTo>
                  <a:lnTo>
                    <a:pt x="2422999" y="22749"/>
                  </a:lnTo>
                  <a:lnTo>
                    <a:pt x="2451619" y="20463"/>
                  </a:lnTo>
                  <a:lnTo>
                    <a:pt x="2479624" y="18225"/>
                  </a:lnTo>
                  <a:lnTo>
                    <a:pt x="2507039" y="16035"/>
                  </a:lnTo>
                  <a:lnTo>
                    <a:pt x="2533888" y="13890"/>
                  </a:lnTo>
                  <a:lnTo>
                    <a:pt x="2560195" y="11789"/>
                  </a:lnTo>
                  <a:lnTo>
                    <a:pt x="2585982" y="9729"/>
                  </a:lnTo>
                  <a:lnTo>
                    <a:pt x="2611267" y="7709"/>
                  </a:lnTo>
                  <a:lnTo>
                    <a:pt x="2636071" y="5727"/>
                  </a:lnTo>
                  <a:lnTo>
                    <a:pt x="2660411" y="3783"/>
                  </a:lnTo>
                  <a:lnTo>
                    <a:pt x="2684305" y="1874"/>
                  </a:lnTo>
                  <a:lnTo>
                    <a:pt x="270776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709730" y="4305979"/>
              <a:ext cx="2707768" cy="310296"/>
            </a:xfrm>
            <a:custGeom>
              <a:avLst/>
              <a:pathLst>
                <a:path w="2707768" h="310296">
                  <a:moveTo>
                    <a:pt x="0" y="310296"/>
                  </a:moveTo>
                  <a:lnTo>
                    <a:pt x="173879" y="290371"/>
                  </a:lnTo>
                  <a:lnTo>
                    <a:pt x="327251" y="272795"/>
                  </a:lnTo>
                  <a:lnTo>
                    <a:pt x="464448" y="257073"/>
                  </a:lnTo>
                  <a:lnTo>
                    <a:pt x="588557" y="242851"/>
                  </a:lnTo>
                  <a:lnTo>
                    <a:pt x="701860" y="229867"/>
                  </a:lnTo>
                  <a:lnTo>
                    <a:pt x="806088" y="217923"/>
                  </a:lnTo>
                  <a:lnTo>
                    <a:pt x="902589" y="206864"/>
                  </a:lnTo>
                  <a:lnTo>
                    <a:pt x="992429" y="196569"/>
                  </a:lnTo>
                  <a:lnTo>
                    <a:pt x="1076468" y="186938"/>
                  </a:lnTo>
                  <a:lnTo>
                    <a:pt x="1155411" y="177892"/>
                  </a:lnTo>
                  <a:lnTo>
                    <a:pt x="1229841" y="169363"/>
                  </a:lnTo>
                  <a:lnTo>
                    <a:pt x="1300245" y="161295"/>
                  </a:lnTo>
                  <a:lnTo>
                    <a:pt x="1367037" y="153641"/>
                  </a:lnTo>
                  <a:lnTo>
                    <a:pt x="1430570" y="146360"/>
                  </a:lnTo>
                  <a:lnTo>
                    <a:pt x="1491146" y="139418"/>
                  </a:lnTo>
                  <a:lnTo>
                    <a:pt x="1549030" y="132785"/>
                  </a:lnTo>
                  <a:lnTo>
                    <a:pt x="1604449" y="126434"/>
                  </a:lnTo>
                  <a:lnTo>
                    <a:pt x="1657606" y="120343"/>
                  </a:lnTo>
                  <a:lnTo>
                    <a:pt x="1708678" y="114490"/>
                  </a:lnTo>
                  <a:lnTo>
                    <a:pt x="1757822" y="108859"/>
                  </a:lnTo>
                  <a:lnTo>
                    <a:pt x="1805178" y="103432"/>
                  </a:lnTo>
                  <a:lnTo>
                    <a:pt x="1850873" y="98195"/>
                  </a:lnTo>
                  <a:lnTo>
                    <a:pt x="1895018" y="93137"/>
                  </a:lnTo>
                  <a:lnTo>
                    <a:pt x="1937716" y="88244"/>
                  </a:lnTo>
                  <a:lnTo>
                    <a:pt x="1979058" y="83506"/>
                  </a:lnTo>
                  <a:lnTo>
                    <a:pt x="2019127" y="78914"/>
                  </a:lnTo>
                  <a:lnTo>
                    <a:pt x="2058001" y="74460"/>
                  </a:lnTo>
                  <a:lnTo>
                    <a:pt x="2095747" y="70134"/>
                  </a:lnTo>
                  <a:lnTo>
                    <a:pt x="2132430" y="65930"/>
                  </a:lnTo>
                  <a:lnTo>
                    <a:pt x="2168108" y="61842"/>
                  </a:lnTo>
                  <a:lnTo>
                    <a:pt x="2202834" y="57862"/>
                  </a:lnTo>
                  <a:lnTo>
                    <a:pt x="2236659" y="53986"/>
                  </a:lnTo>
                  <a:lnTo>
                    <a:pt x="2269626" y="50208"/>
                  </a:lnTo>
                  <a:lnTo>
                    <a:pt x="2301780" y="46524"/>
                  </a:lnTo>
                  <a:lnTo>
                    <a:pt x="2333159" y="42928"/>
                  </a:lnTo>
                  <a:lnTo>
                    <a:pt x="2363800" y="39417"/>
                  </a:lnTo>
                  <a:lnTo>
                    <a:pt x="2393736" y="35986"/>
                  </a:lnTo>
                  <a:lnTo>
                    <a:pt x="2422999" y="32633"/>
                  </a:lnTo>
                  <a:lnTo>
                    <a:pt x="2451619" y="29353"/>
                  </a:lnTo>
                  <a:lnTo>
                    <a:pt x="2479624" y="26144"/>
                  </a:lnTo>
                  <a:lnTo>
                    <a:pt x="2507039" y="23002"/>
                  </a:lnTo>
                  <a:lnTo>
                    <a:pt x="2533888" y="19925"/>
                  </a:lnTo>
                  <a:lnTo>
                    <a:pt x="2560195" y="16911"/>
                  </a:lnTo>
                  <a:lnTo>
                    <a:pt x="2585982" y="13956"/>
                  </a:lnTo>
                  <a:lnTo>
                    <a:pt x="2611267" y="11058"/>
                  </a:lnTo>
                  <a:lnTo>
                    <a:pt x="2636071" y="8216"/>
                  </a:lnTo>
                  <a:lnTo>
                    <a:pt x="2660411" y="5426"/>
                  </a:lnTo>
                  <a:lnTo>
                    <a:pt x="2684305" y="2688"/>
                  </a:lnTo>
                  <a:lnTo>
                    <a:pt x="270776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709730" y="4051001"/>
              <a:ext cx="2707768" cy="335180"/>
            </a:xfrm>
            <a:custGeom>
              <a:avLst/>
              <a:pathLst>
                <a:path w="2707768" h="335180">
                  <a:moveTo>
                    <a:pt x="0" y="335180"/>
                  </a:moveTo>
                  <a:lnTo>
                    <a:pt x="173879" y="313656"/>
                  </a:lnTo>
                  <a:lnTo>
                    <a:pt x="327251" y="294671"/>
                  </a:lnTo>
                  <a:lnTo>
                    <a:pt x="464448" y="277688"/>
                  </a:lnTo>
                  <a:lnTo>
                    <a:pt x="588557" y="262325"/>
                  </a:lnTo>
                  <a:lnTo>
                    <a:pt x="701860" y="248300"/>
                  </a:lnTo>
                  <a:lnTo>
                    <a:pt x="806088" y="235398"/>
                  </a:lnTo>
                  <a:lnTo>
                    <a:pt x="902589" y="223453"/>
                  </a:lnTo>
                  <a:lnTo>
                    <a:pt x="992429" y="212332"/>
                  </a:lnTo>
                  <a:lnTo>
                    <a:pt x="1076468" y="201929"/>
                  </a:lnTo>
                  <a:lnTo>
                    <a:pt x="1155411" y="192157"/>
                  </a:lnTo>
                  <a:lnTo>
                    <a:pt x="1229841" y="182944"/>
                  </a:lnTo>
                  <a:lnTo>
                    <a:pt x="1300245" y="174229"/>
                  </a:lnTo>
                  <a:lnTo>
                    <a:pt x="1367037" y="165961"/>
                  </a:lnTo>
                  <a:lnTo>
                    <a:pt x="1430570" y="158097"/>
                  </a:lnTo>
                  <a:lnTo>
                    <a:pt x="1491146" y="150599"/>
                  </a:lnTo>
                  <a:lnTo>
                    <a:pt x="1549030" y="143433"/>
                  </a:lnTo>
                  <a:lnTo>
                    <a:pt x="1604449" y="136573"/>
                  </a:lnTo>
                  <a:lnTo>
                    <a:pt x="1657606" y="129993"/>
                  </a:lnTo>
                  <a:lnTo>
                    <a:pt x="1708678" y="123671"/>
                  </a:lnTo>
                  <a:lnTo>
                    <a:pt x="1757822" y="117588"/>
                  </a:lnTo>
                  <a:lnTo>
                    <a:pt x="1805178" y="111726"/>
                  </a:lnTo>
                  <a:lnTo>
                    <a:pt x="1850873" y="106070"/>
                  </a:lnTo>
                  <a:lnTo>
                    <a:pt x="1895018" y="100605"/>
                  </a:lnTo>
                  <a:lnTo>
                    <a:pt x="1937716" y="95320"/>
                  </a:lnTo>
                  <a:lnTo>
                    <a:pt x="1979058" y="90203"/>
                  </a:lnTo>
                  <a:lnTo>
                    <a:pt x="2019127" y="85243"/>
                  </a:lnTo>
                  <a:lnTo>
                    <a:pt x="2058001" y="80431"/>
                  </a:lnTo>
                  <a:lnTo>
                    <a:pt x="2095747" y="75758"/>
                  </a:lnTo>
                  <a:lnTo>
                    <a:pt x="2132430" y="71217"/>
                  </a:lnTo>
                  <a:lnTo>
                    <a:pt x="2168108" y="66801"/>
                  </a:lnTo>
                  <a:lnTo>
                    <a:pt x="2202834" y="62502"/>
                  </a:lnTo>
                  <a:lnTo>
                    <a:pt x="2236659" y="58316"/>
                  </a:lnTo>
                  <a:lnTo>
                    <a:pt x="2269626" y="54235"/>
                  </a:lnTo>
                  <a:lnTo>
                    <a:pt x="2301780" y="50254"/>
                  </a:lnTo>
                  <a:lnTo>
                    <a:pt x="2333159" y="46370"/>
                  </a:lnTo>
                  <a:lnTo>
                    <a:pt x="2363800" y="42577"/>
                  </a:lnTo>
                  <a:lnTo>
                    <a:pt x="2393736" y="38872"/>
                  </a:lnTo>
                  <a:lnTo>
                    <a:pt x="2422999" y="35249"/>
                  </a:lnTo>
                  <a:lnTo>
                    <a:pt x="2451619" y="31707"/>
                  </a:lnTo>
                  <a:lnTo>
                    <a:pt x="2479624" y="28240"/>
                  </a:lnTo>
                  <a:lnTo>
                    <a:pt x="2507039" y="24847"/>
                  </a:lnTo>
                  <a:lnTo>
                    <a:pt x="2533888" y="21523"/>
                  </a:lnTo>
                  <a:lnTo>
                    <a:pt x="2560195" y="18267"/>
                  </a:lnTo>
                  <a:lnTo>
                    <a:pt x="2585982" y="15075"/>
                  </a:lnTo>
                  <a:lnTo>
                    <a:pt x="2611267" y="11945"/>
                  </a:lnTo>
                  <a:lnTo>
                    <a:pt x="2636071" y="8874"/>
                  </a:lnTo>
                  <a:lnTo>
                    <a:pt x="2660411" y="5862"/>
                  </a:lnTo>
                  <a:lnTo>
                    <a:pt x="2684305" y="2904"/>
                  </a:lnTo>
                  <a:lnTo>
                    <a:pt x="2707768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rc298"/>
            <p:cNvSpPr/>
            <p:nvPr/>
          </p:nvSpPr>
          <p:spPr>
            <a:xfrm>
              <a:off x="1503277" y="3480885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503277" y="3480885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tx300"/>
            <p:cNvSpPr/>
            <p:nvPr/>
          </p:nvSpPr>
          <p:spPr>
            <a:xfrm rot="-5400000">
              <a:off x="1272281" y="462107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02" name="tx301"/>
            <p:cNvSpPr/>
            <p:nvPr/>
          </p:nvSpPr>
          <p:spPr>
            <a:xfrm rot="-5400000">
              <a:off x="1272281" y="437143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03" name="tx302"/>
            <p:cNvSpPr/>
            <p:nvPr/>
          </p:nvSpPr>
          <p:spPr>
            <a:xfrm rot="-5400000">
              <a:off x="1272281" y="412179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04" name="tx303"/>
            <p:cNvSpPr/>
            <p:nvPr/>
          </p:nvSpPr>
          <p:spPr>
            <a:xfrm rot="-5400000">
              <a:off x="1272281" y="3872155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305" name="tx304"/>
            <p:cNvSpPr/>
            <p:nvPr/>
          </p:nvSpPr>
          <p:spPr>
            <a:xfrm rot="-5400000">
              <a:off x="1272281" y="3622517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306" name="pl305"/>
            <p:cNvSpPr/>
            <p:nvPr/>
          </p:nvSpPr>
          <p:spPr>
            <a:xfrm>
              <a:off x="1465319" y="467117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6"/>
            <p:cNvSpPr/>
            <p:nvPr/>
          </p:nvSpPr>
          <p:spPr>
            <a:xfrm>
              <a:off x="1465319" y="442154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7"/>
            <p:cNvSpPr/>
            <p:nvPr/>
          </p:nvSpPr>
          <p:spPr>
            <a:xfrm>
              <a:off x="1465319" y="417190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8"/>
            <p:cNvSpPr/>
            <p:nvPr/>
          </p:nvSpPr>
          <p:spPr>
            <a:xfrm>
              <a:off x="1465319" y="392226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09"/>
            <p:cNvSpPr/>
            <p:nvPr/>
          </p:nvSpPr>
          <p:spPr>
            <a:xfrm>
              <a:off x="1465319" y="367262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0"/>
            <p:cNvSpPr/>
            <p:nvPr/>
          </p:nvSpPr>
          <p:spPr>
            <a:xfrm>
              <a:off x="1503277" y="4719124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1"/>
            <p:cNvSpPr/>
            <p:nvPr/>
          </p:nvSpPr>
          <p:spPr>
            <a:xfrm>
              <a:off x="1709730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2"/>
            <p:cNvSpPr/>
            <p:nvPr/>
          </p:nvSpPr>
          <p:spPr>
            <a:xfrm>
              <a:off x="2612319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3"/>
            <p:cNvSpPr/>
            <p:nvPr/>
          </p:nvSpPr>
          <p:spPr>
            <a:xfrm>
              <a:off x="3514909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4"/>
            <p:cNvSpPr/>
            <p:nvPr/>
          </p:nvSpPr>
          <p:spPr>
            <a:xfrm>
              <a:off x="4417498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tx315"/>
            <p:cNvSpPr/>
            <p:nvPr/>
          </p:nvSpPr>
          <p:spPr>
            <a:xfrm>
              <a:off x="1670868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7" name="tx316"/>
            <p:cNvSpPr/>
            <p:nvPr/>
          </p:nvSpPr>
          <p:spPr>
            <a:xfrm>
              <a:off x="2573457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8" name="tx317"/>
            <p:cNvSpPr/>
            <p:nvPr/>
          </p:nvSpPr>
          <p:spPr>
            <a:xfrm>
              <a:off x="3476047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9" name="tx318"/>
            <p:cNvSpPr/>
            <p:nvPr/>
          </p:nvSpPr>
          <p:spPr>
            <a:xfrm>
              <a:off x="4378636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20" name="tx319"/>
            <p:cNvSpPr/>
            <p:nvPr/>
          </p:nvSpPr>
          <p:spPr>
            <a:xfrm>
              <a:off x="2696037" y="5000311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321" name="tx320"/>
            <p:cNvSpPr/>
            <p:nvPr/>
          </p:nvSpPr>
          <p:spPr>
            <a:xfrm rot="-5400000">
              <a:off x="1004992" y="4040568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22" name="tx321"/>
            <p:cNvSpPr/>
            <p:nvPr/>
          </p:nvSpPr>
          <p:spPr>
            <a:xfrm>
              <a:off x="1503277" y="3237726"/>
              <a:ext cx="1254373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23" name="rc322"/>
            <p:cNvSpPr/>
            <p:nvPr/>
          </p:nvSpPr>
          <p:spPr>
            <a:xfrm>
              <a:off x="4913885" y="3480885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071998" y="423250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029958" y="362280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12914" y="4294047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091528" y="407852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075747" y="433964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08885" y="354227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026385" y="350786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098515" y="383834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033506" y="447240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054415" y="413153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035517" y="437883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946302" y="391842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974836" y="429961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998982" y="451282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926543" y="419450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955128" y="389639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033670" y="458389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000779" y="448629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30957" y="436582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028899" y="457992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053111" y="447906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963193" y="458259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954130" y="433126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002560" y="428160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042618" y="405863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034484" y="409243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014864" y="438080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001669" y="463354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905989" y="437215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844535" y="443003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849813" y="440742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953975" y="445432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844253" y="368034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891007" y="372246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856631" y="421191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923125" y="436002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859083" y="446796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954987" y="418413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876320" y="398990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844428" y="451900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917393" y="384608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952759" y="416519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926972" y="421865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931048" y="445947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940494" y="399115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842806" y="420510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891233" y="396770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889717" y="417777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7841231" y="432188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7846225" y="440535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7862385" y="4191563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7835555" y="399798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7766952" y="416754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7746809" y="420485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7805217" y="433395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7826101" y="423966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7834893" y="433348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7829282" y="426023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7851127" y="403507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7745112" y="377630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7749200" y="434768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7853968" y="449240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7787193" y="446164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7804552" y="423660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7736320" y="440197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7834323" y="430381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7837718" y="384720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7803647" y="414805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7838309" y="422544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7809463" y="417822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7844322" y="445694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7788183" y="413626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115294" y="4163210"/>
              <a:ext cx="2711924" cy="149427"/>
            </a:xfrm>
            <a:custGeom>
              <a:avLst/>
              <a:pathLst>
                <a:path w="2711924" h="149427">
                  <a:moveTo>
                    <a:pt x="0" y="0"/>
                  </a:moveTo>
                  <a:lnTo>
                    <a:pt x="174146" y="9595"/>
                  </a:lnTo>
                  <a:lnTo>
                    <a:pt x="327754" y="18059"/>
                  </a:lnTo>
                  <a:lnTo>
                    <a:pt x="465161" y="25630"/>
                  </a:lnTo>
                  <a:lnTo>
                    <a:pt x="589460" y="32479"/>
                  </a:lnTo>
                  <a:lnTo>
                    <a:pt x="702937" y="38731"/>
                  </a:lnTo>
                  <a:lnTo>
                    <a:pt x="807326" y="44483"/>
                  </a:lnTo>
                  <a:lnTo>
                    <a:pt x="903974" y="49809"/>
                  </a:lnTo>
                  <a:lnTo>
                    <a:pt x="993952" y="54766"/>
                  </a:lnTo>
                  <a:lnTo>
                    <a:pt x="1078121" y="59404"/>
                  </a:lnTo>
                  <a:lnTo>
                    <a:pt x="1157185" y="63760"/>
                  </a:lnTo>
                  <a:lnTo>
                    <a:pt x="1231729" y="67868"/>
                  </a:lnTo>
                  <a:lnTo>
                    <a:pt x="1302241" y="71753"/>
                  </a:lnTo>
                  <a:lnTo>
                    <a:pt x="1369136" y="75439"/>
                  </a:lnTo>
                  <a:lnTo>
                    <a:pt x="1432766" y="78945"/>
                  </a:lnTo>
                  <a:lnTo>
                    <a:pt x="1493435" y="82288"/>
                  </a:lnTo>
                  <a:lnTo>
                    <a:pt x="1551408" y="85482"/>
                  </a:lnTo>
                  <a:lnTo>
                    <a:pt x="1606912" y="88540"/>
                  </a:lnTo>
                  <a:lnTo>
                    <a:pt x="1660151" y="91474"/>
                  </a:lnTo>
                  <a:lnTo>
                    <a:pt x="1711301" y="94292"/>
                  </a:lnTo>
                  <a:lnTo>
                    <a:pt x="1760520" y="97004"/>
                  </a:lnTo>
                  <a:lnTo>
                    <a:pt x="1807949" y="99618"/>
                  </a:lnTo>
                  <a:lnTo>
                    <a:pt x="1853714" y="102139"/>
                  </a:lnTo>
                  <a:lnTo>
                    <a:pt x="1897927" y="104575"/>
                  </a:lnTo>
                  <a:lnTo>
                    <a:pt x="1940690" y="106932"/>
                  </a:lnTo>
                  <a:lnTo>
                    <a:pt x="1982096" y="109213"/>
                  </a:lnTo>
                  <a:lnTo>
                    <a:pt x="2022227" y="111424"/>
                  </a:lnTo>
                  <a:lnTo>
                    <a:pt x="2061160" y="113570"/>
                  </a:lnTo>
                  <a:lnTo>
                    <a:pt x="2098964" y="115653"/>
                  </a:lnTo>
                  <a:lnTo>
                    <a:pt x="2135704" y="117677"/>
                  </a:lnTo>
                  <a:lnTo>
                    <a:pt x="2171436" y="119646"/>
                  </a:lnTo>
                  <a:lnTo>
                    <a:pt x="2206216" y="121562"/>
                  </a:lnTo>
                  <a:lnTo>
                    <a:pt x="2240092" y="123429"/>
                  </a:lnTo>
                  <a:lnTo>
                    <a:pt x="2273111" y="125248"/>
                  </a:lnTo>
                  <a:lnTo>
                    <a:pt x="2305314" y="127022"/>
                  </a:lnTo>
                  <a:lnTo>
                    <a:pt x="2336741" y="128754"/>
                  </a:lnTo>
                  <a:lnTo>
                    <a:pt x="2367428" y="130445"/>
                  </a:lnTo>
                  <a:lnTo>
                    <a:pt x="2397410" y="132097"/>
                  </a:lnTo>
                  <a:lnTo>
                    <a:pt x="2426719" y="133712"/>
                  </a:lnTo>
                  <a:lnTo>
                    <a:pt x="2455383" y="135291"/>
                  </a:lnTo>
                  <a:lnTo>
                    <a:pt x="2483430" y="136837"/>
                  </a:lnTo>
                  <a:lnTo>
                    <a:pt x="2510887" y="138350"/>
                  </a:lnTo>
                  <a:lnTo>
                    <a:pt x="2537778" y="139831"/>
                  </a:lnTo>
                  <a:lnTo>
                    <a:pt x="2564126" y="141283"/>
                  </a:lnTo>
                  <a:lnTo>
                    <a:pt x="2589951" y="142706"/>
                  </a:lnTo>
                  <a:lnTo>
                    <a:pt x="2615276" y="144101"/>
                  </a:lnTo>
                  <a:lnTo>
                    <a:pt x="2640118" y="145470"/>
                  </a:lnTo>
                  <a:lnTo>
                    <a:pt x="2664495" y="146813"/>
                  </a:lnTo>
                  <a:lnTo>
                    <a:pt x="2688425" y="148132"/>
                  </a:lnTo>
                  <a:lnTo>
                    <a:pt x="2711924" y="149427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5115294" y="3863193"/>
              <a:ext cx="2711924" cy="460838"/>
            </a:xfrm>
            <a:custGeom>
              <a:avLst/>
              <a:pathLst>
                <a:path w="2711924" h="460838">
                  <a:moveTo>
                    <a:pt x="0" y="0"/>
                  </a:moveTo>
                  <a:lnTo>
                    <a:pt x="174146" y="29592"/>
                  </a:lnTo>
                  <a:lnTo>
                    <a:pt x="327754" y="55695"/>
                  </a:lnTo>
                  <a:lnTo>
                    <a:pt x="465161" y="79044"/>
                  </a:lnTo>
                  <a:lnTo>
                    <a:pt x="589460" y="100167"/>
                  </a:lnTo>
                  <a:lnTo>
                    <a:pt x="702937" y="119450"/>
                  </a:lnTo>
                  <a:lnTo>
                    <a:pt x="807326" y="137189"/>
                  </a:lnTo>
                  <a:lnTo>
                    <a:pt x="903974" y="153612"/>
                  </a:lnTo>
                  <a:lnTo>
                    <a:pt x="993952" y="168902"/>
                  </a:lnTo>
                  <a:lnTo>
                    <a:pt x="1078121" y="183205"/>
                  </a:lnTo>
                  <a:lnTo>
                    <a:pt x="1157185" y="196640"/>
                  </a:lnTo>
                  <a:lnTo>
                    <a:pt x="1231729" y="209308"/>
                  </a:lnTo>
                  <a:lnTo>
                    <a:pt x="1302241" y="221290"/>
                  </a:lnTo>
                  <a:lnTo>
                    <a:pt x="1369136" y="232657"/>
                  </a:lnTo>
                  <a:lnTo>
                    <a:pt x="1432766" y="243470"/>
                  </a:lnTo>
                  <a:lnTo>
                    <a:pt x="1493435" y="253780"/>
                  </a:lnTo>
                  <a:lnTo>
                    <a:pt x="1551408" y="263631"/>
                  </a:lnTo>
                  <a:lnTo>
                    <a:pt x="1606912" y="273063"/>
                  </a:lnTo>
                  <a:lnTo>
                    <a:pt x="1660151" y="282109"/>
                  </a:lnTo>
                  <a:lnTo>
                    <a:pt x="1711301" y="290801"/>
                  </a:lnTo>
                  <a:lnTo>
                    <a:pt x="1760520" y="299165"/>
                  </a:lnTo>
                  <a:lnTo>
                    <a:pt x="1807949" y="307225"/>
                  </a:lnTo>
                  <a:lnTo>
                    <a:pt x="1853714" y="315002"/>
                  </a:lnTo>
                  <a:lnTo>
                    <a:pt x="1897927" y="322515"/>
                  </a:lnTo>
                  <a:lnTo>
                    <a:pt x="1940690" y="329782"/>
                  </a:lnTo>
                  <a:lnTo>
                    <a:pt x="1982096" y="336818"/>
                  </a:lnTo>
                  <a:lnTo>
                    <a:pt x="2022227" y="343637"/>
                  </a:lnTo>
                  <a:lnTo>
                    <a:pt x="2061160" y="350253"/>
                  </a:lnTo>
                  <a:lnTo>
                    <a:pt x="2098964" y="356677"/>
                  </a:lnTo>
                  <a:lnTo>
                    <a:pt x="2135704" y="362920"/>
                  </a:lnTo>
                  <a:lnTo>
                    <a:pt x="2171436" y="368992"/>
                  </a:lnTo>
                  <a:lnTo>
                    <a:pt x="2206216" y="374903"/>
                  </a:lnTo>
                  <a:lnTo>
                    <a:pt x="2240092" y="380659"/>
                  </a:lnTo>
                  <a:lnTo>
                    <a:pt x="2273111" y="386270"/>
                  </a:lnTo>
                  <a:lnTo>
                    <a:pt x="2305314" y="391742"/>
                  </a:lnTo>
                  <a:lnTo>
                    <a:pt x="2336741" y="397083"/>
                  </a:lnTo>
                  <a:lnTo>
                    <a:pt x="2367428" y="402297"/>
                  </a:lnTo>
                  <a:lnTo>
                    <a:pt x="2397410" y="407392"/>
                  </a:lnTo>
                  <a:lnTo>
                    <a:pt x="2426719" y="412373"/>
                  </a:lnTo>
                  <a:lnTo>
                    <a:pt x="2455383" y="417243"/>
                  </a:lnTo>
                  <a:lnTo>
                    <a:pt x="2483430" y="422010"/>
                  </a:lnTo>
                  <a:lnTo>
                    <a:pt x="2510887" y="426675"/>
                  </a:lnTo>
                  <a:lnTo>
                    <a:pt x="2537778" y="431245"/>
                  </a:lnTo>
                  <a:lnTo>
                    <a:pt x="2564126" y="435722"/>
                  </a:lnTo>
                  <a:lnTo>
                    <a:pt x="2589951" y="440111"/>
                  </a:lnTo>
                  <a:lnTo>
                    <a:pt x="2615276" y="444414"/>
                  </a:lnTo>
                  <a:lnTo>
                    <a:pt x="2640118" y="448636"/>
                  </a:lnTo>
                  <a:lnTo>
                    <a:pt x="2664495" y="452778"/>
                  </a:lnTo>
                  <a:lnTo>
                    <a:pt x="2688425" y="456845"/>
                  </a:lnTo>
                  <a:lnTo>
                    <a:pt x="2711924" y="460838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5115294" y="4282656"/>
              <a:ext cx="2711924" cy="71955"/>
            </a:xfrm>
            <a:custGeom>
              <a:avLst/>
              <a:pathLst>
                <a:path w="2711924" h="71955">
                  <a:moveTo>
                    <a:pt x="0" y="71955"/>
                  </a:moveTo>
                  <a:lnTo>
                    <a:pt x="174146" y="67334"/>
                  </a:lnTo>
                  <a:lnTo>
                    <a:pt x="327754" y="63259"/>
                  </a:lnTo>
                  <a:lnTo>
                    <a:pt x="465161" y="59613"/>
                  </a:lnTo>
                  <a:lnTo>
                    <a:pt x="589460" y="56315"/>
                  </a:lnTo>
                  <a:lnTo>
                    <a:pt x="702937" y="53304"/>
                  </a:lnTo>
                  <a:lnTo>
                    <a:pt x="807326" y="50534"/>
                  </a:lnTo>
                  <a:lnTo>
                    <a:pt x="903974" y="47970"/>
                  </a:lnTo>
                  <a:lnTo>
                    <a:pt x="993952" y="45582"/>
                  </a:lnTo>
                  <a:lnTo>
                    <a:pt x="1078121" y="43349"/>
                  </a:lnTo>
                  <a:lnTo>
                    <a:pt x="1157185" y="41251"/>
                  </a:lnTo>
                  <a:lnTo>
                    <a:pt x="1231729" y="39273"/>
                  </a:lnTo>
                  <a:lnTo>
                    <a:pt x="1302241" y="37403"/>
                  </a:lnTo>
                  <a:lnTo>
                    <a:pt x="1369136" y="35628"/>
                  </a:lnTo>
                  <a:lnTo>
                    <a:pt x="1432766" y="33939"/>
                  </a:lnTo>
                  <a:lnTo>
                    <a:pt x="1493435" y="32330"/>
                  </a:lnTo>
                  <a:lnTo>
                    <a:pt x="1551408" y="30791"/>
                  </a:lnTo>
                  <a:lnTo>
                    <a:pt x="1606912" y="29319"/>
                  </a:lnTo>
                  <a:lnTo>
                    <a:pt x="1660151" y="27906"/>
                  </a:lnTo>
                  <a:lnTo>
                    <a:pt x="1711301" y="26549"/>
                  </a:lnTo>
                  <a:lnTo>
                    <a:pt x="1760520" y="25243"/>
                  </a:lnTo>
                  <a:lnTo>
                    <a:pt x="1807949" y="23985"/>
                  </a:lnTo>
                  <a:lnTo>
                    <a:pt x="1853714" y="22770"/>
                  </a:lnTo>
                  <a:lnTo>
                    <a:pt x="1897927" y="21597"/>
                  </a:lnTo>
                  <a:lnTo>
                    <a:pt x="1940690" y="20463"/>
                  </a:lnTo>
                  <a:lnTo>
                    <a:pt x="1982096" y="19364"/>
                  </a:lnTo>
                  <a:lnTo>
                    <a:pt x="2022227" y="18299"/>
                  </a:lnTo>
                  <a:lnTo>
                    <a:pt x="2061160" y="17266"/>
                  </a:lnTo>
                  <a:lnTo>
                    <a:pt x="2098964" y="16263"/>
                  </a:lnTo>
                  <a:lnTo>
                    <a:pt x="2135704" y="15288"/>
                  </a:lnTo>
                  <a:lnTo>
                    <a:pt x="2171436" y="14340"/>
                  </a:lnTo>
                  <a:lnTo>
                    <a:pt x="2206216" y="13417"/>
                  </a:lnTo>
                  <a:lnTo>
                    <a:pt x="2240092" y="12519"/>
                  </a:lnTo>
                  <a:lnTo>
                    <a:pt x="2273111" y="11643"/>
                  </a:lnTo>
                  <a:lnTo>
                    <a:pt x="2305314" y="10788"/>
                  </a:lnTo>
                  <a:lnTo>
                    <a:pt x="2336741" y="9954"/>
                  </a:lnTo>
                  <a:lnTo>
                    <a:pt x="2367428" y="9140"/>
                  </a:lnTo>
                  <a:lnTo>
                    <a:pt x="2397410" y="8344"/>
                  </a:lnTo>
                  <a:lnTo>
                    <a:pt x="2426719" y="7567"/>
                  </a:lnTo>
                  <a:lnTo>
                    <a:pt x="2455383" y="6806"/>
                  </a:lnTo>
                  <a:lnTo>
                    <a:pt x="2483430" y="6062"/>
                  </a:lnTo>
                  <a:lnTo>
                    <a:pt x="2510887" y="5334"/>
                  </a:lnTo>
                  <a:lnTo>
                    <a:pt x="2537778" y="4620"/>
                  </a:lnTo>
                  <a:lnTo>
                    <a:pt x="2564126" y="3921"/>
                  </a:lnTo>
                  <a:lnTo>
                    <a:pt x="2589951" y="3236"/>
                  </a:lnTo>
                  <a:lnTo>
                    <a:pt x="2615276" y="2564"/>
                  </a:lnTo>
                  <a:lnTo>
                    <a:pt x="2640118" y="1905"/>
                  </a:lnTo>
                  <a:lnTo>
                    <a:pt x="2664495" y="1258"/>
                  </a:lnTo>
                  <a:lnTo>
                    <a:pt x="2688425" y="623"/>
                  </a:lnTo>
                  <a:lnTo>
                    <a:pt x="2711924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5115294" y="3939893"/>
              <a:ext cx="2711924" cy="326389"/>
            </a:xfrm>
            <a:custGeom>
              <a:avLst/>
              <a:pathLst>
                <a:path w="2711924" h="326389">
                  <a:moveTo>
                    <a:pt x="0" y="326389"/>
                  </a:moveTo>
                  <a:lnTo>
                    <a:pt x="174146" y="305430"/>
                  </a:lnTo>
                  <a:lnTo>
                    <a:pt x="327754" y="286942"/>
                  </a:lnTo>
                  <a:lnTo>
                    <a:pt x="465161" y="270405"/>
                  </a:lnTo>
                  <a:lnTo>
                    <a:pt x="589460" y="255445"/>
                  </a:lnTo>
                  <a:lnTo>
                    <a:pt x="702937" y="241788"/>
                  </a:lnTo>
                  <a:lnTo>
                    <a:pt x="807326" y="229224"/>
                  </a:lnTo>
                  <a:lnTo>
                    <a:pt x="903974" y="217592"/>
                  </a:lnTo>
                  <a:lnTo>
                    <a:pt x="993952" y="206763"/>
                  </a:lnTo>
                  <a:lnTo>
                    <a:pt x="1078121" y="196633"/>
                  </a:lnTo>
                  <a:lnTo>
                    <a:pt x="1157185" y="187118"/>
                  </a:lnTo>
                  <a:lnTo>
                    <a:pt x="1231729" y="178146"/>
                  </a:lnTo>
                  <a:lnTo>
                    <a:pt x="1302241" y="169660"/>
                  </a:lnTo>
                  <a:lnTo>
                    <a:pt x="1369136" y="161609"/>
                  </a:lnTo>
                  <a:lnTo>
                    <a:pt x="1432766" y="153950"/>
                  </a:lnTo>
                  <a:lnTo>
                    <a:pt x="1493435" y="146649"/>
                  </a:lnTo>
                  <a:lnTo>
                    <a:pt x="1551408" y="139672"/>
                  </a:lnTo>
                  <a:lnTo>
                    <a:pt x="1606912" y="132991"/>
                  </a:lnTo>
                  <a:lnTo>
                    <a:pt x="1660151" y="126584"/>
                  </a:lnTo>
                  <a:lnTo>
                    <a:pt x="1711301" y="120428"/>
                  </a:lnTo>
                  <a:lnTo>
                    <a:pt x="1760520" y="114504"/>
                  </a:lnTo>
                  <a:lnTo>
                    <a:pt x="1807949" y="108796"/>
                  </a:lnTo>
                  <a:lnTo>
                    <a:pt x="1853714" y="103288"/>
                  </a:lnTo>
                  <a:lnTo>
                    <a:pt x="1897927" y="97967"/>
                  </a:lnTo>
                  <a:lnTo>
                    <a:pt x="1940690" y="92820"/>
                  </a:lnTo>
                  <a:lnTo>
                    <a:pt x="1982096" y="87837"/>
                  </a:lnTo>
                  <a:lnTo>
                    <a:pt x="2022227" y="83007"/>
                  </a:lnTo>
                  <a:lnTo>
                    <a:pt x="2061160" y="78321"/>
                  </a:lnTo>
                  <a:lnTo>
                    <a:pt x="2098964" y="73771"/>
                  </a:lnTo>
                  <a:lnTo>
                    <a:pt x="2135704" y="69350"/>
                  </a:lnTo>
                  <a:lnTo>
                    <a:pt x="2171436" y="65049"/>
                  </a:lnTo>
                  <a:lnTo>
                    <a:pt x="2206216" y="60863"/>
                  </a:lnTo>
                  <a:lnTo>
                    <a:pt x="2240092" y="56786"/>
                  </a:lnTo>
                  <a:lnTo>
                    <a:pt x="2273111" y="52812"/>
                  </a:lnTo>
                  <a:lnTo>
                    <a:pt x="2305314" y="48936"/>
                  </a:lnTo>
                  <a:lnTo>
                    <a:pt x="2336741" y="45154"/>
                  </a:lnTo>
                  <a:lnTo>
                    <a:pt x="2367428" y="41461"/>
                  </a:lnTo>
                  <a:lnTo>
                    <a:pt x="2397410" y="37852"/>
                  </a:lnTo>
                  <a:lnTo>
                    <a:pt x="2426719" y="34325"/>
                  </a:lnTo>
                  <a:lnTo>
                    <a:pt x="2455383" y="30875"/>
                  </a:lnTo>
                  <a:lnTo>
                    <a:pt x="2483430" y="27500"/>
                  </a:lnTo>
                  <a:lnTo>
                    <a:pt x="2510887" y="24195"/>
                  </a:lnTo>
                  <a:lnTo>
                    <a:pt x="2537778" y="20959"/>
                  </a:lnTo>
                  <a:lnTo>
                    <a:pt x="2564126" y="17788"/>
                  </a:lnTo>
                  <a:lnTo>
                    <a:pt x="2589951" y="14679"/>
                  </a:lnTo>
                  <a:lnTo>
                    <a:pt x="2615276" y="11631"/>
                  </a:lnTo>
                  <a:lnTo>
                    <a:pt x="2640118" y="8642"/>
                  </a:lnTo>
                  <a:lnTo>
                    <a:pt x="2664495" y="5708"/>
                  </a:lnTo>
                  <a:lnTo>
                    <a:pt x="2688425" y="2828"/>
                  </a:lnTo>
                  <a:lnTo>
                    <a:pt x="271192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5115294" y="4055217"/>
              <a:ext cx="2711924" cy="327826"/>
            </a:xfrm>
            <a:custGeom>
              <a:avLst/>
              <a:pathLst>
                <a:path w="2711924" h="327826">
                  <a:moveTo>
                    <a:pt x="0" y="327826"/>
                  </a:moveTo>
                  <a:lnTo>
                    <a:pt x="174146" y="306774"/>
                  </a:lnTo>
                  <a:lnTo>
                    <a:pt x="327754" y="288206"/>
                  </a:lnTo>
                  <a:lnTo>
                    <a:pt x="465161" y="271595"/>
                  </a:lnTo>
                  <a:lnTo>
                    <a:pt x="589460" y="256570"/>
                  </a:lnTo>
                  <a:lnTo>
                    <a:pt x="702937" y="242852"/>
                  </a:lnTo>
                  <a:lnTo>
                    <a:pt x="807326" y="230233"/>
                  </a:lnTo>
                  <a:lnTo>
                    <a:pt x="903974" y="218550"/>
                  </a:lnTo>
                  <a:lnTo>
                    <a:pt x="993952" y="207673"/>
                  </a:lnTo>
                  <a:lnTo>
                    <a:pt x="1078121" y="197499"/>
                  </a:lnTo>
                  <a:lnTo>
                    <a:pt x="1157185" y="187941"/>
                  </a:lnTo>
                  <a:lnTo>
                    <a:pt x="1231729" y="178930"/>
                  </a:lnTo>
                  <a:lnTo>
                    <a:pt x="1302241" y="170407"/>
                  </a:lnTo>
                  <a:lnTo>
                    <a:pt x="1369136" y="162320"/>
                  </a:lnTo>
                  <a:lnTo>
                    <a:pt x="1432766" y="154628"/>
                  </a:lnTo>
                  <a:lnTo>
                    <a:pt x="1493435" y="147294"/>
                  </a:lnTo>
                  <a:lnTo>
                    <a:pt x="1551408" y="140286"/>
                  </a:lnTo>
                  <a:lnTo>
                    <a:pt x="1606912" y="133577"/>
                  </a:lnTo>
                  <a:lnTo>
                    <a:pt x="1660151" y="127141"/>
                  </a:lnTo>
                  <a:lnTo>
                    <a:pt x="1711301" y="120958"/>
                  </a:lnTo>
                  <a:lnTo>
                    <a:pt x="1760520" y="115008"/>
                  </a:lnTo>
                  <a:lnTo>
                    <a:pt x="1807949" y="109275"/>
                  </a:lnTo>
                  <a:lnTo>
                    <a:pt x="1853714" y="103743"/>
                  </a:lnTo>
                  <a:lnTo>
                    <a:pt x="1897927" y="98398"/>
                  </a:lnTo>
                  <a:lnTo>
                    <a:pt x="1940690" y="93229"/>
                  </a:lnTo>
                  <a:lnTo>
                    <a:pt x="1982096" y="88224"/>
                  </a:lnTo>
                  <a:lnTo>
                    <a:pt x="2022227" y="83372"/>
                  </a:lnTo>
                  <a:lnTo>
                    <a:pt x="2061160" y="78666"/>
                  </a:lnTo>
                  <a:lnTo>
                    <a:pt x="2098964" y="74096"/>
                  </a:lnTo>
                  <a:lnTo>
                    <a:pt x="2135704" y="69655"/>
                  </a:lnTo>
                  <a:lnTo>
                    <a:pt x="2171436" y="65335"/>
                  </a:lnTo>
                  <a:lnTo>
                    <a:pt x="2206216" y="61131"/>
                  </a:lnTo>
                  <a:lnTo>
                    <a:pt x="2240092" y="57036"/>
                  </a:lnTo>
                  <a:lnTo>
                    <a:pt x="2273111" y="53045"/>
                  </a:lnTo>
                  <a:lnTo>
                    <a:pt x="2305314" y="49152"/>
                  </a:lnTo>
                  <a:lnTo>
                    <a:pt x="2336741" y="45353"/>
                  </a:lnTo>
                  <a:lnTo>
                    <a:pt x="2367428" y="41643"/>
                  </a:lnTo>
                  <a:lnTo>
                    <a:pt x="2397410" y="38019"/>
                  </a:lnTo>
                  <a:lnTo>
                    <a:pt x="2426719" y="34476"/>
                  </a:lnTo>
                  <a:lnTo>
                    <a:pt x="2455383" y="31011"/>
                  </a:lnTo>
                  <a:lnTo>
                    <a:pt x="2483430" y="27621"/>
                  </a:lnTo>
                  <a:lnTo>
                    <a:pt x="2510887" y="24302"/>
                  </a:lnTo>
                  <a:lnTo>
                    <a:pt x="2537778" y="21051"/>
                  </a:lnTo>
                  <a:lnTo>
                    <a:pt x="2564126" y="17866"/>
                  </a:lnTo>
                  <a:lnTo>
                    <a:pt x="2589951" y="14744"/>
                  </a:lnTo>
                  <a:lnTo>
                    <a:pt x="2615276" y="11683"/>
                  </a:lnTo>
                  <a:lnTo>
                    <a:pt x="2640118" y="8680"/>
                  </a:lnTo>
                  <a:lnTo>
                    <a:pt x="2664495" y="5733"/>
                  </a:lnTo>
                  <a:lnTo>
                    <a:pt x="2688425" y="2840"/>
                  </a:lnTo>
                  <a:lnTo>
                    <a:pt x="2711924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5115294" y="3874189"/>
              <a:ext cx="2711924" cy="270312"/>
            </a:xfrm>
            <a:custGeom>
              <a:avLst/>
              <a:pathLst>
                <a:path w="2711924" h="270312">
                  <a:moveTo>
                    <a:pt x="0" y="0"/>
                  </a:moveTo>
                  <a:lnTo>
                    <a:pt x="174146" y="17358"/>
                  </a:lnTo>
                  <a:lnTo>
                    <a:pt x="327754" y="32669"/>
                  </a:lnTo>
                  <a:lnTo>
                    <a:pt x="465161" y="46365"/>
                  </a:lnTo>
                  <a:lnTo>
                    <a:pt x="589460" y="58754"/>
                  </a:lnTo>
                  <a:lnTo>
                    <a:pt x="702937" y="70065"/>
                  </a:lnTo>
                  <a:lnTo>
                    <a:pt x="807326" y="80470"/>
                  </a:lnTo>
                  <a:lnTo>
                    <a:pt x="903974" y="90104"/>
                  </a:lnTo>
                  <a:lnTo>
                    <a:pt x="993952" y="99072"/>
                  </a:lnTo>
                  <a:lnTo>
                    <a:pt x="1078121" y="107462"/>
                  </a:lnTo>
                  <a:lnTo>
                    <a:pt x="1157185" y="115342"/>
                  </a:lnTo>
                  <a:lnTo>
                    <a:pt x="1231729" y="122773"/>
                  </a:lnTo>
                  <a:lnTo>
                    <a:pt x="1302241" y="129801"/>
                  </a:lnTo>
                  <a:lnTo>
                    <a:pt x="1369136" y="136469"/>
                  </a:lnTo>
                  <a:lnTo>
                    <a:pt x="1432766" y="142811"/>
                  </a:lnTo>
                  <a:lnTo>
                    <a:pt x="1493435" y="148858"/>
                  </a:lnTo>
                  <a:lnTo>
                    <a:pt x="1551408" y="154637"/>
                  </a:lnTo>
                  <a:lnTo>
                    <a:pt x="1606912" y="160169"/>
                  </a:lnTo>
                  <a:lnTo>
                    <a:pt x="1660151" y="165476"/>
                  </a:lnTo>
                  <a:lnTo>
                    <a:pt x="1711301" y="170574"/>
                  </a:lnTo>
                  <a:lnTo>
                    <a:pt x="1760520" y="175480"/>
                  </a:lnTo>
                  <a:lnTo>
                    <a:pt x="1807949" y="180208"/>
                  </a:lnTo>
                  <a:lnTo>
                    <a:pt x="1853714" y="184769"/>
                  </a:lnTo>
                  <a:lnTo>
                    <a:pt x="1897927" y="189176"/>
                  </a:lnTo>
                  <a:lnTo>
                    <a:pt x="1940690" y="193439"/>
                  </a:lnTo>
                  <a:lnTo>
                    <a:pt x="1982096" y="197566"/>
                  </a:lnTo>
                  <a:lnTo>
                    <a:pt x="2022227" y="201566"/>
                  </a:lnTo>
                  <a:lnTo>
                    <a:pt x="2061160" y="205446"/>
                  </a:lnTo>
                  <a:lnTo>
                    <a:pt x="2098964" y="209215"/>
                  </a:lnTo>
                  <a:lnTo>
                    <a:pt x="2135704" y="212877"/>
                  </a:lnTo>
                  <a:lnTo>
                    <a:pt x="2171436" y="216438"/>
                  </a:lnTo>
                  <a:lnTo>
                    <a:pt x="2206216" y="219905"/>
                  </a:lnTo>
                  <a:lnTo>
                    <a:pt x="2240092" y="223282"/>
                  </a:lnTo>
                  <a:lnTo>
                    <a:pt x="2273111" y="226573"/>
                  </a:lnTo>
                  <a:lnTo>
                    <a:pt x="2305314" y="229783"/>
                  </a:lnTo>
                  <a:lnTo>
                    <a:pt x="2336741" y="232915"/>
                  </a:lnTo>
                  <a:lnTo>
                    <a:pt x="2367428" y="235974"/>
                  </a:lnTo>
                  <a:lnTo>
                    <a:pt x="2397410" y="238962"/>
                  </a:lnTo>
                  <a:lnTo>
                    <a:pt x="2426719" y="241884"/>
                  </a:lnTo>
                  <a:lnTo>
                    <a:pt x="2455383" y="244741"/>
                  </a:lnTo>
                  <a:lnTo>
                    <a:pt x="2483430" y="247536"/>
                  </a:lnTo>
                  <a:lnTo>
                    <a:pt x="2510887" y="250273"/>
                  </a:lnTo>
                  <a:lnTo>
                    <a:pt x="2537778" y="252953"/>
                  </a:lnTo>
                  <a:lnTo>
                    <a:pt x="2564126" y="255580"/>
                  </a:lnTo>
                  <a:lnTo>
                    <a:pt x="2589951" y="258154"/>
                  </a:lnTo>
                  <a:lnTo>
                    <a:pt x="2615276" y="260678"/>
                  </a:lnTo>
                  <a:lnTo>
                    <a:pt x="2640118" y="263154"/>
                  </a:lnTo>
                  <a:lnTo>
                    <a:pt x="2664495" y="265584"/>
                  </a:lnTo>
                  <a:lnTo>
                    <a:pt x="2688425" y="267969"/>
                  </a:lnTo>
                  <a:lnTo>
                    <a:pt x="2711924" y="270312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2" name="pl401"/>
            <p:cNvSpPr/>
            <p:nvPr/>
          </p:nvSpPr>
          <p:spPr>
            <a:xfrm>
              <a:off x="5115294" y="3934128"/>
              <a:ext cx="2711924" cy="447106"/>
            </a:xfrm>
            <a:custGeom>
              <a:avLst/>
              <a:pathLst>
                <a:path w="2711924" h="447106">
                  <a:moveTo>
                    <a:pt x="0" y="0"/>
                  </a:moveTo>
                  <a:lnTo>
                    <a:pt x="174146" y="28710"/>
                  </a:lnTo>
                  <a:lnTo>
                    <a:pt x="327754" y="54035"/>
                  </a:lnTo>
                  <a:lnTo>
                    <a:pt x="465161" y="76689"/>
                  </a:lnTo>
                  <a:lnTo>
                    <a:pt x="589460" y="97182"/>
                  </a:lnTo>
                  <a:lnTo>
                    <a:pt x="702937" y="115891"/>
                  </a:lnTo>
                  <a:lnTo>
                    <a:pt x="807326" y="133101"/>
                  </a:lnTo>
                  <a:lnTo>
                    <a:pt x="903974" y="149035"/>
                  </a:lnTo>
                  <a:lnTo>
                    <a:pt x="993952" y="163869"/>
                  </a:lnTo>
                  <a:lnTo>
                    <a:pt x="1078121" y="177746"/>
                  </a:lnTo>
                  <a:lnTo>
                    <a:pt x="1157185" y="190781"/>
                  </a:lnTo>
                  <a:lnTo>
                    <a:pt x="1231729" y="203071"/>
                  </a:lnTo>
                  <a:lnTo>
                    <a:pt x="1302241" y="214696"/>
                  </a:lnTo>
                  <a:lnTo>
                    <a:pt x="1369136" y="225725"/>
                  </a:lnTo>
                  <a:lnTo>
                    <a:pt x="1432766" y="236215"/>
                  </a:lnTo>
                  <a:lnTo>
                    <a:pt x="1493435" y="246217"/>
                  </a:lnTo>
                  <a:lnTo>
                    <a:pt x="1551408" y="255775"/>
                  </a:lnTo>
                  <a:lnTo>
                    <a:pt x="1606912" y="264926"/>
                  </a:lnTo>
                  <a:lnTo>
                    <a:pt x="1660151" y="273703"/>
                  </a:lnTo>
                  <a:lnTo>
                    <a:pt x="1711301" y="282136"/>
                  </a:lnTo>
                  <a:lnTo>
                    <a:pt x="1760520" y="290251"/>
                  </a:lnTo>
                  <a:lnTo>
                    <a:pt x="1807949" y="298070"/>
                  </a:lnTo>
                  <a:lnTo>
                    <a:pt x="1853714" y="305615"/>
                  </a:lnTo>
                  <a:lnTo>
                    <a:pt x="1897927" y="312905"/>
                  </a:lnTo>
                  <a:lnTo>
                    <a:pt x="1940690" y="319955"/>
                  </a:lnTo>
                  <a:lnTo>
                    <a:pt x="1982096" y="326781"/>
                  </a:lnTo>
                  <a:lnTo>
                    <a:pt x="2022227" y="333398"/>
                  </a:lnTo>
                  <a:lnTo>
                    <a:pt x="2061160" y="339816"/>
                  </a:lnTo>
                  <a:lnTo>
                    <a:pt x="2098964" y="346049"/>
                  </a:lnTo>
                  <a:lnTo>
                    <a:pt x="2135704" y="352106"/>
                  </a:lnTo>
                  <a:lnTo>
                    <a:pt x="2171436" y="357997"/>
                  </a:lnTo>
                  <a:lnTo>
                    <a:pt x="2206216" y="363731"/>
                  </a:lnTo>
                  <a:lnTo>
                    <a:pt x="2240092" y="369316"/>
                  </a:lnTo>
                  <a:lnTo>
                    <a:pt x="2273111" y="374760"/>
                  </a:lnTo>
                  <a:lnTo>
                    <a:pt x="2305314" y="380069"/>
                  </a:lnTo>
                  <a:lnTo>
                    <a:pt x="2336741" y="385250"/>
                  </a:lnTo>
                  <a:lnTo>
                    <a:pt x="2367428" y="390310"/>
                  </a:lnTo>
                  <a:lnTo>
                    <a:pt x="2397410" y="395253"/>
                  </a:lnTo>
                  <a:lnTo>
                    <a:pt x="2426719" y="400085"/>
                  </a:lnTo>
                  <a:lnTo>
                    <a:pt x="2455383" y="404811"/>
                  </a:lnTo>
                  <a:lnTo>
                    <a:pt x="2483430" y="409435"/>
                  </a:lnTo>
                  <a:lnTo>
                    <a:pt x="2510887" y="413961"/>
                  </a:lnTo>
                  <a:lnTo>
                    <a:pt x="2537778" y="418395"/>
                  </a:lnTo>
                  <a:lnTo>
                    <a:pt x="2564126" y="422739"/>
                  </a:lnTo>
                  <a:lnTo>
                    <a:pt x="2589951" y="426996"/>
                  </a:lnTo>
                  <a:lnTo>
                    <a:pt x="2615276" y="431172"/>
                  </a:lnTo>
                  <a:lnTo>
                    <a:pt x="2640118" y="435267"/>
                  </a:lnTo>
                  <a:lnTo>
                    <a:pt x="2664495" y="439286"/>
                  </a:lnTo>
                  <a:lnTo>
                    <a:pt x="2688425" y="443232"/>
                  </a:lnTo>
                  <a:lnTo>
                    <a:pt x="2711924" y="44710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2"/>
            <p:cNvSpPr/>
            <p:nvPr/>
          </p:nvSpPr>
          <p:spPr>
            <a:xfrm>
              <a:off x="5115294" y="4330754"/>
              <a:ext cx="2711924" cy="202817"/>
            </a:xfrm>
            <a:custGeom>
              <a:avLst/>
              <a:pathLst>
                <a:path w="2711924" h="202817">
                  <a:moveTo>
                    <a:pt x="0" y="0"/>
                  </a:moveTo>
                  <a:lnTo>
                    <a:pt x="174146" y="13023"/>
                  </a:lnTo>
                  <a:lnTo>
                    <a:pt x="327754" y="24511"/>
                  </a:lnTo>
                  <a:lnTo>
                    <a:pt x="465161" y="34788"/>
                  </a:lnTo>
                  <a:lnTo>
                    <a:pt x="589460" y="44084"/>
                  </a:lnTo>
                  <a:lnTo>
                    <a:pt x="702937" y="52570"/>
                  </a:lnTo>
                  <a:lnTo>
                    <a:pt x="807326" y="60377"/>
                  </a:lnTo>
                  <a:lnTo>
                    <a:pt x="903974" y="67605"/>
                  </a:lnTo>
                  <a:lnTo>
                    <a:pt x="993952" y="74335"/>
                  </a:lnTo>
                  <a:lnTo>
                    <a:pt x="1078121" y="80629"/>
                  </a:lnTo>
                  <a:lnTo>
                    <a:pt x="1157185" y="86542"/>
                  </a:lnTo>
                  <a:lnTo>
                    <a:pt x="1231729" y="92117"/>
                  </a:lnTo>
                  <a:lnTo>
                    <a:pt x="1302241" y="97391"/>
                  </a:lnTo>
                  <a:lnTo>
                    <a:pt x="1369136" y="102394"/>
                  </a:lnTo>
                  <a:lnTo>
                    <a:pt x="1432766" y="107152"/>
                  </a:lnTo>
                  <a:lnTo>
                    <a:pt x="1493435" y="111690"/>
                  </a:lnTo>
                  <a:lnTo>
                    <a:pt x="1551408" y="116025"/>
                  </a:lnTo>
                  <a:lnTo>
                    <a:pt x="1606912" y="120176"/>
                  </a:lnTo>
                  <a:lnTo>
                    <a:pt x="1660151" y="124158"/>
                  </a:lnTo>
                  <a:lnTo>
                    <a:pt x="1711301" y="127983"/>
                  </a:lnTo>
                  <a:lnTo>
                    <a:pt x="1760520" y="131664"/>
                  </a:lnTo>
                  <a:lnTo>
                    <a:pt x="1807949" y="135211"/>
                  </a:lnTo>
                  <a:lnTo>
                    <a:pt x="1853714" y="138634"/>
                  </a:lnTo>
                  <a:lnTo>
                    <a:pt x="1897927" y="141941"/>
                  </a:lnTo>
                  <a:lnTo>
                    <a:pt x="1940690" y="145139"/>
                  </a:lnTo>
                  <a:lnTo>
                    <a:pt x="1982096" y="148235"/>
                  </a:lnTo>
                  <a:lnTo>
                    <a:pt x="2022227" y="151237"/>
                  </a:lnTo>
                  <a:lnTo>
                    <a:pt x="2061160" y="154148"/>
                  </a:lnTo>
                  <a:lnTo>
                    <a:pt x="2098964" y="156976"/>
                  </a:lnTo>
                  <a:lnTo>
                    <a:pt x="2135704" y="159723"/>
                  </a:lnTo>
                  <a:lnTo>
                    <a:pt x="2171436" y="162396"/>
                  </a:lnTo>
                  <a:lnTo>
                    <a:pt x="2206216" y="164997"/>
                  </a:lnTo>
                  <a:lnTo>
                    <a:pt x="2240092" y="167530"/>
                  </a:lnTo>
                  <a:lnTo>
                    <a:pt x="2273111" y="170000"/>
                  </a:lnTo>
                  <a:lnTo>
                    <a:pt x="2305314" y="172408"/>
                  </a:lnTo>
                  <a:lnTo>
                    <a:pt x="2336741" y="174758"/>
                  </a:lnTo>
                  <a:lnTo>
                    <a:pt x="2367428" y="177054"/>
                  </a:lnTo>
                  <a:lnTo>
                    <a:pt x="2397410" y="179296"/>
                  </a:lnTo>
                  <a:lnTo>
                    <a:pt x="2426719" y="181488"/>
                  </a:lnTo>
                  <a:lnTo>
                    <a:pt x="2455383" y="183631"/>
                  </a:lnTo>
                  <a:lnTo>
                    <a:pt x="2483430" y="185729"/>
                  </a:lnTo>
                  <a:lnTo>
                    <a:pt x="2510887" y="187782"/>
                  </a:lnTo>
                  <a:lnTo>
                    <a:pt x="2537778" y="189794"/>
                  </a:lnTo>
                  <a:lnTo>
                    <a:pt x="2564126" y="191764"/>
                  </a:lnTo>
                  <a:lnTo>
                    <a:pt x="2589951" y="193695"/>
                  </a:lnTo>
                  <a:lnTo>
                    <a:pt x="2615276" y="195589"/>
                  </a:lnTo>
                  <a:lnTo>
                    <a:pt x="2640118" y="197447"/>
                  </a:lnTo>
                  <a:lnTo>
                    <a:pt x="2664495" y="199270"/>
                  </a:lnTo>
                  <a:lnTo>
                    <a:pt x="2688425" y="201060"/>
                  </a:lnTo>
                  <a:lnTo>
                    <a:pt x="2711924" y="202817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4" name="pl403"/>
            <p:cNvSpPr/>
            <p:nvPr/>
          </p:nvSpPr>
          <p:spPr>
            <a:xfrm>
              <a:off x="5115294" y="4300414"/>
              <a:ext cx="2711924" cy="63997"/>
            </a:xfrm>
            <a:custGeom>
              <a:avLst/>
              <a:pathLst>
                <a:path w="2711924" h="63997">
                  <a:moveTo>
                    <a:pt x="0" y="0"/>
                  </a:moveTo>
                  <a:lnTo>
                    <a:pt x="174146" y="4109"/>
                  </a:lnTo>
                  <a:lnTo>
                    <a:pt x="327754" y="7734"/>
                  </a:lnTo>
                  <a:lnTo>
                    <a:pt x="465161" y="10977"/>
                  </a:lnTo>
                  <a:lnTo>
                    <a:pt x="589460" y="13910"/>
                  </a:lnTo>
                  <a:lnTo>
                    <a:pt x="702937" y="16588"/>
                  </a:lnTo>
                  <a:lnTo>
                    <a:pt x="807326" y="19051"/>
                  </a:lnTo>
                  <a:lnTo>
                    <a:pt x="903974" y="21332"/>
                  </a:lnTo>
                  <a:lnTo>
                    <a:pt x="993952" y="23455"/>
                  </a:lnTo>
                  <a:lnTo>
                    <a:pt x="1078121" y="25442"/>
                  </a:lnTo>
                  <a:lnTo>
                    <a:pt x="1157185" y="27308"/>
                  </a:lnTo>
                  <a:lnTo>
                    <a:pt x="1231729" y="29067"/>
                  </a:lnTo>
                  <a:lnTo>
                    <a:pt x="1302241" y="30731"/>
                  </a:lnTo>
                  <a:lnTo>
                    <a:pt x="1369136" y="32309"/>
                  </a:lnTo>
                  <a:lnTo>
                    <a:pt x="1432766" y="33811"/>
                  </a:lnTo>
                  <a:lnTo>
                    <a:pt x="1493435" y="35243"/>
                  </a:lnTo>
                  <a:lnTo>
                    <a:pt x="1551408" y="36611"/>
                  </a:lnTo>
                  <a:lnTo>
                    <a:pt x="1606912" y="37921"/>
                  </a:lnTo>
                  <a:lnTo>
                    <a:pt x="1660151" y="39177"/>
                  </a:lnTo>
                  <a:lnTo>
                    <a:pt x="1711301" y="40384"/>
                  </a:lnTo>
                  <a:lnTo>
                    <a:pt x="1760520" y="41545"/>
                  </a:lnTo>
                  <a:lnTo>
                    <a:pt x="1807949" y="42665"/>
                  </a:lnTo>
                  <a:lnTo>
                    <a:pt x="1853714" y="43745"/>
                  </a:lnTo>
                  <a:lnTo>
                    <a:pt x="1897927" y="44788"/>
                  </a:lnTo>
                  <a:lnTo>
                    <a:pt x="1940690" y="45797"/>
                  </a:lnTo>
                  <a:lnTo>
                    <a:pt x="1982096" y="46774"/>
                  </a:lnTo>
                  <a:lnTo>
                    <a:pt x="2022227" y="47721"/>
                  </a:lnTo>
                  <a:lnTo>
                    <a:pt x="2061160" y="48640"/>
                  </a:lnTo>
                  <a:lnTo>
                    <a:pt x="2098964" y="49532"/>
                  </a:lnTo>
                  <a:lnTo>
                    <a:pt x="2135704" y="50399"/>
                  </a:lnTo>
                  <a:lnTo>
                    <a:pt x="2171436" y="51243"/>
                  </a:lnTo>
                  <a:lnTo>
                    <a:pt x="2206216" y="52063"/>
                  </a:lnTo>
                  <a:lnTo>
                    <a:pt x="2240092" y="52863"/>
                  </a:lnTo>
                  <a:lnTo>
                    <a:pt x="2273111" y="53642"/>
                  </a:lnTo>
                  <a:lnTo>
                    <a:pt x="2305314" y="54402"/>
                  </a:lnTo>
                  <a:lnTo>
                    <a:pt x="2336741" y="55144"/>
                  </a:lnTo>
                  <a:lnTo>
                    <a:pt x="2367428" y="55868"/>
                  </a:lnTo>
                  <a:lnTo>
                    <a:pt x="2397410" y="56575"/>
                  </a:lnTo>
                  <a:lnTo>
                    <a:pt x="2426719" y="57267"/>
                  </a:lnTo>
                  <a:lnTo>
                    <a:pt x="2455383" y="57943"/>
                  </a:lnTo>
                  <a:lnTo>
                    <a:pt x="2483430" y="58605"/>
                  </a:lnTo>
                  <a:lnTo>
                    <a:pt x="2510887" y="59253"/>
                  </a:lnTo>
                  <a:lnTo>
                    <a:pt x="2537778" y="59888"/>
                  </a:lnTo>
                  <a:lnTo>
                    <a:pt x="2564126" y="60510"/>
                  </a:lnTo>
                  <a:lnTo>
                    <a:pt x="2589951" y="61119"/>
                  </a:lnTo>
                  <a:lnTo>
                    <a:pt x="2615276" y="61717"/>
                  </a:lnTo>
                  <a:lnTo>
                    <a:pt x="2640118" y="62303"/>
                  </a:lnTo>
                  <a:lnTo>
                    <a:pt x="2664495" y="62878"/>
                  </a:lnTo>
                  <a:lnTo>
                    <a:pt x="2688425" y="63443"/>
                  </a:lnTo>
                  <a:lnTo>
                    <a:pt x="2711924" y="63997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5" name="pl404"/>
            <p:cNvSpPr/>
            <p:nvPr/>
          </p:nvSpPr>
          <p:spPr>
            <a:xfrm>
              <a:off x="5115294" y="4237506"/>
              <a:ext cx="2711924" cy="61052"/>
            </a:xfrm>
            <a:custGeom>
              <a:avLst/>
              <a:pathLst>
                <a:path w="2711924" h="61052">
                  <a:moveTo>
                    <a:pt x="0" y="61052"/>
                  </a:moveTo>
                  <a:lnTo>
                    <a:pt x="174146" y="57132"/>
                  </a:lnTo>
                  <a:lnTo>
                    <a:pt x="327754" y="53674"/>
                  </a:lnTo>
                  <a:lnTo>
                    <a:pt x="465161" y="50580"/>
                  </a:lnTo>
                  <a:lnTo>
                    <a:pt x="589460" y="47782"/>
                  </a:lnTo>
                  <a:lnTo>
                    <a:pt x="702937" y="45227"/>
                  </a:lnTo>
                  <a:lnTo>
                    <a:pt x="807326" y="42877"/>
                  </a:lnTo>
                  <a:lnTo>
                    <a:pt x="903974" y="40701"/>
                  </a:lnTo>
                  <a:lnTo>
                    <a:pt x="993952" y="38676"/>
                  </a:lnTo>
                  <a:lnTo>
                    <a:pt x="1078121" y="36781"/>
                  </a:lnTo>
                  <a:lnTo>
                    <a:pt x="1157185" y="35001"/>
                  </a:lnTo>
                  <a:lnTo>
                    <a:pt x="1231729" y="33323"/>
                  </a:lnTo>
                  <a:lnTo>
                    <a:pt x="1302241" y="31735"/>
                  </a:lnTo>
                  <a:lnTo>
                    <a:pt x="1369136" y="30229"/>
                  </a:lnTo>
                  <a:lnTo>
                    <a:pt x="1432766" y="28797"/>
                  </a:lnTo>
                  <a:lnTo>
                    <a:pt x="1493435" y="27431"/>
                  </a:lnTo>
                  <a:lnTo>
                    <a:pt x="1551408" y="26126"/>
                  </a:lnTo>
                  <a:lnTo>
                    <a:pt x="1606912" y="24876"/>
                  </a:lnTo>
                  <a:lnTo>
                    <a:pt x="1660151" y="23678"/>
                  </a:lnTo>
                  <a:lnTo>
                    <a:pt x="1711301" y="22526"/>
                  </a:lnTo>
                  <a:lnTo>
                    <a:pt x="1760520" y="21418"/>
                  </a:lnTo>
                  <a:lnTo>
                    <a:pt x="1807949" y="20350"/>
                  </a:lnTo>
                  <a:lnTo>
                    <a:pt x="1853714" y="19320"/>
                  </a:lnTo>
                  <a:lnTo>
                    <a:pt x="1897927" y="18325"/>
                  </a:lnTo>
                  <a:lnTo>
                    <a:pt x="1940690" y="17362"/>
                  </a:lnTo>
                  <a:lnTo>
                    <a:pt x="1982096" y="16430"/>
                  </a:lnTo>
                  <a:lnTo>
                    <a:pt x="2022227" y="15527"/>
                  </a:lnTo>
                  <a:lnTo>
                    <a:pt x="2061160" y="14650"/>
                  </a:lnTo>
                  <a:lnTo>
                    <a:pt x="2098964" y="13799"/>
                  </a:lnTo>
                  <a:lnTo>
                    <a:pt x="2135704" y="12972"/>
                  </a:lnTo>
                  <a:lnTo>
                    <a:pt x="2171436" y="12167"/>
                  </a:lnTo>
                  <a:lnTo>
                    <a:pt x="2206216" y="11384"/>
                  </a:lnTo>
                  <a:lnTo>
                    <a:pt x="2240092" y="10622"/>
                  </a:lnTo>
                  <a:lnTo>
                    <a:pt x="2273111" y="9878"/>
                  </a:lnTo>
                  <a:lnTo>
                    <a:pt x="2305314" y="9153"/>
                  </a:lnTo>
                  <a:lnTo>
                    <a:pt x="2336741" y="8446"/>
                  </a:lnTo>
                  <a:lnTo>
                    <a:pt x="2367428" y="7755"/>
                  </a:lnTo>
                  <a:lnTo>
                    <a:pt x="2397410" y="7080"/>
                  </a:lnTo>
                  <a:lnTo>
                    <a:pt x="2426719" y="6420"/>
                  </a:lnTo>
                  <a:lnTo>
                    <a:pt x="2455383" y="5775"/>
                  </a:lnTo>
                  <a:lnTo>
                    <a:pt x="2483430" y="5144"/>
                  </a:lnTo>
                  <a:lnTo>
                    <a:pt x="2510887" y="4525"/>
                  </a:lnTo>
                  <a:lnTo>
                    <a:pt x="2537778" y="3920"/>
                  </a:lnTo>
                  <a:lnTo>
                    <a:pt x="2564126" y="3327"/>
                  </a:lnTo>
                  <a:lnTo>
                    <a:pt x="2589951" y="2745"/>
                  </a:lnTo>
                  <a:lnTo>
                    <a:pt x="2615276" y="2175"/>
                  </a:lnTo>
                  <a:lnTo>
                    <a:pt x="2640118" y="1616"/>
                  </a:lnTo>
                  <a:lnTo>
                    <a:pt x="2664495" y="1067"/>
                  </a:lnTo>
                  <a:lnTo>
                    <a:pt x="2688425" y="529"/>
                  </a:lnTo>
                  <a:lnTo>
                    <a:pt x="2711924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6" name="rc405"/>
            <p:cNvSpPr/>
            <p:nvPr/>
          </p:nvSpPr>
          <p:spPr>
            <a:xfrm>
              <a:off x="4913885" y="3480885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07" name="pl406"/>
            <p:cNvSpPr/>
            <p:nvPr/>
          </p:nvSpPr>
          <p:spPr>
            <a:xfrm>
              <a:off x="4913885" y="3480885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7"/>
            <p:cNvSpPr/>
            <p:nvPr/>
          </p:nvSpPr>
          <p:spPr>
            <a:xfrm>
              <a:off x="4875928" y="455652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8"/>
            <p:cNvSpPr/>
            <p:nvPr/>
          </p:nvSpPr>
          <p:spPr>
            <a:xfrm>
              <a:off x="4875928" y="432600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09"/>
            <p:cNvSpPr/>
            <p:nvPr/>
          </p:nvSpPr>
          <p:spPr>
            <a:xfrm>
              <a:off x="4875928" y="409548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0"/>
            <p:cNvSpPr/>
            <p:nvPr/>
          </p:nvSpPr>
          <p:spPr>
            <a:xfrm>
              <a:off x="4875928" y="386496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1"/>
            <p:cNvSpPr/>
            <p:nvPr/>
          </p:nvSpPr>
          <p:spPr>
            <a:xfrm>
              <a:off x="4875928" y="363444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2"/>
            <p:cNvSpPr/>
            <p:nvPr/>
          </p:nvSpPr>
          <p:spPr>
            <a:xfrm>
              <a:off x="4913885" y="4719124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3"/>
            <p:cNvSpPr/>
            <p:nvPr/>
          </p:nvSpPr>
          <p:spPr>
            <a:xfrm>
              <a:off x="5115294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4"/>
            <p:cNvSpPr/>
            <p:nvPr/>
          </p:nvSpPr>
          <p:spPr>
            <a:xfrm>
              <a:off x="6019269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5"/>
            <p:cNvSpPr/>
            <p:nvPr/>
          </p:nvSpPr>
          <p:spPr>
            <a:xfrm>
              <a:off x="6923244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6"/>
            <p:cNvSpPr/>
            <p:nvPr/>
          </p:nvSpPr>
          <p:spPr>
            <a:xfrm>
              <a:off x="7827219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tx417"/>
            <p:cNvSpPr/>
            <p:nvPr/>
          </p:nvSpPr>
          <p:spPr>
            <a:xfrm>
              <a:off x="5076432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9" name="tx418"/>
            <p:cNvSpPr/>
            <p:nvPr/>
          </p:nvSpPr>
          <p:spPr>
            <a:xfrm>
              <a:off x="5980407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0" name="tx419"/>
            <p:cNvSpPr/>
            <p:nvPr/>
          </p:nvSpPr>
          <p:spPr>
            <a:xfrm>
              <a:off x="6884382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1" name="tx420"/>
            <p:cNvSpPr/>
            <p:nvPr/>
          </p:nvSpPr>
          <p:spPr>
            <a:xfrm>
              <a:off x="7788357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22" name="tx421"/>
            <p:cNvSpPr/>
            <p:nvPr/>
          </p:nvSpPr>
          <p:spPr>
            <a:xfrm>
              <a:off x="6106645" y="5000311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423" name="tx422"/>
            <p:cNvSpPr/>
            <p:nvPr/>
          </p:nvSpPr>
          <p:spPr>
            <a:xfrm>
              <a:off x="4913885" y="3237726"/>
              <a:ext cx="1244315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24" name="rc423"/>
            <p:cNvSpPr/>
            <p:nvPr/>
          </p:nvSpPr>
          <p:spPr>
            <a:xfrm>
              <a:off x="1503277" y="5608097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634252" y="638189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733004" y="626331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649909" y="633524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708784" y="649746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727672" y="664195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1615777" y="635490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1648361" y="646739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722052" y="650111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1628394" y="659176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1695731" y="631816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589559" y="648230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592800" y="583350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574187" y="596676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520647" y="618000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548347" y="630224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598715" y="676075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550518" y="651809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518232" y="613984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625479" y="571279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591533" y="563508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524100" y="637525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630913" y="612230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602654" y="594271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603158" y="606457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572100" y="651518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627593" y="646611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523520" y="598443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634662" y="602657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535962" y="6551071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430759" y="628180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438899" y="638453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419969" y="661637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432936" y="626124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504038" y="651571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513593" y="576592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446061" y="644884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459508" y="616888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544651" y="599584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485760" y="568596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471569" y="588891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524906" y="646838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497959" y="610408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457130" y="623096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469920" y="606423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475717" y="644249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500618" y="610029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541524" y="641021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539059" y="637337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4418395" y="642314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4403733" y="637603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4367236" y="654065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4410287" y="614575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4451776" y="620029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4406644" y="571556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4358167" y="618101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4411692" y="637141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4380400" y="619381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4325411" y="608853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4334170" y="603376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4353184" y="590846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4445020" y="633251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352672" y="581752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4428782" y="659751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4387226" y="646732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4406901" y="631087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4372459" y="639336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4354744" y="627087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4328841" y="643393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4399347" y="624557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4369114" y="617632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4323531" y="618506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4366395" y="624152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705673" y="6302903"/>
              <a:ext cx="2711529" cy="51761"/>
            </a:xfrm>
            <a:custGeom>
              <a:avLst/>
              <a:pathLst>
                <a:path w="2711529" h="51761">
                  <a:moveTo>
                    <a:pt x="0" y="51761"/>
                  </a:moveTo>
                  <a:lnTo>
                    <a:pt x="174120" y="48437"/>
                  </a:lnTo>
                  <a:lnTo>
                    <a:pt x="327706" y="45505"/>
                  </a:lnTo>
                  <a:lnTo>
                    <a:pt x="465093" y="42882"/>
                  </a:lnTo>
                  <a:lnTo>
                    <a:pt x="589375" y="40510"/>
                  </a:lnTo>
                  <a:lnTo>
                    <a:pt x="702835" y="38344"/>
                  </a:lnTo>
                  <a:lnTo>
                    <a:pt x="807208" y="36352"/>
                  </a:lnTo>
                  <a:lnTo>
                    <a:pt x="903843" y="34507"/>
                  </a:lnTo>
                  <a:lnTo>
                    <a:pt x="993807" y="32790"/>
                  </a:lnTo>
                  <a:lnTo>
                    <a:pt x="1077964" y="31183"/>
                  </a:lnTo>
                  <a:lnTo>
                    <a:pt x="1157016" y="29674"/>
                  </a:lnTo>
                  <a:lnTo>
                    <a:pt x="1231549" y="28251"/>
                  </a:lnTo>
                  <a:lnTo>
                    <a:pt x="1302051" y="26905"/>
                  </a:lnTo>
                  <a:lnTo>
                    <a:pt x="1368936" y="25629"/>
                  </a:lnTo>
                  <a:lnTo>
                    <a:pt x="1432557" y="24414"/>
                  </a:lnTo>
                  <a:lnTo>
                    <a:pt x="1493218" y="23256"/>
                  </a:lnTo>
                  <a:lnTo>
                    <a:pt x="1551181" y="22150"/>
                  </a:lnTo>
                  <a:lnTo>
                    <a:pt x="1606678" y="21090"/>
                  </a:lnTo>
                  <a:lnTo>
                    <a:pt x="1659909" y="20074"/>
                  </a:lnTo>
                  <a:lnTo>
                    <a:pt x="1711051" y="19098"/>
                  </a:lnTo>
                  <a:lnTo>
                    <a:pt x="1760263" y="18159"/>
                  </a:lnTo>
                  <a:lnTo>
                    <a:pt x="1807686" y="17253"/>
                  </a:lnTo>
                  <a:lnTo>
                    <a:pt x="1853444" y="16380"/>
                  </a:lnTo>
                  <a:lnTo>
                    <a:pt x="1897650" y="15536"/>
                  </a:lnTo>
                  <a:lnTo>
                    <a:pt x="1940407" y="14720"/>
                  </a:lnTo>
                  <a:lnTo>
                    <a:pt x="1981807" y="13929"/>
                  </a:lnTo>
                  <a:lnTo>
                    <a:pt x="2021932" y="13163"/>
                  </a:lnTo>
                  <a:lnTo>
                    <a:pt x="2060859" y="12420"/>
                  </a:lnTo>
                  <a:lnTo>
                    <a:pt x="2098658" y="11699"/>
                  </a:lnTo>
                  <a:lnTo>
                    <a:pt x="2135392" y="10998"/>
                  </a:lnTo>
                  <a:lnTo>
                    <a:pt x="2171120" y="10316"/>
                  </a:lnTo>
                  <a:lnTo>
                    <a:pt x="2205894" y="9652"/>
                  </a:lnTo>
                  <a:lnTo>
                    <a:pt x="2239766" y="9005"/>
                  </a:lnTo>
                  <a:lnTo>
                    <a:pt x="2272779" y="8375"/>
                  </a:lnTo>
                  <a:lnTo>
                    <a:pt x="2304978" y="7760"/>
                  </a:lnTo>
                  <a:lnTo>
                    <a:pt x="2336400" y="7160"/>
                  </a:lnTo>
                  <a:lnTo>
                    <a:pt x="2367083" y="6575"/>
                  </a:lnTo>
                  <a:lnTo>
                    <a:pt x="2397061" y="6002"/>
                  </a:lnTo>
                  <a:lnTo>
                    <a:pt x="2426365" y="5443"/>
                  </a:lnTo>
                  <a:lnTo>
                    <a:pt x="2455025" y="4896"/>
                  </a:lnTo>
                  <a:lnTo>
                    <a:pt x="2483068" y="4361"/>
                  </a:lnTo>
                  <a:lnTo>
                    <a:pt x="2510521" y="3837"/>
                  </a:lnTo>
                  <a:lnTo>
                    <a:pt x="2537408" y="3323"/>
                  </a:lnTo>
                  <a:lnTo>
                    <a:pt x="2563752" y="2820"/>
                  </a:lnTo>
                  <a:lnTo>
                    <a:pt x="2589574" y="2328"/>
                  </a:lnTo>
                  <a:lnTo>
                    <a:pt x="2614894" y="1844"/>
                  </a:lnTo>
                  <a:lnTo>
                    <a:pt x="2639733" y="1370"/>
                  </a:lnTo>
                  <a:lnTo>
                    <a:pt x="2664107" y="905"/>
                  </a:lnTo>
                  <a:lnTo>
                    <a:pt x="2688033" y="448"/>
                  </a:lnTo>
                  <a:lnTo>
                    <a:pt x="271152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1705673" y="6319425"/>
              <a:ext cx="2711529" cy="197943"/>
            </a:xfrm>
            <a:custGeom>
              <a:avLst/>
              <a:pathLst>
                <a:path w="2711529" h="197943">
                  <a:moveTo>
                    <a:pt x="0" y="197943"/>
                  </a:moveTo>
                  <a:lnTo>
                    <a:pt x="174120" y="185232"/>
                  </a:lnTo>
                  <a:lnTo>
                    <a:pt x="327706" y="174020"/>
                  </a:lnTo>
                  <a:lnTo>
                    <a:pt x="465093" y="163991"/>
                  </a:lnTo>
                  <a:lnTo>
                    <a:pt x="589375" y="154918"/>
                  </a:lnTo>
                  <a:lnTo>
                    <a:pt x="702835" y="146635"/>
                  </a:lnTo>
                  <a:lnTo>
                    <a:pt x="807208" y="139016"/>
                  </a:lnTo>
                  <a:lnTo>
                    <a:pt x="903843" y="131962"/>
                  </a:lnTo>
                  <a:lnTo>
                    <a:pt x="993807" y="125394"/>
                  </a:lnTo>
                  <a:lnTo>
                    <a:pt x="1077964" y="119251"/>
                  </a:lnTo>
                  <a:lnTo>
                    <a:pt x="1157016" y="113480"/>
                  </a:lnTo>
                  <a:lnTo>
                    <a:pt x="1231549" y="108039"/>
                  </a:lnTo>
                  <a:lnTo>
                    <a:pt x="1302051" y="102892"/>
                  </a:lnTo>
                  <a:lnTo>
                    <a:pt x="1368936" y="98010"/>
                  </a:lnTo>
                  <a:lnTo>
                    <a:pt x="1432557" y="93365"/>
                  </a:lnTo>
                  <a:lnTo>
                    <a:pt x="1493218" y="88937"/>
                  </a:lnTo>
                  <a:lnTo>
                    <a:pt x="1551181" y="84706"/>
                  </a:lnTo>
                  <a:lnTo>
                    <a:pt x="1606678" y="80654"/>
                  </a:lnTo>
                  <a:lnTo>
                    <a:pt x="1659909" y="76768"/>
                  </a:lnTo>
                  <a:lnTo>
                    <a:pt x="1711051" y="73035"/>
                  </a:lnTo>
                  <a:lnTo>
                    <a:pt x="1760263" y="69442"/>
                  </a:lnTo>
                  <a:lnTo>
                    <a:pt x="1807686" y="65981"/>
                  </a:lnTo>
                  <a:lnTo>
                    <a:pt x="1853444" y="62640"/>
                  </a:lnTo>
                  <a:lnTo>
                    <a:pt x="1897650" y="59413"/>
                  </a:lnTo>
                  <a:lnTo>
                    <a:pt x="1940407" y="56292"/>
                  </a:lnTo>
                  <a:lnTo>
                    <a:pt x="1981807" y="53270"/>
                  </a:lnTo>
                  <a:lnTo>
                    <a:pt x="2021932" y="50341"/>
                  </a:lnTo>
                  <a:lnTo>
                    <a:pt x="2060859" y="47499"/>
                  </a:lnTo>
                  <a:lnTo>
                    <a:pt x="2098658" y="44739"/>
                  </a:lnTo>
                  <a:lnTo>
                    <a:pt x="2135392" y="42058"/>
                  </a:lnTo>
                  <a:lnTo>
                    <a:pt x="2171120" y="39450"/>
                  </a:lnTo>
                  <a:lnTo>
                    <a:pt x="2205894" y="36911"/>
                  </a:lnTo>
                  <a:lnTo>
                    <a:pt x="2239766" y="34439"/>
                  </a:lnTo>
                  <a:lnTo>
                    <a:pt x="2272779" y="32029"/>
                  </a:lnTo>
                  <a:lnTo>
                    <a:pt x="2304978" y="29678"/>
                  </a:lnTo>
                  <a:lnTo>
                    <a:pt x="2336400" y="27384"/>
                  </a:lnTo>
                  <a:lnTo>
                    <a:pt x="2367083" y="25144"/>
                  </a:lnTo>
                  <a:lnTo>
                    <a:pt x="2397061" y="22956"/>
                  </a:lnTo>
                  <a:lnTo>
                    <a:pt x="2426365" y="20817"/>
                  </a:lnTo>
                  <a:lnTo>
                    <a:pt x="2455025" y="18724"/>
                  </a:lnTo>
                  <a:lnTo>
                    <a:pt x="2483068" y="16677"/>
                  </a:lnTo>
                  <a:lnTo>
                    <a:pt x="2510521" y="14673"/>
                  </a:lnTo>
                  <a:lnTo>
                    <a:pt x="2537408" y="12710"/>
                  </a:lnTo>
                  <a:lnTo>
                    <a:pt x="2563752" y="10787"/>
                  </a:lnTo>
                  <a:lnTo>
                    <a:pt x="2589574" y="8902"/>
                  </a:lnTo>
                  <a:lnTo>
                    <a:pt x="2614894" y="7054"/>
                  </a:lnTo>
                  <a:lnTo>
                    <a:pt x="2639733" y="5241"/>
                  </a:lnTo>
                  <a:lnTo>
                    <a:pt x="2664107" y="3461"/>
                  </a:lnTo>
                  <a:lnTo>
                    <a:pt x="2688033" y="1715"/>
                  </a:lnTo>
                  <a:lnTo>
                    <a:pt x="271152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1705673" y="6381703"/>
              <a:ext cx="2711529" cy="222282"/>
            </a:xfrm>
            <a:custGeom>
              <a:avLst/>
              <a:pathLst>
                <a:path w="2711529" h="222282">
                  <a:moveTo>
                    <a:pt x="0" y="0"/>
                  </a:moveTo>
                  <a:lnTo>
                    <a:pt x="174120" y="14273"/>
                  </a:lnTo>
                  <a:lnTo>
                    <a:pt x="327706" y="26864"/>
                  </a:lnTo>
                  <a:lnTo>
                    <a:pt x="465093" y="38126"/>
                  </a:lnTo>
                  <a:lnTo>
                    <a:pt x="589375" y="48315"/>
                  </a:lnTo>
                  <a:lnTo>
                    <a:pt x="702835" y="57616"/>
                  </a:lnTo>
                  <a:lnTo>
                    <a:pt x="807208" y="66172"/>
                  </a:lnTo>
                  <a:lnTo>
                    <a:pt x="903843" y="74094"/>
                  </a:lnTo>
                  <a:lnTo>
                    <a:pt x="993807" y="81469"/>
                  </a:lnTo>
                  <a:lnTo>
                    <a:pt x="1077964" y="88367"/>
                  </a:lnTo>
                  <a:lnTo>
                    <a:pt x="1157016" y="94848"/>
                  </a:lnTo>
                  <a:lnTo>
                    <a:pt x="1231549" y="100958"/>
                  </a:lnTo>
                  <a:lnTo>
                    <a:pt x="1302051" y="106737"/>
                  </a:lnTo>
                  <a:lnTo>
                    <a:pt x="1368936" y="112220"/>
                  </a:lnTo>
                  <a:lnTo>
                    <a:pt x="1432557" y="117436"/>
                  </a:lnTo>
                  <a:lnTo>
                    <a:pt x="1493218" y="122409"/>
                  </a:lnTo>
                  <a:lnTo>
                    <a:pt x="1551181" y="127160"/>
                  </a:lnTo>
                  <a:lnTo>
                    <a:pt x="1606678" y="131710"/>
                  </a:lnTo>
                  <a:lnTo>
                    <a:pt x="1659909" y="136073"/>
                  </a:lnTo>
                  <a:lnTo>
                    <a:pt x="1711051" y="140266"/>
                  </a:lnTo>
                  <a:lnTo>
                    <a:pt x="1760263" y="144300"/>
                  </a:lnTo>
                  <a:lnTo>
                    <a:pt x="1807686" y="148188"/>
                  </a:lnTo>
                  <a:lnTo>
                    <a:pt x="1853444" y="151939"/>
                  </a:lnTo>
                  <a:lnTo>
                    <a:pt x="1897650" y="155563"/>
                  </a:lnTo>
                  <a:lnTo>
                    <a:pt x="1940407" y="159068"/>
                  </a:lnTo>
                  <a:lnTo>
                    <a:pt x="1981807" y="162462"/>
                  </a:lnTo>
                  <a:lnTo>
                    <a:pt x="2021932" y="165751"/>
                  </a:lnTo>
                  <a:lnTo>
                    <a:pt x="2060859" y="168942"/>
                  </a:lnTo>
                  <a:lnTo>
                    <a:pt x="2098658" y="172041"/>
                  </a:lnTo>
                  <a:lnTo>
                    <a:pt x="2135392" y="175052"/>
                  </a:lnTo>
                  <a:lnTo>
                    <a:pt x="2171120" y="177981"/>
                  </a:lnTo>
                  <a:lnTo>
                    <a:pt x="2205894" y="180832"/>
                  </a:lnTo>
                  <a:lnTo>
                    <a:pt x="2239766" y="183608"/>
                  </a:lnTo>
                  <a:lnTo>
                    <a:pt x="2272779" y="186315"/>
                  </a:lnTo>
                  <a:lnTo>
                    <a:pt x="2304978" y="188954"/>
                  </a:lnTo>
                  <a:lnTo>
                    <a:pt x="2336400" y="191530"/>
                  </a:lnTo>
                  <a:lnTo>
                    <a:pt x="2367083" y="194045"/>
                  </a:lnTo>
                  <a:lnTo>
                    <a:pt x="2397061" y="196503"/>
                  </a:lnTo>
                  <a:lnTo>
                    <a:pt x="2426365" y="198905"/>
                  </a:lnTo>
                  <a:lnTo>
                    <a:pt x="2455025" y="201254"/>
                  </a:lnTo>
                  <a:lnTo>
                    <a:pt x="2483068" y="203553"/>
                  </a:lnTo>
                  <a:lnTo>
                    <a:pt x="2510521" y="205804"/>
                  </a:lnTo>
                  <a:lnTo>
                    <a:pt x="2537408" y="208008"/>
                  </a:lnTo>
                  <a:lnTo>
                    <a:pt x="2563752" y="210168"/>
                  </a:lnTo>
                  <a:lnTo>
                    <a:pt x="2589574" y="212284"/>
                  </a:lnTo>
                  <a:lnTo>
                    <a:pt x="2614894" y="214360"/>
                  </a:lnTo>
                  <a:lnTo>
                    <a:pt x="2639733" y="216396"/>
                  </a:lnTo>
                  <a:lnTo>
                    <a:pt x="2664107" y="218394"/>
                  </a:lnTo>
                  <a:lnTo>
                    <a:pt x="2688033" y="220356"/>
                  </a:lnTo>
                  <a:lnTo>
                    <a:pt x="2711529" y="222282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0" name="pl499"/>
            <p:cNvSpPr/>
            <p:nvPr/>
          </p:nvSpPr>
          <p:spPr>
            <a:xfrm>
              <a:off x="1705673" y="6296196"/>
              <a:ext cx="2711529" cy="65250"/>
            </a:xfrm>
            <a:custGeom>
              <a:avLst/>
              <a:pathLst>
                <a:path w="2711529" h="65250">
                  <a:moveTo>
                    <a:pt x="0" y="65250"/>
                  </a:moveTo>
                  <a:lnTo>
                    <a:pt x="174120" y="61060"/>
                  </a:lnTo>
                  <a:lnTo>
                    <a:pt x="327706" y="57364"/>
                  </a:lnTo>
                  <a:lnTo>
                    <a:pt x="465093" y="54058"/>
                  </a:lnTo>
                  <a:lnTo>
                    <a:pt x="589375" y="51067"/>
                  </a:lnTo>
                  <a:lnTo>
                    <a:pt x="702835" y="48337"/>
                  </a:lnTo>
                  <a:lnTo>
                    <a:pt x="807208" y="45825"/>
                  </a:lnTo>
                  <a:lnTo>
                    <a:pt x="903843" y="43500"/>
                  </a:lnTo>
                  <a:lnTo>
                    <a:pt x="993807" y="41335"/>
                  </a:lnTo>
                  <a:lnTo>
                    <a:pt x="1077964" y="39310"/>
                  </a:lnTo>
                  <a:lnTo>
                    <a:pt x="1157016" y="37408"/>
                  </a:lnTo>
                  <a:lnTo>
                    <a:pt x="1231549" y="35614"/>
                  </a:lnTo>
                  <a:lnTo>
                    <a:pt x="1302051" y="33917"/>
                  </a:lnTo>
                  <a:lnTo>
                    <a:pt x="1368936" y="32308"/>
                  </a:lnTo>
                  <a:lnTo>
                    <a:pt x="1432557" y="30777"/>
                  </a:lnTo>
                  <a:lnTo>
                    <a:pt x="1493218" y="29317"/>
                  </a:lnTo>
                  <a:lnTo>
                    <a:pt x="1551181" y="27922"/>
                  </a:lnTo>
                  <a:lnTo>
                    <a:pt x="1606678" y="26587"/>
                  </a:lnTo>
                  <a:lnTo>
                    <a:pt x="1659909" y="25306"/>
                  </a:lnTo>
                  <a:lnTo>
                    <a:pt x="1711051" y="24075"/>
                  </a:lnTo>
                  <a:lnTo>
                    <a:pt x="1760263" y="22891"/>
                  </a:lnTo>
                  <a:lnTo>
                    <a:pt x="1807686" y="21750"/>
                  </a:lnTo>
                  <a:lnTo>
                    <a:pt x="1853444" y="20649"/>
                  </a:lnTo>
                  <a:lnTo>
                    <a:pt x="1897650" y="19585"/>
                  </a:lnTo>
                  <a:lnTo>
                    <a:pt x="1940407" y="18556"/>
                  </a:lnTo>
                  <a:lnTo>
                    <a:pt x="1981807" y="17560"/>
                  </a:lnTo>
                  <a:lnTo>
                    <a:pt x="2021932" y="16594"/>
                  </a:lnTo>
                  <a:lnTo>
                    <a:pt x="2060859" y="15657"/>
                  </a:lnTo>
                  <a:lnTo>
                    <a:pt x="2098658" y="14748"/>
                  </a:lnTo>
                  <a:lnTo>
                    <a:pt x="2135392" y="13864"/>
                  </a:lnTo>
                  <a:lnTo>
                    <a:pt x="2171120" y="13004"/>
                  </a:lnTo>
                  <a:lnTo>
                    <a:pt x="2205894" y="12167"/>
                  </a:lnTo>
                  <a:lnTo>
                    <a:pt x="2239766" y="11352"/>
                  </a:lnTo>
                  <a:lnTo>
                    <a:pt x="2272779" y="10558"/>
                  </a:lnTo>
                  <a:lnTo>
                    <a:pt x="2304978" y="9783"/>
                  </a:lnTo>
                  <a:lnTo>
                    <a:pt x="2336400" y="9027"/>
                  </a:lnTo>
                  <a:lnTo>
                    <a:pt x="2367083" y="8288"/>
                  </a:lnTo>
                  <a:lnTo>
                    <a:pt x="2397061" y="7567"/>
                  </a:lnTo>
                  <a:lnTo>
                    <a:pt x="2426365" y="6862"/>
                  </a:lnTo>
                  <a:lnTo>
                    <a:pt x="2455025" y="6172"/>
                  </a:lnTo>
                  <a:lnTo>
                    <a:pt x="2483068" y="5497"/>
                  </a:lnTo>
                  <a:lnTo>
                    <a:pt x="2510521" y="4837"/>
                  </a:lnTo>
                  <a:lnTo>
                    <a:pt x="2537408" y="4190"/>
                  </a:lnTo>
                  <a:lnTo>
                    <a:pt x="2563752" y="3556"/>
                  </a:lnTo>
                  <a:lnTo>
                    <a:pt x="2589574" y="2934"/>
                  </a:lnTo>
                  <a:lnTo>
                    <a:pt x="2614894" y="2325"/>
                  </a:lnTo>
                  <a:lnTo>
                    <a:pt x="2639733" y="1727"/>
                  </a:lnTo>
                  <a:lnTo>
                    <a:pt x="2664107" y="1141"/>
                  </a:lnTo>
                  <a:lnTo>
                    <a:pt x="2688033" y="565"/>
                  </a:lnTo>
                  <a:lnTo>
                    <a:pt x="271152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1" name="pl500"/>
            <p:cNvSpPr/>
            <p:nvPr/>
          </p:nvSpPr>
          <p:spPr>
            <a:xfrm>
              <a:off x="1705673" y="6208835"/>
              <a:ext cx="2711529" cy="284814"/>
            </a:xfrm>
            <a:custGeom>
              <a:avLst/>
              <a:pathLst>
                <a:path w="2711529" h="284814">
                  <a:moveTo>
                    <a:pt x="0" y="284814"/>
                  </a:moveTo>
                  <a:lnTo>
                    <a:pt x="174120" y="266525"/>
                  </a:lnTo>
                  <a:lnTo>
                    <a:pt x="327706" y="250393"/>
                  </a:lnTo>
                  <a:lnTo>
                    <a:pt x="465093" y="235962"/>
                  </a:lnTo>
                  <a:lnTo>
                    <a:pt x="589375" y="222907"/>
                  </a:lnTo>
                  <a:lnTo>
                    <a:pt x="702835" y="210990"/>
                  </a:lnTo>
                  <a:lnTo>
                    <a:pt x="807208" y="200026"/>
                  </a:lnTo>
                  <a:lnTo>
                    <a:pt x="903843" y="189876"/>
                  </a:lnTo>
                  <a:lnTo>
                    <a:pt x="993807" y="180426"/>
                  </a:lnTo>
                  <a:lnTo>
                    <a:pt x="1077964" y="171587"/>
                  </a:lnTo>
                  <a:lnTo>
                    <a:pt x="1157016" y="163283"/>
                  </a:lnTo>
                  <a:lnTo>
                    <a:pt x="1231549" y="155454"/>
                  </a:lnTo>
                  <a:lnTo>
                    <a:pt x="1302051" y="148049"/>
                  </a:lnTo>
                  <a:lnTo>
                    <a:pt x="1368936" y="141023"/>
                  </a:lnTo>
                  <a:lnTo>
                    <a:pt x="1432557" y="134341"/>
                  </a:lnTo>
                  <a:lnTo>
                    <a:pt x="1493218" y="127969"/>
                  </a:lnTo>
                  <a:lnTo>
                    <a:pt x="1551181" y="121881"/>
                  </a:lnTo>
                  <a:lnTo>
                    <a:pt x="1606678" y="116051"/>
                  </a:lnTo>
                  <a:lnTo>
                    <a:pt x="1659909" y="110460"/>
                  </a:lnTo>
                  <a:lnTo>
                    <a:pt x="1711051" y="105088"/>
                  </a:lnTo>
                  <a:lnTo>
                    <a:pt x="1760263" y="99919"/>
                  </a:lnTo>
                  <a:lnTo>
                    <a:pt x="1807686" y="94938"/>
                  </a:lnTo>
                  <a:lnTo>
                    <a:pt x="1853444" y="90131"/>
                  </a:lnTo>
                  <a:lnTo>
                    <a:pt x="1897650" y="85488"/>
                  </a:lnTo>
                  <a:lnTo>
                    <a:pt x="1940407" y="80997"/>
                  </a:lnTo>
                  <a:lnTo>
                    <a:pt x="1981807" y="76648"/>
                  </a:lnTo>
                  <a:lnTo>
                    <a:pt x="2021932" y="72434"/>
                  </a:lnTo>
                  <a:lnTo>
                    <a:pt x="2060859" y="68345"/>
                  </a:lnTo>
                  <a:lnTo>
                    <a:pt x="2098658" y="64374"/>
                  </a:lnTo>
                  <a:lnTo>
                    <a:pt x="2135392" y="60516"/>
                  </a:lnTo>
                  <a:lnTo>
                    <a:pt x="2171120" y="56763"/>
                  </a:lnTo>
                  <a:lnTo>
                    <a:pt x="2205894" y="53111"/>
                  </a:lnTo>
                  <a:lnTo>
                    <a:pt x="2239766" y="49553"/>
                  </a:lnTo>
                  <a:lnTo>
                    <a:pt x="2272779" y="46085"/>
                  </a:lnTo>
                  <a:lnTo>
                    <a:pt x="2304978" y="42703"/>
                  </a:lnTo>
                  <a:lnTo>
                    <a:pt x="2336400" y="39402"/>
                  </a:lnTo>
                  <a:lnTo>
                    <a:pt x="2367083" y="36180"/>
                  </a:lnTo>
                  <a:lnTo>
                    <a:pt x="2397061" y="33031"/>
                  </a:lnTo>
                  <a:lnTo>
                    <a:pt x="2426365" y="29953"/>
                  </a:lnTo>
                  <a:lnTo>
                    <a:pt x="2455025" y="26942"/>
                  </a:lnTo>
                  <a:lnTo>
                    <a:pt x="2483068" y="23997"/>
                  </a:lnTo>
                  <a:lnTo>
                    <a:pt x="2510521" y="21113"/>
                  </a:lnTo>
                  <a:lnTo>
                    <a:pt x="2537408" y="18289"/>
                  </a:lnTo>
                  <a:lnTo>
                    <a:pt x="2563752" y="15522"/>
                  </a:lnTo>
                  <a:lnTo>
                    <a:pt x="2589574" y="12809"/>
                  </a:lnTo>
                  <a:lnTo>
                    <a:pt x="2614894" y="10150"/>
                  </a:lnTo>
                  <a:lnTo>
                    <a:pt x="2639733" y="7541"/>
                  </a:lnTo>
                  <a:lnTo>
                    <a:pt x="2664107" y="4981"/>
                  </a:lnTo>
                  <a:lnTo>
                    <a:pt x="2688033" y="2467"/>
                  </a:lnTo>
                  <a:lnTo>
                    <a:pt x="271152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2" name="pl501"/>
            <p:cNvSpPr/>
            <p:nvPr/>
          </p:nvSpPr>
          <p:spPr>
            <a:xfrm>
              <a:off x="1705673" y="6099294"/>
              <a:ext cx="2711529" cy="25096"/>
            </a:xfrm>
            <a:custGeom>
              <a:avLst/>
              <a:pathLst>
                <a:path w="2711529" h="25096">
                  <a:moveTo>
                    <a:pt x="0" y="25096"/>
                  </a:moveTo>
                  <a:lnTo>
                    <a:pt x="174120" y="23484"/>
                  </a:lnTo>
                  <a:lnTo>
                    <a:pt x="327706" y="22063"/>
                  </a:lnTo>
                  <a:lnTo>
                    <a:pt x="465093" y="20791"/>
                  </a:lnTo>
                  <a:lnTo>
                    <a:pt x="589375" y="19641"/>
                  </a:lnTo>
                  <a:lnTo>
                    <a:pt x="702835" y="18591"/>
                  </a:lnTo>
                  <a:lnTo>
                    <a:pt x="807208" y="17625"/>
                  </a:lnTo>
                  <a:lnTo>
                    <a:pt x="903843" y="16730"/>
                  </a:lnTo>
                  <a:lnTo>
                    <a:pt x="993807" y="15898"/>
                  </a:lnTo>
                  <a:lnTo>
                    <a:pt x="1077964" y="15119"/>
                  </a:lnTo>
                  <a:lnTo>
                    <a:pt x="1157016" y="14387"/>
                  </a:lnTo>
                  <a:lnTo>
                    <a:pt x="1231549" y="13697"/>
                  </a:lnTo>
                  <a:lnTo>
                    <a:pt x="1302051" y="13045"/>
                  </a:lnTo>
                  <a:lnTo>
                    <a:pt x="1368936" y="12426"/>
                  </a:lnTo>
                  <a:lnTo>
                    <a:pt x="1432557" y="11837"/>
                  </a:lnTo>
                  <a:lnTo>
                    <a:pt x="1493218" y="11276"/>
                  </a:lnTo>
                  <a:lnTo>
                    <a:pt x="1551181" y="10739"/>
                  </a:lnTo>
                  <a:lnTo>
                    <a:pt x="1606678" y="10225"/>
                  </a:lnTo>
                  <a:lnTo>
                    <a:pt x="1659909" y="9733"/>
                  </a:lnTo>
                  <a:lnTo>
                    <a:pt x="1711051" y="9259"/>
                  </a:lnTo>
                  <a:lnTo>
                    <a:pt x="1760263" y="8804"/>
                  </a:lnTo>
                  <a:lnTo>
                    <a:pt x="1807686" y="8365"/>
                  </a:lnTo>
                  <a:lnTo>
                    <a:pt x="1853444" y="7941"/>
                  </a:lnTo>
                  <a:lnTo>
                    <a:pt x="1897650" y="7532"/>
                  </a:lnTo>
                  <a:lnTo>
                    <a:pt x="1940407" y="7137"/>
                  </a:lnTo>
                  <a:lnTo>
                    <a:pt x="1981807" y="6753"/>
                  </a:lnTo>
                  <a:lnTo>
                    <a:pt x="2021932" y="6382"/>
                  </a:lnTo>
                  <a:lnTo>
                    <a:pt x="2060859" y="6022"/>
                  </a:lnTo>
                  <a:lnTo>
                    <a:pt x="2098658" y="5672"/>
                  </a:lnTo>
                  <a:lnTo>
                    <a:pt x="2135392" y="5332"/>
                  </a:lnTo>
                  <a:lnTo>
                    <a:pt x="2171120" y="5001"/>
                  </a:lnTo>
                  <a:lnTo>
                    <a:pt x="2205894" y="4679"/>
                  </a:lnTo>
                  <a:lnTo>
                    <a:pt x="2239766" y="4366"/>
                  </a:lnTo>
                  <a:lnTo>
                    <a:pt x="2272779" y="4060"/>
                  </a:lnTo>
                  <a:lnTo>
                    <a:pt x="2304978" y="3762"/>
                  </a:lnTo>
                  <a:lnTo>
                    <a:pt x="2336400" y="3471"/>
                  </a:lnTo>
                  <a:lnTo>
                    <a:pt x="2367083" y="3187"/>
                  </a:lnTo>
                  <a:lnTo>
                    <a:pt x="2397061" y="2910"/>
                  </a:lnTo>
                  <a:lnTo>
                    <a:pt x="2426365" y="2639"/>
                  </a:lnTo>
                  <a:lnTo>
                    <a:pt x="2455025" y="2374"/>
                  </a:lnTo>
                  <a:lnTo>
                    <a:pt x="2483068" y="2114"/>
                  </a:lnTo>
                  <a:lnTo>
                    <a:pt x="2510521" y="1860"/>
                  </a:lnTo>
                  <a:lnTo>
                    <a:pt x="2537408" y="1611"/>
                  </a:lnTo>
                  <a:lnTo>
                    <a:pt x="2563752" y="1367"/>
                  </a:lnTo>
                  <a:lnTo>
                    <a:pt x="2589574" y="1128"/>
                  </a:lnTo>
                  <a:lnTo>
                    <a:pt x="2614894" y="894"/>
                  </a:lnTo>
                  <a:lnTo>
                    <a:pt x="2639733" y="664"/>
                  </a:lnTo>
                  <a:lnTo>
                    <a:pt x="2664107" y="438"/>
                  </a:lnTo>
                  <a:lnTo>
                    <a:pt x="2688033" y="217"/>
                  </a:lnTo>
                  <a:lnTo>
                    <a:pt x="271152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3" name="pl502"/>
            <p:cNvSpPr/>
            <p:nvPr/>
          </p:nvSpPr>
          <p:spPr>
            <a:xfrm>
              <a:off x="1705673" y="6061127"/>
              <a:ext cx="2711529" cy="213946"/>
            </a:xfrm>
            <a:custGeom>
              <a:avLst/>
              <a:pathLst>
                <a:path w="2711529" h="213946">
                  <a:moveTo>
                    <a:pt x="0" y="213946"/>
                  </a:moveTo>
                  <a:lnTo>
                    <a:pt x="174120" y="200208"/>
                  </a:lnTo>
                  <a:lnTo>
                    <a:pt x="327706" y="188089"/>
                  </a:lnTo>
                  <a:lnTo>
                    <a:pt x="465093" y="177249"/>
                  </a:lnTo>
                  <a:lnTo>
                    <a:pt x="589375" y="167443"/>
                  </a:lnTo>
                  <a:lnTo>
                    <a:pt x="702835" y="158491"/>
                  </a:lnTo>
                  <a:lnTo>
                    <a:pt x="807208" y="150255"/>
                  </a:lnTo>
                  <a:lnTo>
                    <a:pt x="903843" y="142631"/>
                  </a:lnTo>
                  <a:lnTo>
                    <a:pt x="993807" y="135532"/>
                  </a:lnTo>
                  <a:lnTo>
                    <a:pt x="1077964" y="128892"/>
                  </a:lnTo>
                  <a:lnTo>
                    <a:pt x="1157016" y="122655"/>
                  </a:lnTo>
                  <a:lnTo>
                    <a:pt x="1231549" y="116774"/>
                  </a:lnTo>
                  <a:lnTo>
                    <a:pt x="1302051" y="111211"/>
                  </a:lnTo>
                  <a:lnTo>
                    <a:pt x="1368936" y="105934"/>
                  </a:lnTo>
                  <a:lnTo>
                    <a:pt x="1432557" y="100914"/>
                  </a:lnTo>
                  <a:lnTo>
                    <a:pt x="1493218" y="96127"/>
                  </a:lnTo>
                  <a:lnTo>
                    <a:pt x="1551181" y="91554"/>
                  </a:lnTo>
                  <a:lnTo>
                    <a:pt x="1606678" y="87175"/>
                  </a:lnTo>
                  <a:lnTo>
                    <a:pt x="1659909" y="82975"/>
                  </a:lnTo>
                  <a:lnTo>
                    <a:pt x="1711051" y="78940"/>
                  </a:lnTo>
                  <a:lnTo>
                    <a:pt x="1760263" y="75057"/>
                  </a:lnTo>
                  <a:lnTo>
                    <a:pt x="1807686" y="71315"/>
                  </a:lnTo>
                  <a:lnTo>
                    <a:pt x="1853444" y="67705"/>
                  </a:lnTo>
                  <a:lnTo>
                    <a:pt x="1897650" y="64217"/>
                  </a:lnTo>
                  <a:lnTo>
                    <a:pt x="1940407" y="60843"/>
                  </a:lnTo>
                  <a:lnTo>
                    <a:pt x="1981807" y="57576"/>
                  </a:lnTo>
                  <a:lnTo>
                    <a:pt x="2021932" y="54410"/>
                  </a:lnTo>
                  <a:lnTo>
                    <a:pt x="2060859" y="51339"/>
                  </a:lnTo>
                  <a:lnTo>
                    <a:pt x="2098658" y="48357"/>
                  </a:lnTo>
                  <a:lnTo>
                    <a:pt x="2135392" y="45458"/>
                  </a:lnTo>
                  <a:lnTo>
                    <a:pt x="2171120" y="42639"/>
                  </a:lnTo>
                  <a:lnTo>
                    <a:pt x="2205894" y="39895"/>
                  </a:lnTo>
                  <a:lnTo>
                    <a:pt x="2239766" y="37223"/>
                  </a:lnTo>
                  <a:lnTo>
                    <a:pt x="2272779" y="34618"/>
                  </a:lnTo>
                  <a:lnTo>
                    <a:pt x="2304978" y="32077"/>
                  </a:lnTo>
                  <a:lnTo>
                    <a:pt x="2336400" y="29598"/>
                  </a:lnTo>
                  <a:lnTo>
                    <a:pt x="2367083" y="27177"/>
                  </a:lnTo>
                  <a:lnTo>
                    <a:pt x="2397061" y="24812"/>
                  </a:lnTo>
                  <a:lnTo>
                    <a:pt x="2426365" y="22500"/>
                  </a:lnTo>
                  <a:lnTo>
                    <a:pt x="2455025" y="20238"/>
                  </a:lnTo>
                  <a:lnTo>
                    <a:pt x="2483068" y="18026"/>
                  </a:lnTo>
                  <a:lnTo>
                    <a:pt x="2510521" y="15860"/>
                  </a:lnTo>
                  <a:lnTo>
                    <a:pt x="2537408" y="13738"/>
                  </a:lnTo>
                  <a:lnTo>
                    <a:pt x="2563752" y="11660"/>
                  </a:lnTo>
                  <a:lnTo>
                    <a:pt x="2589574" y="9622"/>
                  </a:lnTo>
                  <a:lnTo>
                    <a:pt x="2614894" y="7624"/>
                  </a:lnTo>
                  <a:lnTo>
                    <a:pt x="2639733" y="5664"/>
                  </a:lnTo>
                  <a:lnTo>
                    <a:pt x="2664107" y="3741"/>
                  </a:lnTo>
                  <a:lnTo>
                    <a:pt x="2688033" y="1853"/>
                  </a:lnTo>
                  <a:lnTo>
                    <a:pt x="271152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4" name="pl503"/>
            <p:cNvSpPr/>
            <p:nvPr/>
          </p:nvSpPr>
          <p:spPr>
            <a:xfrm>
              <a:off x="1705673" y="6093035"/>
              <a:ext cx="2711529" cy="211347"/>
            </a:xfrm>
            <a:custGeom>
              <a:avLst/>
              <a:pathLst>
                <a:path w="2711529" h="211347">
                  <a:moveTo>
                    <a:pt x="0" y="211347"/>
                  </a:moveTo>
                  <a:lnTo>
                    <a:pt x="174120" y="197775"/>
                  </a:lnTo>
                  <a:lnTo>
                    <a:pt x="327706" y="185804"/>
                  </a:lnTo>
                  <a:lnTo>
                    <a:pt x="465093" y="175096"/>
                  </a:lnTo>
                  <a:lnTo>
                    <a:pt x="589375" y="165409"/>
                  </a:lnTo>
                  <a:lnTo>
                    <a:pt x="702835" y="156565"/>
                  </a:lnTo>
                  <a:lnTo>
                    <a:pt x="807208" y="148430"/>
                  </a:lnTo>
                  <a:lnTo>
                    <a:pt x="903843" y="140898"/>
                  </a:lnTo>
                  <a:lnTo>
                    <a:pt x="993807" y="133886"/>
                  </a:lnTo>
                  <a:lnTo>
                    <a:pt x="1077964" y="127326"/>
                  </a:lnTo>
                  <a:lnTo>
                    <a:pt x="1157016" y="121164"/>
                  </a:lnTo>
                  <a:lnTo>
                    <a:pt x="1231549" y="115355"/>
                  </a:lnTo>
                  <a:lnTo>
                    <a:pt x="1302051" y="109860"/>
                  </a:lnTo>
                  <a:lnTo>
                    <a:pt x="1368936" y="104647"/>
                  </a:lnTo>
                  <a:lnTo>
                    <a:pt x="1432557" y="99688"/>
                  </a:lnTo>
                  <a:lnTo>
                    <a:pt x="1493218" y="94960"/>
                  </a:lnTo>
                  <a:lnTo>
                    <a:pt x="1551181" y="90442"/>
                  </a:lnTo>
                  <a:lnTo>
                    <a:pt x="1606678" y="86116"/>
                  </a:lnTo>
                  <a:lnTo>
                    <a:pt x="1659909" y="81967"/>
                  </a:lnTo>
                  <a:lnTo>
                    <a:pt x="1711051" y="77981"/>
                  </a:lnTo>
                  <a:lnTo>
                    <a:pt x="1760263" y="74145"/>
                  </a:lnTo>
                  <a:lnTo>
                    <a:pt x="1807686" y="70449"/>
                  </a:lnTo>
                  <a:lnTo>
                    <a:pt x="1853444" y="66882"/>
                  </a:lnTo>
                  <a:lnTo>
                    <a:pt x="1897650" y="63436"/>
                  </a:lnTo>
                  <a:lnTo>
                    <a:pt x="1940407" y="60104"/>
                  </a:lnTo>
                  <a:lnTo>
                    <a:pt x="1981807" y="56877"/>
                  </a:lnTo>
                  <a:lnTo>
                    <a:pt x="2021932" y="53749"/>
                  </a:lnTo>
                  <a:lnTo>
                    <a:pt x="2060859" y="50715"/>
                  </a:lnTo>
                  <a:lnTo>
                    <a:pt x="2098658" y="47769"/>
                  </a:lnTo>
                  <a:lnTo>
                    <a:pt x="2135392" y="44906"/>
                  </a:lnTo>
                  <a:lnTo>
                    <a:pt x="2171120" y="42121"/>
                  </a:lnTo>
                  <a:lnTo>
                    <a:pt x="2205894" y="39411"/>
                  </a:lnTo>
                  <a:lnTo>
                    <a:pt x="2239766" y="36771"/>
                  </a:lnTo>
                  <a:lnTo>
                    <a:pt x="2272779" y="34197"/>
                  </a:lnTo>
                  <a:lnTo>
                    <a:pt x="2304978" y="31688"/>
                  </a:lnTo>
                  <a:lnTo>
                    <a:pt x="2336400" y="29239"/>
                  </a:lnTo>
                  <a:lnTo>
                    <a:pt x="2367083" y="26847"/>
                  </a:lnTo>
                  <a:lnTo>
                    <a:pt x="2397061" y="24510"/>
                  </a:lnTo>
                  <a:lnTo>
                    <a:pt x="2426365" y="22226"/>
                  </a:lnTo>
                  <a:lnTo>
                    <a:pt x="2455025" y="19992"/>
                  </a:lnTo>
                  <a:lnTo>
                    <a:pt x="2483068" y="17807"/>
                  </a:lnTo>
                  <a:lnTo>
                    <a:pt x="2510521" y="15667"/>
                  </a:lnTo>
                  <a:lnTo>
                    <a:pt x="2537408" y="13571"/>
                  </a:lnTo>
                  <a:lnTo>
                    <a:pt x="2563752" y="11518"/>
                  </a:lnTo>
                  <a:lnTo>
                    <a:pt x="2589574" y="9505"/>
                  </a:lnTo>
                  <a:lnTo>
                    <a:pt x="2614894" y="7532"/>
                  </a:lnTo>
                  <a:lnTo>
                    <a:pt x="2639733" y="5596"/>
                  </a:lnTo>
                  <a:lnTo>
                    <a:pt x="2664107" y="3696"/>
                  </a:lnTo>
                  <a:lnTo>
                    <a:pt x="2688033" y="1831"/>
                  </a:lnTo>
                  <a:lnTo>
                    <a:pt x="271152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5" name="pl504"/>
            <p:cNvSpPr/>
            <p:nvPr/>
          </p:nvSpPr>
          <p:spPr>
            <a:xfrm>
              <a:off x="1705673" y="6336080"/>
              <a:ext cx="2711529" cy="158697"/>
            </a:xfrm>
            <a:custGeom>
              <a:avLst/>
              <a:pathLst>
                <a:path w="2711529" h="158697">
                  <a:moveTo>
                    <a:pt x="0" y="0"/>
                  </a:moveTo>
                  <a:lnTo>
                    <a:pt x="174120" y="10190"/>
                  </a:lnTo>
                  <a:lnTo>
                    <a:pt x="327706" y="19179"/>
                  </a:lnTo>
                  <a:lnTo>
                    <a:pt x="465093" y="27220"/>
                  </a:lnTo>
                  <a:lnTo>
                    <a:pt x="589375" y="34494"/>
                  </a:lnTo>
                  <a:lnTo>
                    <a:pt x="702835" y="41134"/>
                  </a:lnTo>
                  <a:lnTo>
                    <a:pt x="807208" y="47243"/>
                  </a:lnTo>
                  <a:lnTo>
                    <a:pt x="903843" y="52899"/>
                  </a:lnTo>
                  <a:lnTo>
                    <a:pt x="993807" y="58164"/>
                  </a:lnTo>
                  <a:lnTo>
                    <a:pt x="1077964" y="63090"/>
                  </a:lnTo>
                  <a:lnTo>
                    <a:pt x="1157016" y="67716"/>
                  </a:lnTo>
                  <a:lnTo>
                    <a:pt x="1231549" y="72078"/>
                  </a:lnTo>
                  <a:lnTo>
                    <a:pt x="1302051" y="76205"/>
                  </a:lnTo>
                  <a:lnTo>
                    <a:pt x="1368936" y="80119"/>
                  </a:lnTo>
                  <a:lnTo>
                    <a:pt x="1432557" y="83843"/>
                  </a:lnTo>
                  <a:lnTo>
                    <a:pt x="1493218" y="87393"/>
                  </a:lnTo>
                  <a:lnTo>
                    <a:pt x="1551181" y="90786"/>
                  </a:lnTo>
                  <a:lnTo>
                    <a:pt x="1606678" y="94034"/>
                  </a:lnTo>
                  <a:lnTo>
                    <a:pt x="1659909" y="97149"/>
                  </a:lnTo>
                  <a:lnTo>
                    <a:pt x="1711051" y="100142"/>
                  </a:lnTo>
                  <a:lnTo>
                    <a:pt x="1760263" y="103023"/>
                  </a:lnTo>
                  <a:lnTo>
                    <a:pt x="1807686" y="105798"/>
                  </a:lnTo>
                  <a:lnTo>
                    <a:pt x="1853444" y="108476"/>
                  </a:lnTo>
                  <a:lnTo>
                    <a:pt x="1897650" y="111063"/>
                  </a:lnTo>
                  <a:lnTo>
                    <a:pt x="1940407" y="113566"/>
                  </a:lnTo>
                  <a:lnTo>
                    <a:pt x="1981807" y="115989"/>
                  </a:lnTo>
                  <a:lnTo>
                    <a:pt x="2021932" y="118337"/>
                  </a:lnTo>
                  <a:lnTo>
                    <a:pt x="2060859" y="120616"/>
                  </a:lnTo>
                  <a:lnTo>
                    <a:pt x="2098658" y="122828"/>
                  </a:lnTo>
                  <a:lnTo>
                    <a:pt x="2135392" y="124978"/>
                  </a:lnTo>
                  <a:lnTo>
                    <a:pt x="2171120" y="127069"/>
                  </a:lnTo>
                  <a:lnTo>
                    <a:pt x="2205894" y="129104"/>
                  </a:lnTo>
                  <a:lnTo>
                    <a:pt x="2239766" y="131086"/>
                  </a:lnTo>
                  <a:lnTo>
                    <a:pt x="2272779" y="133019"/>
                  </a:lnTo>
                  <a:lnTo>
                    <a:pt x="2304978" y="134903"/>
                  </a:lnTo>
                  <a:lnTo>
                    <a:pt x="2336400" y="136742"/>
                  </a:lnTo>
                  <a:lnTo>
                    <a:pt x="2367083" y="138538"/>
                  </a:lnTo>
                  <a:lnTo>
                    <a:pt x="2397061" y="140292"/>
                  </a:lnTo>
                  <a:lnTo>
                    <a:pt x="2426365" y="142007"/>
                  </a:lnTo>
                  <a:lnTo>
                    <a:pt x="2455025" y="143685"/>
                  </a:lnTo>
                  <a:lnTo>
                    <a:pt x="2483068" y="145326"/>
                  </a:lnTo>
                  <a:lnTo>
                    <a:pt x="2510521" y="146933"/>
                  </a:lnTo>
                  <a:lnTo>
                    <a:pt x="2537408" y="148506"/>
                  </a:lnTo>
                  <a:lnTo>
                    <a:pt x="2563752" y="150048"/>
                  </a:lnTo>
                  <a:lnTo>
                    <a:pt x="2589574" y="151560"/>
                  </a:lnTo>
                  <a:lnTo>
                    <a:pt x="2614894" y="153042"/>
                  </a:lnTo>
                  <a:lnTo>
                    <a:pt x="2639733" y="154495"/>
                  </a:lnTo>
                  <a:lnTo>
                    <a:pt x="2664107" y="155922"/>
                  </a:lnTo>
                  <a:lnTo>
                    <a:pt x="2688033" y="157322"/>
                  </a:lnTo>
                  <a:lnTo>
                    <a:pt x="2711529" y="158697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6" name="pl505"/>
            <p:cNvSpPr/>
            <p:nvPr/>
          </p:nvSpPr>
          <p:spPr>
            <a:xfrm>
              <a:off x="1705673" y="6295740"/>
              <a:ext cx="2711529" cy="88407"/>
            </a:xfrm>
            <a:custGeom>
              <a:avLst/>
              <a:pathLst>
                <a:path w="2711529" h="88407">
                  <a:moveTo>
                    <a:pt x="0" y="0"/>
                  </a:moveTo>
                  <a:lnTo>
                    <a:pt x="174120" y="5677"/>
                  </a:lnTo>
                  <a:lnTo>
                    <a:pt x="327706" y="10684"/>
                  </a:lnTo>
                  <a:lnTo>
                    <a:pt x="465093" y="15164"/>
                  </a:lnTo>
                  <a:lnTo>
                    <a:pt x="589375" y="19216"/>
                  </a:lnTo>
                  <a:lnTo>
                    <a:pt x="702835" y="22915"/>
                  </a:lnTo>
                  <a:lnTo>
                    <a:pt x="807208" y="26318"/>
                  </a:lnTo>
                  <a:lnTo>
                    <a:pt x="903843" y="29469"/>
                  </a:lnTo>
                  <a:lnTo>
                    <a:pt x="993807" y="32402"/>
                  </a:lnTo>
                  <a:lnTo>
                    <a:pt x="1077964" y="35146"/>
                  </a:lnTo>
                  <a:lnTo>
                    <a:pt x="1157016" y="37723"/>
                  </a:lnTo>
                  <a:lnTo>
                    <a:pt x="1231549" y="40153"/>
                  </a:lnTo>
                  <a:lnTo>
                    <a:pt x="1302051" y="42452"/>
                  </a:lnTo>
                  <a:lnTo>
                    <a:pt x="1368936" y="44633"/>
                  </a:lnTo>
                  <a:lnTo>
                    <a:pt x="1432557" y="46707"/>
                  </a:lnTo>
                  <a:lnTo>
                    <a:pt x="1493218" y="48685"/>
                  </a:lnTo>
                  <a:lnTo>
                    <a:pt x="1551181" y="50575"/>
                  </a:lnTo>
                  <a:lnTo>
                    <a:pt x="1606678" y="52384"/>
                  </a:lnTo>
                  <a:lnTo>
                    <a:pt x="1659909" y="54120"/>
                  </a:lnTo>
                  <a:lnTo>
                    <a:pt x="1711051" y="55787"/>
                  </a:lnTo>
                  <a:lnTo>
                    <a:pt x="1760263" y="57392"/>
                  </a:lnTo>
                  <a:lnTo>
                    <a:pt x="1807686" y="58938"/>
                  </a:lnTo>
                  <a:lnTo>
                    <a:pt x="1853444" y="60430"/>
                  </a:lnTo>
                  <a:lnTo>
                    <a:pt x="1897650" y="61871"/>
                  </a:lnTo>
                  <a:lnTo>
                    <a:pt x="1940407" y="63265"/>
                  </a:lnTo>
                  <a:lnTo>
                    <a:pt x="1981807" y="64615"/>
                  </a:lnTo>
                  <a:lnTo>
                    <a:pt x="2021932" y="65923"/>
                  </a:lnTo>
                  <a:lnTo>
                    <a:pt x="2060859" y="67193"/>
                  </a:lnTo>
                  <a:lnTo>
                    <a:pt x="2098658" y="68425"/>
                  </a:lnTo>
                  <a:lnTo>
                    <a:pt x="2135392" y="69623"/>
                  </a:lnTo>
                  <a:lnTo>
                    <a:pt x="2171120" y="70788"/>
                  </a:lnTo>
                  <a:lnTo>
                    <a:pt x="2205894" y="71921"/>
                  </a:lnTo>
                  <a:lnTo>
                    <a:pt x="2239766" y="73026"/>
                  </a:lnTo>
                  <a:lnTo>
                    <a:pt x="2272779" y="74102"/>
                  </a:lnTo>
                  <a:lnTo>
                    <a:pt x="2304978" y="75152"/>
                  </a:lnTo>
                  <a:lnTo>
                    <a:pt x="2336400" y="76176"/>
                  </a:lnTo>
                  <a:lnTo>
                    <a:pt x="2367083" y="77177"/>
                  </a:lnTo>
                  <a:lnTo>
                    <a:pt x="2397061" y="78154"/>
                  </a:lnTo>
                  <a:lnTo>
                    <a:pt x="2426365" y="79110"/>
                  </a:lnTo>
                  <a:lnTo>
                    <a:pt x="2455025" y="80044"/>
                  </a:lnTo>
                  <a:lnTo>
                    <a:pt x="2483068" y="80958"/>
                  </a:lnTo>
                  <a:lnTo>
                    <a:pt x="2510521" y="81854"/>
                  </a:lnTo>
                  <a:lnTo>
                    <a:pt x="2537408" y="82730"/>
                  </a:lnTo>
                  <a:lnTo>
                    <a:pt x="2563752" y="83589"/>
                  </a:lnTo>
                  <a:lnTo>
                    <a:pt x="2589574" y="84431"/>
                  </a:lnTo>
                  <a:lnTo>
                    <a:pt x="2614894" y="85257"/>
                  </a:lnTo>
                  <a:lnTo>
                    <a:pt x="2639733" y="86066"/>
                  </a:lnTo>
                  <a:lnTo>
                    <a:pt x="2664107" y="86861"/>
                  </a:lnTo>
                  <a:lnTo>
                    <a:pt x="2688033" y="87641"/>
                  </a:lnTo>
                  <a:lnTo>
                    <a:pt x="2711529" y="8840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7" name="rc506"/>
            <p:cNvSpPr/>
            <p:nvPr/>
          </p:nvSpPr>
          <p:spPr>
            <a:xfrm>
              <a:off x="1503277" y="5608097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8" name="pl507"/>
            <p:cNvSpPr/>
            <p:nvPr/>
          </p:nvSpPr>
          <p:spPr>
            <a:xfrm>
              <a:off x="1503277" y="5608097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tx508"/>
            <p:cNvSpPr/>
            <p:nvPr/>
          </p:nvSpPr>
          <p:spPr>
            <a:xfrm rot="-5400000">
              <a:off x="1272281" y="671260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10" name="tx509"/>
            <p:cNvSpPr/>
            <p:nvPr/>
          </p:nvSpPr>
          <p:spPr>
            <a:xfrm rot="-5400000">
              <a:off x="1272281" y="636802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511" name="tx510"/>
            <p:cNvSpPr/>
            <p:nvPr/>
          </p:nvSpPr>
          <p:spPr>
            <a:xfrm rot="-5400000">
              <a:off x="1272281" y="602343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512" name="tx511"/>
            <p:cNvSpPr/>
            <p:nvPr/>
          </p:nvSpPr>
          <p:spPr>
            <a:xfrm rot="-5400000">
              <a:off x="1272281" y="567885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513" name="pl512"/>
            <p:cNvSpPr/>
            <p:nvPr/>
          </p:nvSpPr>
          <p:spPr>
            <a:xfrm>
              <a:off x="1465319" y="676271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3"/>
            <p:cNvSpPr/>
            <p:nvPr/>
          </p:nvSpPr>
          <p:spPr>
            <a:xfrm>
              <a:off x="1465319" y="641813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4"/>
            <p:cNvSpPr/>
            <p:nvPr/>
          </p:nvSpPr>
          <p:spPr>
            <a:xfrm>
              <a:off x="1465319" y="607354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5"/>
            <p:cNvSpPr/>
            <p:nvPr/>
          </p:nvSpPr>
          <p:spPr>
            <a:xfrm>
              <a:off x="1465319" y="572896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6"/>
            <p:cNvSpPr/>
            <p:nvPr/>
          </p:nvSpPr>
          <p:spPr>
            <a:xfrm>
              <a:off x="1503277" y="6846335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7"/>
            <p:cNvSpPr/>
            <p:nvPr/>
          </p:nvSpPr>
          <p:spPr>
            <a:xfrm>
              <a:off x="1705673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8"/>
            <p:cNvSpPr/>
            <p:nvPr/>
          </p:nvSpPr>
          <p:spPr>
            <a:xfrm>
              <a:off x="2609517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19"/>
            <p:cNvSpPr/>
            <p:nvPr/>
          </p:nvSpPr>
          <p:spPr>
            <a:xfrm>
              <a:off x="3513360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0"/>
            <p:cNvSpPr/>
            <p:nvPr/>
          </p:nvSpPr>
          <p:spPr>
            <a:xfrm>
              <a:off x="4417203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tx521"/>
            <p:cNvSpPr/>
            <p:nvPr/>
          </p:nvSpPr>
          <p:spPr>
            <a:xfrm>
              <a:off x="1666811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23" name="tx522"/>
            <p:cNvSpPr/>
            <p:nvPr/>
          </p:nvSpPr>
          <p:spPr>
            <a:xfrm>
              <a:off x="2570655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24" name="tx523"/>
            <p:cNvSpPr/>
            <p:nvPr/>
          </p:nvSpPr>
          <p:spPr>
            <a:xfrm>
              <a:off x="3474498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25" name="tx524"/>
            <p:cNvSpPr/>
            <p:nvPr/>
          </p:nvSpPr>
          <p:spPr>
            <a:xfrm>
              <a:off x="4378341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26" name="tx525"/>
            <p:cNvSpPr/>
            <p:nvPr/>
          </p:nvSpPr>
          <p:spPr>
            <a:xfrm>
              <a:off x="2696037" y="71275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27" name="tx526"/>
            <p:cNvSpPr/>
            <p:nvPr/>
          </p:nvSpPr>
          <p:spPr>
            <a:xfrm rot="-5400000">
              <a:off x="1004992" y="6167780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28" name="tx527"/>
            <p:cNvSpPr/>
            <p:nvPr/>
          </p:nvSpPr>
          <p:spPr>
            <a:xfrm>
              <a:off x="1503277" y="5364938"/>
              <a:ext cx="1254373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29" name="rc528"/>
            <p:cNvSpPr/>
            <p:nvPr/>
          </p:nvSpPr>
          <p:spPr>
            <a:xfrm>
              <a:off x="4913885" y="5608097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052007" y="630577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127744" y="624102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115802" y="6293243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128240" y="656227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026385" y="652945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059353" y="649049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134338" y="608674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088872" y="632373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137754" y="651068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089704" y="621941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926227" y="676075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6004548" y="643207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984759" y="624756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963577" y="664167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966642" y="636163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6030473" y="602834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998314" y="639309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6023862" y="645246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937152" y="623059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987387" y="653066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6006687" y="618125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42325" y="649730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992428" y="615619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6017237" y="585190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977240" y="608844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968564" y="613121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999073" y="623490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969429" y="647844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951963" y="628372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847203" y="633272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908915" y="651252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933803" y="613071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872795" y="633563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830300" y="614940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901340" y="575558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871028" y="638452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910130" y="623283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896404" y="563508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888824" y="623587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893615" y="633571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863422" y="612798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881381" y="606859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885449" y="595065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860558" y="642138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956242" y="644785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899160" y="662384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862972" y="627391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922987" y="620433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7818465" y="624579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7844323" y="635538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7777302" y="642020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7759796" y="645155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7791945" y="628128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7819937" y="622464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7835684" y="641788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7776020" y="616767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7796913" y="648293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7736899" y="635095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7823404" y="628651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7856677" y="636048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7763025" y="632435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7829278" y="658741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7771889" y="634270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7862385" y="635843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7764289" y="625678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7756031" y="628077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7842974" y="660127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7852516" y="625205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7762323" y="615405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7794483" y="617826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7786977" y="644354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7806645" y="650481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l601"/>
            <p:cNvSpPr/>
            <p:nvPr/>
          </p:nvSpPr>
          <p:spPr>
            <a:xfrm>
              <a:off x="5108499" y="6343990"/>
              <a:ext cx="2719195" cy="4213"/>
            </a:xfrm>
            <a:custGeom>
              <a:avLst/>
              <a:pathLst>
                <a:path w="2719195" h="4213">
                  <a:moveTo>
                    <a:pt x="0" y="0"/>
                  </a:moveTo>
                  <a:lnTo>
                    <a:pt x="174613" y="270"/>
                  </a:lnTo>
                  <a:lnTo>
                    <a:pt x="328633" y="509"/>
                  </a:lnTo>
                  <a:lnTo>
                    <a:pt x="466408" y="722"/>
                  </a:lnTo>
                  <a:lnTo>
                    <a:pt x="591041" y="915"/>
                  </a:lnTo>
                  <a:lnTo>
                    <a:pt x="704822" y="1092"/>
                  </a:lnTo>
                  <a:lnTo>
                    <a:pt x="809490" y="1254"/>
                  </a:lnTo>
                  <a:lnTo>
                    <a:pt x="906398" y="1404"/>
                  </a:lnTo>
                  <a:lnTo>
                    <a:pt x="996617" y="1544"/>
                  </a:lnTo>
                  <a:lnTo>
                    <a:pt x="1081011" y="1675"/>
                  </a:lnTo>
                  <a:lnTo>
                    <a:pt x="1160288" y="1797"/>
                  </a:lnTo>
                  <a:lnTo>
                    <a:pt x="1235031" y="1913"/>
                  </a:lnTo>
                  <a:lnTo>
                    <a:pt x="1305733" y="2023"/>
                  </a:lnTo>
                  <a:lnTo>
                    <a:pt x="1372807" y="2127"/>
                  </a:lnTo>
                  <a:lnTo>
                    <a:pt x="1436607" y="2226"/>
                  </a:lnTo>
                  <a:lnTo>
                    <a:pt x="1497440" y="2320"/>
                  </a:lnTo>
                  <a:lnTo>
                    <a:pt x="1555567" y="2410"/>
                  </a:lnTo>
                  <a:lnTo>
                    <a:pt x="1611221" y="2496"/>
                  </a:lnTo>
                  <a:lnTo>
                    <a:pt x="1664602" y="2579"/>
                  </a:lnTo>
                  <a:lnTo>
                    <a:pt x="1715889" y="2658"/>
                  </a:lnTo>
                  <a:lnTo>
                    <a:pt x="1765240" y="2735"/>
                  </a:lnTo>
                  <a:lnTo>
                    <a:pt x="1812797" y="2808"/>
                  </a:lnTo>
                  <a:lnTo>
                    <a:pt x="1858684" y="2880"/>
                  </a:lnTo>
                  <a:lnTo>
                    <a:pt x="1903016" y="2948"/>
                  </a:lnTo>
                  <a:lnTo>
                    <a:pt x="1945894" y="3015"/>
                  </a:lnTo>
                  <a:lnTo>
                    <a:pt x="1987410" y="3079"/>
                  </a:lnTo>
                  <a:lnTo>
                    <a:pt x="2027649" y="3141"/>
                  </a:lnTo>
                  <a:lnTo>
                    <a:pt x="2066686" y="3202"/>
                  </a:lnTo>
                  <a:lnTo>
                    <a:pt x="2104592" y="3261"/>
                  </a:lnTo>
                  <a:lnTo>
                    <a:pt x="2141430" y="3318"/>
                  </a:lnTo>
                  <a:lnTo>
                    <a:pt x="2177258" y="3373"/>
                  </a:lnTo>
                  <a:lnTo>
                    <a:pt x="2212131" y="3427"/>
                  </a:lnTo>
                  <a:lnTo>
                    <a:pt x="2246098" y="3480"/>
                  </a:lnTo>
                  <a:lnTo>
                    <a:pt x="2279205" y="3531"/>
                  </a:lnTo>
                  <a:lnTo>
                    <a:pt x="2311495" y="3581"/>
                  </a:lnTo>
                  <a:lnTo>
                    <a:pt x="2343006" y="3630"/>
                  </a:lnTo>
                  <a:lnTo>
                    <a:pt x="2373776" y="3678"/>
                  </a:lnTo>
                  <a:lnTo>
                    <a:pt x="2403838" y="3724"/>
                  </a:lnTo>
                  <a:lnTo>
                    <a:pt x="2433225" y="3770"/>
                  </a:lnTo>
                  <a:lnTo>
                    <a:pt x="2461966" y="3814"/>
                  </a:lnTo>
                  <a:lnTo>
                    <a:pt x="2490089" y="3858"/>
                  </a:lnTo>
                  <a:lnTo>
                    <a:pt x="2517619" y="3901"/>
                  </a:lnTo>
                  <a:lnTo>
                    <a:pt x="2544582" y="3942"/>
                  </a:lnTo>
                  <a:lnTo>
                    <a:pt x="2571000" y="3983"/>
                  </a:lnTo>
                  <a:lnTo>
                    <a:pt x="2596895" y="4023"/>
                  </a:lnTo>
                  <a:lnTo>
                    <a:pt x="2622288" y="4063"/>
                  </a:lnTo>
                  <a:lnTo>
                    <a:pt x="2647196" y="4101"/>
                  </a:lnTo>
                  <a:lnTo>
                    <a:pt x="2671639" y="4139"/>
                  </a:lnTo>
                  <a:lnTo>
                    <a:pt x="2695633" y="4176"/>
                  </a:lnTo>
                  <a:lnTo>
                    <a:pt x="2719195" y="4213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3" name="pl602"/>
            <p:cNvSpPr/>
            <p:nvPr/>
          </p:nvSpPr>
          <p:spPr>
            <a:xfrm>
              <a:off x="5108499" y="6152816"/>
              <a:ext cx="2719195" cy="89252"/>
            </a:xfrm>
            <a:custGeom>
              <a:avLst/>
              <a:pathLst>
                <a:path w="2719195" h="89252">
                  <a:moveTo>
                    <a:pt x="0" y="0"/>
                  </a:moveTo>
                  <a:lnTo>
                    <a:pt x="174613" y="5731"/>
                  </a:lnTo>
                  <a:lnTo>
                    <a:pt x="328633" y="10786"/>
                  </a:lnTo>
                  <a:lnTo>
                    <a:pt x="466408" y="15309"/>
                  </a:lnTo>
                  <a:lnTo>
                    <a:pt x="591041" y="19399"/>
                  </a:lnTo>
                  <a:lnTo>
                    <a:pt x="704822" y="23134"/>
                  </a:lnTo>
                  <a:lnTo>
                    <a:pt x="809490" y="26570"/>
                  </a:lnTo>
                  <a:lnTo>
                    <a:pt x="906398" y="29750"/>
                  </a:lnTo>
                  <a:lnTo>
                    <a:pt x="996617" y="32712"/>
                  </a:lnTo>
                  <a:lnTo>
                    <a:pt x="1081011" y="35482"/>
                  </a:lnTo>
                  <a:lnTo>
                    <a:pt x="1160288" y="38084"/>
                  </a:lnTo>
                  <a:lnTo>
                    <a:pt x="1235031" y="40537"/>
                  </a:lnTo>
                  <a:lnTo>
                    <a:pt x="1305733" y="42858"/>
                  </a:lnTo>
                  <a:lnTo>
                    <a:pt x="1372807" y="45060"/>
                  </a:lnTo>
                  <a:lnTo>
                    <a:pt x="1436607" y="47154"/>
                  </a:lnTo>
                  <a:lnTo>
                    <a:pt x="1497440" y="49150"/>
                  </a:lnTo>
                  <a:lnTo>
                    <a:pt x="1555567" y="51058"/>
                  </a:lnTo>
                  <a:lnTo>
                    <a:pt x="1611221" y="52885"/>
                  </a:lnTo>
                  <a:lnTo>
                    <a:pt x="1664602" y="54637"/>
                  </a:lnTo>
                  <a:lnTo>
                    <a:pt x="1715889" y="56321"/>
                  </a:lnTo>
                  <a:lnTo>
                    <a:pt x="1765240" y="57941"/>
                  </a:lnTo>
                  <a:lnTo>
                    <a:pt x="1812797" y="59501"/>
                  </a:lnTo>
                  <a:lnTo>
                    <a:pt x="1858684" y="61008"/>
                  </a:lnTo>
                  <a:lnTo>
                    <a:pt x="1903016" y="62463"/>
                  </a:lnTo>
                  <a:lnTo>
                    <a:pt x="1945894" y="63870"/>
                  </a:lnTo>
                  <a:lnTo>
                    <a:pt x="1987410" y="65233"/>
                  </a:lnTo>
                  <a:lnTo>
                    <a:pt x="2027649" y="66554"/>
                  </a:lnTo>
                  <a:lnTo>
                    <a:pt x="2066686" y="67835"/>
                  </a:lnTo>
                  <a:lnTo>
                    <a:pt x="2104592" y="69079"/>
                  </a:lnTo>
                  <a:lnTo>
                    <a:pt x="2141430" y="70288"/>
                  </a:lnTo>
                  <a:lnTo>
                    <a:pt x="2177258" y="71464"/>
                  </a:lnTo>
                  <a:lnTo>
                    <a:pt x="2212131" y="72609"/>
                  </a:lnTo>
                  <a:lnTo>
                    <a:pt x="2246098" y="73724"/>
                  </a:lnTo>
                  <a:lnTo>
                    <a:pt x="2279205" y="74811"/>
                  </a:lnTo>
                  <a:lnTo>
                    <a:pt x="2311495" y="75870"/>
                  </a:lnTo>
                  <a:lnTo>
                    <a:pt x="2343006" y="76905"/>
                  </a:lnTo>
                  <a:lnTo>
                    <a:pt x="2373776" y="77915"/>
                  </a:lnTo>
                  <a:lnTo>
                    <a:pt x="2403838" y="78901"/>
                  </a:lnTo>
                  <a:lnTo>
                    <a:pt x="2433225" y="79866"/>
                  </a:lnTo>
                  <a:lnTo>
                    <a:pt x="2461966" y="80809"/>
                  </a:lnTo>
                  <a:lnTo>
                    <a:pt x="2490089" y="81732"/>
                  </a:lnTo>
                  <a:lnTo>
                    <a:pt x="2517619" y="82636"/>
                  </a:lnTo>
                  <a:lnTo>
                    <a:pt x="2544582" y="83521"/>
                  </a:lnTo>
                  <a:lnTo>
                    <a:pt x="2571000" y="84388"/>
                  </a:lnTo>
                  <a:lnTo>
                    <a:pt x="2596895" y="85238"/>
                  </a:lnTo>
                  <a:lnTo>
                    <a:pt x="2622288" y="86072"/>
                  </a:lnTo>
                  <a:lnTo>
                    <a:pt x="2647196" y="86889"/>
                  </a:lnTo>
                  <a:lnTo>
                    <a:pt x="2671639" y="87692"/>
                  </a:lnTo>
                  <a:lnTo>
                    <a:pt x="2695633" y="88479"/>
                  </a:lnTo>
                  <a:lnTo>
                    <a:pt x="2719195" y="89252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4" name="pl603"/>
            <p:cNvSpPr/>
            <p:nvPr/>
          </p:nvSpPr>
          <p:spPr>
            <a:xfrm>
              <a:off x="5108499" y="6301856"/>
              <a:ext cx="2719195" cy="107863"/>
            </a:xfrm>
            <a:custGeom>
              <a:avLst/>
              <a:pathLst>
                <a:path w="2719195" h="107863">
                  <a:moveTo>
                    <a:pt x="0" y="0"/>
                  </a:moveTo>
                  <a:lnTo>
                    <a:pt x="174613" y="6926"/>
                  </a:lnTo>
                  <a:lnTo>
                    <a:pt x="328633" y="13035"/>
                  </a:lnTo>
                  <a:lnTo>
                    <a:pt x="466408" y="18501"/>
                  </a:lnTo>
                  <a:lnTo>
                    <a:pt x="591041" y="23445"/>
                  </a:lnTo>
                  <a:lnTo>
                    <a:pt x="704822" y="27958"/>
                  </a:lnTo>
                  <a:lnTo>
                    <a:pt x="809490" y="32110"/>
                  </a:lnTo>
                  <a:lnTo>
                    <a:pt x="906398" y="35954"/>
                  </a:lnTo>
                  <a:lnTo>
                    <a:pt x="996617" y="39533"/>
                  </a:lnTo>
                  <a:lnTo>
                    <a:pt x="1081011" y="42880"/>
                  </a:lnTo>
                  <a:lnTo>
                    <a:pt x="1160288" y="46025"/>
                  </a:lnTo>
                  <a:lnTo>
                    <a:pt x="1235031" y="48990"/>
                  </a:lnTo>
                  <a:lnTo>
                    <a:pt x="1305733" y="51794"/>
                  </a:lnTo>
                  <a:lnTo>
                    <a:pt x="1372807" y="54455"/>
                  </a:lnTo>
                  <a:lnTo>
                    <a:pt x="1436607" y="56986"/>
                  </a:lnTo>
                  <a:lnTo>
                    <a:pt x="1497440" y="59399"/>
                  </a:lnTo>
                  <a:lnTo>
                    <a:pt x="1555567" y="61705"/>
                  </a:lnTo>
                  <a:lnTo>
                    <a:pt x="1611221" y="63912"/>
                  </a:lnTo>
                  <a:lnTo>
                    <a:pt x="1664602" y="66030"/>
                  </a:lnTo>
                  <a:lnTo>
                    <a:pt x="1715889" y="68064"/>
                  </a:lnTo>
                  <a:lnTo>
                    <a:pt x="1765240" y="70022"/>
                  </a:lnTo>
                  <a:lnTo>
                    <a:pt x="1812797" y="71908"/>
                  </a:lnTo>
                  <a:lnTo>
                    <a:pt x="1858684" y="73729"/>
                  </a:lnTo>
                  <a:lnTo>
                    <a:pt x="1903016" y="75487"/>
                  </a:lnTo>
                  <a:lnTo>
                    <a:pt x="1945894" y="77188"/>
                  </a:lnTo>
                  <a:lnTo>
                    <a:pt x="1987410" y="78835"/>
                  </a:lnTo>
                  <a:lnTo>
                    <a:pt x="2027649" y="80431"/>
                  </a:lnTo>
                  <a:lnTo>
                    <a:pt x="2066686" y="81979"/>
                  </a:lnTo>
                  <a:lnTo>
                    <a:pt x="2104592" y="83483"/>
                  </a:lnTo>
                  <a:lnTo>
                    <a:pt x="2141430" y="84944"/>
                  </a:lnTo>
                  <a:lnTo>
                    <a:pt x="2177258" y="86365"/>
                  </a:lnTo>
                  <a:lnTo>
                    <a:pt x="2212131" y="87749"/>
                  </a:lnTo>
                  <a:lnTo>
                    <a:pt x="2246098" y="89096"/>
                  </a:lnTo>
                  <a:lnTo>
                    <a:pt x="2279205" y="90409"/>
                  </a:lnTo>
                  <a:lnTo>
                    <a:pt x="2311495" y="91690"/>
                  </a:lnTo>
                  <a:lnTo>
                    <a:pt x="2343006" y="92940"/>
                  </a:lnTo>
                  <a:lnTo>
                    <a:pt x="2373776" y="94161"/>
                  </a:lnTo>
                  <a:lnTo>
                    <a:pt x="2403838" y="95353"/>
                  </a:lnTo>
                  <a:lnTo>
                    <a:pt x="2433225" y="96519"/>
                  </a:lnTo>
                  <a:lnTo>
                    <a:pt x="2461966" y="97659"/>
                  </a:lnTo>
                  <a:lnTo>
                    <a:pt x="2490089" y="98775"/>
                  </a:lnTo>
                  <a:lnTo>
                    <a:pt x="2517619" y="99867"/>
                  </a:lnTo>
                  <a:lnTo>
                    <a:pt x="2544582" y="100936"/>
                  </a:lnTo>
                  <a:lnTo>
                    <a:pt x="2571000" y="101984"/>
                  </a:lnTo>
                  <a:lnTo>
                    <a:pt x="2596895" y="103011"/>
                  </a:lnTo>
                  <a:lnTo>
                    <a:pt x="2622288" y="104019"/>
                  </a:lnTo>
                  <a:lnTo>
                    <a:pt x="2647196" y="105007"/>
                  </a:lnTo>
                  <a:lnTo>
                    <a:pt x="2671639" y="105976"/>
                  </a:lnTo>
                  <a:lnTo>
                    <a:pt x="2695633" y="106928"/>
                  </a:lnTo>
                  <a:lnTo>
                    <a:pt x="2719195" y="107863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5" name="pl604"/>
            <p:cNvSpPr/>
            <p:nvPr/>
          </p:nvSpPr>
          <p:spPr>
            <a:xfrm>
              <a:off x="5108499" y="6441404"/>
              <a:ext cx="2719195" cy="98425"/>
            </a:xfrm>
            <a:custGeom>
              <a:avLst/>
              <a:pathLst>
                <a:path w="2719195" h="98425">
                  <a:moveTo>
                    <a:pt x="0" y="0"/>
                  </a:moveTo>
                  <a:lnTo>
                    <a:pt x="174613" y="6320"/>
                  </a:lnTo>
                  <a:lnTo>
                    <a:pt x="328633" y="11895"/>
                  </a:lnTo>
                  <a:lnTo>
                    <a:pt x="466408" y="16882"/>
                  </a:lnTo>
                  <a:lnTo>
                    <a:pt x="591041" y="21393"/>
                  </a:lnTo>
                  <a:lnTo>
                    <a:pt x="704822" y="25512"/>
                  </a:lnTo>
                  <a:lnTo>
                    <a:pt x="809490" y="29300"/>
                  </a:lnTo>
                  <a:lnTo>
                    <a:pt x="906398" y="32808"/>
                  </a:lnTo>
                  <a:lnTo>
                    <a:pt x="996617" y="36073"/>
                  </a:lnTo>
                  <a:lnTo>
                    <a:pt x="1081011" y="39128"/>
                  </a:lnTo>
                  <a:lnTo>
                    <a:pt x="1160288" y="41998"/>
                  </a:lnTo>
                  <a:lnTo>
                    <a:pt x="1235031" y="44703"/>
                  </a:lnTo>
                  <a:lnTo>
                    <a:pt x="1305733" y="47262"/>
                  </a:lnTo>
                  <a:lnTo>
                    <a:pt x="1372807" y="49690"/>
                  </a:lnTo>
                  <a:lnTo>
                    <a:pt x="1436607" y="52000"/>
                  </a:lnTo>
                  <a:lnTo>
                    <a:pt x="1497440" y="54201"/>
                  </a:lnTo>
                  <a:lnTo>
                    <a:pt x="1555567" y="56305"/>
                  </a:lnTo>
                  <a:lnTo>
                    <a:pt x="1611221" y="58320"/>
                  </a:lnTo>
                  <a:lnTo>
                    <a:pt x="1664602" y="60252"/>
                  </a:lnTo>
                  <a:lnTo>
                    <a:pt x="1715889" y="62109"/>
                  </a:lnTo>
                  <a:lnTo>
                    <a:pt x="1765240" y="63895"/>
                  </a:lnTo>
                  <a:lnTo>
                    <a:pt x="1812797" y="65616"/>
                  </a:lnTo>
                  <a:lnTo>
                    <a:pt x="1858684" y="67277"/>
                  </a:lnTo>
                  <a:lnTo>
                    <a:pt x="1903016" y="68882"/>
                  </a:lnTo>
                  <a:lnTo>
                    <a:pt x="1945894" y="70434"/>
                  </a:lnTo>
                  <a:lnTo>
                    <a:pt x="1987410" y="71937"/>
                  </a:lnTo>
                  <a:lnTo>
                    <a:pt x="2027649" y="73393"/>
                  </a:lnTo>
                  <a:lnTo>
                    <a:pt x="2066686" y="74806"/>
                  </a:lnTo>
                  <a:lnTo>
                    <a:pt x="2104592" y="76178"/>
                  </a:lnTo>
                  <a:lnTo>
                    <a:pt x="2141430" y="77512"/>
                  </a:lnTo>
                  <a:lnTo>
                    <a:pt x="2177258" y="78808"/>
                  </a:lnTo>
                  <a:lnTo>
                    <a:pt x="2212131" y="80071"/>
                  </a:lnTo>
                  <a:lnTo>
                    <a:pt x="2246098" y="81300"/>
                  </a:lnTo>
                  <a:lnTo>
                    <a:pt x="2279205" y="82499"/>
                  </a:lnTo>
                  <a:lnTo>
                    <a:pt x="2311495" y="83667"/>
                  </a:lnTo>
                  <a:lnTo>
                    <a:pt x="2343006" y="84808"/>
                  </a:lnTo>
                  <a:lnTo>
                    <a:pt x="2373776" y="85922"/>
                  </a:lnTo>
                  <a:lnTo>
                    <a:pt x="2403838" y="87010"/>
                  </a:lnTo>
                  <a:lnTo>
                    <a:pt x="2433225" y="88074"/>
                  </a:lnTo>
                  <a:lnTo>
                    <a:pt x="2461966" y="89114"/>
                  </a:lnTo>
                  <a:lnTo>
                    <a:pt x="2490089" y="90132"/>
                  </a:lnTo>
                  <a:lnTo>
                    <a:pt x="2517619" y="91128"/>
                  </a:lnTo>
                  <a:lnTo>
                    <a:pt x="2544582" y="92104"/>
                  </a:lnTo>
                  <a:lnTo>
                    <a:pt x="2571000" y="93061"/>
                  </a:lnTo>
                  <a:lnTo>
                    <a:pt x="2596895" y="93998"/>
                  </a:lnTo>
                  <a:lnTo>
                    <a:pt x="2622288" y="94917"/>
                  </a:lnTo>
                  <a:lnTo>
                    <a:pt x="2647196" y="95819"/>
                  </a:lnTo>
                  <a:lnTo>
                    <a:pt x="2671639" y="96703"/>
                  </a:lnTo>
                  <a:lnTo>
                    <a:pt x="2695633" y="97572"/>
                  </a:lnTo>
                  <a:lnTo>
                    <a:pt x="2719195" y="98425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6" name="pl605"/>
            <p:cNvSpPr/>
            <p:nvPr/>
          </p:nvSpPr>
          <p:spPr>
            <a:xfrm>
              <a:off x="5108499" y="6308754"/>
              <a:ext cx="2719195" cy="33864"/>
            </a:xfrm>
            <a:custGeom>
              <a:avLst/>
              <a:pathLst>
                <a:path w="2719195" h="33864">
                  <a:moveTo>
                    <a:pt x="0" y="0"/>
                  </a:moveTo>
                  <a:lnTo>
                    <a:pt x="174613" y="2174"/>
                  </a:lnTo>
                  <a:lnTo>
                    <a:pt x="328633" y="4092"/>
                  </a:lnTo>
                  <a:lnTo>
                    <a:pt x="466408" y="5808"/>
                  </a:lnTo>
                  <a:lnTo>
                    <a:pt x="591041" y="7360"/>
                  </a:lnTo>
                  <a:lnTo>
                    <a:pt x="704822" y="8777"/>
                  </a:lnTo>
                  <a:lnTo>
                    <a:pt x="809490" y="10081"/>
                  </a:lnTo>
                  <a:lnTo>
                    <a:pt x="906398" y="11288"/>
                  </a:lnTo>
                  <a:lnTo>
                    <a:pt x="996617" y="12411"/>
                  </a:lnTo>
                  <a:lnTo>
                    <a:pt x="1081011" y="13462"/>
                  </a:lnTo>
                  <a:lnTo>
                    <a:pt x="1160288" y="14449"/>
                  </a:lnTo>
                  <a:lnTo>
                    <a:pt x="1235031" y="15380"/>
                  </a:lnTo>
                  <a:lnTo>
                    <a:pt x="1305733" y="16261"/>
                  </a:lnTo>
                  <a:lnTo>
                    <a:pt x="1372807" y="17096"/>
                  </a:lnTo>
                  <a:lnTo>
                    <a:pt x="1436607" y="17891"/>
                  </a:lnTo>
                  <a:lnTo>
                    <a:pt x="1497440" y="18648"/>
                  </a:lnTo>
                  <a:lnTo>
                    <a:pt x="1555567" y="19372"/>
                  </a:lnTo>
                  <a:lnTo>
                    <a:pt x="1611221" y="20065"/>
                  </a:lnTo>
                  <a:lnTo>
                    <a:pt x="1664602" y="20730"/>
                  </a:lnTo>
                  <a:lnTo>
                    <a:pt x="1715889" y="21369"/>
                  </a:lnTo>
                  <a:lnTo>
                    <a:pt x="1765240" y="21983"/>
                  </a:lnTo>
                  <a:lnTo>
                    <a:pt x="1812797" y="22576"/>
                  </a:lnTo>
                  <a:lnTo>
                    <a:pt x="1858684" y="23147"/>
                  </a:lnTo>
                  <a:lnTo>
                    <a:pt x="1903016" y="23699"/>
                  </a:lnTo>
                  <a:lnTo>
                    <a:pt x="1945894" y="24233"/>
                  </a:lnTo>
                  <a:lnTo>
                    <a:pt x="1987410" y="24750"/>
                  </a:lnTo>
                  <a:lnTo>
                    <a:pt x="2027649" y="25251"/>
                  </a:lnTo>
                  <a:lnTo>
                    <a:pt x="2066686" y="25737"/>
                  </a:lnTo>
                  <a:lnTo>
                    <a:pt x="2104592" y="26209"/>
                  </a:lnTo>
                  <a:lnTo>
                    <a:pt x="2141430" y="26668"/>
                  </a:lnTo>
                  <a:lnTo>
                    <a:pt x="2177258" y="27114"/>
                  </a:lnTo>
                  <a:lnTo>
                    <a:pt x="2212131" y="27549"/>
                  </a:lnTo>
                  <a:lnTo>
                    <a:pt x="2246098" y="27972"/>
                  </a:lnTo>
                  <a:lnTo>
                    <a:pt x="2279205" y="28384"/>
                  </a:lnTo>
                  <a:lnTo>
                    <a:pt x="2311495" y="28786"/>
                  </a:lnTo>
                  <a:lnTo>
                    <a:pt x="2343006" y="29179"/>
                  </a:lnTo>
                  <a:lnTo>
                    <a:pt x="2373776" y="29562"/>
                  </a:lnTo>
                  <a:lnTo>
                    <a:pt x="2403838" y="29936"/>
                  </a:lnTo>
                  <a:lnTo>
                    <a:pt x="2433225" y="30302"/>
                  </a:lnTo>
                  <a:lnTo>
                    <a:pt x="2461966" y="30660"/>
                  </a:lnTo>
                  <a:lnTo>
                    <a:pt x="2490089" y="31010"/>
                  </a:lnTo>
                  <a:lnTo>
                    <a:pt x="2517619" y="31353"/>
                  </a:lnTo>
                  <a:lnTo>
                    <a:pt x="2544582" y="31689"/>
                  </a:lnTo>
                  <a:lnTo>
                    <a:pt x="2571000" y="32018"/>
                  </a:lnTo>
                  <a:lnTo>
                    <a:pt x="2596895" y="32340"/>
                  </a:lnTo>
                  <a:lnTo>
                    <a:pt x="2622288" y="32657"/>
                  </a:lnTo>
                  <a:lnTo>
                    <a:pt x="2647196" y="32967"/>
                  </a:lnTo>
                  <a:lnTo>
                    <a:pt x="2671639" y="33271"/>
                  </a:lnTo>
                  <a:lnTo>
                    <a:pt x="2695633" y="33570"/>
                  </a:lnTo>
                  <a:lnTo>
                    <a:pt x="2719195" y="33864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7" name="pl606"/>
            <p:cNvSpPr/>
            <p:nvPr/>
          </p:nvSpPr>
          <p:spPr>
            <a:xfrm>
              <a:off x="5108499" y="6239216"/>
              <a:ext cx="2719195" cy="155895"/>
            </a:xfrm>
            <a:custGeom>
              <a:avLst/>
              <a:pathLst>
                <a:path w="2719195" h="155895">
                  <a:moveTo>
                    <a:pt x="0" y="155895"/>
                  </a:moveTo>
                  <a:lnTo>
                    <a:pt x="174613" y="145885"/>
                  </a:lnTo>
                  <a:lnTo>
                    <a:pt x="328633" y="137054"/>
                  </a:lnTo>
                  <a:lnTo>
                    <a:pt x="466408" y="129156"/>
                  </a:lnTo>
                  <a:lnTo>
                    <a:pt x="591041" y="122010"/>
                  </a:lnTo>
                  <a:lnTo>
                    <a:pt x="704822" y="115487"/>
                  </a:lnTo>
                  <a:lnTo>
                    <a:pt x="809490" y="109486"/>
                  </a:lnTo>
                  <a:lnTo>
                    <a:pt x="906398" y="103930"/>
                  </a:lnTo>
                  <a:lnTo>
                    <a:pt x="996617" y="98758"/>
                  </a:lnTo>
                  <a:lnTo>
                    <a:pt x="1081011" y="93919"/>
                  </a:lnTo>
                  <a:lnTo>
                    <a:pt x="1160288" y="89374"/>
                  </a:lnTo>
                  <a:lnTo>
                    <a:pt x="1235031" y="85089"/>
                  </a:lnTo>
                  <a:lnTo>
                    <a:pt x="1305733" y="81036"/>
                  </a:lnTo>
                  <a:lnTo>
                    <a:pt x="1372807" y="77190"/>
                  </a:lnTo>
                  <a:lnTo>
                    <a:pt x="1436607" y="73532"/>
                  </a:lnTo>
                  <a:lnTo>
                    <a:pt x="1497440" y="70045"/>
                  </a:lnTo>
                  <a:lnTo>
                    <a:pt x="1555567" y="66712"/>
                  </a:lnTo>
                  <a:lnTo>
                    <a:pt x="1611221" y="63522"/>
                  </a:lnTo>
                  <a:lnTo>
                    <a:pt x="1664602" y="60461"/>
                  </a:lnTo>
                  <a:lnTo>
                    <a:pt x="1715889" y="57521"/>
                  </a:lnTo>
                  <a:lnTo>
                    <a:pt x="1765240" y="54691"/>
                  </a:lnTo>
                  <a:lnTo>
                    <a:pt x="1812797" y="51965"/>
                  </a:lnTo>
                  <a:lnTo>
                    <a:pt x="1858684" y="49334"/>
                  </a:lnTo>
                  <a:lnTo>
                    <a:pt x="1903016" y="46792"/>
                  </a:lnTo>
                  <a:lnTo>
                    <a:pt x="1945894" y="44334"/>
                  </a:lnTo>
                  <a:lnTo>
                    <a:pt x="1987410" y="41954"/>
                  </a:lnTo>
                  <a:lnTo>
                    <a:pt x="2027649" y="39647"/>
                  </a:lnTo>
                  <a:lnTo>
                    <a:pt x="2066686" y="37409"/>
                  </a:lnTo>
                  <a:lnTo>
                    <a:pt x="2104592" y="35236"/>
                  </a:lnTo>
                  <a:lnTo>
                    <a:pt x="2141430" y="33124"/>
                  </a:lnTo>
                  <a:lnTo>
                    <a:pt x="2177258" y="31070"/>
                  </a:lnTo>
                  <a:lnTo>
                    <a:pt x="2212131" y="29070"/>
                  </a:lnTo>
                  <a:lnTo>
                    <a:pt x="2246098" y="27123"/>
                  </a:lnTo>
                  <a:lnTo>
                    <a:pt x="2279205" y="25225"/>
                  </a:lnTo>
                  <a:lnTo>
                    <a:pt x="2311495" y="23374"/>
                  </a:lnTo>
                  <a:lnTo>
                    <a:pt x="2343006" y="21567"/>
                  </a:lnTo>
                  <a:lnTo>
                    <a:pt x="2373776" y="19803"/>
                  </a:lnTo>
                  <a:lnTo>
                    <a:pt x="2403838" y="18079"/>
                  </a:lnTo>
                  <a:lnTo>
                    <a:pt x="2433225" y="16395"/>
                  </a:lnTo>
                  <a:lnTo>
                    <a:pt x="2461966" y="14747"/>
                  </a:lnTo>
                  <a:lnTo>
                    <a:pt x="2490089" y="13135"/>
                  </a:lnTo>
                  <a:lnTo>
                    <a:pt x="2517619" y="11556"/>
                  </a:lnTo>
                  <a:lnTo>
                    <a:pt x="2544582" y="10010"/>
                  </a:lnTo>
                  <a:lnTo>
                    <a:pt x="2571000" y="8496"/>
                  </a:lnTo>
                  <a:lnTo>
                    <a:pt x="2596895" y="7011"/>
                  </a:lnTo>
                  <a:lnTo>
                    <a:pt x="2622288" y="5555"/>
                  </a:lnTo>
                  <a:lnTo>
                    <a:pt x="2647196" y="4127"/>
                  </a:lnTo>
                  <a:lnTo>
                    <a:pt x="2671639" y="2726"/>
                  </a:lnTo>
                  <a:lnTo>
                    <a:pt x="2695633" y="1350"/>
                  </a:lnTo>
                  <a:lnTo>
                    <a:pt x="2719195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8" name="pl607"/>
            <p:cNvSpPr/>
            <p:nvPr/>
          </p:nvSpPr>
          <p:spPr>
            <a:xfrm>
              <a:off x="5108499" y="6015990"/>
              <a:ext cx="2719195" cy="189518"/>
            </a:xfrm>
            <a:custGeom>
              <a:avLst/>
              <a:pathLst>
                <a:path w="2719195" h="189518">
                  <a:moveTo>
                    <a:pt x="0" y="0"/>
                  </a:moveTo>
                  <a:lnTo>
                    <a:pt x="174613" y="12169"/>
                  </a:lnTo>
                  <a:lnTo>
                    <a:pt x="328633" y="22904"/>
                  </a:lnTo>
                  <a:lnTo>
                    <a:pt x="466408" y="32507"/>
                  </a:lnTo>
                  <a:lnTo>
                    <a:pt x="591041" y="41193"/>
                  </a:lnTo>
                  <a:lnTo>
                    <a:pt x="704822" y="49123"/>
                  </a:lnTo>
                  <a:lnTo>
                    <a:pt x="809490" y="56418"/>
                  </a:lnTo>
                  <a:lnTo>
                    <a:pt x="906398" y="63172"/>
                  </a:lnTo>
                  <a:lnTo>
                    <a:pt x="996617" y="69460"/>
                  </a:lnTo>
                  <a:lnTo>
                    <a:pt x="1081011" y="75342"/>
                  </a:lnTo>
                  <a:lnTo>
                    <a:pt x="1160288" y="80868"/>
                  </a:lnTo>
                  <a:lnTo>
                    <a:pt x="1235031" y="86077"/>
                  </a:lnTo>
                  <a:lnTo>
                    <a:pt x="1305733" y="91005"/>
                  </a:lnTo>
                  <a:lnTo>
                    <a:pt x="1372807" y="95680"/>
                  </a:lnTo>
                  <a:lnTo>
                    <a:pt x="1436607" y="100126"/>
                  </a:lnTo>
                  <a:lnTo>
                    <a:pt x="1497440" y="104366"/>
                  </a:lnTo>
                  <a:lnTo>
                    <a:pt x="1555567" y="108417"/>
                  </a:lnTo>
                  <a:lnTo>
                    <a:pt x="1611221" y="112296"/>
                  </a:lnTo>
                  <a:lnTo>
                    <a:pt x="1664602" y="116017"/>
                  </a:lnTo>
                  <a:lnTo>
                    <a:pt x="1715889" y="119591"/>
                  </a:lnTo>
                  <a:lnTo>
                    <a:pt x="1765240" y="123031"/>
                  </a:lnTo>
                  <a:lnTo>
                    <a:pt x="1812797" y="126345"/>
                  </a:lnTo>
                  <a:lnTo>
                    <a:pt x="1858684" y="129544"/>
                  </a:lnTo>
                  <a:lnTo>
                    <a:pt x="1903016" y="132633"/>
                  </a:lnTo>
                  <a:lnTo>
                    <a:pt x="1945894" y="135622"/>
                  </a:lnTo>
                  <a:lnTo>
                    <a:pt x="1987410" y="138515"/>
                  </a:lnTo>
                  <a:lnTo>
                    <a:pt x="2027649" y="141320"/>
                  </a:lnTo>
                  <a:lnTo>
                    <a:pt x="2066686" y="144041"/>
                  </a:lnTo>
                  <a:lnTo>
                    <a:pt x="2104592" y="146683"/>
                  </a:lnTo>
                  <a:lnTo>
                    <a:pt x="2141430" y="149250"/>
                  </a:lnTo>
                  <a:lnTo>
                    <a:pt x="2177258" y="151747"/>
                  </a:lnTo>
                  <a:lnTo>
                    <a:pt x="2212131" y="154178"/>
                  </a:lnTo>
                  <a:lnTo>
                    <a:pt x="2246098" y="156545"/>
                  </a:lnTo>
                  <a:lnTo>
                    <a:pt x="2279205" y="158853"/>
                  </a:lnTo>
                  <a:lnTo>
                    <a:pt x="2311495" y="161103"/>
                  </a:lnTo>
                  <a:lnTo>
                    <a:pt x="2343006" y="163299"/>
                  </a:lnTo>
                  <a:lnTo>
                    <a:pt x="2373776" y="165444"/>
                  </a:lnTo>
                  <a:lnTo>
                    <a:pt x="2403838" y="167539"/>
                  </a:lnTo>
                  <a:lnTo>
                    <a:pt x="2433225" y="169587"/>
                  </a:lnTo>
                  <a:lnTo>
                    <a:pt x="2461966" y="171590"/>
                  </a:lnTo>
                  <a:lnTo>
                    <a:pt x="2490089" y="173550"/>
                  </a:lnTo>
                  <a:lnTo>
                    <a:pt x="2517619" y="175469"/>
                  </a:lnTo>
                  <a:lnTo>
                    <a:pt x="2544582" y="177348"/>
                  </a:lnTo>
                  <a:lnTo>
                    <a:pt x="2571000" y="179190"/>
                  </a:lnTo>
                  <a:lnTo>
                    <a:pt x="2596895" y="180995"/>
                  </a:lnTo>
                  <a:lnTo>
                    <a:pt x="2622288" y="182764"/>
                  </a:lnTo>
                  <a:lnTo>
                    <a:pt x="2647196" y="184500"/>
                  </a:lnTo>
                  <a:lnTo>
                    <a:pt x="2671639" y="186204"/>
                  </a:lnTo>
                  <a:lnTo>
                    <a:pt x="2695633" y="187876"/>
                  </a:lnTo>
                  <a:lnTo>
                    <a:pt x="2719195" y="18951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9" name="pl608"/>
            <p:cNvSpPr/>
            <p:nvPr/>
          </p:nvSpPr>
          <p:spPr>
            <a:xfrm>
              <a:off x="5108499" y="6497663"/>
              <a:ext cx="2719195" cy="38955"/>
            </a:xfrm>
            <a:custGeom>
              <a:avLst/>
              <a:pathLst>
                <a:path w="2719195" h="38955">
                  <a:moveTo>
                    <a:pt x="0" y="38955"/>
                  </a:moveTo>
                  <a:lnTo>
                    <a:pt x="174613" y="36454"/>
                  </a:lnTo>
                  <a:lnTo>
                    <a:pt x="328633" y="34247"/>
                  </a:lnTo>
                  <a:lnTo>
                    <a:pt x="466408" y="32274"/>
                  </a:lnTo>
                  <a:lnTo>
                    <a:pt x="591041" y="30488"/>
                  </a:lnTo>
                  <a:lnTo>
                    <a:pt x="704822" y="28858"/>
                  </a:lnTo>
                  <a:lnTo>
                    <a:pt x="809490" y="27358"/>
                  </a:lnTo>
                  <a:lnTo>
                    <a:pt x="906398" y="25970"/>
                  </a:lnTo>
                  <a:lnTo>
                    <a:pt x="996617" y="24678"/>
                  </a:lnTo>
                  <a:lnTo>
                    <a:pt x="1081011" y="23469"/>
                  </a:lnTo>
                  <a:lnTo>
                    <a:pt x="1160288" y="22333"/>
                  </a:lnTo>
                  <a:lnTo>
                    <a:pt x="1235031" y="21262"/>
                  </a:lnTo>
                  <a:lnTo>
                    <a:pt x="1305733" y="20249"/>
                  </a:lnTo>
                  <a:lnTo>
                    <a:pt x="1372807" y="19288"/>
                  </a:lnTo>
                  <a:lnTo>
                    <a:pt x="1436607" y="18374"/>
                  </a:lnTo>
                  <a:lnTo>
                    <a:pt x="1497440" y="17503"/>
                  </a:lnTo>
                  <a:lnTo>
                    <a:pt x="1555567" y="16670"/>
                  </a:lnTo>
                  <a:lnTo>
                    <a:pt x="1611221" y="15873"/>
                  </a:lnTo>
                  <a:lnTo>
                    <a:pt x="1664602" y="15108"/>
                  </a:lnTo>
                  <a:lnTo>
                    <a:pt x="1715889" y="14373"/>
                  </a:lnTo>
                  <a:lnTo>
                    <a:pt x="1765240" y="13666"/>
                  </a:lnTo>
                  <a:lnTo>
                    <a:pt x="1812797" y="12985"/>
                  </a:lnTo>
                  <a:lnTo>
                    <a:pt x="1858684" y="12327"/>
                  </a:lnTo>
                  <a:lnTo>
                    <a:pt x="1903016" y="11692"/>
                  </a:lnTo>
                  <a:lnTo>
                    <a:pt x="1945894" y="11078"/>
                  </a:lnTo>
                  <a:lnTo>
                    <a:pt x="1987410" y="10483"/>
                  </a:lnTo>
                  <a:lnTo>
                    <a:pt x="2027649" y="9907"/>
                  </a:lnTo>
                  <a:lnTo>
                    <a:pt x="2066686" y="9348"/>
                  </a:lnTo>
                  <a:lnTo>
                    <a:pt x="2104592" y="8804"/>
                  </a:lnTo>
                  <a:lnTo>
                    <a:pt x="2141430" y="8277"/>
                  </a:lnTo>
                  <a:lnTo>
                    <a:pt x="2177258" y="7763"/>
                  </a:lnTo>
                  <a:lnTo>
                    <a:pt x="2212131" y="7264"/>
                  </a:lnTo>
                  <a:lnTo>
                    <a:pt x="2246098" y="6777"/>
                  </a:lnTo>
                  <a:lnTo>
                    <a:pt x="2279205" y="6303"/>
                  </a:lnTo>
                  <a:lnTo>
                    <a:pt x="2311495" y="5840"/>
                  </a:lnTo>
                  <a:lnTo>
                    <a:pt x="2343006" y="5389"/>
                  </a:lnTo>
                  <a:lnTo>
                    <a:pt x="2373776" y="4948"/>
                  </a:lnTo>
                  <a:lnTo>
                    <a:pt x="2403838" y="4517"/>
                  </a:lnTo>
                  <a:lnTo>
                    <a:pt x="2433225" y="4096"/>
                  </a:lnTo>
                  <a:lnTo>
                    <a:pt x="2461966" y="3685"/>
                  </a:lnTo>
                  <a:lnTo>
                    <a:pt x="2490089" y="3282"/>
                  </a:lnTo>
                  <a:lnTo>
                    <a:pt x="2517619" y="2887"/>
                  </a:lnTo>
                  <a:lnTo>
                    <a:pt x="2544582" y="2501"/>
                  </a:lnTo>
                  <a:lnTo>
                    <a:pt x="2571000" y="2123"/>
                  </a:lnTo>
                  <a:lnTo>
                    <a:pt x="2596895" y="1752"/>
                  </a:lnTo>
                  <a:lnTo>
                    <a:pt x="2622288" y="1388"/>
                  </a:lnTo>
                  <a:lnTo>
                    <a:pt x="2647196" y="1031"/>
                  </a:lnTo>
                  <a:lnTo>
                    <a:pt x="2671639" y="681"/>
                  </a:lnTo>
                  <a:lnTo>
                    <a:pt x="2695633" y="337"/>
                  </a:lnTo>
                  <a:lnTo>
                    <a:pt x="2719195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0" name="pl609"/>
            <p:cNvSpPr/>
            <p:nvPr/>
          </p:nvSpPr>
          <p:spPr>
            <a:xfrm>
              <a:off x="5108499" y="6235102"/>
              <a:ext cx="2719195" cy="276994"/>
            </a:xfrm>
            <a:custGeom>
              <a:avLst/>
              <a:pathLst>
                <a:path w="2719195" h="276994">
                  <a:moveTo>
                    <a:pt x="0" y="276994"/>
                  </a:moveTo>
                  <a:lnTo>
                    <a:pt x="174613" y="259206"/>
                  </a:lnTo>
                  <a:lnTo>
                    <a:pt x="328633" y="243517"/>
                  </a:lnTo>
                  <a:lnTo>
                    <a:pt x="466408" y="229482"/>
                  </a:lnTo>
                  <a:lnTo>
                    <a:pt x="591041" y="216787"/>
                  </a:lnTo>
                  <a:lnTo>
                    <a:pt x="704822" y="205196"/>
                  </a:lnTo>
                  <a:lnTo>
                    <a:pt x="809490" y="194534"/>
                  </a:lnTo>
                  <a:lnTo>
                    <a:pt x="906398" y="184662"/>
                  </a:lnTo>
                  <a:lnTo>
                    <a:pt x="996617" y="175472"/>
                  </a:lnTo>
                  <a:lnTo>
                    <a:pt x="1081011" y="166875"/>
                  </a:lnTo>
                  <a:lnTo>
                    <a:pt x="1160288" y="158800"/>
                  </a:lnTo>
                  <a:lnTo>
                    <a:pt x="1235031" y="151186"/>
                  </a:lnTo>
                  <a:lnTo>
                    <a:pt x="1305733" y="143984"/>
                  </a:lnTo>
                  <a:lnTo>
                    <a:pt x="1372807" y="137151"/>
                  </a:lnTo>
                  <a:lnTo>
                    <a:pt x="1436607" y="130652"/>
                  </a:lnTo>
                  <a:lnTo>
                    <a:pt x="1497440" y="124455"/>
                  </a:lnTo>
                  <a:lnTo>
                    <a:pt x="1555567" y="118534"/>
                  </a:lnTo>
                  <a:lnTo>
                    <a:pt x="1611221" y="112865"/>
                  </a:lnTo>
                  <a:lnTo>
                    <a:pt x="1664602" y="107427"/>
                  </a:lnTo>
                  <a:lnTo>
                    <a:pt x="1715889" y="102203"/>
                  </a:lnTo>
                  <a:lnTo>
                    <a:pt x="1765240" y="97175"/>
                  </a:lnTo>
                  <a:lnTo>
                    <a:pt x="1812797" y="92331"/>
                  </a:lnTo>
                  <a:lnTo>
                    <a:pt x="1858684" y="87657"/>
                  </a:lnTo>
                  <a:lnTo>
                    <a:pt x="1903016" y="83141"/>
                  </a:lnTo>
                  <a:lnTo>
                    <a:pt x="1945894" y="78773"/>
                  </a:lnTo>
                  <a:lnTo>
                    <a:pt x="1987410" y="74544"/>
                  </a:lnTo>
                  <a:lnTo>
                    <a:pt x="2027649" y="70445"/>
                  </a:lnTo>
                  <a:lnTo>
                    <a:pt x="2066686" y="66468"/>
                  </a:lnTo>
                  <a:lnTo>
                    <a:pt x="2104592" y="62607"/>
                  </a:lnTo>
                  <a:lnTo>
                    <a:pt x="2141430" y="58854"/>
                  </a:lnTo>
                  <a:lnTo>
                    <a:pt x="2177258" y="55205"/>
                  </a:lnTo>
                  <a:lnTo>
                    <a:pt x="2212131" y="51652"/>
                  </a:lnTo>
                  <a:lnTo>
                    <a:pt x="2246098" y="48192"/>
                  </a:lnTo>
                  <a:lnTo>
                    <a:pt x="2279205" y="44820"/>
                  </a:lnTo>
                  <a:lnTo>
                    <a:pt x="2311495" y="41530"/>
                  </a:lnTo>
                  <a:lnTo>
                    <a:pt x="2343006" y="38320"/>
                  </a:lnTo>
                  <a:lnTo>
                    <a:pt x="2373776" y="35186"/>
                  </a:lnTo>
                  <a:lnTo>
                    <a:pt x="2403838" y="32124"/>
                  </a:lnTo>
                  <a:lnTo>
                    <a:pt x="2433225" y="29130"/>
                  </a:lnTo>
                  <a:lnTo>
                    <a:pt x="2461966" y="26203"/>
                  </a:lnTo>
                  <a:lnTo>
                    <a:pt x="2490089" y="23338"/>
                  </a:lnTo>
                  <a:lnTo>
                    <a:pt x="2517619" y="20533"/>
                  </a:lnTo>
                  <a:lnTo>
                    <a:pt x="2544582" y="17787"/>
                  </a:lnTo>
                  <a:lnTo>
                    <a:pt x="2571000" y="15096"/>
                  </a:lnTo>
                  <a:lnTo>
                    <a:pt x="2596895" y="12458"/>
                  </a:lnTo>
                  <a:lnTo>
                    <a:pt x="2622288" y="9871"/>
                  </a:lnTo>
                  <a:lnTo>
                    <a:pt x="2647196" y="7334"/>
                  </a:lnTo>
                  <a:lnTo>
                    <a:pt x="2671639" y="4844"/>
                  </a:lnTo>
                  <a:lnTo>
                    <a:pt x="2695633" y="2400"/>
                  </a:lnTo>
                  <a:lnTo>
                    <a:pt x="2719195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1" name="pl610"/>
            <p:cNvSpPr/>
            <p:nvPr/>
          </p:nvSpPr>
          <p:spPr>
            <a:xfrm>
              <a:off x="5108499" y="6243838"/>
              <a:ext cx="2719195" cy="182631"/>
            </a:xfrm>
            <a:custGeom>
              <a:avLst/>
              <a:pathLst>
                <a:path w="2719195" h="182631">
                  <a:moveTo>
                    <a:pt x="0" y="0"/>
                  </a:moveTo>
                  <a:lnTo>
                    <a:pt x="174613" y="11727"/>
                  </a:lnTo>
                  <a:lnTo>
                    <a:pt x="328633" y="22072"/>
                  </a:lnTo>
                  <a:lnTo>
                    <a:pt x="466408" y="31325"/>
                  </a:lnTo>
                  <a:lnTo>
                    <a:pt x="591041" y="39696"/>
                  </a:lnTo>
                  <a:lnTo>
                    <a:pt x="704822" y="47338"/>
                  </a:lnTo>
                  <a:lnTo>
                    <a:pt x="809490" y="54368"/>
                  </a:lnTo>
                  <a:lnTo>
                    <a:pt x="906398" y="60877"/>
                  </a:lnTo>
                  <a:lnTo>
                    <a:pt x="996617" y="66936"/>
                  </a:lnTo>
                  <a:lnTo>
                    <a:pt x="1081011" y="72605"/>
                  </a:lnTo>
                  <a:lnTo>
                    <a:pt x="1160288" y="77929"/>
                  </a:lnTo>
                  <a:lnTo>
                    <a:pt x="1235031" y="82949"/>
                  </a:lnTo>
                  <a:lnTo>
                    <a:pt x="1305733" y="87698"/>
                  </a:lnTo>
                  <a:lnTo>
                    <a:pt x="1372807" y="92203"/>
                  </a:lnTo>
                  <a:lnTo>
                    <a:pt x="1436607" y="96488"/>
                  </a:lnTo>
                  <a:lnTo>
                    <a:pt x="1497440" y="100573"/>
                  </a:lnTo>
                  <a:lnTo>
                    <a:pt x="1555567" y="104478"/>
                  </a:lnTo>
                  <a:lnTo>
                    <a:pt x="1611221" y="108215"/>
                  </a:lnTo>
                  <a:lnTo>
                    <a:pt x="1664602" y="111801"/>
                  </a:lnTo>
                  <a:lnTo>
                    <a:pt x="1715889" y="115245"/>
                  </a:lnTo>
                  <a:lnTo>
                    <a:pt x="1765240" y="118560"/>
                  </a:lnTo>
                  <a:lnTo>
                    <a:pt x="1812797" y="121754"/>
                  </a:lnTo>
                  <a:lnTo>
                    <a:pt x="1858684" y="124836"/>
                  </a:lnTo>
                  <a:lnTo>
                    <a:pt x="1903016" y="127814"/>
                  </a:lnTo>
                  <a:lnTo>
                    <a:pt x="1945894" y="130693"/>
                  </a:lnTo>
                  <a:lnTo>
                    <a:pt x="1987410" y="133482"/>
                  </a:lnTo>
                  <a:lnTo>
                    <a:pt x="2027649" y="136184"/>
                  </a:lnTo>
                  <a:lnTo>
                    <a:pt x="2066686" y="138806"/>
                  </a:lnTo>
                  <a:lnTo>
                    <a:pt x="2104592" y="141352"/>
                  </a:lnTo>
                  <a:lnTo>
                    <a:pt x="2141430" y="143826"/>
                  </a:lnTo>
                  <a:lnTo>
                    <a:pt x="2177258" y="146233"/>
                  </a:lnTo>
                  <a:lnTo>
                    <a:pt x="2212131" y="148575"/>
                  </a:lnTo>
                  <a:lnTo>
                    <a:pt x="2246098" y="150856"/>
                  </a:lnTo>
                  <a:lnTo>
                    <a:pt x="2279205" y="153080"/>
                  </a:lnTo>
                  <a:lnTo>
                    <a:pt x="2311495" y="155249"/>
                  </a:lnTo>
                  <a:lnTo>
                    <a:pt x="2343006" y="157365"/>
                  </a:lnTo>
                  <a:lnTo>
                    <a:pt x="2373776" y="159432"/>
                  </a:lnTo>
                  <a:lnTo>
                    <a:pt x="2403838" y="161451"/>
                  </a:lnTo>
                  <a:lnTo>
                    <a:pt x="2433225" y="163425"/>
                  </a:lnTo>
                  <a:lnTo>
                    <a:pt x="2461966" y="165355"/>
                  </a:lnTo>
                  <a:lnTo>
                    <a:pt x="2490089" y="167244"/>
                  </a:lnTo>
                  <a:lnTo>
                    <a:pt x="2517619" y="169093"/>
                  </a:lnTo>
                  <a:lnTo>
                    <a:pt x="2544582" y="170904"/>
                  </a:lnTo>
                  <a:lnTo>
                    <a:pt x="2571000" y="172678"/>
                  </a:lnTo>
                  <a:lnTo>
                    <a:pt x="2596895" y="174417"/>
                  </a:lnTo>
                  <a:lnTo>
                    <a:pt x="2622288" y="176123"/>
                  </a:lnTo>
                  <a:lnTo>
                    <a:pt x="2647196" y="177796"/>
                  </a:lnTo>
                  <a:lnTo>
                    <a:pt x="2671639" y="179437"/>
                  </a:lnTo>
                  <a:lnTo>
                    <a:pt x="2695633" y="181049"/>
                  </a:lnTo>
                  <a:lnTo>
                    <a:pt x="2719195" y="18263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4913885" y="5608097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13" name="pl612"/>
            <p:cNvSpPr/>
            <p:nvPr/>
          </p:nvSpPr>
          <p:spPr>
            <a:xfrm>
              <a:off x="4913885" y="5608097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3"/>
            <p:cNvSpPr/>
            <p:nvPr/>
          </p:nvSpPr>
          <p:spPr>
            <a:xfrm>
              <a:off x="4875928" y="677066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4"/>
            <p:cNvSpPr/>
            <p:nvPr/>
          </p:nvSpPr>
          <p:spPr>
            <a:xfrm>
              <a:off x="4875928" y="652418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5"/>
            <p:cNvSpPr/>
            <p:nvPr/>
          </p:nvSpPr>
          <p:spPr>
            <a:xfrm>
              <a:off x="4875928" y="627769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6"/>
            <p:cNvSpPr/>
            <p:nvPr/>
          </p:nvSpPr>
          <p:spPr>
            <a:xfrm>
              <a:off x="4875928" y="603121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7"/>
            <p:cNvSpPr/>
            <p:nvPr/>
          </p:nvSpPr>
          <p:spPr>
            <a:xfrm>
              <a:off x="4875928" y="578472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8"/>
            <p:cNvSpPr/>
            <p:nvPr/>
          </p:nvSpPr>
          <p:spPr>
            <a:xfrm>
              <a:off x="4913885" y="6846335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19"/>
            <p:cNvSpPr/>
            <p:nvPr/>
          </p:nvSpPr>
          <p:spPr>
            <a:xfrm>
              <a:off x="5108499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0"/>
            <p:cNvSpPr/>
            <p:nvPr/>
          </p:nvSpPr>
          <p:spPr>
            <a:xfrm>
              <a:off x="6014898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1"/>
            <p:cNvSpPr/>
            <p:nvPr/>
          </p:nvSpPr>
          <p:spPr>
            <a:xfrm>
              <a:off x="6921296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2"/>
            <p:cNvSpPr/>
            <p:nvPr/>
          </p:nvSpPr>
          <p:spPr>
            <a:xfrm>
              <a:off x="7827695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tx623"/>
            <p:cNvSpPr/>
            <p:nvPr/>
          </p:nvSpPr>
          <p:spPr>
            <a:xfrm>
              <a:off x="5069637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25" name="tx624"/>
            <p:cNvSpPr/>
            <p:nvPr/>
          </p:nvSpPr>
          <p:spPr>
            <a:xfrm>
              <a:off x="5976036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26" name="tx625"/>
            <p:cNvSpPr/>
            <p:nvPr/>
          </p:nvSpPr>
          <p:spPr>
            <a:xfrm>
              <a:off x="6882434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7788833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6106645" y="71275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4913885" y="5364938"/>
              <a:ext cx="119493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30" name="rc629"/>
            <p:cNvSpPr/>
            <p:nvPr/>
          </p:nvSpPr>
          <p:spPr>
            <a:xfrm>
              <a:off x="3460720" y="7378276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tx630"/>
            <p:cNvSpPr/>
            <p:nvPr/>
          </p:nvSpPr>
          <p:spPr>
            <a:xfrm>
              <a:off x="4480299" y="7395101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32" name="rc631"/>
            <p:cNvSpPr/>
            <p:nvPr/>
          </p:nvSpPr>
          <p:spPr>
            <a:xfrm>
              <a:off x="3460720" y="7597570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3521420" y="765826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l633"/>
            <p:cNvSpPr/>
            <p:nvPr/>
          </p:nvSpPr>
          <p:spPr>
            <a:xfrm>
              <a:off x="3478720" y="7687570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rc634"/>
            <p:cNvSpPr/>
            <p:nvPr/>
          </p:nvSpPr>
          <p:spPr>
            <a:xfrm>
              <a:off x="3460720" y="78534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3521420" y="791418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l636"/>
            <p:cNvSpPr/>
            <p:nvPr/>
          </p:nvSpPr>
          <p:spPr>
            <a:xfrm>
              <a:off x="3478720" y="79434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rc637"/>
            <p:cNvSpPr/>
            <p:nvPr/>
          </p:nvSpPr>
          <p:spPr>
            <a:xfrm>
              <a:off x="4009812" y="75975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070512" y="765826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l639"/>
            <p:cNvSpPr/>
            <p:nvPr/>
          </p:nvSpPr>
          <p:spPr>
            <a:xfrm>
              <a:off x="4027812" y="76875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rc640"/>
            <p:cNvSpPr/>
            <p:nvPr/>
          </p:nvSpPr>
          <p:spPr>
            <a:xfrm>
              <a:off x="4009812" y="78534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070512" y="791418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l642"/>
            <p:cNvSpPr/>
            <p:nvPr/>
          </p:nvSpPr>
          <p:spPr>
            <a:xfrm>
              <a:off x="4027812" y="79434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4551132" y="75975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4611832" y="765826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4569132" y="76875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rc646"/>
            <p:cNvSpPr/>
            <p:nvPr/>
          </p:nvSpPr>
          <p:spPr>
            <a:xfrm>
              <a:off x="4551132" y="78534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4611832" y="791418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4569132" y="79434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5076998" y="75975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137698" y="765826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5094998" y="76875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rc652"/>
            <p:cNvSpPr/>
            <p:nvPr/>
          </p:nvSpPr>
          <p:spPr>
            <a:xfrm>
              <a:off x="5076998" y="78534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137698" y="791418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l654"/>
            <p:cNvSpPr/>
            <p:nvPr/>
          </p:nvSpPr>
          <p:spPr>
            <a:xfrm>
              <a:off x="5094998" y="79434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rc655"/>
            <p:cNvSpPr/>
            <p:nvPr/>
          </p:nvSpPr>
          <p:spPr>
            <a:xfrm>
              <a:off x="5618318" y="75975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679018" y="765826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l657"/>
            <p:cNvSpPr/>
            <p:nvPr/>
          </p:nvSpPr>
          <p:spPr>
            <a:xfrm>
              <a:off x="5636318" y="76875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rc658"/>
            <p:cNvSpPr/>
            <p:nvPr/>
          </p:nvSpPr>
          <p:spPr>
            <a:xfrm>
              <a:off x="5618318" y="78534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679018" y="791418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l660"/>
            <p:cNvSpPr/>
            <p:nvPr/>
          </p:nvSpPr>
          <p:spPr>
            <a:xfrm>
              <a:off x="5636318" y="79434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tx661"/>
            <p:cNvSpPr/>
            <p:nvPr/>
          </p:nvSpPr>
          <p:spPr>
            <a:xfrm>
              <a:off x="3716636" y="763746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63" name="tx662"/>
            <p:cNvSpPr/>
            <p:nvPr/>
          </p:nvSpPr>
          <p:spPr>
            <a:xfrm>
              <a:off x="3716636" y="7893376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64" name="tx663"/>
            <p:cNvSpPr/>
            <p:nvPr/>
          </p:nvSpPr>
          <p:spPr>
            <a:xfrm>
              <a:off x="4265728" y="76374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65" name="tx664"/>
            <p:cNvSpPr/>
            <p:nvPr/>
          </p:nvSpPr>
          <p:spPr>
            <a:xfrm>
              <a:off x="4265728" y="78933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66" name="tx665"/>
            <p:cNvSpPr/>
            <p:nvPr/>
          </p:nvSpPr>
          <p:spPr>
            <a:xfrm>
              <a:off x="4807047" y="76374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67" name="tx666"/>
            <p:cNvSpPr/>
            <p:nvPr/>
          </p:nvSpPr>
          <p:spPr>
            <a:xfrm>
              <a:off x="4807047" y="7893376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68" name="tx667"/>
            <p:cNvSpPr/>
            <p:nvPr/>
          </p:nvSpPr>
          <p:spPr>
            <a:xfrm>
              <a:off x="5332914" y="7637460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9" name="tx668"/>
            <p:cNvSpPr/>
            <p:nvPr/>
          </p:nvSpPr>
          <p:spPr>
            <a:xfrm>
              <a:off x="5332914" y="78933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70" name="tx669"/>
            <p:cNvSpPr/>
            <p:nvPr/>
          </p:nvSpPr>
          <p:spPr>
            <a:xfrm>
              <a:off x="5874233" y="7637460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71" name="tx670"/>
            <p:cNvSpPr/>
            <p:nvPr/>
          </p:nvSpPr>
          <p:spPr>
            <a:xfrm>
              <a:off x="5874233" y="7893376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2026-07-20T00:36:41Z</dcterms:modified>
  <cp:category/>
</cp:coreProperties>
</file>