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142361" cy="1694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39705"/>
              <a:ext cx="2876417" cy="1694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633961"/>
              <a:ext cx="3142361" cy="1694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633961"/>
              <a:ext cx="2876417" cy="1694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328218"/>
              <a:ext cx="3142361" cy="2680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328218"/>
              <a:ext cx="2876417" cy="2680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41550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32698" y="23254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00989" y="225424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73210" y="236166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430717" y="235866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98055" y="23850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06811" y="22346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22899" y="215079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65116" y="23421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60902" y="24151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39577" y="22138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58097" y="24236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64733" y="235930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59099" y="17475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36964" y="22775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24333" y="23531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48080" y="241801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13221" y="24443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87822" y="22693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303495" y="16202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09914" y="18094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732" y="24347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46585" y="22288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05918" y="21720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45375" y="21818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98581" y="23460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68371" y="22852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18621" y="180142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64357" y="19398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55049" y="238256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76776" y="21623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54219" y="23953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51524" y="24867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55170" y="22289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0311" y="23718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77281" y="14452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44256" y="24181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55685" y="207050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58084" y="17328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39439" y="117886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84796" y="19690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99128" y="21368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46392" y="19950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45522" y="21106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99561" y="22646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25745" y="217661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70904" y="21619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23382" y="226323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107318" y="225257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11216" y="22701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887569" y="22678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35854" y="222399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903614" y="23630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99568" y="19881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56698" y="200649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76226" y="22262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63497" y="214984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01289" y="20597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95949" y="18327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54883" y="18999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71108" y="17620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903837" y="19959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84710" y="19300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95134" y="233121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98336" y="216690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42456" y="20737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01677" y="21350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00924" y="187576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38310" y="21060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32188" y="197103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73293" y="18597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74198" y="20269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794183" y="19966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488171" y="2150426"/>
              <a:ext cx="2390290" cy="225125"/>
            </a:xfrm>
            <a:custGeom>
              <a:avLst/>
              <a:pathLst>
                <a:path w="2390290" h="225125">
                  <a:moveTo>
                    <a:pt x="0" y="225125"/>
                  </a:moveTo>
                  <a:lnTo>
                    <a:pt x="153492" y="210669"/>
                  </a:lnTo>
                  <a:lnTo>
                    <a:pt x="288882" y="197917"/>
                  </a:lnTo>
                  <a:lnTo>
                    <a:pt x="409993" y="186510"/>
                  </a:lnTo>
                  <a:lnTo>
                    <a:pt x="519550" y="176192"/>
                  </a:lnTo>
                  <a:lnTo>
                    <a:pt x="619569" y="166772"/>
                  </a:lnTo>
                  <a:lnTo>
                    <a:pt x="711577" y="158106"/>
                  </a:lnTo>
                  <a:lnTo>
                    <a:pt x="796763" y="150083"/>
                  </a:lnTo>
                  <a:lnTo>
                    <a:pt x="876069" y="142614"/>
                  </a:lnTo>
                  <a:lnTo>
                    <a:pt x="950255" y="135627"/>
                  </a:lnTo>
                  <a:lnTo>
                    <a:pt x="1019943" y="129063"/>
                  </a:lnTo>
                  <a:lnTo>
                    <a:pt x="1085645" y="122875"/>
                  </a:lnTo>
                  <a:lnTo>
                    <a:pt x="1147795" y="117022"/>
                  </a:lnTo>
                  <a:lnTo>
                    <a:pt x="1206756" y="111469"/>
                  </a:lnTo>
                  <a:lnTo>
                    <a:pt x="1262840" y="106187"/>
                  </a:lnTo>
                  <a:lnTo>
                    <a:pt x="1316314" y="101150"/>
                  </a:lnTo>
                  <a:lnTo>
                    <a:pt x="1367410" y="96338"/>
                  </a:lnTo>
                  <a:lnTo>
                    <a:pt x="1416332" y="91730"/>
                  </a:lnTo>
                  <a:lnTo>
                    <a:pt x="1463256" y="87311"/>
                  </a:lnTo>
                  <a:lnTo>
                    <a:pt x="1508340" y="83064"/>
                  </a:lnTo>
                  <a:lnTo>
                    <a:pt x="1551722" y="78979"/>
                  </a:lnTo>
                  <a:lnTo>
                    <a:pt x="1593526" y="75041"/>
                  </a:lnTo>
                  <a:lnTo>
                    <a:pt x="1633863" y="71242"/>
                  </a:lnTo>
                  <a:lnTo>
                    <a:pt x="1672833" y="67572"/>
                  </a:lnTo>
                  <a:lnTo>
                    <a:pt x="1710524" y="64022"/>
                  </a:lnTo>
                  <a:lnTo>
                    <a:pt x="1747019" y="60585"/>
                  </a:lnTo>
                  <a:lnTo>
                    <a:pt x="1782390" y="57253"/>
                  </a:lnTo>
                  <a:lnTo>
                    <a:pt x="1816706" y="54022"/>
                  </a:lnTo>
                  <a:lnTo>
                    <a:pt x="1850027" y="50883"/>
                  </a:lnTo>
                  <a:lnTo>
                    <a:pt x="1882409" y="47833"/>
                  </a:lnTo>
                  <a:lnTo>
                    <a:pt x="1913904" y="44867"/>
                  </a:lnTo>
                  <a:lnTo>
                    <a:pt x="1944558" y="41980"/>
                  </a:lnTo>
                  <a:lnTo>
                    <a:pt x="1974417" y="39168"/>
                  </a:lnTo>
                  <a:lnTo>
                    <a:pt x="2003519" y="36427"/>
                  </a:lnTo>
                  <a:lnTo>
                    <a:pt x="2031903" y="33754"/>
                  </a:lnTo>
                  <a:lnTo>
                    <a:pt x="2059603" y="31145"/>
                  </a:lnTo>
                  <a:lnTo>
                    <a:pt x="2086651" y="28597"/>
                  </a:lnTo>
                  <a:lnTo>
                    <a:pt x="2113077" y="26108"/>
                  </a:lnTo>
                  <a:lnTo>
                    <a:pt x="2138909" y="23675"/>
                  </a:lnTo>
                  <a:lnTo>
                    <a:pt x="2164174" y="21296"/>
                  </a:lnTo>
                  <a:lnTo>
                    <a:pt x="2188895" y="18968"/>
                  </a:lnTo>
                  <a:lnTo>
                    <a:pt x="2213096" y="16688"/>
                  </a:lnTo>
                  <a:lnTo>
                    <a:pt x="2236797" y="14456"/>
                  </a:lnTo>
                  <a:lnTo>
                    <a:pt x="2260020" y="12269"/>
                  </a:lnTo>
                  <a:lnTo>
                    <a:pt x="2282783" y="10125"/>
                  </a:lnTo>
                  <a:lnTo>
                    <a:pt x="2305104" y="8023"/>
                  </a:lnTo>
                  <a:lnTo>
                    <a:pt x="2326999" y="5960"/>
                  </a:lnTo>
                  <a:lnTo>
                    <a:pt x="2348486" y="3937"/>
                  </a:lnTo>
                  <a:lnTo>
                    <a:pt x="2369578" y="1950"/>
                  </a:lnTo>
                  <a:lnTo>
                    <a:pt x="239029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488171" y="2089437"/>
              <a:ext cx="2390290" cy="322084"/>
            </a:xfrm>
            <a:custGeom>
              <a:avLst/>
              <a:pathLst>
                <a:path w="2390290" h="322084">
                  <a:moveTo>
                    <a:pt x="0" y="322084"/>
                  </a:moveTo>
                  <a:lnTo>
                    <a:pt x="153492" y="301402"/>
                  </a:lnTo>
                  <a:lnTo>
                    <a:pt x="288882" y="283158"/>
                  </a:lnTo>
                  <a:lnTo>
                    <a:pt x="409993" y="266839"/>
                  </a:lnTo>
                  <a:lnTo>
                    <a:pt x="519550" y="252076"/>
                  </a:lnTo>
                  <a:lnTo>
                    <a:pt x="619569" y="238599"/>
                  </a:lnTo>
                  <a:lnTo>
                    <a:pt x="711577" y="226201"/>
                  </a:lnTo>
                  <a:lnTo>
                    <a:pt x="796763" y="214723"/>
                  </a:lnTo>
                  <a:lnTo>
                    <a:pt x="876069" y="204036"/>
                  </a:lnTo>
                  <a:lnTo>
                    <a:pt x="950255" y="194040"/>
                  </a:lnTo>
                  <a:lnTo>
                    <a:pt x="1019943" y="184650"/>
                  </a:lnTo>
                  <a:lnTo>
                    <a:pt x="1085645" y="175797"/>
                  </a:lnTo>
                  <a:lnTo>
                    <a:pt x="1147795" y="167422"/>
                  </a:lnTo>
                  <a:lnTo>
                    <a:pt x="1206756" y="159477"/>
                  </a:lnTo>
                  <a:lnTo>
                    <a:pt x="1262840" y="151920"/>
                  </a:lnTo>
                  <a:lnTo>
                    <a:pt x="1316314" y="144715"/>
                  </a:lnTo>
                  <a:lnTo>
                    <a:pt x="1367410" y="137830"/>
                  </a:lnTo>
                  <a:lnTo>
                    <a:pt x="1416332" y="131237"/>
                  </a:lnTo>
                  <a:lnTo>
                    <a:pt x="1463256" y="124915"/>
                  </a:lnTo>
                  <a:lnTo>
                    <a:pt x="1508340" y="118840"/>
                  </a:lnTo>
                  <a:lnTo>
                    <a:pt x="1551722" y="112994"/>
                  </a:lnTo>
                  <a:lnTo>
                    <a:pt x="1593526" y="107361"/>
                  </a:lnTo>
                  <a:lnTo>
                    <a:pt x="1633863" y="101926"/>
                  </a:lnTo>
                  <a:lnTo>
                    <a:pt x="1672833" y="96675"/>
                  </a:lnTo>
                  <a:lnTo>
                    <a:pt x="1710524" y="91596"/>
                  </a:lnTo>
                  <a:lnTo>
                    <a:pt x="1747019" y="86678"/>
                  </a:lnTo>
                  <a:lnTo>
                    <a:pt x="1782390" y="81912"/>
                  </a:lnTo>
                  <a:lnTo>
                    <a:pt x="1816706" y="77288"/>
                  </a:lnTo>
                  <a:lnTo>
                    <a:pt x="1850027" y="72798"/>
                  </a:lnTo>
                  <a:lnTo>
                    <a:pt x="1882409" y="68435"/>
                  </a:lnTo>
                  <a:lnTo>
                    <a:pt x="1913904" y="64191"/>
                  </a:lnTo>
                  <a:lnTo>
                    <a:pt x="1944558" y="60061"/>
                  </a:lnTo>
                  <a:lnTo>
                    <a:pt x="1974417" y="56037"/>
                  </a:lnTo>
                  <a:lnTo>
                    <a:pt x="2003519" y="52116"/>
                  </a:lnTo>
                  <a:lnTo>
                    <a:pt x="2031903" y="48291"/>
                  </a:lnTo>
                  <a:lnTo>
                    <a:pt x="2059603" y="44559"/>
                  </a:lnTo>
                  <a:lnTo>
                    <a:pt x="2086651" y="40914"/>
                  </a:lnTo>
                  <a:lnTo>
                    <a:pt x="2113077" y="37353"/>
                  </a:lnTo>
                  <a:lnTo>
                    <a:pt x="2138909" y="33872"/>
                  </a:lnTo>
                  <a:lnTo>
                    <a:pt x="2164174" y="30468"/>
                  </a:lnTo>
                  <a:lnTo>
                    <a:pt x="2188895" y="27137"/>
                  </a:lnTo>
                  <a:lnTo>
                    <a:pt x="2213096" y="23876"/>
                  </a:lnTo>
                  <a:lnTo>
                    <a:pt x="2236797" y="20682"/>
                  </a:lnTo>
                  <a:lnTo>
                    <a:pt x="2260020" y="17553"/>
                  </a:lnTo>
                  <a:lnTo>
                    <a:pt x="2282783" y="14486"/>
                  </a:lnTo>
                  <a:lnTo>
                    <a:pt x="2305104" y="11478"/>
                  </a:lnTo>
                  <a:lnTo>
                    <a:pt x="2326999" y="8528"/>
                  </a:lnTo>
                  <a:lnTo>
                    <a:pt x="2348486" y="5632"/>
                  </a:lnTo>
                  <a:lnTo>
                    <a:pt x="2369578" y="2790"/>
                  </a:lnTo>
                  <a:lnTo>
                    <a:pt x="239029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488171" y="2300317"/>
              <a:ext cx="2390290" cy="113564"/>
            </a:xfrm>
            <a:custGeom>
              <a:avLst/>
              <a:pathLst>
                <a:path w="2390290" h="113564">
                  <a:moveTo>
                    <a:pt x="0" y="113564"/>
                  </a:moveTo>
                  <a:lnTo>
                    <a:pt x="153492" y="106271"/>
                  </a:lnTo>
                  <a:lnTo>
                    <a:pt x="288882" y="99839"/>
                  </a:lnTo>
                  <a:lnTo>
                    <a:pt x="409993" y="94085"/>
                  </a:lnTo>
                  <a:lnTo>
                    <a:pt x="519550" y="88880"/>
                  </a:lnTo>
                  <a:lnTo>
                    <a:pt x="619569" y="84128"/>
                  </a:lnTo>
                  <a:lnTo>
                    <a:pt x="711577" y="79756"/>
                  </a:lnTo>
                  <a:lnTo>
                    <a:pt x="796763" y="75709"/>
                  </a:lnTo>
                  <a:lnTo>
                    <a:pt x="876069" y="71941"/>
                  </a:lnTo>
                  <a:lnTo>
                    <a:pt x="950255" y="68417"/>
                  </a:lnTo>
                  <a:lnTo>
                    <a:pt x="1019943" y="65106"/>
                  </a:lnTo>
                  <a:lnTo>
                    <a:pt x="1085645" y="61984"/>
                  </a:lnTo>
                  <a:lnTo>
                    <a:pt x="1147795" y="59031"/>
                  </a:lnTo>
                  <a:lnTo>
                    <a:pt x="1206756" y="56230"/>
                  </a:lnTo>
                  <a:lnTo>
                    <a:pt x="1262840" y="53566"/>
                  </a:lnTo>
                  <a:lnTo>
                    <a:pt x="1316314" y="51025"/>
                  </a:lnTo>
                  <a:lnTo>
                    <a:pt x="1367410" y="48597"/>
                  </a:lnTo>
                  <a:lnTo>
                    <a:pt x="1416332" y="46273"/>
                  </a:lnTo>
                  <a:lnTo>
                    <a:pt x="1463256" y="44044"/>
                  </a:lnTo>
                  <a:lnTo>
                    <a:pt x="1508340" y="41902"/>
                  </a:lnTo>
                  <a:lnTo>
                    <a:pt x="1551722" y="39840"/>
                  </a:lnTo>
                  <a:lnTo>
                    <a:pt x="1593526" y="37854"/>
                  </a:lnTo>
                  <a:lnTo>
                    <a:pt x="1633863" y="35938"/>
                  </a:lnTo>
                  <a:lnTo>
                    <a:pt x="1672833" y="34086"/>
                  </a:lnTo>
                  <a:lnTo>
                    <a:pt x="1710524" y="32296"/>
                  </a:lnTo>
                  <a:lnTo>
                    <a:pt x="1747019" y="30562"/>
                  </a:lnTo>
                  <a:lnTo>
                    <a:pt x="1782390" y="28881"/>
                  </a:lnTo>
                  <a:lnTo>
                    <a:pt x="1816706" y="27251"/>
                  </a:lnTo>
                  <a:lnTo>
                    <a:pt x="1850027" y="25668"/>
                  </a:lnTo>
                  <a:lnTo>
                    <a:pt x="1882409" y="24129"/>
                  </a:lnTo>
                  <a:lnTo>
                    <a:pt x="1913904" y="22633"/>
                  </a:lnTo>
                  <a:lnTo>
                    <a:pt x="1944558" y="21177"/>
                  </a:lnTo>
                  <a:lnTo>
                    <a:pt x="1974417" y="19758"/>
                  </a:lnTo>
                  <a:lnTo>
                    <a:pt x="2003519" y="18375"/>
                  </a:lnTo>
                  <a:lnTo>
                    <a:pt x="2031903" y="17027"/>
                  </a:lnTo>
                  <a:lnTo>
                    <a:pt x="2059603" y="15711"/>
                  </a:lnTo>
                  <a:lnTo>
                    <a:pt x="2086651" y="14426"/>
                  </a:lnTo>
                  <a:lnTo>
                    <a:pt x="2113077" y="13170"/>
                  </a:lnTo>
                  <a:lnTo>
                    <a:pt x="2138909" y="11943"/>
                  </a:lnTo>
                  <a:lnTo>
                    <a:pt x="2164174" y="10742"/>
                  </a:lnTo>
                  <a:lnTo>
                    <a:pt x="2188895" y="9568"/>
                  </a:lnTo>
                  <a:lnTo>
                    <a:pt x="2213096" y="8418"/>
                  </a:lnTo>
                  <a:lnTo>
                    <a:pt x="2236797" y="7292"/>
                  </a:lnTo>
                  <a:lnTo>
                    <a:pt x="2260020" y="6189"/>
                  </a:lnTo>
                  <a:lnTo>
                    <a:pt x="2282783" y="5107"/>
                  </a:lnTo>
                  <a:lnTo>
                    <a:pt x="2305104" y="4047"/>
                  </a:lnTo>
                  <a:lnTo>
                    <a:pt x="2326999" y="3006"/>
                  </a:lnTo>
                  <a:lnTo>
                    <a:pt x="2348486" y="1986"/>
                  </a:lnTo>
                  <a:lnTo>
                    <a:pt x="2369578" y="984"/>
                  </a:lnTo>
                  <a:lnTo>
                    <a:pt x="239029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488171" y="1920199"/>
              <a:ext cx="2390290" cy="321968"/>
            </a:xfrm>
            <a:custGeom>
              <a:avLst/>
              <a:pathLst>
                <a:path w="2390290" h="321968">
                  <a:moveTo>
                    <a:pt x="0" y="321968"/>
                  </a:moveTo>
                  <a:lnTo>
                    <a:pt x="153492" y="301293"/>
                  </a:lnTo>
                  <a:lnTo>
                    <a:pt x="288882" y="283056"/>
                  </a:lnTo>
                  <a:lnTo>
                    <a:pt x="409993" y="266743"/>
                  </a:lnTo>
                  <a:lnTo>
                    <a:pt x="519550" y="251985"/>
                  </a:lnTo>
                  <a:lnTo>
                    <a:pt x="619569" y="238513"/>
                  </a:lnTo>
                  <a:lnTo>
                    <a:pt x="711577" y="226120"/>
                  </a:lnTo>
                  <a:lnTo>
                    <a:pt x="796763" y="214645"/>
                  </a:lnTo>
                  <a:lnTo>
                    <a:pt x="876069" y="203963"/>
                  </a:lnTo>
                  <a:lnTo>
                    <a:pt x="950255" y="193970"/>
                  </a:lnTo>
                  <a:lnTo>
                    <a:pt x="1019943" y="184583"/>
                  </a:lnTo>
                  <a:lnTo>
                    <a:pt x="1085645" y="175733"/>
                  </a:lnTo>
                  <a:lnTo>
                    <a:pt x="1147795" y="167362"/>
                  </a:lnTo>
                  <a:lnTo>
                    <a:pt x="1206756" y="159420"/>
                  </a:lnTo>
                  <a:lnTo>
                    <a:pt x="1262840" y="151865"/>
                  </a:lnTo>
                  <a:lnTo>
                    <a:pt x="1316314" y="144663"/>
                  </a:lnTo>
                  <a:lnTo>
                    <a:pt x="1367410" y="137780"/>
                  </a:lnTo>
                  <a:lnTo>
                    <a:pt x="1416332" y="131190"/>
                  </a:lnTo>
                  <a:lnTo>
                    <a:pt x="1463256" y="124870"/>
                  </a:lnTo>
                  <a:lnTo>
                    <a:pt x="1508340" y="118797"/>
                  </a:lnTo>
                  <a:lnTo>
                    <a:pt x="1551722" y="112953"/>
                  </a:lnTo>
                  <a:lnTo>
                    <a:pt x="1593526" y="107322"/>
                  </a:lnTo>
                  <a:lnTo>
                    <a:pt x="1633863" y="101889"/>
                  </a:lnTo>
                  <a:lnTo>
                    <a:pt x="1672833" y="96640"/>
                  </a:lnTo>
                  <a:lnTo>
                    <a:pt x="1710524" y="91563"/>
                  </a:lnTo>
                  <a:lnTo>
                    <a:pt x="1747019" y="86647"/>
                  </a:lnTo>
                  <a:lnTo>
                    <a:pt x="1782390" y="81883"/>
                  </a:lnTo>
                  <a:lnTo>
                    <a:pt x="1816706" y="77260"/>
                  </a:lnTo>
                  <a:lnTo>
                    <a:pt x="1850027" y="72772"/>
                  </a:lnTo>
                  <a:lnTo>
                    <a:pt x="1882409" y="68410"/>
                  </a:lnTo>
                  <a:lnTo>
                    <a:pt x="1913904" y="64168"/>
                  </a:lnTo>
                  <a:lnTo>
                    <a:pt x="1944558" y="60039"/>
                  </a:lnTo>
                  <a:lnTo>
                    <a:pt x="1974417" y="56017"/>
                  </a:lnTo>
                  <a:lnTo>
                    <a:pt x="2003519" y="52097"/>
                  </a:lnTo>
                  <a:lnTo>
                    <a:pt x="2031903" y="48274"/>
                  </a:lnTo>
                  <a:lnTo>
                    <a:pt x="2059603" y="44543"/>
                  </a:lnTo>
                  <a:lnTo>
                    <a:pt x="2086651" y="40899"/>
                  </a:lnTo>
                  <a:lnTo>
                    <a:pt x="2113077" y="37340"/>
                  </a:lnTo>
                  <a:lnTo>
                    <a:pt x="2138909" y="33860"/>
                  </a:lnTo>
                  <a:lnTo>
                    <a:pt x="2164174" y="30457"/>
                  </a:lnTo>
                  <a:lnTo>
                    <a:pt x="2188895" y="27127"/>
                  </a:lnTo>
                  <a:lnTo>
                    <a:pt x="2213096" y="23867"/>
                  </a:lnTo>
                  <a:lnTo>
                    <a:pt x="2236797" y="20675"/>
                  </a:lnTo>
                  <a:lnTo>
                    <a:pt x="2260020" y="17547"/>
                  </a:lnTo>
                  <a:lnTo>
                    <a:pt x="2282783" y="14481"/>
                  </a:lnTo>
                  <a:lnTo>
                    <a:pt x="2305104" y="11474"/>
                  </a:lnTo>
                  <a:lnTo>
                    <a:pt x="2326999" y="8525"/>
                  </a:lnTo>
                  <a:lnTo>
                    <a:pt x="2348486" y="5630"/>
                  </a:lnTo>
                  <a:lnTo>
                    <a:pt x="2369578" y="2789"/>
                  </a:lnTo>
                  <a:lnTo>
                    <a:pt x="239029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488171" y="2134772"/>
              <a:ext cx="2390290" cy="285093"/>
            </a:xfrm>
            <a:custGeom>
              <a:avLst/>
              <a:pathLst>
                <a:path w="2390290" h="285093">
                  <a:moveTo>
                    <a:pt x="0" y="285093"/>
                  </a:moveTo>
                  <a:lnTo>
                    <a:pt x="153492" y="266785"/>
                  </a:lnTo>
                  <a:lnTo>
                    <a:pt x="288882" y="250637"/>
                  </a:lnTo>
                  <a:lnTo>
                    <a:pt x="409993" y="236192"/>
                  </a:lnTo>
                  <a:lnTo>
                    <a:pt x="519550" y="223125"/>
                  </a:lnTo>
                  <a:lnTo>
                    <a:pt x="619569" y="211196"/>
                  </a:lnTo>
                  <a:lnTo>
                    <a:pt x="711577" y="200222"/>
                  </a:lnTo>
                  <a:lnTo>
                    <a:pt x="796763" y="190062"/>
                  </a:lnTo>
                  <a:lnTo>
                    <a:pt x="876069" y="180603"/>
                  </a:lnTo>
                  <a:lnTo>
                    <a:pt x="950255" y="171754"/>
                  </a:lnTo>
                  <a:lnTo>
                    <a:pt x="1019943" y="163443"/>
                  </a:lnTo>
                  <a:lnTo>
                    <a:pt x="1085645" y="155606"/>
                  </a:lnTo>
                  <a:lnTo>
                    <a:pt x="1147795" y="148193"/>
                  </a:lnTo>
                  <a:lnTo>
                    <a:pt x="1206756" y="141161"/>
                  </a:lnTo>
                  <a:lnTo>
                    <a:pt x="1262840" y="134472"/>
                  </a:lnTo>
                  <a:lnTo>
                    <a:pt x="1316314" y="128094"/>
                  </a:lnTo>
                  <a:lnTo>
                    <a:pt x="1367410" y="122000"/>
                  </a:lnTo>
                  <a:lnTo>
                    <a:pt x="1416332" y="116165"/>
                  </a:lnTo>
                  <a:lnTo>
                    <a:pt x="1463256" y="110568"/>
                  </a:lnTo>
                  <a:lnTo>
                    <a:pt x="1508340" y="105191"/>
                  </a:lnTo>
                  <a:lnTo>
                    <a:pt x="1551722" y="100017"/>
                  </a:lnTo>
                  <a:lnTo>
                    <a:pt x="1593526" y="95031"/>
                  </a:lnTo>
                  <a:lnTo>
                    <a:pt x="1633863" y="90219"/>
                  </a:lnTo>
                  <a:lnTo>
                    <a:pt x="1672833" y="85572"/>
                  </a:lnTo>
                  <a:lnTo>
                    <a:pt x="1710524" y="81076"/>
                  </a:lnTo>
                  <a:lnTo>
                    <a:pt x="1747019" y="76723"/>
                  </a:lnTo>
                  <a:lnTo>
                    <a:pt x="1782390" y="72504"/>
                  </a:lnTo>
                  <a:lnTo>
                    <a:pt x="1816706" y="68412"/>
                  </a:lnTo>
                  <a:lnTo>
                    <a:pt x="1850027" y="64437"/>
                  </a:lnTo>
                  <a:lnTo>
                    <a:pt x="1882409" y="60575"/>
                  </a:lnTo>
                  <a:lnTo>
                    <a:pt x="1913904" y="56819"/>
                  </a:lnTo>
                  <a:lnTo>
                    <a:pt x="1944558" y="53162"/>
                  </a:lnTo>
                  <a:lnTo>
                    <a:pt x="1974417" y="49601"/>
                  </a:lnTo>
                  <a:lnTo>
                    <a:pt x="2003519" y="46130"/>
                  </a:lnTo>
                  <a:lnTo>
                    <a:pt x="2031903" y="42745"/>
                  </a:lnTo>
                  <a:lnTo>
                    <a:pt x="2059603" y="39441"/>
                  </a:lnTo>
                  <a:lnTo>
                    <a:pt x="2086651" y="36215"/>
                  </a:lnTo>
                  <a:lnTo>
                    <a:pt x="2113077" y="33063"/>
                  </a:lnTo>
                  <a:lnTo>
                    <a:pt x="2138909" y="29982"/>
                  </a:lnTo>
                  <a:lnTo>
                    <a:pt x="2164174" y="26969"/>
                  </a:lnTo>
                  <a:lnTo>
                    <a:pt x="2188895" y="24020"/>
                  </a:lnTo>
                  <a:lnTo>
                    <a:pt x="2213096" y="21134"/>
                  </a:lnTo>
                  <a:lnTo>
                    <a:pt x="2236797" y="18307"/>
                  </a:lnTo>
                  <a:lnTo>
                    <a:pt x="2260020" y="15537"/>
                  </a:lnTo>
                  <a:lnTo>
                    <a:pt x="2282783" y="12822"/>
                  </a:lnTo>
                  <a:lnTo>
                    <a:pt x="2305104" y="10160"/>
                  </a:lnTo>
                  <a:lnTo>
                    <a:pt x="2326999" y="7548"/>
                  </a:lnTo>
                  <a:lnTo>
                    <a:pt x="2348486" y="4986"/>
                  </a:lnTo>
                  <a:lnTo>
                    <a:pt x="2369578" y="2470"/>
                  </a:lnTo>
                  <a:lnTo>
                    <a:pt x="239029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88171" y="1858716"/>
              <a:ext cx="2390290" cy="138053"/>
            </a:xfrm>
            <a:custGeom>
              <a:avLst/>
              <a:pathLst>
                <a:path w="2390290" h="138053">
                  <a:moveTo>
                    <a:pt x="0" y="138053"/>
                  </a:moveTo>
                  <a:lnTo>
                    <a:pt x="153492" y="129187"/>
                  </a:lnTo>
                  <a:lnTo>
                    <a:pt x="288882" y="121368"/>
                  </a:lnTo>
                  <a:lnTo>
                    <a:pt x="409993" y="114373"/>
                  </a:lnTo>
                  <a:lnTo>
                    <a:pt x="519550" y="108045"/>
                  </a:lnTo>
                  <a:lnTo>
                    <a:pt x="619569" y="102269"/>
                  </a:lnTo>
                  <a:lnTo>
                    <a:pt x="711577" y="96955"/>
                  </a:lnTo>
                  <a:lnTo>
                    <a:pt x="796763" y="92035"/>
                  </a:lnTo>
                  <a:lnTo>
                    <a:pt x="876069" y="87454"/>
                  </a:lnTo>
                  <a:lnTo>
                    <a:pt x="950255" y="83170"/>
                  </a:lnTo>
                  <a:lnTo>
                    <a:pt x="1019943" y="79145"/>
                  </a:lnTo>
                  <a:lnTo>
                    <a:pt x="1085645" y="75350"/>
                  </a:lnTo>
                  <a:lnTo>
                    <a:pt x="1147795" y="71761"/>
                  </a:lnTo>
                  <a:lnTo>
                    <a:pt x="1206756" y="68355"/>
                  </a:lnTo>
                  <a:lnTo>
                    <a:pt x="1262840" y="65116"/>
                  </a:lnTo>
                  <a:lnTo>
                    <a:pt x="1316314" y="62028"/>
                  </a:lnTo>
                  <a:lnTo>
                    <a:pt x="1367410" y="59077"/>
                  </a:lnTo>
                  <a:lnTo>
                    <a:pt x="1416332" y="56251"/>
                  </a:lnTo>
                  <a:lnTo>
                    <a:pt x="1463256" y="53541"/>
                  </a:lnTo>
                  <a:lnTo>
                    <a:pt x="1508340" y="50937"/>
                  </a:lnTo>
                  <a:lnTo>
                    <a:pt x="1551722" y="48432"/>
                  </a:lnTo>
                  <a:lnTo>
                    <a:pt x="1593526" y="46017"/>
                  </a:lnTo>
                  <a:lnTo>
                    <a:pt x="1633863" y="43687"/>
                  </a:lnTo>
                  <a:lnTo>
                    <a:pt x="1672833" y="41437"/>
                  </a:lnTo>
                  <a:lnTo>
                    <a:pt x="1710524" y="39260"/>
                  </a:lnTo>
                  <a:lnTo>
                    <a:pt x="1747019" y="37152"/>
                  </a:lnTo>
                  <a:lnTo>
                    <a:pt x="1782390" y="35109"/>
                  </a:lnTo>
                  <a:lnTo>
                    <a:pt x="1816706" y="33127"/>
                  </a:lnTo>
                  <a:lnTo>
                    <a:pt x="1850027" y="31203"/>
                  </a:lnTo>
                  <a:lnTo>
                    <a:pt x="1882409" y="29333"/>
                  </a:lnTo>
                  <a:lnTo>
                    <a:pt x="1913904" y="27514"/>
                  </a:lnTo>
                  <a:lnTo>
                    <a:pt x="1944558" y="25743"/>
                  </a:lnTo>
                  <a:lnTo>
                    <a:pt x="1974417" y="24019"/>
                  </a:lnTo>
                  <a:lnTo>
                    <a:pt x="2003519" y="22338"/>
                  </a:lnTo>
                  <a:lnTo>
                    <a:pt x="2031903" y="20698"/>
                  </a:lnTo>
                  <a:lnTo>
                    <a:pt x="2059603" y="19099"/>
                  </a:lnTo>
                  <a:lnTo>
                    <a:pt x="2086651" y="17536"/>
                  </a:lnTo>
                  <a:lnTo>
                    <a:pt x="2113077" y="16010"/>
                  </a:lnTo>
                  <a:lnTo>
                    <a:pt x="2138909" y="14518"/>
                  </a:lnTo>
                  <a:lnTo>
                    <a:pt x="2164174" y="13059"/>
                  </a:lnTo>
                  <a:lnTo>
                    <a:pt x="2188895" y="11631"/>
                  </a:lnTo>
                  <a:lnTo>
                    <a:pt x="2213096" y="10233"/>
                  </a:lnTo>
                  <a:lnTo>
                    <a:pt x="2236797" y="8865"/>
                  </a:lnTo>
                  <a:lnTo>
                    <a:pt x="2260020" y="7523"/>
                  </a:lnTo>
                  <a:lnTo>
                    <a:pt x="2282783" y="6209"/>
                  </a:lnTo>
                  <a:lnTo>
                    <a:pt x="2305104" y="4919"/>
                  </a:lnTo>
                  <a:lnTo>
                    <a:pt x="2326999" y="3655"/>
                  </a:lnTo>
                  <a:lnTo>
                    <a:pt x="2348486" y="2414"/>
                  </a:lnTo>
                  <a:lnTo>
                    <a:pt x="2369578" y="1196"/>
                  </a:lnTo>
                  <a:lnTo>
                    <a:pt x="239029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88171" y="1939541"/>
              <a:ext cx="2390290" cy="137182"/>
            </a:xfrm>
            <a:custGeom>
              <a:avLst/>
              <a:pathLst>
                <a:path w="2390290" h="137182">
                  <a:moveTo>
                    <a:pt x="0" y="137182"/>
                  </a:moveTo>
                  <a:lnTo>
                    <a:pt x="153492" y="128373"/>
                  </a:lnTo>
                  <a:lnTo>
                    <a:pt x="288882" y="120602"/>
                  </a:lnTo>
                  <a:lnTo>
                    <a:pt x="409993" y="113652"/>
                  </a:lnTo>
                  <a:lnTo>
                    <a:pt x="519550" y="107364"/>
                  </a:lnTo>
                  <a:lnTo>
                    <a:pt x="619569" y="101624"/>
                  </a:lnTo>
                  <a:lnTo>
                    <a:pt x="711577" y="96343"/>
                  </a:lnTo>
                  <a:lnTo>
                    <a:pt x="796763" y="91454"/>
                  </a:lnTo>
                  <a:lnTo>
                    <a:pt x="876069" y="86903"/>
                  </a:lnTo>
                  <a:lnTo>
                    <a:pt x="950255" y="82645"/>
                  </a:lnTo>
                  <a:lnTo>
                    <a:pt x="1019943" y="78646"/>
                  </a:lnTo>
                  <a:lnTo>
                    <a:pt x="1085645" y="74875"/>
                  </a:lnTo>
                  <a:lnTo>
                    <a:pt x="1147795" y="71308"/>
                  </a:lnTo>
                  <a:lnTo>
                    <a:pt x="1206756" y="67924"/>
                  </a:lnTo>
                  <a:lnTo>
                    <a:pt x="1262840" y="64706"/>
                  </a:lnTo>
                  <a:lnTo>
                    <a:pt x="1316314" y="61637"/>
                  </a:lnTo>
                  <a:lnTo>
                    <a:pt x="1367410" y="58704"/>
                  </a:lnTo>
                  <a:lnTo>
                    <a:pt x="1416332" y="55896"/>
                  </a:lnTo>
                  <a:lnTo>
                    <a:pt x="1463256" y="53203"/>
                  </a:lnTo>
                  <a:lnTo>
                    <a:pt x="1508340" y="50616"/>
                  </a:lnTo>
                  <a:lnTo>
                    <a:pt x="1551722" y="48126"/>
                  </a:lnTo>
                  <a:lnTo>
                    <a:pt x="1593526" y="45727"/>
                  </a:lnTo>
                  <a:lnTo>
                    <a:pt x="1633863" y="43412"/>
                  </a:lnTo>
                  <a:lnTo>
                    <a:pt x="1672833" y="41175"/>
                  </a:lnTo>
                  <a:lnTo>
                    <a:pt x="1710524" y="39012"/>
                  </a:lnTo>
                  <a:lnTo>
                    <a:pt x="1747019" y="36918"/>
                  </a:lnTo>
                  <a:lnTo>
                    <a:pt x="1782390" y="34888"/>
                  </a:lnTo>
                  <a:lnTo>
                    <a:pt x="1816706" y="32918"/>
                  </a:lnTo>
                  <a:lnTo>
                    <a:pt x="1850027" y="31006"/>
                  </a:lnTo>
                  <a:lnTo>
                    <a:pt x="1882409" y="29148"/>
                  </a:lnTo>
                  <a:lnTo>
                    <a:pt x="1913904" y="27340"/>
                  </a:lnTo>
                  <a:lnTo>
                    <a:pt x="1944558" y="25581"/>
                  </a:lnTo>
                  <a:lnTo>
                    <a:pt x="1974417" y="23867"/>
                  </a:lnTo>
                  <a:lnTo>
                    <a:pt x="2003519" y="22197"/>
                  </a:lnTo>
                  <a:lnTo>
                    <a:pt x="2031903" y="20568"/>
                  </a:lnTo>
                  <a:lnTo>
                    <a:pt x="2059603" y="18978"/>
                  </a:lnTo>
                  <a:lnTo>
                    <a:pt x="2086651" y="17426"/>
                  </a:lnTo>
                  <a:lnTo>
                    <a:pt x="2113077" y="15909"/>
                  </a:lnTo>
                  <a:lnTo>
                    <a:pt x="2138909" y="14427"/>
                  </a:lnTo>
                  <a:lnTo>
                    <a:pt x="2164174" y="12977"/>
                  </a:lnTo>
                  <a:lnTo>
                    <a:pt x="2188895" y="11558"/>
                  </a:lnTo>
                  <a:lnTo>
                    <a:pt x="2213096" y="10169"/>
                  </a:lnTo>
                  <a:lnTo>
                    <a:pt x="2236797" y="8809"/>
                  </a:lnTo>
                  <a:lnTo>
                    <a:pt x="2260020" y="7476"/>
                  </a:lnTo>
                  <a:lnTo>
                    <a:pt x="2282783" y="6169"/>
                  </a:lnTo>
                  <a:lnTo>
                    <a:pt x="2305104" y="4888"/>
                  </a:lnTo>
                  <a:lnTo>
                    <a:pt x="2326999" y="3632"/>
                  </a:lnTo>
                  <a:lnTo>
                    <a:pt x="2348486" y="2399"/>
                  </a:lnTo>
                  <a:lnTo>
                    <a:pt x="2369578" y="1188"/>
                  </a:lnTo>
                  <a:lnTo>
                    <a:pt x="239029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88171" y="2139769"/>
              <a:ext cx="2390290" cy="199364"/>
            </a:xfrm>
            <a:custGeom>
              <a:avLst/>
              <a:pathLst>
                <a:path w="2390290" h="199364">
                  <a:moveTo>
                    <a:pt x="0" y="199364"/>
                  </a:moveTo>
                  <a:lnTo>
                    <a:pt x="153492" y="186562"/>
                  </a:lnTo>
                  <a:lnTo>
                    <a:pt x="288882" y="175270"/>
                  </a:lnTo>
                  <a:lnTo>
                    <a:pt x="409993" y="165168"/>
                  </a:lnTo>
                  <a:lnTo>
                    <a:pt x="519550" y="156030"/>
                  </a:lnTo>
                  <a:lnTo>
                    <a:pt x="619569" y="147688"/>
                  </a:lnTo>
                  <a:lnTo>
                    <a:pt x="711577" y="140014"/>
                  </a:lnTo>
                  <a:lnTo>
                    <a:pt x="796763" y="132909"/>
                  </a:lnTo>
                  <a:lnTo>
                    <a:pt x="876069" y="126295"/>
                  </a:lnTo>
                  <a:lnTo>
                    <a:pt x="950255" y="120107"/>
                  </a:lnTo>
                  <a:lnTo>
                    <a:pt x="1019943" y="114295"/>
                  </a:lnTo>
                  <a:lnTo>
                    <a:pt x="1085645" y="108815"/>
                  </a:lnTo>
                  <a:lnTo>
                    <a:pt x="1147795" y="103631"/>
                  </a:lnTo>
                  <a:lnTo>
                    <a:pt x="1206756" y="98713"/>
                  </a:lnTo>
                  <a:lnTo>
                    <a:pt x="1262840" y="94036"/>
                  </a:lnTo>
                  <a:lnTo>
                    <a:pt x="1316314" y="89576"/>
                  </a:lnTo>
                  <a:lnTo>
                    <a:pt x="1367410" y="85314"/>
                  </a:lnTo>
                  <a:lnTo>
                    <a:pt x="1416332" y="81233"/>
                  </a:lnTo>
                  <a:lnTo>
                    <a:pt x="1463256" y="77320"/>
                  </a:lnTo>
                  <a:lnTo>
                    <a:pt x="1508340" y="73559"/>
                  </a:lnTo>
                  <a:lnTo>
                    <a:pt x="1551722" y="69941"/>
                  </a:lnTo>
                  <a:lnTo>
                    <a:pt x="1593526" y="66454"/>
                  </a:lnTo>
                  <a:lnTo>
                    <a:pt x="1633863" y="63090"/>
                  </a:lnTo>
                  <a:lnTo>
                    <a:pt x="1672833" y="59840"/>
                  </a:lnTo>
                  <a:lnTo>
                    <a:pt x="1710524" y="56696"/>
                  </a:lnTo>
                  <a:lnTo>
                    <a:pt x="1747019" y="53652"/>
                  </a:lnTo>
                  <a:lnTo>
                    <a:pt x="1782390" y="50702"/>
                  </a:lnTo>
                  <a:lnTo>
                    <a:pt x="1816706" y="47840"/>
                  </a:lnTo>
                  <a:lnTo>
                    <a:pt x="1850027" y="45061"/>
                  </a:lnTo>
                  <a:lnTo>
                    <a:pt x="1882409" y="42360"/>
                  </a:lnTo>
                  <a:lnTo>
                    <a:pt x="1913904" y="39733"/>
                  </a:lnTo>
                  <a:lnTo>
                    <a:pt x="1944558" y="37176"/>
                  </a:lnTo>
                  <a:lnTo>
                    <a:pt x="1974417" y="34686"/>
                  </a:lnTo>
                  <a:lnTo>
                    <a:pt x="2003519" y="32258"/>
                  </a:lnTo>
                  <a:lnTo>
                    <a:pt x="2031903" y="29891"/>
                  </a:lnTo>
                  <a:lnTo>
                    <a:pt x="2059603" y="27581"/>
                  </a:lnTo>
                  <a:lnTo>
                    <a:pt x="2086651" y="25325"/>
                  </a:lnTo>
                  <a:lnTo>
                    <a:pt x="2113077" y="23121"/>
                  </a:lnTo>
                  <a:lnTo>
                    <a:pt x="2138909" y="20966"/>
                  </a:lnTo>
                  <a:lnTo>
                    <a:pt x="2164174" y="18859"/>
                  </a:lnTo>
                  <a:lnTo>
                    <a:pt x="2188895" y="16797"/>
                  </a:lnTo>
                  <a:lnTo>
                    <a:pt x="2213096" y="14779"/>
                  </a:lnTo>
                  <a:lnTo>
                    <a:pt x="2236797" y="12802"/>
                  </a:lnTo>
                  <a:lnTo>
                    <a:pt x="2260020" y="10865"/>
                  </a:lnTo>
                  <a:lnTo>
                    <a:pt x="2282783" y="8966"/>
                  </a:lnTo>
                  <a:lnTo>
                    <a:pt x="2305104" y="7105"/>
                  </a:lnTo>
                  <a:lnTo>
                    <a:pt x="2326999" y="5278"/>
                  </a:lnTo>
                  <a:lnTo>
                    <a:pt x="2348486" y="3486"/>
                  </a:lnTo>
                  <a:lnTo>
                    <a:pt x="2369578" y="1727"/>
                  </a:lnTo>
                  <a:lnTo>
                    <a:pt x="239029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88171" y="2312967"/>
              <a:ext cx="2390290" cy="158927"/>
            </a:xfrm>
            <a:custGeom>
              <a:avLst/>
              <a:pathLst>
                <a:path w="2390290" h="158927">
                  <a:moveTo>
                    <a:pt x="0" y="158927"/>
                  </a:moveTo>
                  <a:lnTo>
                    <a:pt x="153492" y="148722"/>
                  </a:lnTo>
                  <a:lnTo>
                    <a:pt x="288882" y="139720"/>
                  </a:lnTo>
                  <a:lnTo>
                    <a:pt x="409993" y="131667"/>
                  </a:lnTo>
                  <a:lnTo>
                    <a:pt x="519550" y="124383"/>
                  </a:lnTo>
                  <a:lnTo>
                    <a:pt x="619569" y="117733"/>
                  </a:lnTo>
                  <a:lnTo>
                    <a:pt x="711577" y="111615"/>
                  </a:lnTo>
                  <a:lnTo>
                    <a:pt x="796763" y="105951"/>
                  </a:lnTo>
                  <a:lnTo>
                    <a:pt x="876069" y="100678"/>
                  </a:lnTo>
                  <a:lnTo>
                    <a:pt x="950255" y="95746"/>
                  </a:lnTo>
                  <a:lnTo>
                    <a:pt x="1019943" y="91112"/>
                  </a:lnTo>
                  <a:lnTo>
                    <a:pt x="1085645" y="86744"/>
                  </a:lnTo>
                  <a:lnTo>
                    <a:pt x="1147795" y="82612"/>
                  </a:lnTo>
                  <a:lnTo>
                    <a:pt x="1206756" y="78691"/>
                  </a:lnTo>
                  <a:lnTo>
                    <a:pt x="1262840" y="74962"/>
                  </a:lnTo>
                  <a:lnTo>
                    <a:pt x="1316314" y="71407"/>
                  </a:lnTo>
                  <a:lnTo>
                    <a:pt x="1367410" y="68010"/>
                  </a:lnTo>
                  <a:lnTo>
                    <a:pt x="1416332" y="64757"/>
                  </a:lnTo>
                  <a:lnTo>
                    <a:pt x="1463256" y="61637"/>
                  </a:lnTo>
                  <a:lnTo>
                    <a:pt x="1508340" y="58639"/>
                  </a:lnTo>
                  <a:lnTo>
                    <a:pt x="1551722" y="55755"/>
                  </a:lnTo>
                  <a:lnTo>
                    <a:pt x="1593526" y="52975"/>
                  </a:lnTo>
                  <a:lnTo>
                    <a:pt x="1633863" y="50293"/>
                  </a:lnTo>
                  <a:lnTo>
                    <a:pt x="1672833" y="47702"/>
                  </a:lnTo>
                  <a:lnTo>
                    <a:pt x="1710524" y="45196"/>
                  </a:lnTo>
                  <a:lnTo>
                    <a:pt x="1747019" y="42770"/>
                  </a:lnTo>
                  <a:lnTo>
                    <a:pt x="1782390" y="40418"/>
                  </a:lnTo>
                  <a:lnTo>
                    <a:pt x="1816706" y="38136"/>
                  </a:lnTo>
                  <a:lnTo>
                    <a:pt x="1850027" y="35921"/>
                  </a:lnTo>
                  <a:lnTo>
                    <a:pt x="1882409" y="33768"/>
                  </a:lnTo>
                  <a:lnTo>
                    <a:pt x="1913904" y="31674"/>
                  </a:lnTo>
                  <a:lnTo>
                    <a:pt x="1944558" y="29636"/>
                  </a:lnTo>
                  <a:lnTo>
                    <a:pt x="1974417" y="27650"/>
                  </a:lnTo>
                  <a:lnTo>
                    <a:pt x="2003519" y="25715"/>
                  </a:lnTo>
                  <a:lnTo>
                    <a:pt x="2031903" y="23828"/>
                  </a:lnTo>
                  <a:lnTo>
                    <a:pt x="2059603" y="21986"/>
                  </a:lnTo>
                  <a:lnTo>
                    <a:pt x="2086651" y="20188"/>
                  </a:lnTo>
                  <a:lnTo>
                    <a:pt x="2113077" y="18431"/>
                  </a:lnTo>
                  <a:lnTo>
                    <a:pt x="2138909" y="16713"/>
                  </a:lnTo>
                  <a:lnTo>
                    <a:pt x="2164174" y="15034"/>
                  </a:lnTo>
                  <a:lnTo>
                    <a:pt x="2188895" y="13390"/>
                  </a:lnTo>
                  <a:lnTo>
                    <a:pt x="2213096" y="11781"/>
                  </a:lnTo>
                  <a:lnTo>
                    <a:pt x="2236797" y="10205"/>
                  </a:lnTo>
                  <a:lnTo>
                    <a:pt x="2260020" y="8661"/>
                  </a:lnTo>
                  <a:lnTo>
                    <a:pt x="2282783" y="7148"/>
                  </a:lnTo>
                  <a:lnTo>
                    <a:pt x="2305104" y="5663"/>
                  </a:lnTo>
                  <a:lnTo>
                    <a:pt x="2326999" y="4208"/>
                  </a:lnTo>
                  <a:lnTo>
                    <a:pt x="2348486" y="2779"/>
                  </a:lnTo>
                  <a:lnTo>
                    <a:pt x="2369578" y="1377"/>
                  </a:lnTo>
                  <a:lnTo>
                    <a:pt x="239029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88171" y="2133475"/>
              <a:ext cx="2390290" cy="83507"/>
            </a:xfrm>
            <a:custGeom>
              <a:avLst/>
              <a:pathLst>
                <a:path w="2390290" h="83507">
                  <a:moveTo>
                    <a:pt x="0" y="83507"/>
                  </a:moveTo>
                  <a:lnTo>
                    <a:pt x="153492" y="78144"/>
                  </a:lnTo>
                  <a:lnTo>
                    <a:pt x="288882" y="73414"/>
                  </a:lnTo>
                  <a:lnTo>
                    <a:pt x="409993" y="69183"/>
                  </a:lnTo>
                  <a:lnTo>
                    <a:pt x="519550" y="65356"/>
                  </a:lnTo>
                  <a:lnTo>
                    <a:pt x="619569" y="61862"/>
                  </a:lnTo>
                  <a:lnTo>
                    <a:pt x="711577" y="58647"/>
                  </a:lnTo>
                  <a:lnTo>
                    <a:pt x="796763" y="55671"/>
                  </a:lnTo>
                  <a:lnTo>
                    <a:pt x="876069" y="52900"/>
                  </a:lnTo>
                  <a:lnTo>
                    <a:pt x="950255" y="50309"/>
                  </a:lnTo>
                  <a:lnTo>
                    <a:pt x="1019943" y="47874"/>
                  </a:lnTo>
                  <a:lnTo>
                    <a:pt x="1085645" y="45579"/>
                  </a:lnTo>
                  <a:lnTo>
                    <a:pt x="1147795" y="43407"/>
                  </a:lnTo>
                  <a:lnTo>
                    <a:pt x="1206756" y="41348"/>
                  </a:lnTo>
                  <a:lnTo>
                    <a:pt x="1262840" y="39388"/>
                  </a:lnTo>
                  <a:lnTo>
                    <a:pt x="1316314" y="37520"/>
                  </a:lnTo>
                  <a:lnTo>
                    <a:pt x="1367410" y="35735"/>
                  </a:lnTo>
                  <a:lnTo>
                    <a:pt x="1416332" y="34026"/>
                  </a:lnTo>
                  <a:lnTo>
                    <a:pt x="1463256" y="32386"/>
                  </a:lnTo>
                  <a:lnTo>
                    <a:pt x="1508340" y="30811"/>
                  </a:lnTo>
                  <a:lnTo>
                    <a:pt x="1551722" y="29296"/>
                  </a:lnTo>
                  <a:lnTo>
                    <a:pt x="1593526" y="27835"/>
                  </a:lnTo>
                  <a:lnTo>
                    <a:pt x="1633863" y="26426"/>
                  </a:lnTo>
                  <a:lnTo>
                    <a:pt x="1672833" y="25065"/>
                  </a:lnTo>
                  <a:lnTo>
                    <a:pt x="1710524" y="23748"/>
                  </a:lnTo>
                  <a:lnTo>
                    <a:pt x="1747019" y="22473"/>
                  </a:lnTo>
                  <a:lnTo>
                    <a:pt x="1782390" y="21237"/>
                  </a:lnTo>
                  <a:lnTo>
                    <a:pt x="1816706" y="20038"/>
                  </a:lnTo>
                  <a:lnTo>
                    <a:pt x="1850027" y="18874"/>
                  </a:lnTo>
                  <a:lnTo>
                    <a:pt x="1882409" y="17743"/>
                  </a:lnTo>
                  <a:lnTo>
                    <a:pt x="1913904" y="16643"/>
                  </a:lnTo>
                  <a:lnTo>
                    <a:pt x="1944558" y="15572"/>
                  </a:lnTo>
                  <a:lnTo>
                    <a:pt x="1974417" y="14528"/>
                  </a:lnTo>
                  <a:lnTo>
                    <a:pt x="2003519" y="13512"/>
                  </a:lnTo>
                  <a:lnTo>
                    <a:pt x="2031903" y="12520"/>
                  </a:lnTo>
                  <a:lnTo>
                    <a:pt x="2059603" y="11552"/>
                  </a:lnTo>
                  <a:lnTo>
                    <a:pt x="2086651" y="10607"/>
                  </a:lnTo>
                  <a:lnTo>
                    <a:pt x="2113077" y="9684"/>
                  </a:lnTo>
                  <a:lnTo>
                    <a:pt x="2138909" y="8782"/>
                  </a:lnTo>
                  <a:lnTo>
                    <a:pt x="2164174" y="7899"/>
                  </a:lnTo>
                  <a:lnTo>
                    <a:pt x="2188895" y="7035"/>
                  </a:lnTo>
                  <a:lnTo>
                    <a:pt x="2213096" y="6190"/>
                  </a:lnTo>
                  <a:lnTo>
                    <a:pt x="2236797" y="5362"/>
                  </a:lnTo>
                  <a:lnTo>
                    <a:pt x="2260020" y="4551"/>
                  </a:lnTo>
                  <a:lnTo>
                    <a:pt x="2282783" y="3755"/>
                  </a:lnTo>
                  <a:lnTo>
                    <a:pt x="2305104" y="2976"/>
                  </a:lnTo>
                  <a:lnTo>
                    <a:pt x="2326999" y="2211"/>
                  </a:lnTo>
                  <a:lnTo>
                    <a:pt x="2348486" y="1460"/>
                  </a:lnTo>
                  <a:lnTo>
                    <a:pt x="2369578" y="723"/>
                  </a:lnTo>
                  <a:lnTo>
                    <a:pt x="239029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310032" y="1141550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10032" y="1141550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140466" y="227751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140466" y="188677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40466" y="149603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12211" y="110529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281564" y="23139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281564" y="19232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281564" y="15324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281564" y="11417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10032" y="2580188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88171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284935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81698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78462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 rot="-5400000">
              <a:off x="934284" y="1815286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310032" y="965010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2" name="rc111"/>
            <p:cNvSpPr/>
            <p:nvPr/>
          </p:nvSpPr>
          <p:spPr>
            <a:xfrm>
              <a:off x="4186450" y="1141550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72640" y="21873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47047" y="13985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80070" y="217996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77655" y="208718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17219" y="22579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86386" y="163719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25047" y="123512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52201" y="19634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286294" y="244996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283228" y="19263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22685" y="24691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32645" y="16376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23767" y="21010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20671" y="24867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09514" y="18073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64710" y="11788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082724" y="24563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49244" y="24023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49936" y="21228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07340" y="24624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71163" y="22713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16291" y="24591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45442" y="20176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55008" y="18952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077000" y="19500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46722" y="177016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49741" y="224119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136983" y="24529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85960" y="222175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83779" y="23076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19983" y="24005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60096" y="217853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38392" y="16974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47587" y="13761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96311" y="15934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17359" y="22505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15461" y="219694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20160" y="16622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42503" y="18534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50459" y="23775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20441" y="16157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37230" y="179700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78476" y="19748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94280" y="23507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28941" y="196635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45740" y="23252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10953" y="17781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917920" y="197948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98956" y="20819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44504" y="22172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80255" y="227030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81806" y="20654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709592" y="19525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07025" y="200140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73486" y="22159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17327" y="202340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17910" y="22500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702074" y="21421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83690" y="19848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755798" y="16914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53363" y="22381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16214" y="24317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15982" y="22989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87687" y="208940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679509" y="22100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745695" y="20663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701200" y="204434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740807" y="18832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34800" y="19247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737112" y="19882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69269" y="23343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676999" y="205908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364565" y="1999620"/>
              <a:ext cx="2389724" cy="134990"/>
            </a:xfrm>
            <a:custGeom>
              <a:avLst/>
              <a:pathLst>
                <a:path w="2389724" h="134990">
                  <a:moveTo>
                    <a:pt x="0" y="0"/>
                  </a:moveTo>
                  <a:lnTo>
                    <a:pt x="153456" y="8668"/>
                  </a:lnTo>
                  <a:lnTo>
                    <a:pt x="288814" y="16314"/>
                  </a:lnTo>
                  <a:lnTo>
                    <a:pt x="409896" y="23154"/>
                  </a:lnTo>
                  <a:lnTo>
                    <a:pt x="519427" y="29341"/>
                  </a:lnTo>
                  <a:lnTo>
                    <a:pt x="619422" y="34989"/>
                  </a:lnTo>
                  <a:lnTo>
                    <a:pt x="711408" y="40185"/>
                  </a:lnTo>
                  <a:lnTo>
                    <a:pt x="796574" y="44996"/>
                  </a:lnTo>
                  <a:lnTo>
                    <a:pt x="875862" y="49475"/>
                  </a:lnTo>
                  <a:lnTo>
                    <a:pt x="950031" y="53665"/>
                  </a:lnTo>
                  <a:lnTo>
                    <a:pt x="1019701" y="57600"/>
                  </a:lnTo>
                  <a:lnTo>
                    <a:pt x="1085389" y="61311"/>
                  </a:lnTo>
                  <a:lnTo>
                    <a:pt x="1147524" y="64821"/>
                  </a:lnTo>
                  <a:lnTo>
                    <a:pt x="1206471" y="68150"/>
                  </a:lnTo>
                  <a:lnTo>
                    <a:pt x="1262541" y="71318"/>
                  </a:lnTo>
                  <a:lnTo>
                    <a:pt x="1316002" y="74337"/>
                  </a:lnTo>
                  <a:lnTo>
                    <a:pt x="1367087" y="77223"/>
                  </a:lnTo>
                  <a:lnTo>
                    <a:pt x="1415997" y="79986"/>
                  </a:lnTo>
                  <a:lnTo>
                    <a:pt x="1462910" y="82636"/>
                  </a:lnTo>
                  <a:lnTo>
                    <a:pt x="1507983" y="85182"/>
                  </a:lnTo>
                  <a:lnTo>
                    <a:pt x="1551355" y="87632"/>
                  </a:lnTo>
                  <a:lnTo>
                    <a:pt x="1593149" y="89993"/>
                  </a:lnTo>
                  <a:lnTo>
                    <a:pt x="1633477" y="92271"/>
                  </a:lnTo>
                  <a:lnTo>
                    <a:pt x="1672437" y="94472"/>
                  </a:lnTo>
                  <a:lnTo>
                    <a:pt x="1710120" y="96600"/>
                  </a:lnTo>
                  <a:lnTo>
                    <a:pt x="1746606" y="98661"/>
                  </a:lnTo>
                  <a:lnTo>
                    <a:pt x="1781969" y="100659"/>
                  </a:lnTo>
                  <a:lnTo>
                    <a:pt x="1816276" y="102597"/>
                  </a:lnTo>
                  <a:lnTo>
                    <a:pt x="1849589" y="104479"/>
                  </a:lnTo>
                  <a:lnTo>
                    <a:pt x="1881964" y="106307"/>
                  </a:lnTo>
                  <a:lnTo>
                    <a:pt x="1913451" y="108086"/>
                  </a:lnTo>
                  <a:lnTo>
                    <a:pt x="1944098" y="109817"/>
                  </a:lnTo>
                  <a:lnTo>
                    <a:pt x="1973950" y="111503"/>
                  </a:lnTo>
                  <a:lnTo>
                    <a:pt x="2003045" y="113147"/>
                  </a:lnTo>
                  <a:lnTo>
                    <a:pt x="2031423" y="114750"/>
                  </a:lnTo>
                  <a:lnTo>
                    <a:pt x="2059116" y="116314"/>
                  </a:lnTo>
                  <a:lnTo>
                    <a:pt x="2086157" y="117842"/>
                  </a:lnTo>
                  <a:lnTo>
                    <a:pt x="2112577" y="119334"/>
                  </a:lnTo>
                  <a:lnTo>
                    <a:pt x="2138403" y="120793"/>
                  </a:lnTo>
                  <a:lnTo>
                    <a:pt x="2163662" y="122220"/>
                  </a:lnTo>
                  <a:lnTo>
                    <a:pt x="2188377" y="123616"/>
                  </a:lnTo>
                  <a:lnTo>
                    <a:pt x="2212572" y="124983"/>
                  </a:lnTo>
                  <a:lnTo>
                    <a:pt x="2236268" y="126321"/>
                  </a:lnTo>
                  <a:lnTo>
                    <a:pt x="2259485" y="127633"/>
                  </a:lnTo>
                  <a:lnTo>
                    <a:pt x="2282243" y="128918"/>
                  </a:lnTo>
                  <a:lnTo>
                    <a:pt x="2304558" y="130179"/>
                  </a:lnTo>
                  <a:lnTo>
                    <a:pt x="2326449" y="131415"/>
                  </a:lnTo>
                  <a:lnTo>
                    <a:pt x="2347930" y="132629"/>
                  </a:lnTo>
                  <a:lnTo>
                    <a:pt x="2369017" y="133820"/>
                  </a:lnTo>
                  <a:lnTo>
                    <a:pt x="2389724" y="13499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364565" y="1458796"/>
              <a:ext cx="2389724" cy="610503"/>
            </a:xfrm>
            <a:custGeom>
              <a:avLst/>
              <a:pathLst>
                <a:path w="2389724" h="610503">
                  <a:moveTo>
                    <a:pt x="0" y="0"/>
                  </a:moveTo>
                  <a:lnTo>
                    <a:pt x="153456" y="39203"/>
                  </a:lnTo>
                  <a:lnTo>
                    <a:pt x="288814" y="73783"/>
                  </a:lnTo>
                  <a:lnTo>
                    <a:pt x="409896" y="104716"/>
                  </a:lnTo>
                  <a:lnTo>
                    <a:pt x="519427" y="132698"/>
                  </a:lnTo>
                  <a:lnTo>
                    <a:pt x="619422" y="158244"/>
                  </a:lnTo>
                  <a:lnTo>
                    <a:pt x="711408" y="181743"/>
                  </a:lnTo>
                  <a:lnTo>
                    <a:pt x="796574" y="203501"/>
                  </a:lnTo>
                  <a:lnTo>
                    <a:pt x="875862" y="223756"/>
                  </a:lnTo>
                  <a:lnTo>
                    <a:pt x="950031" y="242704"/>
                  </a:lnTo>
                  <a:lnTo>
                    <a:pt x="1019701" y="260503"/>
                  </a:lnTo>
                  <a:lnTo>
                    <a:pt x="1085389" y="277284"/>
                  </a:lnTo>
                  <a:lnTo>
                    <a:pt x="1147524" y="293158"/>
                  </a:lnTo>
                  <a:lnTo>
                    <a:pt x="1206471" y="308217"/>
                  </a:lnTo>
                  <a:lnTo>
                    <a:pt x="1262541" y="322541"/>
                  </a:lnTo>
                  <a:lnTo>
                    <a:pt x="1316002" y="336199"/>
                  </a:lnTo>
                  <a:lnTo>
                    <a:pt x="1367087" y="349250"/>
                  </a:lnTo>
                  <a:lnTo>
                    <a:pt x="1415997" y="361745"/>
                  </a:lnTo>
                  <a:lnTo>
                    <a:pt x="1462910" y="373730"/>
                  </a:lnTo>
                  <a:lnTo>
                    <a:pt x="1507983" y="385244"/>
                  </a:lnTo>
                  <a:lnTo>
                    <a:pt x="1551355" y="396325"/>
                  </a:lnTo>
                  <a:lnTo>
                    <a:pt x="1593149" y="407002"/>
                  </a:lnTo>
                  <a:lnTo>
                    <a:pt x="1633477" y="417304"/>
                  </a:lnTo>
                  <a:lnTo>
                    <a:pt x="1672437" y="427257"/>
                  </a:lnTo>
                  <a:lnTo>
                    <a:pt x="1710120" y="436884"/>
                  </a:lnTo>
                  <a:lnTo>
                    <a:pt x="1746606" y="446205"/>
                  </a:lnTo>
                  <a:lnTo>
                    <a:pt x="1781969" y="455239"/>
                  </a:lnTo>
                  <a:lnTo>
                    <a:pt x="1816276" y="464004"/>
                  </a:lnTo>
                  <a:lnTo>
                    <a:pt x="1849589" y="472514"/>
                  </a:lnTo>
                  <a:lnTo>
                    <a:pt x="1881964" y="480785"/>
                  </a:lnTo>
                  <a:lnTo>
                    <a:pt x="1913451" y="488829"/>
                  </a:lnTo>
                  <a:lnTo>
                    <a:pt x="1944098" y="496659"/>
                  </a:lnTo>
                  <a:lnTo>
                    <a:pt x="1973950" y="504285"/>
                  </a:lnTo>
                  <a:lnTo>
                    <a:pt x="2003045" y="511718"/>
                  </a:lnTo>
                  <a:lnTo>
                    <a:pt x="2031423" y="518967"/>
                  </a:lnTo>
                  <a:lnTo>
                    <a:pt x="2059116" y="526042"/>
                  </a:lnTo>
                  <a:lnTo>
                    <a:pt x="2086157" y="532951"/>
                  </a:lnTo>
                  <a:lnTo>
                    <a:pt x="2112577" y="539700"/>
                  </a:lnTo>
                  <a:lnTo>
                    <a:pt x="2138403" y="546298"/>
                  </a:lnTo>
                  <a:lnTo>
                    <a:pt x="2163662" y="552751"/>
                  </a:lnTo>
                  <a:lnTo>
                    <a:pt x="2188377" y="559065"/>
                  </a:lnTo>
                  <a:lnTo>
                    <a:pt x="2212572" y="565246"/>
                  </a:lnTo>
                  <a:lnTo>
                    <a:pt x="2236268" y="571299"/>
                  </a:lnTo>
                  <a:lnTo>
                    <a:pt x="2259485" y="577231"/>
                  </a:lnTo>
                  <a:lnTo>
                    <a:pt x="2282243" y="583045"/>
                  </a:lnTo>
                  <a:lnTo>
                    <a:pt x="2304558" y="588745"/>
                  </a:lnTo>
                  <a:lnTo>
                    <a:pt x="2326449" y="594338"/>
                  </a:lnTo>
                  <a:lnTo>
                    <a:pt x="2347930" y="599826"/>
                  </a:lnTo>
                  <a:lnTo>
                    <a:pt x="2369017" y="605213"/>
                  </a:lnTo>
                  <a:lnTo>
                    <a:pt x="2389724" y="61050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364565" y="2203932"/>
              <a:ext cx="2389724" cy="86591"/>
            </a:xfrm>
            <a:custGeom>
              <a:avLst/>
              <a:pathLst>
                <a:path w="2389724" h="86591">
                  <a:moveTo>
                    <a:pt x="0" y="0"/>
                  </a:moveTo>
                  <a:lnTo>
                    <a:pt x="153456" y="5560"/>
                  </a:lnTo>
                  <a:lnTo>
                    <a:pt x="288814" y="10465"/>
                  </a:lnTo>
                  <a:lnTo>
                    <a:pt x="409896" y="14852"/>
                  </a:lnTo>
                  <a:lnTo>
                    <a:pt x="519427" y="18821"/>
                  </a:lnTo>
                  <a:lnTo>
                    <a:pt x="619422" y="22444"/>
                  </a:lnTo>
                  <a:lnTo>
                    <a:pt x="711408" y="25777"/>
                  </a:lnTo>
                  <a:lnTo>
                    <a:pt x="796574" y="28863"/>
                  </a:lnTo>
                  <a:lnTo>
                    <a:pt x="875862" y="31736"/>
                  </a:lnTo>
                  <a:lnTo>
                    <a:pt x="950031" y="34424"/>
                  </a:lnTo>
                  <a:lnTo>
                    <a:pt x="1019701" y="36948"/>
                  </a:lnTo>
                  <a:lnTo>
                    <a:pt x="1085389" y="39329"/>
                  </a:lnTo>
                  <a:lnTo>
                    <a:pt x="1147524" y="41580"/>
                  </a:lnTo>
                  <a:lnTo>
                    <a:pt x="1206471" y="43716"/>
                  </a:lnTo>
                  <a:lnTo>
                    <a:pt x="1262541" y="45748"/>
                  </a:lnTo>
                  <a:lnTo>
                    <a:pt x="1316002" y="47685"/>
                  </a:lnTo>
                  <a:lnTo>
                    <a:pt x="1367087" y="49536"/>
                  </a:lnTo>
                  <a:lnTo>
                    <a:pt x="1415997" y="51308"/>
                  </a:lnTo>
                  <a:lnTo>
                    <a:pt x="1462910" y="53008"/>
                  </a:lnTo>
                  <a:lnTo>
                    <a:pt x="1507983" y="54641"/>
                  </a:lnTo>
                  <a:lnTo>
                    <a:pt x="1551355" y="56213"/>
                  </a:lnTo>
                  <a:lnTo>
                    <a:pt x="1593149" y="57727"/>
                  </a:lnTo>
                  <a:lnTo>
                    <a:pt x="1633477" y="59189"/>
                  </a:lnTo>
                  <a:lnTo>
                    <a:pt x="1672437" y="60600"/>
                  </a:lnTo>
                  <a:lnTo>
                    <a:pt x="1710120" y="61966"/>
                  </a:lnTo>
                  <a:lnTo>
                    <a:pt x="1746606" y="63288"/>
                  </a:lnTo>
                  <a:lnTo>
                    <a:pt x="1781969" y="64569"/>
                  </a:lnTo>
                  <a:lnTo>
                    <a:pt x="1816276" y="65812"/>
                  </a:lnTo>
                  <a:lnTo>
                    <a:pt x="1849589" y="67020"/>
                  </a:lnTo>
                  <a:lnTo>
                    <a:pt x="1881964" y="68193"/>
                  </a:lnTo>
                  <a:lnTo>
                    <a:pt x="1913451" y="69334"/>
                  </a:lnTo>
                  <a:lnTo>
                    <a:pt x="1944098" y="70444"/>
                  </a:lnTo>
                  <a:lnTo>
                    <a:pt x="1973950" y="71526"/>
                  </a:lnTo>
                  <a:lnTo>
                    <a:pt x="2003045" y="72580"/>
                  </a:lnTo>
                  <a:lnTo>
                    <a:pt x="2031423" y="73608"/>
                  </a:lnTo>
                  <a:lnTo>
                    <a:pt x="2059116" y="74612"/>
                  </a:lnTo>
                  <a:lnTo>
                    <a:pt x="2086157" y="75592"/>
                  </a:lnTo>
                  <a:lnTo>
                    <a:pt x="2112577" y="76549"/>
                  </a:lnTo>
                  <a:lnTo>
                    <a:pt x="2138403" y="77485"/>
                  </a:lnTo>
                  <a:lnTo>
                    <a:pt x="2163662" y="78400"/>
                  </a:lnTo>
                  <a:lnTo>
                    <a:pt x="2188377" y="79296"/>
                  </a:lnTo>
                  <a:lnTo>
                    <a:pt x="2212572" y="80172"/>
                  </a:lnTo>
                  <a:lnTo>
                    <a:pt x="2236268" y="81031"/>
                  </a:lnTo>
                  <a:lnTo>
                    <a:pt x="2259485" y="81872"/>
                  </a:lnTo>
                  <a:lnTo>
                    <a:pt x="2282243" y="82697"/>
                  </a:lnTo>
                  <a:lnTo>
                    <a:pt x="2304558" y="83505"/>
                  </a:lnTo>
                  <a:lnTo>
                    <a:pt x="2326449" y="84299"/>
                  </a:lnTo>
                  <a:lnTo>
                    <a:pt x="2347930" y="85077"/>
                  </a:lnTo>
                  <a:lnTo>
                    <a:pt x="2369017" y="85841"/>
                  </a:lnTo>
                  <a:lnTo>
                    <a:pt x="2389724" y="86591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64565" y="2052494"/>
              <a:ext cx="2389724" cy="120783"/>
            </a:xfrm>
            <a:custGeom>
              <a:avLst/>
              <a:pathLst>
                <a:path w="2389724" h="120783">
                  <a:moveTo>
                    <a:pt x="0" y="120783"/>
                  </a:moveTo>
                  <a:lnTo>
                    <a:pt x="153456" y="113027"/>
                  </a:lnTo>
                  <a:lnTo>
                    <a:pt x="288814" y="106185"/>
                  </a:lnTo>
                  <a:lnTo>
                    <a:pt x="409896" y="100065"/>
                  </a:lnTo>
                  <a:lnTo>
                    <a:pt x="519427" y="94529"/>
                  </a:lnTo>
                  <a:lnTo>
                    <a:pt x="619422" y="89475"/>
                  </a:lnTo>
                  <a:lnTo>
                    <a:pt x="711408" y="84826"/>
                  </a:lnTo>
                  <a:lnTo>
                    <a:pt x="796574" y="80522"/>
                  </a:lnTo>
                  <a:lnTo>
                    <a:pt x="875862" y="76514"/>
                  </a:lnTo>
                  <a:lnTo>
                    <a:pt x="950031" y="72765"/>
                  </a:lnTo>
                  <a:lnTo>
                    <a:pt x="1019701" y="69244"/>
                  </a:lnTo>
                  <a:lnTo>
                    <a:pt x="1085389" y="65924"/>
                  </a:lnTo>
                  <a:lnTo>
                    <a:pt x="1147524" y="62784"/>
                  </a:lnTo>
                  <a:lnTo>
                    <a:pt x="1206471" y="59804"/>
                  </a:lnTo>
                  <a:lnTo>
                    <a:pt x="1262541" y="56970"/>
                  </a:lnTo>
                  <a:lnTo>
                    <a:pt x="1316002" y="54268"/>
                  </a:lnTo>
                  <a:lnTo>
                    <a:pt x="1367087" y="51686"/>
                  </a:lnTo>
                  <a:lnTo>
                    <a:pt x="1415997" y="49214"/>
                  </a:lnTo>
                  <a:lnTo>
                    <a:pt x="1462910" y="46843"/>
                  </a:lnTo>
                  <a:lnTo>
                    <a:pt x="1507983" y="44565"/>
                  </a:lnTo>
                  <a:lnTo>
                    <a:pt x="1551355" y="42373"/>
                  </a:lnTo>
                  <a:lnTo>
                    <a:pt x="1593149" y="40261"/>
                  </a:lnTo>
                  <a:lnTo>
                    <a:pt x="1633477" y="38222"/>
                  </a:lnTo>
                  <a:lnTo>
                    <a:pt x="1672437" y="36253"/>
                  </a:lnTo>
                  <a:lnTo>
                    <a:pt x="1710120" y="34349"/>
                  </a:lnTo>
                  <a:lnTo>
                    <a:pt x="1746606" y="32504"/>
                  </a:lnTo>
                  <a:lnTo>
                    <a:pt x="1781969" y="30717"/>
                  </a:lnTo>
                  <a:lnTo>
                    <a:pt x="1816276" y="28983"/>
                  </a:lnTo>
                  <a:lnTo>
                    <a:pt x="1849589" y="27299"/>
                  </a:lnTo>
                  <a:lnTo>
                    <a:pt x="1881964" y="25663"/>
                  </a:lnTo>
                  <a:lnTo>
                    <a:pt x="1913451" y="24072"/>
                  </a:lnTo>
                  <a:lnTo>
                    <a:pt x="1944098" y="22523"/>
                  </a:lnTo>
                  <a:lnTo>
                    <a:pt x="1973950" y="21014"/>
                  </a:lnTo>
                  <a:lnTo>
                    <a:pt x="2003045" y="19543"/>
                  </a:lnTo>
                  <a:lnTo>
                    <a:pt x="2031423" y="18109"/>
                  </a:lnTo>
                  <a:lnTo>
                    <a:pt x="2059116" y="16709"/>
                  </a:lnTo>
                  <a:lnTo>
                    <a:pt x="2086157" y="15343"/>
                  </a:lnTo>
                  <a:lnTo>
                    <a:pt x="2112577" y="14007"/>
                  </a:lnTo>
                  <a:lnTo>
                    <a:pt x="2138403" y="12702"/>
                  </a:lnTo>
                  <a:lnTo>
                    <a:pt x="2163662" y="11425"/>
                  </a:lnTo>
                  <a:lnTo>
                    <a:pt x="2188377" y="10176"/>
                  </a:lnTo>
                  <a:lnTo>
                    <a:pt x="2212572" y="8953"/>
                  </a:lnTo>
                  <a:lnTo>
                    <a:pt x="2236268" y="7756"/>
                  </a:lnTo>
                  <a:lnTo>
                    <a:pt x="2259485" y="6582"/>
                  </a:lnTo>
                  <a:lnTo>
                    <a:pt x="2282243" y="5432"/>
                  </a:lnTo>
                  <a:lnTo>
                    <a:pt x="2304558" y="4304"/>
                  </a:lnTo>
                  <a:lnTo>
                    <a:pt x="2326449" y="3198"/>
                  </a:lnTo>
                  <a:lnTo>
                    <a:pt x="2347930" y="2112"/>
                  </a:lnTo>
                  <a:lnTo>
                    <a:pt x="2369017" y="1046"/>
                  </a:lnTo>
                  <a:lnTo>
                    <a:pt x="238972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364565" y="1974836"/>
              <a:ext cx="2389724" cy="231883"/>
            </a:xfrm>
            <a:custGeom>
              <a:avLst/>
              <a:pathLst>
                <a:path w="2389724" h="231883">
                  <a:moveTo>
                    <a:pt x="0" y="231883"/>
                  </a:moveTo>
                  <a:lnTo>
                    <a:pt x="153456" y="216992"/>
                  </a:lnTo>
                  <a:lnTo>
                    <a:pt x="288814" y="203858"/>
                  </a:lnTo>
                  <a:lnTo>
                    <a:pt x="409896" y="192109"/>
                  </a:lnTo>
                  <a:lnTo>
                    <a:pt x="519427" y="181481"/>
                  </a:lnTo>
                  <a:lnTo>
                    <a:pt x="619422" y="171778"/>
                  </a:lnTo>
                  <a:lnTo>
                    <a:pt x="711408" y="162852"/>
                  </a:lnTo>
                  <a:lnTo>
                    <a:pt x="796574" y="154588"/>
                  </a:lnTo>
                  <a:lnTo>
                    <a:pt x="875862" y="146895"/>
                  </a:lnTo>
                  <a:lnTo>
                    <a:pt x="950031" y="139698"/>
                  </a:lnTo>
                  <a:lnTo>
                    <a:pt x="1019701" y="132937"/>
                  </a:lnTo>
                  <a:lnTo>
                    <a:pt x="1085389" y="126564"/>
                  </a:lnTo>
                  <a:lnTo>
                    <a:pt x="1147524" y="120534"/>
                  </a:lnTo>
                  <a:lnTo>
                    <a:pt x="1206471" y="114815"/>
                  </a:lnTo>
                  <a:lnTo>
                    <a:pt x="1262541" y="109374"/>
                  </a:lnTo>
                  <a:lnTo>
                    <a:pt x="1316002" y="104186"/>
                  </a:lnTo>
                  <a:lnTo>
                    <a:pt x="1367087" y="99229"/>
                  </a:lnTo>
                  <a:lnTo>
                    <a:pt x="1415997" y="94484"/>
                  </a:lnTo>
                  <a:lnTo>
                    <a:pt x="1462910" y="89931"/>
                  </a:lnTo>
                  <a:lnTo>
                    <a:pt x="1507983" y="85558"/>
                  </a:lnTo>
                  <a:lnTo>
                    <a:pt x="1551355" y="81349"/>
                  </a:lnTo>
                  <a:lnTo>
                    <a:pt x="1593149" y="77294"/>
                  </a:lnTo>
                  <a:lnTo>
                    <a:pt x="1633477" y="73381"/>
                  </a:lnTo>
                  <a:lnTo>
                    <a:pt x="1672437" y="69600"/>
                  </a:lnTo>
                  <a:lnTo>
                    <a:pt x="1710120" y="65944"/>
                  </a:lnTo>
                  <a:lnTo>
                    <a:pt x="1746606" y="62403"/>
                  </a:lnTo>
                  <a:lnTo>
                    <a:pt x="1781969" y="58972"/>
                  </a:lnTo>
                  <a:lnTo>
                    <a:pt x="1816276" y="55643"/>
                  </a:lnTo>
                  <a:lnTo>
                    <a:pt x="1849589" y="52411"/>
                  </a:lnTo>
                  <a:lnTo>
                    <a:pt x="1881964" y="49269"/>
                  </a:lnTo>
                  <a:lnTo>
                    <a:pt x="1913451" y="46214"/>
                  </a:lnTo>
                  <a:lnTo>
                    <a:pt x="1944098" y="43240"/>
                  </a:lnTo>
                  <a:lnTo>
                    <a:pt x="1973950" y="40343"/>
                  </a:lnTo>
                  <a:lnTo>
                    <a:pt x="2003045" y="37520"/>
                  </a:lnTo>
                  <a:lnTo>
                    <a:pt x="2031423" y="34767"/>
                  </a:lnTo>
                  <a:lnTo>
                    <a:pt x="2059116" y="32080"/>
                  </a:lnTo>
                  <a:lnTo>
                    <a:pt x="2086157" y="29456"/>
                  </a:lnTo>
                  <a:lnTo>
                    <a:pt x="2112577" y="26892"/>
                  </a:lnTo>
                  <a:lnTo>
                    <a:pt x="2138403" y="24386"/>
                  </a:lnTo>
                  <a:lnTo>
                    <a:pt x="2163662" y="21935"/>
                  </a:lnTo>
                  <a:lnTo>
                    <a:pt x="2188377" y="19537"/>
                  </a:lnTo>
                  <a:lnTo>
                    <a:pt x="2212572" y="17189"/>
                  </a:lnTo>
                  <a:lnTo>
                    <a:pt x="2236268" y="14890"/>
                  </a:lnTo>
                  <a:lnTo>
                    <a:pt x="2259485" y="12637"/>
                  </a:lnTo>
                  <a:lnTo>
                    <a:pt x="2282243" y="10429"/>
                  </a:lnTo>
                  <a:lnTo>
                    <a:pt x="2304558" y="8263"/>
                  </a:lnTo>
                  <a:lnTo>
                    <a:pt x="2326449" y="6139"/>
                  </a:lnTo>
                  <a:lnTo>
                    <a:pt x="2347930" y="4055"/>
                  </a:lnTo>
                  <a:lnTo>
                    <a:pt x="2369017" y="2009"/>
                  </a:lnTo>
                  <a:lnTo>
                    <a:pt x="238972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364565" y="1829993"/>
              <a:ext cx="2389724" cy="64193"/>
            </a:xfrm>
            <a:custGeom>
              <a:avLst/>
              <a:pathLst>
                <a:path w="2389724" h="64193">
                  <a:moveTo>
                    <a:pt x="0" y="0"/>
                  </a:moveTo>
                  <a:lnTo>
                    <a:pt x="153456" y="4122"/>
                  </a:lnTo>
                  <a:lnTo>
                    <a:pt x="288814" y="7758"/>
                  </a:lnTo>
                  <a:lnTo>
                    <a:pt x="409896" y="11010"/>
                  </a:lnTo>
                  <a:lnTo>
                    <a:pt x="519427" y="13953"/>
                  </a:lnTo>
                  <a:lnTo>
                    <a:pt x="619422" y="16639"/>
                  </a:lnTo>
                  <a:lnTo>
                    <a:pt x="711408" y="19110"/>
                  </a:lnTo>
                  <a:lnTo>
                    <a:pt x="796574" y="21397"/>
                  </a:lnTo>
                  <a:lnTo>
                    <a:pt x="875862" y="23527"/>
                  </a:lnTo>
                  <a:lnTo>
                    <a:pt x="950031" y="25520"/>
                  </a:lnTo>
                  <a:lnTo>
                    <a:pt x="1019701" y="27391"/>
                  </a:lnTo>
                  <a:lnTo>
                    <a:pt x="1085389" y="29156"/>
                  </a:lnTo>
                  <a:lnTo>
                    <a:pt x="1147524" y="30825"/>
                  </a:lnTo>
                  <a:lnTo>
                    <a:pt x="1206471" y="32408"/>
                  </a:lnTo>
                  <a:lnTo>
                    <a:pt x="1262541" y="33914"/>
                  </a:lnTo>
                  <a:lnTo>
                    <a:pt x="1316002" y="35351"/>
                  </a:lnTo>
                  <a:lnTo>
                    <a:pt x="1367087" y="36723"/>
                  </a:lnTo>
                  <a:lnTo>
                    <a:pt x="1415997" y="38037"/>
                  </a:lnTo>
                  <a:lnTo>
                    <a:pt x="1462910" y="39297"/>
                  </a:lnTo>
                  <a:lnTo>
                    <a:pt x="1507983" y="40508"/>
                  </a:lnTo>
                  <a:lnTo>
                    <a:pt x="1551355" y="41673"/>
                  </a:lnTo>
                  <a:lnTo>
                    <a:pt x="1593149" y="42795"/>
                  </a:lnTo>
                  <a:lnTo>
                    <a:pt x="1633477" y="43879"/>
                  </a:lnTo>
                  <a:lnTo>
                    <a:pt x="1672437" y="44925"/>
                  </a:lnTo>
                  <a:lnTo>
                    <a:pt x="1710120" y="45938"/>
                  </a:lnTo>
                  <a:lnTo>
                    <a:pt x="1746606" y="46918"/>
                  </a:lnTo>
                  <a:lnTo>
                    <a:pt x="1781969" y="47868"/>
                  </a:lnTo>
                  <a:lnTo>
                    <a:pt x="1816276" y="48789"/>
                  </a:lnTo>
                  <a:lnTo>
                    <a:pt x="1849589" y="49684"/>
                  </a:lnTo>
                  <a:lnTo>
                    <a:pt x="1881964" y="50554"/>
                  </a:lnTo>
                  <a:lnTo>
                    <a:pt x="1913451" y="51399"/>
                  </a:lnTo>
                  <a:lnTo>
                    <a:pt x="1944098" y="52223"/>
                  </a:lnTo>
                  <a:lnTo>
                    <a:pt x="1973950" y="53025"/>
                  </a:lnTo>
                  <a:lnTo>
                    <a:pt x="2003045" y="53806"/>
                  </a:lnTo>
                  <a:lnTo>
                    <a:pt x="2031423" y="54569"/>
                  </a:lnTo>
                  <a:lnTo>
                    <a:pt x="2059116" y="55312"/>
                  </a:lnTo>
                  <a:lnTo>
                    <a:pt x="2086157" y="56039"/>
                  </a:lnTo>
                  <a:lnTo>
                    <a:pt x="2112577" y="56749"/>
                  </a:lnTo>
                  <a:lnTo>
                    <a:pt x="2138403" y="57442"/>
                  </a:lnTo>
                  <a:lnTo>
                    <a:pt x="2163662" y="58121"/>
                  </a:lnTo>
                  <a:lnTo>
                    <a:pt x="2188377" y="58785"/>
                  </a:lnTo>
                  <a:lnTo>
                    <a:pt x="2212572" y="59435"/>
                  </a:lnTo>
                  <a:lnTo>
                    <a:pt x="2236268" y="60071"/>
                  </a:lnTo>
                  <a:lnTo>
                    <a:pt x="2259485" y="60695"/>
                  </a:lnTo>
                  <a:lnTo>
                    <a:pt x="2282243" y="61306"/>
                  </a:lnTo>
                  <a:lnTo>
                    <a:pt x="2304558" y="61906"/>
                  </a:lnTo>
                  <a:lnTo>
                    <a:pt x="2326449" y="62494"/>
                  </a:lnTo>
                  <a:lnTo>
                    <a:pt x="2347930" y="63071"/>
                  </a:lnTo>
                  <a:lnTo>
                    <a:pt x="2369017" y="63637"/>
                  </a:lnTo>
                  <a:lnTo>
                    <a:pt x="2389724" y="64193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364565" y="1595535"/>
              <a:ext cx="2389724" cy="569559"/>
            </a:xfrm>
            <a:custGeom>
              <a:avLst/>
              <a:pathLst>
                <a:path w="2389724" h="569559">
                  <a:moveTo>
                    <a:pt x="0" y="0"/>
                  </a:moveTo>
                  <a:lnTo>
                    <a:pt x="153456" y="36574"/>
                  </a:lnTo>
                  <a:lnTo>
                    <a:pt x="288814" y="68835"/>
                  </a:lnTo>
                  <a:lnTo>
                    <a:pt x="409896" y="97693"/>
                  </a:lnTo>
                  <a:lnTo>
                    <a:pt x="519427" y="123798"/>
                  </a:lnTo>
                  <a:lnTo>
                    <a:pt x="619422" y="147631"/>
                  </a:lnTo>
                  <a:lnTo>
                    <a:pt x="711408" y="169554"/>
                  </a:lnTo>
                  <a:lnTo>
                    <a:pt x="796574" y="189853"/>
                  </a:lnTo>
                  <a:lnTo>
                    <a:pt x="875862" y="208750"/>
                  </a:lnTo>
                  <a:lnTo>
                    <a:pt x="950031" y="226427"/>
                  </a:lnTo>
                  <a:lnTo>
                    <a:pt x="1019701" y="243032"/>
                  </a:lnTo>
                  <a:lnTo>
                    <a:pt x="1085389" y="258688"/>
                  </a:lnTo>
                  <a:lnTo>
                    <a:pt x="1147524" y="273497"/>
                  </a:lnTo>
                  <a:lnTo>
                    <a:pt x="1206471" y="287546"/>
                  </a:lnTo>
                  <a:lnTo>
                    <a:pt x="1262541" y="300910"/>
                  </a:lnTo>
                  <a:lnTo>
                    <a:pt x="1316002" y="313651"/>
                  </a:lnTo>
                  <a:lnTo>
                    <a:pt x="1367087" y="325827"/>
                  </a:lnTo>
                  <a:lnTo>
                    <a:pt x="1415997" y="337484"/>
                  </a:lnTo>
                  <a:lnTo>
                    <a:pt x="1462910" y="348665"/>
                  </a:lnTo>
                  <a:lnTo>
                    <a:pt x="1507983" y="359408"/>
                  </a:lnTo>
                  <a:lnTo>
                    <a:pt x="1551355" y="369745"/>
                  </a:lnTo>
                  <a:lnTo>
                    <a:pt x="1593149" y="379706"/>
                  </a:lnTo>
                  <a:lnTo>
                    <a:pt x="1633477" y="389317"/>
                  </a:lnTo>
                  <a:lnTo>
                    <a:pt x="1672437" y="398603"/>
                  </a:lnTo>
                  <a:lnTo>
                    <a:pt x="1710120" y="407584"/>
                  </a:lnTo>
                  <a:lnTo>
                    <a:pt x="1746606" y="416280"/>
                  </a:lnTo>
                  <a:lnTo>
                    <a:pt x="1781969" y="424708"/>
                  </a:lnTo>
                  <a:lnTo>
                    <a:pt x="1816276" y="432885"/>
                  </a:lnTo>
                  <a:lnTo>
                    <a:pt x="1849589" y="440825"/>
                  </a:lnTo>
                  <a:lnTo>
                    <a:pt x="1881964" y="448541"/>
                  </a:lnTo>
                  <a:lnTo>
                    <a:pt x="1913451" y="456045"/>
                  </a:lnTo>
                  <a:lnTo>
                    <a:pt x="1944098" y="463350"/>
                  </a:lnTo>
                  <a:lnTo>
                    <a:pt x="1973950" y="470465"/>
                  </a:lnTo>
                  <a:lnTo>
                    <a:pt x="2003045" y="477399"/>
                  </a:lnTo>
                  <a:lnTo>
                    <a:pt x="2031423" y="484162"/>
                  </a:lnTo>
                  <a:lnTo>
                    <a:pt x="2059116" y="490763"/>
                  </a:lnTo>
                  <a:lnTo>
                    <a:pt x="2086157" y="497208"/>
                  </a:lnTo>
                  <a:lnTo>
                    <a:pt x="2112577" y="503505"/>
                  </a:lnTo>
                  <a:lnTo>
                    <a:pt x="2138403" y="509660"/>
                  </a:lnTo>
                  <a:lnTo>
                    <a:pt x="2163662" y="515680"/>
                  </a:lnTo>
                  <a:lnTo>
                    <a:pt x="2188377" y="521571"/>
                  </a:lnTo>
                  <a:lnTo>
                    <a:pt x="2212572" y="527337"/>
                  </a:lnTo>
                  <a:lnTo>
                    <a:pt x="2236268" y="532985"/>
                  </a:lnTo>
                  <a:lnTo>
                    <a:pt x="2259485" y="538518"/>
                  </a:lnTo>
                  <a:lnTo>
                    <a:pt x="2282243" y="543942"/>
                  </a:lnTo>
                  <a:lnTo>
                    <a:pt x="2304558" y="549261"/>
                  </a:lnTo>
                  <a:lnTo>
                    <a:pt x="2326449" y="554478"/>
                  </a:lnTo>
                  <a:lnTo>
                    <a:pt x="2347930" y="559598"/>
                  </a:lnTo>
                  <a:lnTo>
                    <a:pt x="2369017" y="564624"/>
                  </a:lnTo>
                  <a:lnTo>
                    <a:pt x="2389724" y="56955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364565" y="2351976"/>
              <a:ext cx="2389724" cy="53696"/>
            </a:xfrm>
            <a:custGeom>
              <a:avLst/>
              <a:pathLst>
                <a:path w="2389724" h="53696">
                  <a:moveTo>
                    <a:pt x="0" y="0"/>
                  </a:moveTo>
                  <a:lnTo>
                    <a:pt x="153456" y="3448"/>
                  </a:lnTo>
                  <a:lnTo>
                    <a:pt x="288814" y="6489"/>
                  </a:lnTo>
                  <a:lnTo>
                    <a:pt x="409896" y="9210"/>
                  </a:lnTo>
                  <a:lnTo>
                    <a:pt x="519427" y="11671"/>
                  </a:lnTo>
                  <a:lnTo>
                    <a:pt x="619422" y="13918"/>
                  </a:lnTo>
                  <a:lnTo>
                    <a:pt x="711408" y="15985"/>
                  </a:lnTo>
                  <a:lnTo>
                    <a:pt x="796574" y="17898"/>
                  </a:lnTo>
                  <a:lnTo>
                    <a:pt x="875862" y="19680"/>
                  </a:lnTo>
                  <a:lnTo>
                    <a:pt x="950031" y="21346"/>
                  </a:lnTo>
                  <a:lnTo>
                    <a:pt x="1019701" y="22912"/>
                  </a:lnTo>
                  <a:lnTo>
                    <a:pt x="1085389" y="24388"/>
                  </a:lnTo>
                  <a:lnTo>
                    <a:pt x="1147524" y="25784"/>
                  </a:lnTo>
                  <a:lnTo>
                    <a:pt x="1206471" y="27108"/>
                  </a:lnTo>
                  <a:lnTo>
                    <a:pt x="1262541" y="28368"/>
                  </a:lnTo>
                  <a:lnTo>
                    <a:pt x="1316002" y="29569"/>
                  </a:lnTo>
                  <a:lnTo>
                    <a:pt x="1367087" y="30717"/>
                  </a:lnTo>
                  <a:lnTo>
                    <a:pt x="1415997" y="31816"/>
                  </a:lnTo>
                  <a:lnTo>
                    <a:pt x="1462910" y="32870"/>
                  </a:lnTo>
                  <a:lnTo>
                    <a:pt x="1507983" y="33883"/>
                  </a:lnTo>
                  <a:lnTo>
                    <a:pt x="1551355" y="34858"/>
                  </a:lnTo>
                  <a:lnTo>
                    <a:pt x="1593149" y="35797"/>
                  </a:lnTo>
                  <a:lnTo>
                    <a:pt x="1633477" y="36703"/>
                  </a:lnTo>
                  <a:lnTo>
                    <a:pt x="1672437" y="37578"/>
                  </a:lnTo>
                  <a:lnTo>
                    <a:pt x="1710120" y="38425"/>
                  </a:lnTo>
                  <a:lnTo>
                    <a:pt x="1746606" y="39245"/>
                  </a:lnTo>
                  <a:lnTo>
                    <a:pt x="1781969" y="40040"/>
                  </a:lnTo>
                  <a:lnTo>
                    <a:pt x="1816276" y="40810"/>
                  </a:lnTo>
                  <a:lnTo>
                    <a:pt x="1849589" y="41559"/>
                  </a:lnTo>
                  <a:lnTo>
                    <a:pt x="1881964" y="42286"/>
                  </a:lnTo>
                  <a:lnTo>
                    <a:pt x="1913451" y="42994"/>
                  </a:lnTo>
                  <a:lnTo>
                    <a:pt x="1944098" y="43683"/>
                  </a:lnTo>
                  <a:lnTo>
                    <a:pt x="1973950" y="44353"/>
                  </a:lnTo>
                  <a:lnTo>
                    <a:pt x="2003045" y="45007"/>
                  </a:lnTo>
                  <a:lnTo>
                    <a:pt x="2031423" y="45645"/>
                  </a:lnTo>
                  <a:lnTo>
                    <a:pt x="2059116" y="46267"/>
                  </a:lnTo>
                  <a:lnTo>
                    <a:pt x="2086157" y="46875"/>
                  </a:lnTo>
                  <a:lnTo>
                    <a:pt x="2112577" y="47468"/>
                  </a:lnTo>
                  <a:lnTo>
                    <a:pt x="2138403" y="48048"/>
                  </a:lnTo>
                  <a:lnTo>
                    <a:pt x="2163662" y="48616"/>
                  </a:lnTo>
                  <a:lnTo>
                    <a:pt x="2188377" y="49171"/>
                  </a:lnTo>
                  <a:lnTo>
                    <a:pt x="2212572" y="49715"/>
                  </a:lnTo>
                  <a:lnTo>
                    <a:pt x="2236268" y="50247"/>
                  </a:lnTo>
                  <a:lnTo>
                    <a:pt x="2259485" y="50769"/>
                  </a:lnTo>
                  <a:lnTo>
                    <a:pt x="2282243" y="51280"/>
                  </a:lnTo>
                  <a:lnTo>
                    <a:pt x="2304558" y="51782"/>
                  </a:lnTo>
                  <a:lnTo>
                    <a:pt x="2326449" y="52274"/>
                  </a:lnTo>
                  <a:lnTo>
                    <a:pt x="2347930" y="52756"/>
                  </a:lnTo>
                  <a:lnTo>
                    <a:pt x="2369017" y="53230"/>
                  </a:lnTo>
                  <a:lnTo>
                    <a:pt x="2389724" y="5369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364565" y="2128583"/>
              <a:ext cx="2389724" cy="42955"/>
            </a:xfrm>
            <a:custGeom>
              <a:avLst/>
              <a:pathLst>
                <a:path w="2389724" h="42955">
                  <a:moveTo>
                    <a:pt x="0" y="42955"/>
                  </a:moveTo>
                  <a:lnTo>
                    <a:pt x="153456" y="40196"/>
                  </a:lnTo>
                  <a:lnTo>
                    <a:pt x="288814" y="37763"/>
                  </a:lnTo>
                  <a:lnTo>
                    <a:pt x="409896" y="35587"/>
                  </a:lnTo>
                  <a:lnTo>
                    <a:pt x="519427" y="33618"/>
                  </a:lnTo>
                  <a:lnTo>
                    <a:pt x="619422" y="31820"/>
                  </a:lnTo>
                  <a:lnTo>
                    <a:pt x="711408" y="30167"/>
                  </a:lnTo>
                  <a:lnTo>
                    <a:pt x="796574" y="28636"/>
                  </a:lnTo>
                  <a:lnTo>
                    <a:pt x="875862" y="27211"/>
                  </a:lnTo>
                  <a:lnTo>
                    <a:pt x="950031" y="25878"/>
                  </a:lnTo>
                  <a:lnTo>
                    <a:pt x="1019701" y="24625"/>
                  </a:lnTo>
                  <a:lnTo>
                    <a:pt x="1085389" y="23445"/>
                  </a:lnTo>
                  <a:lnTo>
                    <a:pt x="1147524" y="22328"/>
                  </a:lnTo>
                  <a:lnTo>
                    <a:pt x="1206471" y="21268"/>
                  </a:lnTo>
                  <a:lnTo>
                    <a:pt x="1262541" y="20260"/>
                  </a:lnTo>
                  <a:lnTo>
                    <a:pt x="1316002" y="19300"/>
                  </a:lnTo>
                  <a:lnTo>
                    <a:pt x="1367087" y="18381"/>
                  </a:lnTo>
                  <a:lnTo>
                    <a:pt x="1415997" y="17502"/>
                  </a:lnTo>
                  <a:lnTo>
                    <a:pt x="1462910" y="16659"/>
                  </a:lnTo>
                  <a:lnTo>
                    <a:pt x="1507983" y="15849"/>
                  </a:lnTo>
                  <a:lnTo>
                    <a:pt x="1551355" y="15069"/>
                  </a:lnTo>
                  <a:lnTo>
                    <a:pt x="1593149" y="14318"/>
                  </a:lnTo>
                  <a:lnTo>
                    <a:pt x="1633477" y="13593"/>
                  </a:lnTo>
                  <a:lnTo>
                    <a:pt x="1672437" y="12893"/>
                  </a:lnTo>
                  <a:lnTo>
                    <a:pt x="1710120" y="12215"/>
                  </a:lnTo>
                  <a:lnTo>
                    <a:pt x="1746606" y="11559"/>
                  </a:lnTo>
                  <a:lnTo>
                    <a:pt x="1781969" y="10924"/>
                  </a:lnTo>
                  <a:lnTo>
                    <a:pt x="1816276" y="10307"/>
                  </a:lnTo>
                  <a:lnTo>
                    <a:pt x="1849589" y="9708"/>
                  </a:lnTo>
                  <a:lnTo>
                    <a:pt x="1881964" y="9126"/>
                  </a:lnTo>
                  <a:lnTo>
                    <a:pt x="1913451" y="8560"/>
                  </a:lnTo>
                  <a:lnTo>
                    <a:pt x="1944098" y="8010"/>
                  </a:lnTo>
                  <a:lnTo>
                    <a:pt x="1973950" y="7473"/>
                  </a:lnTo>
                  <a:lnTo>
                    <a:pt x="2003045" y="6950"/>
                  </a:lnTo>
                  <a:lnTo>
                    <a:pt x="2031423" y="6440"/>
                  </a:lnTo>
                  <a:lnTo>
                    <a:pt x="2059116" y="5942"/>
                  </a:lnTo>
                  <a:lnTo>
                    <a:pt x="2086157" y="5456"/>
                  </a:lnTo>
                  <a:lnTo>
                    <a:pt x="2112577" y="4981"/>
                  </a:lnTo>
                  <a:lnTo>
                    <a:pt x="2138403" y="4517"/>
                  </a:lnTo>
                  <a:lnTo>
                    <a:pt x="2163662" y="4063"/>
                  </a:lnTo>
                  <a:lnTo>
                    <a:pt x="2188377" y="3619"/>
                  </a:lnTo>
                  <a:lnTo>
                    <a:pt x="2212572" y="3184"/>
                  </a:lnTo>
                  <a:lnTo>
                    <a:pt x="2236268" y="2758"/>
                  </a:lnTo>
                  <a:lnTo>
                    <a:pt x="2259485" y="2341"/>
                  </a:lnTo>
                  <a:lnTo>
                    <a:pt x="2282243" y="1931"/>
                  </a:lnTo>
                  <a:lnTo>
                    <a:pt x="2304558" y="1530"/>
                  </a:lnTo>
                  <a:lnTo>
                    <a:pt x="2326449" y="1137"/>
                  </a:lnTo>
                  <a:lnTo>
                    <a:pt x="2347930" y="751"/>
                  </a:lnTo>
                  <a:lnTo>
                    <a:pt x="2369017" y="372"/>
                  </a:lnTo>
                  <a:lnTo>
                    <a:pt x="238972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364565" y="2036820"/>
              <a:ext cx="2389724" cy="67426"/>
            </a:xfrm>
            <a:custGeom>
              <a:avLst/>
              <a:pathLst>
                <a:path w="2389724" h="67426">
                  <a:moveTo>
                    <a:pt x="0" y="0"/>
                  </a:moveTo>
                  <a:lnTo>
                    <a:pt x="153456" y="4329"/>
                  </a:lnTo>
                  <a:lnTo>
                    <a:pt x="288814" y="8148"/>
                  </a:lnTo>
                  <a:lnTo>
                    <a:pt x="409896" y="11565"/>
                  </a:lnTo>
                  <a:lnTo>
                    <a:pt x="519427" y="14655"/>
                  </a:lnTo>
                  <a:lnTo>
                    <a:pt x="619422" y="17477"/>
                  </a:lnTo>
                  <a:lnTo>
                    <a:pt x="711408" y="20072"/>
                  </a:lnTo>
                  <a:lnTo>
                    <a:pt x="796574" y="22475"/>
                  </a:lnTo>
                  <a:lnTo>
                    <a:pt x="875862" y="24712"/>
                  </a:lnTo>
                  <a:lnTo>
                    <a:pt x="950031" y="26805"/>
                  </a:lnTo>
                  <a:lnTo>
                    <a:pt x="1019701" y="28770"/>
                  </a:lnTo>
                  <a:lnTo>
                    <a:pt x="1085389" y="30624"/>
                  </a:lnTo>
                  <a:lnTo>
                    <a:pt x="1147524" y="32377"/>
                  </a:lnTo>
                  <a:lnTo>
                    <a:pt x="1206471" y="34040"/>
                  </a:lnTo>
                  <a:lnTo>
                    <a:pt x="1262541" y="35622"/>
                  </a:lnTo>
                  <a:lnTo>
                    <a:pt x="1316002" y="37131"/>
                  </a:lnTo>
                  <a:lnTo>
                    <a:pt x="1367087" y="38572"/>
                  </a:lnTo>
                  <a:lnTo>
                    <a:pt x="1415997" y="39952"/>
                  </a:lnTo>
                  <a:lnTo>
                    <a:pt x="1462910" y="41276"/>
                  </a:lnTo>
                  <a:lnTo>
                    <a:pt x="1507983" y="42547"/>
                  </a:lnTo>
                  <a:lnTo>
                    <a:pt x="1551355" y="43771"/>
                  </a:lnTo>
                  <a:lnTo>
                    <a:pt x="1593149" y="44950"/>
                  </a:lnTo>
                  <a:lnTo>
                    <a:pt x="1633477" y="46088"/>
                  </a:lnTo>
                  <a:lnTo>
                    <a:pt x="1672437" y="47188"/>
                  </a:lnTo>
                  <a:lnTo>
                    <a:pt x="1710120" y="48251"/>
                  </a:lnTo>
                  <a:lnTo>
                    <a:pt x="1746606" y="49280"/>
                  </a:lnTo>
                  <a:lnTo>
                    <a:pt x="1781969" y="50278"/>
                  </a:lnTo>
                  <a:lnTo>
                    <a:pt x="1816276" y="51246"/>
                  </a:lnTo>
                  <a:lnTo>
                    <a:pt x="1849589" y="52186"/>
                  </a:lnTo>
                  <a:lnTo>
                    <a:pt x="1881964" y="53099"/>
                  </a:lnTo>
                  <a:lnTo>
                    <a:pt x="1913451" y="53988"/>
                  </a:lnTo>
                  <a:lnTo>
                    <a:pt x="1944098" y="54852"/>
                  </a:lnTo>
                  <a:lnTo>
                    <a:pt x="1973950" y="55695"/>
                  </a:lnTo>
                  <a:lnTo>
                    <a:pt x="2003045" y="56516"/>
                  </a:lnTo>
                  <a:lnTo>
                    <a:pt x="2031423" y="57316"/>
                  </a:lnTo>
                  <a:lnTo>
                    <a:pt x="2059116" y="58098"/>
                  </a:lnTo>
                  <a:lnTo>
                    <a:pt x="2086157" y="58861"/>
                  </a:lnTo>
                  <a:lnTo>
                    <a:pt x="2112577" y="59606"/>
                  </a:lnTo>
                  <a:lnTo>
                    <a:pt x="2138403" y="60335"/>
                  </a:lnTo>
                  <a:lnTo>
                    <a:pt x="2163662" y="61047"/>
                  </a:lnTo>
                  <a:lnTo>
                    <a:pt x="2188377" y="61745"/>
                  </a:lnTo>
                  <a:lnTo>
                    <a:pt x="2212572" y="62427"/>
                  </a:lnTo>
                  <a:lnTo>
                    <a:pt x="2236268" y="63096"/>
                  </a:lnTo>
                  <a:lnTo>
                    <a:pt x="2259485" y="63751"/>
                  </a:lnTo>
                  <a:lnTo>
                    <a:pt x="2282243" y="64393"/>
                  </a:lnTo>
                  <a:lnTo>
                    <a:pt x="2304558" y="65023"/>
                  </a:lnTo>
                  <a:lnTo>
                    <a:pt x="2326449" y="65641"/>
                  </a:lnTo>
                  <a:lnTo>
                    <a:pt x="2347930" y="66247"/>
                  </a:lnTo>
                  <a:lnTo>
                    <a:pt x="2369017" y="66842"/>
                  </a:lnTo>
                  <a:lnTo>
                    <a:pt x="2389724" y="6742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rc194"/>
            <p:cNvSpPr/>
            <p:nvPr/>
          </p:nvSpPr>
          <p:spPr>
            <a:xfrm>
              <a:off x="4186450" y="1141550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186450" y="1141550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157982" y="23004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157982" y="18250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157982" y="13496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186450" y="2580188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364565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161140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5957715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6754290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tx204"/>
            <p:cNvSpPr/>
            <p:nvPr/>
          </p:nvSpPr>
          <p:spPr>
            <a:xfrm>
              <a:off x="4186450" y="965010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6" name="rc205"/>
            <p:cNvSpPr/>
            <p:nvPr/>
          </p:nvSpPr>
          <p:spPr>
            <a:xfrm>
              <a:off x="1310032" y="2835806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475772" y="40445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483440" y="38904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406811" y="411427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432290" y="397650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45947" y="40055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29346" y="38702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69745" y="35319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47523" y="39739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32772" y="39267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1427074" y="387175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245952" y="41218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52544" y="417274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66099" y="29635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211296" y="40379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38804" y="406409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68116" y="38967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34921" y="40652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42159" y="40698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83685" y="34366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99882" y="35782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45221" y="380631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18109" y="38941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00617" y="37328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02537" y="39546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198687" y="39807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32866" y="38450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16448" y="328812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270538" y="354378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998289" y="383176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105799" y="37213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79027" y="41589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43770" y="41506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101207" y="394210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73250" y="41626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44198" y="31814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62781" y="41809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47297" y="36657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27838" y="29896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15424" y="28731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36990" y="36495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80169" y="35120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34835" y="34642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13702" y="35023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84323" y="40840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92881" y="345114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063250" y="38905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2994007" y="39108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2990915" y="370057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49977" y="36885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88169" y="37998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54320" y="372318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92277" y="40269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903730" y="345649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795136" y="38208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01987" y="39457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13476" y="363226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11671" y="35569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88132" y="32539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43998" y="327957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57467" y="32555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52321" y="33677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903837" y="36398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59641" y="367053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09999" y="35636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903262" y="35186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46160" y="35068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77869" y="33085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16594" y="34392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67013" y="34855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12939" y="32769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63132" y="35184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877446" y="333590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468958" y="3637371"/>
              <a:ext cx="2411925" cy="520750"/>
            </a:xfrm>
            <a:custGeom>
              <a:avLst/>
              <a:pathLst>
                <a:path w="2411925" h="520750">
                  <a:moveTo>
                    <a:pt x="0" y="520750"/>
                  </a:moveTo>
                  <a:lnTo>
                    <a:pt x="154881" y="487310"/>
                  </a:lnTo>
                  <a:lnTo>
                    <a:pt x="291497" y="457814"/>
                  </a:lnTo>
                  <a:lnTo>
                    <a:pt x="413703" y="431429"/>
                  </a:lnTo>
                  <a:lnTo>
                    <a:pt x="524253" y="407560"/>
                  </a:lnTo>
                  <a:lnTo>
                    <a:pt x="625177" y="385770"/>
                  </a:lnTo>
                  <a:lnTo>
                    <a:pt x="718017" y="365725"/>
                  </a:lnTo>
                  <a:lnTo>
                    <a:pt x="803975" y="347167"/>
                  </a:lnTo>
                  <a:lnTo>
                    <a:pt x="883999" y="329889"/>
                  </a:lnTo>
                  <a:lnTo>
                    <a:pt x="958856" y="313727"/>
                  </a:lnTo>
                  <a:lnTo>
                    <a:pt x="1029174" y="298545"/>
                  </a:lnTo>
                  <a:lnTo>
                    <a:pt x="1095472" y="284230"/>
                  </a:lnTo>
                  <a:lnTo>
                    <a:pt x="1158184" y="270690"/>
                  </a:lnTo>
                  <a:lnTo>
                    <a:pt x="1217679" y="257845"/>
                  </a:lnTo>
                  <a:lnTo>
                    <a:pt x="1274270" y="245627"/>
                  </a:lnTo>
                  <a:lnTo>
                    <a:pt x="1328228" y="233977"/>
                  </a:lnTo>
                  <a:lnTo>
                    <a:pt x="1379787" y="222845"/>
                  </a:lnTo>
                  <a:lnTo>
                    <a:pt x="1429152" y="212187"/>
                  </a:lnTo>
                  <a:lnTo>
                    <a:pt x="1476501" y="201964"/>
                  </a:lnTo>
                  <a:lnTo>
                    <a:pt x="1521992" y="192142"/>
                  </a:lnTo>
                  <a:lnTo>
                    <a:pt x="1565767" y="182691"/>
                  </a:lnTo>
                  <a:lnTo>
                    <a:pt x="1607950" y="173583"/>
                  </a:lnTo>
                  <a:lnTo>
                    <a:pt x="1648652" y="164795"/>
                  </a:lnTo>
                  <a:lnTo>
                    <a:pt x="1687974" y="156305"/>
                  </a:lnTo>
                  <a:lnTo>
                    <a:pt x="1726006" y="148094"/>
                  </a:lnTo>
                  <a:lnTo>
                    <a:pt x="1762831" y="140143"/>
                  </a:lnTo>
                  <a:lnTo>
                    <a:pt x="1798523" y="132437"/>
                  </a:lnTo>
                  <a:lnTo>
                    <a:pt x="1833149" y="124961"/>
                  </a:lnTo>
                  <a:lnTo>
                    <a:pt x="1866772" y="117702"/>
                  </a:lnTo>
                  <a:lnTo>
                    <a:pt x="1899447" y="110647"/>
                  </a:lnTo>
                  <a:lnTo>
                    <a:pt x="1931227" y="103785"/>
                  </a:lnTo>
                  <a:lnTo>
                    <a:pt x="1962159" y="97107"/>
                  </a:lnTo>
                  <a:lnTo>
                    <a:pt x="1992288" y="90602"/>
                  </a:lnTo>
                  <a:lnTo>
                    <a:pt x="2021654" y="84262"/>
                  </a:lnTo>
                  <a:lnTo>
                    <a:pt x="2050294" y="78078"/>
                  </a:lnTo>
                  <a:lnTo>
                    <a:pt x="2078245" y="72043"/>
                  </a:lnTo>
                  <a:lnTo>
                    <a:pt x="2105538" y="66150"/>
                  </a:lnTo>
                  <a:lnTo>
                    <a:pt x="2132203" y="60393"/>
                  </a:lnTo>
                  <a:lnTo>
                    <a:pt x="2158269" y="54765"/>
                  </a:lnTo>
                  <a:lnTo>
                    <a:pt x="2183762" y="49261"/>
                  </a:lnTo>
                  <a:lnTo>
                    <a:pt x="2208707" y="43876"/>
                  </a:lnTo>
                  <a:lnTo>
                    <a:pt x="2233127" y="38603"/>
                  </a:lnTo>
                  <a:lnTo>
                    <a:pt x="2257043" y="33440"/>
                  </a:lnTo>
                  <a:lnTo>
                    <a:pt x="2280476" y="28380"/>
                  </a:lnTo>
                  <a:lnTo>
                    <a:pt x="2303445" y="23421"/>
                  </a:lnTo>
                  <a:lnTo>
                    <a:pt x="2325968" y="18558"/>
                  </a:lnTo>
                  <a:lnTo>
                    <a:pt x="2348061" y="13788"/>
                  </a:lnTo>
                  <a:lnTo>
                    <a:pt x="2369742" y="9107"/>
                  </a:lnTo>
                  <a:lnTo>
                    <a:pt x="2391025" y="4512"/>
                  </a:lnTo>
                  <a:lnTo>
                    <a:pt x="241192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468958" y="3535178"/>
              <a:ext cx="2411925" cy="502834"/>
            </a:xfrm>
            <a:custGeom>
              <a:avLst/>
              <a:pathLst>
                <a:path w="2411925" h="502834">
                  <a:moveTo>
                    <a:pt x="0" y="502834"/>
                  </a:moveTo>
                  <a:lnTo>
                    <a:pt x="154881" y="470544"/>
                  </a:lnTo>
                  <a:lnTo>
                    <a:pt x="291497" y="442063"/>
                  </a:lnTo>
                  <a:lnTo>
                    <a:pt x="413703" y="416586"/>
                  </a:lnTo>
                  <a:lnTo>
                    <a:pt x="524253" y="393538"/>
                  </a:lnTo>
                  <a:lnTo>
                    <a:pt x="625177" y="372498"/>
                  </a:lnTo>
                  <a:lnTo>
                    <a:pt x="718017" y="353143"/>
                  </a:lnTo>
                  <a:lnTo>
                    <a:pt x="803975" y="335223"/>
                  </a:lnTo>
                  <a:lnTo>
                    <a:pt x="883999" y="318539"/>
                  </a:lnTo>
                  <a:lnTo>
                    <a:pt x="958856" y="302933"/>
                  </a:lnTo>
                  <a:lnTo>
                    <a:pt x="1029174" y="288273"/>
                  </a:lnTo>
                  <a:lnTo>
                    <a:pt x="1095472" y="274452"/>
                  </a:lnTo>
                  <a:lnTo>
                    <a:pt x="1158184" y="261377"/>
                  </a:lnTo>
                  <a:lnTo>
                    <a:pt x="1217679" y="248974"/>
                  </a:lnTo>
                  <a:lnTo>
                    <a:pt x="1274270" y="237176"/>
                  </a:lnTo>
                  <a:lnTo>
                    <a:pt x="1328228" y="225927"/>
                  </a:lnTo>
                  <a:lnTo>
                    <a:pt x="1379787" y="215178"/>
                  </a:lnTo>
                  <a:lnTo>
                    <a:pt x="1429152" y="204887"/>
                  </a:lnTo>
                  <a:lnTo>
                    <a:pt x="1476501" y="195015"/>
                  </a:lnTo>
                  <a:lnTo>
                    <a:pt x="1521992" y="185531"/>
                  </a:lnTo>
                  <a:lnTo>
                    <a:pt x="1565767" y="176405"/>
                  </a:lnTo>
                  <a:lnTo>
                    <a:pt x="1607950" y="167611"/>
                  </a:lnTo>
                  <a:lnTo>
                    <a:pt x="1648652" y="159125"/>
                  </a:lnTo>
                  <a:lnTo>
                    <a:pt x="1687974" y="150928"/>
                  </a:lnTo>
                  <a:lnTo>
                    <a:pt x="1726006" y="142999"/>
                  </a:lnTo>
                  <a:lnTo>
                    <a:pt x="1762831" y="135321"/>
                  </a:lnTo>
                  <a:lnTo>
                    <a:pt x="1798523" y="127881"/>
                  </a:lnTo>
                  <a:lnTo>
                    <a:pt x="1833149" y="120662"/>
                  </a:lnTo>
                  <a:lnTo>
                    <a:pt x="1866772" y="113652"/>
                  </a:lnTo>
                  <a:lnTo>
                    <a:pt x="1899447" y="106840"/>
                  </a:lnTo>
                  <a:lnTo>
                    <a:pt x="1931227" y="100215"/>
                  </a:lnTo>
                  <a:lnTo>
                    <a:pt x="1962159" y="93766"/>
                  </a:lnTo>
                  <a:lnTo>
                    <a:pt x="1992288" y="87485"/>
                  </a:lnTo>
                  <a:lnTo>
                    <a:pt x="2021654" y="81363"/>
                  </a:lnTo>
                  <a:lnTo>
                    <a:pt x="2050294" y="75392"/>
                  </a:lnTo>
                  <a:lnTo>
                    <a:pt x="2078245" y="69565"/>
                  </a:lnTo>
                  <a:lnTo>
                    <a:pt x="2105538" y="63875"/>
                  </a:lnTo>
                  <a:lnTo>
                    <a:pt x="2132203" y="58315"/>
                  </a:lnTo>
                  <a:lnTo>
                    <a:pt x="2158269" y="52881"/>
                  </a:lnTo>
                  <a:lnTo>
                    <a:pt x="2183762" y="47566"/>
                  </a:lnTo>
                  <a:lnTo>
                    <a:pt x="2208707" y="42366"/>
                  </a:lnTo>
                  <a:lnTo>
                    <a:pt x="2233127" y="37275"/>
                  </a:lnTo>
                  <a:lnTo>
                    <a:pt x="2257043" y="32289"/>
                  </a:lnTo>
                  <a:lnTo>
                    <a:pt x="2280476" y="27404"/>
                  </a:lnTo>
                  <a:lnTo>
                    <a:pt x="2303445" y="22615"/>
                  </a:lnTo>
                  <a:lnTo>
                    <a:pt x="2325968" y="17920"/>
                  </a:lnTo>
                  <a:lnTo>
                    <a:pt x="2348061" y="13314"/>
                  </a:lnTo>
                  <a:lnTo>
                    <a:pt x="2369742" y="8794"/>
                  </a:lnTo>
                  <a:lnTo>
                    <a:pt x="2391025" y="4357"/>
                  </a:lnTo>
                  <a:lnTo>
                    <a:pt x="241192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468958" y="3741552"/>
              <a:ext cx="2411925" cy="395227"/>
            </a:xfrm>
            <a:custGeom>
              <a:avLst/>
              <a:pathLst>
                <a:path w="2411925" h="395227">
                  <a:moveTo>
                    <a:pt x="0" y="395227"/>
                  </a:moveTo>
                  <a:lnTo>
                    <a:pt x="154881" y="369847"/>
                  </a:lnTo>
                  <a:lnTo>
                    <a:pt x="291497" y="347461"/>
                  </a:lnTo>
                  <a:lnTo>
                    <a:pt x="413703" y="327435"/>
                  </a:lnTo>
                  <a:lnTo>
                    <a:pt x="524253" y="309320"/>
                  </a:lnTo>
                  <a:lnTo>
                    <a:pt x="625177" y="292783"/>
                  </a:lnTo>
                  <a:lnTo>
                    <a:pt x="718017" y="277569"/>
                  </a:lnTo>
                  <a:lnTo>
                    <a:pt x="803975" y="263484"/>
                  </a:lnTo>
                  <a:lnTo>
                    <a:pt x="883999" y="250371"/>
                  </a:lnTo>
                  <a:lnTo>
                    <a:pt x="958856" y="238105"/>
                  </a:lnTo>
                  <a:lnTo>
                    <a:pt x="1029174" y="226582"/>
                  </a:lnTo>
                  <a:lnTo>
                    <a:pt x="1095472" y="215718"/>
                  </a:lnTo>
                  <a:lnTo>
                    <a:pt x="1158184" y="205442"/>
                  </a:lnTo>
                  <a:lnTo>
                    <a:pt x="1217679" y="195693"/>
                  </a:lnTo>
                  <a:lnTo>
                    <a:pt x="1274270" y="186420"/>
                  </a:lnTo>
                  <a:lnTo>
                    <a:pt x="1328228" y="177578"/>
                  </a:lnTo>
                  <a:lnTo>
                    <a:pt x="1379787" y="169129"/>
                  </a:lnTo>
                  <a:lnTo>
                    <a:pt x="1429152" y="161040"/>
                  </a:lnTo>
                  <a:lnTo>
                    <a:pt x="1476501" y="153282"/>
                  </a:lnTo>
                  <a:lnTo>
                    <a:pt x="1521992" y="145827"/>
                  </a:lnTo>
                  <a:lnTo>
                    <a:pt x="1565767" y="138654"/>
                  </a:lnTo>
                  <a:lnTo>
                    <a:pt x="1607950" y="131742"/>
                  </a:lnTo>
                  <a:lnTo>
                    <a:pt x="1648652" y="125072"/>
                  </a:lnTo>
                  <a:lnTo>
                    <a:pt x="1687974" y="118629"/>
                  </a:lnTo>
                  <a:lnTo>
                    <a:pt x="1726006" y="112397"/>
                  </a:lnTo>
                  <a:lnTo>
                    <a:pt x="1762831" y="106362"/>
                  </a:lnTo>
                  <a:lnTo>
                    <a:pt x="1798523" y="100514"/>
                  </a:lnTo>
                  <a:lnTo>
                    <a:pt x="1833149" y="94840"/>
                  </a:lnTo>
                  <a:lnTo>
                    <a:pt x="1866772" y="89330"/>
                  </a:lnTo>
                  <a:lnTo>
                    <a:pt x="1899447" y="83976"/>
                  </a:lnTo>
                  <a:lnTo>
                    <a:pt x="1931227" y="78768"/>
                  </a:lnTo>
                  <a:lnTo>
                    <a:pt x="1962159" y="73700"/>
                  </a:lnTo>
                  <a:lnTo>
                    <a:pt x="1992288" y="68763"/>
                  </a:lnTo>
                  <a:lnTo>
                    <a:pt x="2021654" y="63951"/>
                  </a:lnTo>
                  <a:lnTo>
                    <a:pt x="2050294" y="59258"/>
                  </a:lnTo>
                  <a:lnTo>
                    <a:pt x="2078245" y="54678"/>
                  </a:lnTo>
                  <a:lnTo>
                    <a:pt x="2105538" y="50205"/>
                  </a:lnTo>
                  <a:lnTo>
                    <a:pt x="2132203" y="45836"/>
                  </a:lnTo>
                  <a:lnTo>
                    <a:pt x="2158269" y="41564"/>
                  </a:lnTo>
                  <a:lnTo>
                    <a:pt x="2183762" y="37387"/>
                  </a:lnTo>
                  <a:lnTo>
                    <a:pt x="2208707" y="33299"/>
                  </a:lnTo>
                  <a:lnTo>
                    <a:pt x="2233127" y="29298"/>
                  </a:lnTo>
                  <a:lnTo>
                    <a:pt x="2257043" y="25379"/>
                  </a:lnTo>
                  <a:lnTo>
                    <a:pt x="2280476" y="21539"/>
                  </a:lnTo>
                  <a:lnTo>
                    <a:pt x="2303445" y="17775"/>
                  </a:lnTo>
                  <a:lnTo>
                    <a:pt x="2325968" y="14085"/>
                  </a:lnTo>
                  <a:lnTo>
                    <a:pt x="2348061" y="10464"/>
                  </a:lnTo>
                  <a:lnTo>
                    <a:pt x="2369742" y="6912"/>
                  </a:lnTo>
                  <a:lnTo>
                    <a:pt x="2391025" y="3424"/>
                  </a:lnTo>
                  <a:lnTo>
                    <a:pt x="241192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468958" y="3258129"/>
              <a:ext cx="2411925" cy="550738"/>
            </a:xfrm>
            <a:custGeom>
              <a:avLst/>
              <a:pathLst>
                <a:path w="2411925" h="550738">
                  <a:moveTo>
                    <a:pt x="0" y="550738"/>
                  </a:moveTo>
                  <a:lnTo>
                    <a:pt x="154881" y="515372"/>
                  </a:lnTo>
                  <a:lnTo>
                    <a:pt x="291497" y="484177"/>
                  </a:lnTo>
                  <a:lnTo>
                    <a:pt x="413703" y="456273"/>
                  </a:lnTo>
                  <a:lnTo>
                    <a:pt x="524253" y="431030"/>
                  </a:lnTo>
                  <a:lnTo>
                    <a:pt x="625177" y="407985"/>
                  </a:lnTo>
                  <a:lnTo>
                    <a:pt x="718017" y="386786"/>
                  </a:lnTo>
                  <a:lnTo>
                    <a:pt x="803975" y="367158"/>
                  </a:lnTo>
                  <a:lnTo>
                    <a:pt x="883999" y="348886"/>
                  </a:lnTo>
                  <a:lnTo>
                    <a:pt x="958856" y="331793"/>
                  </a:lnTo>
                  <a:lnTo>
                    <a:pt x="1029174" y="315736"/>
                  </a:lnTo>
                  <a:lnTo>
                    <a:pt x="1095472" y="300598"/>
                  </a:lnTo>
                  <a:lnTo>
                    <a:pt x="1158184" y="286278"/>
                  </a:lnTo>
                  <a:lnTo>
                    <a:pt x="1217679" y="272693"/>
                  </a:lnTo>
                  <a:lnTo>
                    <a:pt x="1274270" y="259771"/>
                  </a:lnTo>
                  <a:lnTo>
                    <a:pt x="1328228" y="247450"/>
                  </a:lnTo>
                  <a:lnTo>
                    <a:pt x="1379787" y="235677"/>
                  </a:lnTo>
                  <a:lnTo>
                    <a:pt x="1429152" y="224406"/>
                  </a:lnTo>
                  <a:lnTo>
                    <a:pt x="1476501" y="213594"/>
                  </a:lnTo>
                  <a:lnTo>
                    <a:pt x="1521992" y="203206"/>
                  </a:lnTo>
                  <a:lnTo>
                    <a:pt x="1565767" y="193211"/>
                  </a:lnTo>
                  <a:lnTo>
                    <a:pt x="1607950" y="183579"/>
                  </a:lnTo>
                  <a:lnTo>
                    <a:pt x="1648652" y="174285"/>
                  </a:lnTo>
                  <a:lnTo>
                    <a:pt x="1687974" y="165306"/>
                  </a:lnTo>
                  <a:lnTo>
                    <a:pt x="1726006" y="156622"/>
                  </a:lnTo>
                  <a:lnTo>
                    <a:pt x="1762831" y="148213"/>
                  </a:lnTo>
                  <a:lnTo>
                    <a:pt x="1798523" y="140063"/>
                  </a:lnTo>
                  <a:lnTo>
                    <a:pt x="1833149" y="132157"/>
                  </a:lnTo>
                  <a:lnTo>
                    <a:pt x="1866772" y="124480"/>
                  </a:lnTo>
                  <a:lnTo>
                    <a:pt x="1899447" y="117019"/>
                  </a:lnTo>
                  <a:lnTo>
                    <a:pt x="1931227" y="109762"/>
                  </a:lnTo>
                  <a:lnTo>
                    <a:pt x="1962159" y="102699"/>
                  </a:lnTo>
                  <a:lnTo>
                    <a:pt x="1992288" y="95819"/>
                  </a:lnTo>
                  <a:lnTo>
                    <a:pt x="2021654" y="89114"/>
                  </a:lnTo>
                  <a:lnTo>
                    <a:pt x="2050294" y="82574"/>
                  </a:lnTo>
                  <a:lnTo>
                    <a:pt x="2078245" y="76192"/>
                  </a:lnTo>
                  <a:lnTo>
                    <a:pt x="2105538" y="69960"/>
                  </a:lnTo>
                  <a:lnTo>
                    <a:pt x="2132203" y="63871"/>
                  </a:lnTo>
                  <a:lnTo>
                    <a:pt x="2158269" y="57919"/>
                  </a:lnTo>
                  <a:lnTo>
                    <a:pt x="2183762" y="52098"/>
                  </a:lnTo>
                  <a:lnTo>
                    <a:pt x="2208707" y="46402"/>
                  </a:lnTo>
                  <a:lnTo>
                    <a:pt x="2233127" y="40826"/>
                  </a:lnTo>
                  <a:lnTo>
                    <a:pt x="2257043" y="35365"/>
                  </a:lnTo>
                  <a:lnTo>
                    <a:pt x="2280476" y="30015"/>
                  </a:lnTo>
                  <a:lnTo>
                    <a:pt x="2303445" y="24770"/>
                  </a:lnTo>
                  <a:lnTo>
                    <a:pt x="2325968" y="19627"/>
                  </a:lnTo>
                  <a:lnTo>
                    <a:pt x="2348061" y="14582"/>
                  </a:lnTo>
                  <a:lnTo>
                    <a:pt x="2369742" y="9631"/>
                  </a:lnTo>
                  <a:lnTo>
                    <a:pt x="2391025" y="4772"/>
                  </a:lnTo>
                  <a:lnTo>
                    <a:pt x="241192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468958" y="3602011"/>
              <a:ext cx="2411925" cy="410181"/>
            </a:xfrm>
            <a:custGeom>
              <a:avLst/>
              <a:pathLst>
                <a:path w="2411925" h="410181">
                  <a:moveTo>
                    <a:pt x="0" y="410181"/>
                  </a:moveTo>
                  <a:lnTo>
                    <a:pt x="154881" y="383841"/>
                  </a:lnTo>
                  <a:lnTo>
                    <a:pt x="291497" y="360608"/>
                  </a:lnTo>
                  <a:lnTo>
                    <a:pt x="413703" y="339825"/>
                  </a:lnTo>
                  <a:lnTo>
                    <a:pt x="524253" y="321025"/>
                  </a:lnTo>
                  <a:lnTo>
                    <a:pt x="625177" y="303861"/>
                  </a:lnTo>
                  <a:lnTo>
                    <a:pt x="718017" y="288072"/>
                  </a:lnTo>
                  <a:lnTo>
                    <a:pt x="803975" y="273454"/>
                  </a:lnTo>
                  <a:lnTo>
                    <a:pt x="883999" y="259845"/>
                  </a:lnTo>
                  <a:lnTo>
                    <a:pt x="958856" y="247114"/>
                  </a:lnTo>
                  <a:lnTo>
                    <a:pt x="1029174" y="235156"/>
                  </a:lnTo>
                  <a:lnTo>
                    <a:pt x="1095472" y="223881"/>
                  </a:lnTo>
                  <a:lnTo>
                    <a:pt x="1158184" y="213216"/>
                  </a:lnTo>
                  <a:lnTo>
                    <a:pt x="1217679" y="203098"/>
                  </a:lnTo>
                  <a:lnTo>
                    <a:pt x="1274270" y="193474"/>
                  </a:lnTo>
                  <a:lnTo>
                    <a:pt x="1328228" y="184297"/>
                  </a:lnTo>
                  <a:lnTo>
                    <a:pt x="1379787" y="175529"/>
                  </a:lnTo>
                  <a:lnTo>
                    <a:pt x="1429152" y="167134"/>
                  </a:lnTo>
                  <a:lnTo>
                    <a:pt x="1476501" y="159081"/>
                  </a:lnTo>
                  <a:lnTo>
                    <a:pt x="1521992" y="151345"/>
                  </a:lnTo>
                  <a:lnTo>
                    <a:pt x="1565767" y="143900"/>
                  </a:lnTo>
                  <a:lnTo>
                    <a:pt x="1607950" y="136727"/>
                  </a:lnTo>
                  <a:lnTo>
                    <a:pt x="1648652" y="129805"/>
                  </a:lnTo>
                  <a:lnTo>
                    <a:pt x="1687974" y="123117"/>
                  </a:lnTo>
                  <a:lnTo>
                    <a:pt x="1726006" y="116650"/>
                  </a:lnTo>
                  <a:lnTo>
                    <a:pt x="1762831" y="110387"/>
                  </a:lnTo>
                  <a:lnTo>
                    <a:pt x="1798523" y="104317"/>
                  </a:lnTo>
                  <a:lnTo>
                    <a:pt x="1833149" y="98428"/>
                  </a:lnTo>
                  <a:lnTo>
                    <a:pt x="1866772" y="92710"/>
                  </a:lnTo>
                  <a:lnTo>
                    <a:pt x="1899447" y="87154"/>
                  </a:lnTo>
                  <a:lnTo>
                    <a:pt x="1931227" y="81749"/>
                  </a:lnTo>
                  <a:lnTo>
                    <a:pt x="1962159" y="76488"/>
                  </a:lnTo>
                  <a:lnTo>
                    <a:pt x="1992288" y="71365"/>
                  </a:lnTo>
                  <a:lnTo>
                    <a:pt x="2021654" y="66371"/>
                  </a:lnTo>
                  <a:lnTo>
                    <a:pt x="2050294" y="61500"/>
                  </a:lnTo>
                  <a:lnTo>
                    <a:pt x="2078245" y="56746"/>
                  </a:lnTo>
                  <a:lnTo>
                    <a:pt x="2105538" y="52105"/>
                  </a:lnTo>
                  <a:lnTo>
                    <a:pt x="2132203" y="47570"/>
                  </a:lnTo>
                  <a:lnTo>
                    <a:pt x="2158269" y="43137"/>
                  </a:lnTo>
                  <a:lnTo>
                    <a:pt x="2183762" y="38802"/>
                  </a:lnTo>
                  <a:lnTo>
                    <a:pt x="2208707" y="34560"/>
                  </a:lnTo>
                  <a:lnTo>
                    <a:pt x="2233127" y="30407"/>
                  </a:lnTo>
                  <a:lnTo>
                    <a:pt x="2257043" y="26339"/>
                  </a:lnTo>
                  <a:lnTo>
                    <a:pt x="2280476" y="22354"/>
                  </a:lnTo>
                  <a:lnTo>
                    <a:pt x="2303445" y="18448"/>
                  </a:lnTo>
                  <a:lnTo>
                    <a:pt x="2325968" y="14618"/>
                  </a:lnTo>
                  <a:lnTo>
                    <a:pt x="2348061" y="10860"/>
                  </a:lnTo>
                  <a:lnTo>
                    <a:pt x="2369742" y="7173"/>
                  </a:lnTo>
                  <a:lnTo>
                    <a:pt x="2391025" y="3554"/>
                  </a:lnTo>
                  <a:lnTo>
                    <a:pt x="241192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468958" y="3374424"/>
              <a:ext cx="2411925" cy="369200"/>
            </a:xfrm>
            <a:custGeom>
              <a:avLst/>
              <a:pathLst>
                <a:path w="2411925" h="369200">
                  <a:moveTo>
                    <a:pt x="0" y="369200"/>
                  </a:moveTo>
                  <a:lnTo>
                    <a:pt x="154881" y="345492"/>
                  </a:lnTo>
                  <a:lnTo>
                    <a:pt x="291497" y="324580"/>
                  </a:lnTo>
                  <a:lnTo>
                    <a:pt x="413703" y="305874"/>
                  </a:lnTo>
                  <a:lnTo>
                    <a:pt x="524253" y="288951"/>
                  </a:lnTo>
                  <a:lnTo>
                    <a:pt x="625177" y="273503"/>
                  </a:lnTo>
                  <a:lnTo>
                    <a:pt x="718017" y="259291"/>
                  </a:lnTo>
                  <a:lnTo>
                    <a:pt x="803975" y="246133"/>
                  </a:lnTo>
                  <a:lnTo>
                    <a:pt x="883999" y="233884"/>
                  </a:lnTo>
                  <a:lnTo>
                    <a:pt x="958856" y="222425"/>
                  </a:lnTo>
                  <a:lnTo>
                    <a:pt x="1029174" y="211661"/>
                  </a:lnTo>
                  <a:lnTo>
                    <a:pt x="1095472" y="201513"/>
                  </a:lnTo>
                  <a:lnTo>
                    <a:pt x="1158184" y="191914"/>
                  </a:lnTo>
                  <a:lnTo>
                    <a:pt x="1217679" y="182807"/>
                  </a:lnTo>
                  <a:lnTo>
                    <a:pt x="1274270" y="174144"/>
                  </a:lnTo>
                  <a:lnTo>
                    <a:pt x="1328228" y="165884"/>
                  </a:lnTo>
                  <a:lnTo>
                    <a:pt x="1379787" y="157992"/>
                  </a:lnTo>
                  <a:lnTo>
                    <a:pt x="1429152" y="150436"/>
                  </a:lnTo>
                  <a:lnTo>
                    <a:pt x="1476501" y="143188"/>
                  </a:lnTo>
                  <a:lnTo>
                    <a:pt x="1521992" y="136224"/>
                  </a:lnTo>
                  <a:lnTo>
                    <a:pt x="1565767" y="129524"/>
                  </a:lnTo>
                  <a:lnTo>
                    <a:pt x="1607950" y="123066"/>
                  </a:lnTo>
                  <a:lnTo>
                    <a:pt x="1648652" y="116836"/>
                  </a:lnTo>
                  <a:lnTo>
                    <a:pt x="1687974" y="110817"/>
                  </a:lnTo>
                  <a:lnTo>
                    <a:pt x="1726006" y="104995"/>
                  </a:lnTo>
                  <a:lnTo>
                    <a:pt x="1762831" y="99358"/>
                  </a:lnTo>
                  <a:lnTo>
                    <a:pt x="1798523" y="93895"/>
                  </a:lnTo>
                  <a:lnTo>
                    <a:pt x="1833149" y="88594"/>
                  </a:lnTo>
                  <a:lnTo>
                    <a:pt x="1866772" y="83448"/>
                  </a:lnTo>
                  <a:lnTo>
                    <a:pt x="1899447" y="78446"/>
                  </a:lnTo>
                  <a:lnTo>
                    <a:pt x="1931227" y="73581"/>
                  </a:lnTo>
                  <a:lnTo>
                    <a:pt x="1962159" y="68847"/>
                  </a:lnTo>
                  <a:lnTo>
                    <a:pt x="1992288" y="64235"/>
                  </a:lnTo>
                  <a:lnTo>
                    <a:pt x="2021654" y="59740"/>
                  </a:lnTo>
                  <a:lnTo>
                    <a:pt x="2050294" y="55355"/>
                  </a:lnTo>
                  <a:lnTo>
                    <a:pt x="2078245" y="51077"/>
                  </a:lnTo>
                  <a:lnTo>
                    <a:pt x="2105538" y="46899"/>
                  </a:lnTo>
                  <a:lnTo>
                    <a:pt x="2132203" y="42817"/>
                  </a:lnTo>
                  <a:lnTo>
                    <a:pt x="2158269" y="38827"/>
                  </a:lnTo>
                  <a:lnTo>
                    <a:pt x="2183762" y="34925"/>
                  </a:lnTo>
                  <a:lnTo>
                    <a:pt x="2208707" y="31107"/>
                  </a:lnTo>
                  <a:lnTo>
                    <a:pt x="2233127" y="27369"/>
                  </a:lnTo>
                  <a:lnTo>
                    <a:pt x="2257043" y="23708"/>
                  </a:lnTo>
                  <a:lnTo>
                    <a:pt x="2280476" y="20121"/>
                  </a:lnTo>
                  <a:lnTo>
                    <a:pt x="2303445" y="16605"/>
                  </a:lnTo>
                  <a:lnTo>
                    <a:pt x="2325968" y="13157"/>
                  </a:lnTo>
                  <a:lnTo>
                    <a:pt x="2348061" y="9775"/>
                  </a:lnTo>
                  <a:lnTo>
                    <a:pt x="2369742" y="6457"/>
                  </a:lnTo>
                  <a:lnTo>
                    <a:pt x="2391025" y="3199"/>
                  </a:lnTo>
                  <a:lnTo>
                    <a:pt x="241192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468958" y="3503940"/>
              <a:ext cx="2411925" cy="11769"/>
            </a:xfrm>
            <a:custGeom>
              <a:avLst/>
              <a:pathLst>
                <a:path w="2411925" h="11769">
                  <a:moveTo>
                    <a:pt x="0" y="11769"/>
                  </a:moveTo>
                  <a:lnTo>
                    <a:pt x="154881" y="11013"/>
                  </a:lnTo>
                  <a:lnTo>
                    <a:pt x="291497" y="10346"/>
                  </a:lnTo>
                  <a:lnTo>
                    <a:pt x="413703" y="9750"/>
                  </a:lnTo>
                  <a:lnTo>
                    <a:pt x="524253" y="9211"/>
                  </a:lnTo>
                  <a:lnTo>
                    <a:pt x="625177" y="8718"/>
                  </a:lnTo>
                  <a:lnTo>
                    <a:pt x="718017" y="8265"/>
                  </a:lnTo>
                  <a:lnTo>
                    <a:pt x="803975" y="7846"/>
                  </a:lnTo>
                  <a:lnTo>
                    <a:pt x="883999" y="7455"/>
                  </a:lnTo>
                  <a:lnTo>
                    <a:pt x="958856" y="7090"/>
                  </a:lnTo>
                  <a:lnTo>
                    <a:pt x="1029174" y="6747"/>
                  </a:lnTo>
                  <a:lnTo>
                    <a:pt x="1095472" y="6423"/>
                  </a:lnTo>
                  <a:lnTo>
                    <a:pt x="1158184" y="6117"/>
                  </a:lnTo>
                  <a:lnTo>
                    <a:pt x="1217679" y="5827"/>
                  </a:lnTo>
                  <a:lnTo>
                    <a:pt x="1274270" y="5551"/>
                  </a:lnTo>
                  <a:lnTo>
                    <a:pt x="1328228" y="5288"/>
                  </a:lnTo>
                  <a:lnTo>
                    <a:pt x="1379787" y="5036"/>
                  </a:lnTo>
                  <a:lnTo>
                    <a:pt x="1429152" y="4795"/>
                  </a:lnTo>
                  <a:lnTo>
                    <a:pt x="1476501" y="4564"/>
                  </a:lnTo>
                  <a:lnTo>
                    <a:pt x="1521992" y="4342"/>
                  </a:lnTo>
                  <a:lnTo>
                    <a:pt x="1565767" y="4128"/>
                  </a:lnTo>
                  <a:lnTo>
                    <a:pt x="1607950" y="3923"/>
                  </a:lnTo>
                  <a:lnTo>
                    <a:pt x="1648652" y="3724"/>
                  </a:lnTo>
                  <a:lnTo>
                    <a:pt x="1687974" y="3532"/>
                  </a:lnTo>
                  <a:lnTo>
                    <a:pt x="1726006" y="3347"/>
                  </a:lnTo>
                  <a:lnTo>
                    <a:pt x="1762831" y="3167"/>
                  </a:lnTo>
                  <a:lnTo>
                    <a:pt x="1798523" y="2993"/>
                  </a:lnTo>
                  <a:lnTo>
                    <a:pt x="1833149" y="2824"/>
                  </a:lnTo>
                  <a:lnTo>
                    <a:pt x="1866772" y="2660"/>
                  </a:lnTo>
                  <a:lnTo>
                    <a:pt x="1899447" y="2500"/>
                  </a:lnTo>
                  <a:lnTo>
                    <a:pt x="1931227" y="2345"/>
                  </a:lnTo>
                  <a:lnTo>
                    <a:pt x="1962159" y="2194"/>
                  </a:lnTo>
                  <a:lnTo>
                    <a:pt x="1992288" y="2047"/>
                  </a:lnTo>
                  <a:lnTo>
                    <a:pt x="2021654" y="1904"/>
                  </a:lnTo>
                  <a:lnTo>
                    <a:pt x="2050294" y="1764"/>
                  </a:lnTo>
                  <a:lnTo>
                    <a:pt x="2078245" y="1628"/>
                  </a:lnTo>
                  <a:lnTo>
                    <a:pt x="2105538" y="1495"/>
                  </a:lnTo>
                  <a:lnTo>
                    <a:pt x="2132203" y="1364"/>
                  </a:lnTo>
                  <a:lnTo>
                    <a:pt x="2158269" y="1237"/>
                  </a:lnTo>
                  <a:lnTo>
                    <a:pt x="2183762" y="1113"/>
                  </a:lnTo>
                  <a:lnTo>
                    <a:pt x="2208707" y="991"/>
                  </a:lnTo>
                  <a:lnTo>
                    <a:pt x="2233127" y="872"/>
                  </a:lnTo>
                  <a:lnTo>
                    <a:pt x="2257043" y="755"/>
                  </a:lnTo>
                  <a:lnTo>
                    <a:pt x="2280476" y="641"/>
                  </a:lnTo>
                  <a:lnTo>
                    <a:pt x="2303445" y="529"/>
                  </a:lnTo>
                  <a:lnTo>
                    <a:pt x="2325968" y="419"/>
                  </a:lnTo>
                  <a:lnTo>
                    <a:pt x="2348061" y="311"/>
                  </a:lnTo>
                  <a:lnTo>
                    <a:pt x="2369742" y="205"/>
                  </a:lnTo>
                  <a:lnTo>
                    <a:pt x="2391025" y="101"/>
                  </a:lnTo>
                  <a:lnTo>
                    <a:pt x="241192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468958" y="3830517"/>
              <a:ext cx="2411925" cy="251231"/>
            </a:xfrm>
            <a:custGeom>
              <a:avLst/>
              <a:pathLst>
                <a:path w="2411925" h="251231">
                  <a:moveTo>
                    <a:pt x="0" y="251231"/>
                  </a:moveTo>
                  <a:lnTo>
                    <a:pt x="154881" y="235098"/>
                  </a:lnTo>
                  <a:lnTo>
                    <a:pt x="291497" y="220868"/>
                  </a:lnTo>
                  <a:lnTo>
                    <a:pt x="413703" y="208139"/>
                  </a:lnTo>
                  <a:lnTo>
                    <a:pt x="524253" y="196624"/>
                  </a:lnTo>
                  <a:lnTo>
                    <a:pt x="625177" y="186111"/>
                  </a:lnTo>
                  <a:lnTo>
                    <a:pt x="718017" y="176441"/>
                  </a:lnTo>
                  <a:lnTo>
                    <a:pt x="803975" y="167487"/>
                  </a:lnTo>
                  <a:lnTo>
                    <a:pt x="883999" y="159152"/>
                  </a:lnTo>
                  <a:lnTo>
                    <a:pt x="958856" y="151354"/>
                  </a:lnTo>
                  <a:lnTo>
                    <a:pt x="1029174" y="144030"/>
                  </a:lnTo>
                  <a:lnTo>
                    <a:pt x="1095472" y="137124"/>
                  </a:lnTo>
                  <a:lnTo>
                    <a:pt x="1158184" y="130592"/>
                  </a:lnTo>
                  <a:lnTo>
                    <a:pt x="1217679" y="124395"/>
                  </a:lnTo>
                  <a:lnTo>
                    <a:pt x="1274270" y="118500"/>
                  </a:lnTo>
                  <a:lnTo>
                    <a:pt x="1328228" y="112880"/>
                  </a:lnTo>
                  <a:lnTo>
                    <a:pt x="1379787" y="107509"/>
                  </a:lnTo>
                  <a:lnTo>
                    <a:pt x="1429152" y="102367"/>
                  </a:lnTo>
                  <a:lnTo>
                    <a:pt x="1476501" y="97435"/>
                  </a:lnTo>
                  <a:lnTo>
                    <a:pt x="1521992" y="92697"/>
                  </a:lnTo>
                  <a:lnTo>
                    <a:pt x="1565767" y="88137"/>
                  </a:lnTo>
                  <a:lnTo>
                    <a:pt x="1607950" y="83743"/>
                  </a:lnTo>
                  <a:lnTo>
                    <a:pt x="1648652" y="79504"/>
                  </a:lnTo>
                  <a:lnTo>
                    <a:pt x="1687974" y="75408"/>
                  </a:lnTo>
                  <a:lnTo>
                    <a:pt x="1726006" y="71446"/>
                  </a:lnTo>
                  <a:lnTo>
                    <a:pt x="1762831" y="67611"/>
                  </a:lnTo>
                  <a:lnTo>
                    <a:pt x="1798523" y="63893"/>
                  </a:lnTo>
                  <a:lnTo>
                    <a:pt x="1833149" y="60286"/>
                  </a:lnTo>
                  <a:lnTo>
                    <a:pt x="1866772" y="56784"/>
                  </a:lnTo>
                  <a:lnTo>
                    <a:pt x="1899447" y="53380"/>
                  </a:lnTo>
                  <a:lnTo>
                    <a:pt x="1931227" y="50070"/>
                  </a:lnTo>
                  <a:lnTo>
                    <a:pt x="1962159" y="46848"/>
                  </a:lnTo>
                  <a:lnTo>
                    <a:pt x="1992288" y="43710"/>
                  </a:lnTo>
                  <a:lnTo>
                    <a:pt x="2021654" y="40651"/>
                  </a:lnTo>
                  <a:lnTo>
                    <a:pt x="2050294" y="37668"/>
                  </a:lnTo>
                  <a:lnTo>
                    <a:pt x="2078245" y="34756"/>
                  </a:lnTo>
                  <a:lnTo>
                    <a:pt x="2105538" y="31913"/>
                  </a:lnTo>
                  <a:lnTo>
                    <a:pt x="2132203" y="29136"/>
                  </a:lnTo>
                  <a:lnTo>
                    <a:pt x="2158269" y="26421"/>
                  </a:lnTo>
                  <a:lnTo>
                    <a:pt x="2183762" y="23765"/>
                  </a:lnTo>
                  <a:lnTo>
                    <a:pt x="2208707" y="21167"/>
                  </a:lnTo>
                  <a:lnTo>
                    <a:pt x="2233127" y="18624"/>
                  </a:lnTo>
                  <a:lnTo>
                    <a:pt x="2257043" y="16132"/>
                  </a:lnTo>
                  <a:lnTo>
                    <a:pt x="2280476" y="13692"/>
                  </a:lnTo>
                  <a:lnTo>
                    <a:pt x="2303445" y="11299"/>
                  </a:lnTo>
                  <a:lnTo>
                    <a:pt x="2325968" y="8953"/>
                  </a:lnTo>
                  <a:lnTo>
                    <a:pt x="2348061" y="6652"/>
                  </a:lnTo>
                  <a:lnTo>
                    <a:pt x="2369742" y="4393"/>
                  </a:lnTo>
                  <a:lnTo>
                    <a:pt x="2391025" y="2176"/>
                  </a:lnTo>
                  <a:lnTo>
                    <a:pt x="241192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468958" y="3794553"/>
              <a:ext cx="2411925" cy="360381"/>
            </a:xfrm>
            <a:custGeom>
              <a:avLst/>
              <a:pathLst>
                <a:path w="2411925" h="360381">
                  <a:moveTo>
                    <a:pt x="0" y="360381"/>
                  </a:moveTo>
                  <a:lnTo>
                    <a:pt x="154881" y="337239"/>
                  </a:lnTo>
                  <a:lnTo>
                    <a:pt x="291497" y="316826"/>
                  </a:lnTo>
                  <a:lnTo>
                    <a:pt x="413703" y="298566"/>
                  </a:lnTo>
                  <a:lnTo>
                    <a:pt x="524253" y="282049"/>
                  </a:lnTo>
                  <a:lnTo>
                    <a:pt x="625177" y="266969"/>
                  </a:lnTo>
                  <a:lnTo>
                    <a:pt x="718017" y="253097"/>
                  </a:lnTo>
                  <a:lnTo>
                    <a:pt x="803975" y="240254"/>
                  </a:lnTo>
                  <a:lnTo>
                    <a:pt x="883999" y="228297"/>
                  </a:lnTo>
                  <a:lnTo>
                    <a:pt x="958856" y="217112"/>
                  </a:lnTo>
                  <a:lnTo>
                    <a:pt x="1029174" y="206605"/>
                  </a:lnTo>
                  <a:lnTo>
                    <a:pt x="1095472" y="196699"/>
                  </a:lnTo>
                  <a:lnTo>
                    <a:pt x="1158184" y="187329"/>
                  </a:lnTo>
                  <a:lnTo>
                    <a:pt x="1217679" y="178439"/>
                  </a:lnTo>
                  <a:lnTo>
                    <a:pt x="1274270" y="169984"/>
                  </a:lnTo>
                  <a:lnTo>
                    <a:pt x="1328228" y="161922"/>
                  </a:lnTo>
                  <a:lnTo>
                    <a:pt x="1379787" y="154218"/>
                  </a:lnTo>
                  <a:lnTo>
                    <a:pt x="1429152" y="146842"/>
                  </a:lnTo>
                  <a:lnTo>
                    <a:pt x="1476501" y="139767"/>
                  </a:lnTo>
                  <a:lnTo>
                    <a:pt x="1521992" y="132970"/>
                  </a:lnTo>
                  <a:lnTo>
                    <a:pt x="1565767" y="126429"/>
                  </a:lnTo>
                  <a:lnTo>
                    <a:pt x="1607950" y="120127"/>
                  </a:lnTo>
                  <a:lnTo>
                    <a:pt x="1648652" y="114045"/>
                  </a:lnTo>
                  <a:lnTo>
                    <a:pt x="1687974" y="108170"/>
                  </a:lnTo>
                  <a:lnTo>
                    <a:pt x="1726006" y="102487"/>
                  </a:lnTo>
                  <a:lnTo>
                    <a:pt x="1762831" y="96985"/>
                  </a:lnTo>
                  <a:lnTo>
                    <a:pt x="1798523" y="91652"/>
                  </a:lnTo>
                  <a:lnTo>
                    <a:pt x="1833149" y="86478"/>
                  </a:lnTo>
                  <a:lnTo>
                    <a:pt x="1866772" y="81454"/>
                  </a:lnTo>
                  <a:lnTo>
                    <a:pt x="1899447" y="76572"/>
                  </a:lnTo>
                  <a:lnTo>
                    <a:pt x="1931227" y="71824"/>
                  </a:lnTo>
                  <a:lnTo>
                    <a:pt x="1962159" y="67202"/>
                  </a:lnTo>
                  <a:lnTo>
                    <a:pt x="1992288" y="62700"/>
                  </a:lnTo>
                  <a:lnTo>
                    <a:pt x="2021654" y="58312"/>
                  </a:lnTo>
                  <a:lnTo>
                    <a:pt x="2050294" y="54033"/>
                  </a:lnTo>
                  <a:lnTo>
                    <a:pt x="2078245" y="49857"/>
                  </a:lnTo>
                  <a:lnTo>
                    <a:pt x="2105538" y="45779"/>
                  </a:lnTo>
                  <a:lnTo>
                    <a:pt x="2132203" y="41794"/>
                  </a:lnTo>
                  <a:lnTo>
                    <a:pt x="2158269" y="37900"/>
                  </a:lnTo>
                  <a:lnTo>
                    <a:pt x="2183762" y="34091"/>
                  </a:lnTo>
                  <a:lnTo>
                    <a:pt x="2208707" y="30364"/>
                  </a:lnTo>
                  <a:lnTo>
                    <a:pt x="2233127" y="26715"/>
                  </a:lnTo>
                  <a:lnTo>
                    <a:pt x="2257043" y="23141"/>
                  </a:lnTo>
                  <a:lnTo>
                    <a:pt x="2280476" y="19640"/>
                  </a:lnTo>
                  <a:lnTo>
                    <a:pt x="2303445" y="16208"/>
                  </a:lnTo>
                  <a:lnTo>
                    <a:pt x="2325968" y="12843"/>
                  </a:lnTo>
                  <a:lnTo>
                    <a:pt x="2348061" y="9542"/>
                  </a:lnTo>
                  <a:lnTo>
                    <a:pt x="2369742" y="6302"/>
                  </a:lnTo>
                  <a:lnTo>
                    <a:pt x="2391025" y="3122"/>
                  </a:lnTo>
                  <a:lnTo>
                    <a:pt x="241192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1468958" y="3498419"/>
              <a:ext cx="2411925" cy="389280"/>
            </a:xfrm>
            <a:custGeom>
              <a:avLst/>
              <a:pathLst>
                <a:path w="2411925" h="389280">
                  <a:moveTo>
                    <a:pt x="0" y="389280"/>
                  </a:moveTo>
                  <a:lnTo>
                    <a:pt x="154881" y="364282"/>
                  </a:lnTo>
                  <a:lnTo>
                    <a:pt x="291497" y="342233"/>
                  </a:lnTo>
                  <a:lnTo>
                    <a:pt x="413703" y="322509"/>
                  </a:lnTo>
                  <a:lnTo>
                    <a:pt x="524253" y="304666"/>
                  </a:lnTo>
                  <a:lnTo>
                    <a:pt x="625177" y="288378"/>
                  </a:lnTo>
                  <a:lnTo>
                    <a:pt x="718017" y="273393"/>
                  </a:lnTo>
                  <a:lnTo>
                    <a:pt x="803975" y="259520"/>
                  </a:lnTo>
                  <a:lnTo>
                    <a:pt x="883999" y="246604"/>
                  </a:lnTo>
                  <a:lnTo>
                    <a:pt x="958856" y="234522"/>
                  </a:lnTo>
                  <a:lnTo>
                    <a:pt x="1029174" y="223173"/>
                  </a:lnTo>
                  <a:lnTo>
                    <a:pt x="1095472" y="212473"/>
                  </a:lnTo>
                  <a:lnTo>
                    <a:pt x="1158184" y="202351"/>
                  </a:lnTo>
                  <a:lnTo>
                    <a:pt x="1217679" y="192749"/>
                  </a:lnTo>
                  <a:lnTo>
                    <a:pt x="1274270" y="183615"/>
                  </a:lnTo>
                  <a:lnTo>
                    <a:pt x="1328228" y="174906"/>
                  </a:lnTo>
                  <a:lnTo>
                    <a:pt x="1379787" y="166585"/>
                  </a:lnTo>
                  <a:lnTo>
                    <a:pt x="1429152" y="158617"/>
                  </a:lnTo>
                  <a:lnTo>
                    <a:pt x="1476501" y="150975"/>
                  </a:lnTo>
                  <a:lnTo>
                    <a:pt x="1521992" y="143633"/>
                  </a:lnTo>
                  <a:lnTo>
                    <a:pt x="1565767" y="136568"/>
                  </a:lnTo>
                  <a:lnTo>
                    <a:pt x="1607950" y="129760"/>
                  </a:lnTo>
                  <a:lnTo>
                    <a:pt x="1648652" y="123190"/>
                  </a:lnTo>
                  <a:lnTo>
                    <a:pt x="1687974" y="116844"/>
                  </a:lnTo>
                  <a:lnTo>
                    <a:pt x="1726006" y="110706"/>
                  </a:lnTo>
                  <a:lnTo>
                    <a:pt x="1762831" y="104762"/>
                  </a:lnTo>
                  <a:lnTo>
                    <a:pt x="1798523" y="99001"/>
                  </a:lnTo>
                  <a:lnTo>
                    <a:pt x="1833149" y="93413"/>
                  </a:lnTo>
                  <a:lnTo>
                    <a:pt x="1866772" y="87986"/>
                  </a:lnTo>
                  <a:lnTo>
                    <a:pt x="1899447" y="82713"/>
                  </a:lnTo>
                  <a:lnTo>
                    <a:pt x="1931227" y="77583"/>
                  </a:lnTo>
                  <a:lnTo>
                    <a:pt x="1962159" y="72591"/>
                  </a:lnTo>
                  <a:lnTo>
                    <a:pt x="1992288" y="67728"/>
                  </a:lnTo>
                  <a:lnTo>
                    <a:pt x="2021654" y="62989"/>
                  </a:lnTo>
                  <a:lnTo>
                    <a:pt x="2050294" y="58366"/>
                  </a:lnTo>
                  <a:lnTo>
                    <a:pt x="2078245" y="53855"/>
                  </a:lnTo>
                  <a:lnTo>
                    <a:pt x="2105538" y="49450"/>
                  </a:lnTo>
                  <a:lnTo>
                    <a:pt x="2132203" y="45146"/>
                  </a:lnTo>
                  <a:lnTo>
                    <a:pt x="2158269" y="40939"/>
                  </a:lnTo>
                  <a:lnTo>
                    <a:pt x="2183762" y="36825"/>
                  </a:lnTo>
                  <a:lnTo>
                    <a:pt x="2208707" y="32798"/>
                  </a:lnTo>
                  <a:lnTo>
                    <a:pt x="2233127" y="28857"/>
                  </a:lnTo>
                  <a:lnTo>
                    <a:pt x="2257043" y="24997"/>
                  </a:lnTo>
                  <a:lnTo>
                    <a:pt x="2280476" y="21215"/>
                  </a:lnTo>
                  <a:lnTo>
                    <a:pt x="2303445" y="17508"/>
                  </a:lnTo>
                  <a:lnTo>
                    <a:pt x="2325968" y="13873"/>
                  </a:lnTo>
                  <a:lnTo>
                    <a:pt x="2348061" y="10307"/>
                  </a:lnTo>
                  <a:lnTo>
                    <a:pt x="2369742" y="6808"/>
                  </a:lnTo>
                  <a:lnTo>
                    <a:pt x="2391025" y="3373"/>
                  </a:lnTo>
                  <a:lnTo>
                    <a:pt x="241192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rc288"/>
            <p:cNvSpPr/>
            <p:nvPr/>
          </p:nvSpPr>
          <p:spPr>
            <a:xfrm>
              <a:off x="1310032" y="2835806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310032" y="2835806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 rot="-5400000">
              <a:off x="1140466" y="418226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140466" y="389232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140466" y="360239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140466" y="331246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5" name="tx294"/>
            <p:cNvSpPr/>
            <p:nvPr/>
          </p:nvSpPr>
          <p:spPr>
            <a:xfrm rot="-5400000">
              <a:off x="1140466" y="302253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6" name="pl295"/>
            <p:cNvSpPr/>
            <p:nvPr/>
          </p:nvSpPr>
          <p:spPr>
            <a:xfrm>
              <a:off x="1281564" y="42186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281564" y="39287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281564" y="36388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281564" y="33489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281564" y="30589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310032" y="4274445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1468958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2272933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076908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3880883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 rot="-5400000">
              <a:off x="934284" y="3509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7" name="tx306"/>
            <p:cNvSpPr/>
            <p:nvPr/>
          </p:nvSpPr>
          <p:spPr>
            <a:xfrm>
              <a:off x="1310032" y="2659266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8" name="rc307"/>
            <p:cNvSpPr/>
            <p:nvPr/>
          </p:nvSpPr>
          <p:spPr>
            <a:xfrm>
              <a:off x="4186450" y="2835806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369713" y="37136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291096" y="301006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82228" y="378602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354963" y="353715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17848" y="38398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283228" y="29164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356397" y="28731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286084" y="32589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365178" y="399272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295283" y="36005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131916" y="38858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13941" y="335074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16466" y="37913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16170" y="40428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13405" y="36730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41616" y="33242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69632" y="41249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03917" y="40084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72718" y="386965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55147" y="4118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87440" y="40014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55818" y="41188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67828" y="38284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74639" y="37723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17802" y="351033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84803" y="35555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22993" y="388597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128185" y="41809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891123" y="387453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31338" y="39443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83622" y="39177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873368" y="397334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54332" y="30773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33991" y="312215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898738" y="36921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27371" y="38640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881835" y="39904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892333" y="36567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77294" y="34320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870791" y="40472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36154" y="32689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68909" y="36347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51415" y="36979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51407" y="39800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13014" y="343595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37165" y="36815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43140" y="34081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945923" y="36509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68445" y="38187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71126" y="39172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06923" y="366919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54102" y="34446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70654" y="364245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94557" y="36824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73257" y="38321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68965" y="372274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20339" y="38331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02718" y="37464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73744" y="34849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47338" y="31871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51062" y="38472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90717" y="40162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53520" y="397735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69530" y="372114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03705" y="390992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679760" y="379761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08372" y="326975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81359" y="361417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11290" y="37074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71707" y="36534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80255" y="39739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672234" y="36047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360733" y="3629148"/>
              <a:ext cx="2392663" cy="173158"/>
            </a:xfrm>
            <a:custGeom>
              <a:avLst/>
              <a:pathLst>
                <a:path w="2392663" h="173158">
                  <a:moveTo>
                    <a:pt x="0" y="0"/>
                  </a:moveTo>
                  <a:lnTo>
                    <a:pt x="153644" y="11119"/>
                  </a:lnTo>
                  <a:lnTo>
                    <a:pt x="289169" y="20927"/>
                  </a:lnTo>
                  <a:lnTo>
                    <a:pt x="410400" y="29700"/>
                  </a:lnTo>
                  <a:lnTo>
                    <a:pt x="520066" y="37637"/>
                  </a:lnTo>
                  <a:lnTo>
                    <a:pt x="620184" y="44883"/>
                  </a:lnTo>
                  <a:lnTo>
                    <a:pt x="712283" y="51548"/>
                  </a:lnTo>
                  <a:lnTo>
                    <a:pt x="797554" y="57719"/>
                  </a:lnTo>
                  <a:lnTo>
                    <a:pt x="876939" y="63464"/>
                  </a:lnTo>
                  <a:lnTo>
                    <a:pt x="951199" y="68838"/>
                  </a:lnTo>
                  <a:lnTo>
                    <a:pt x="1020955" y="73887"/>
                  </a:lnTo>
                  <a:lnTo>
                    <a:pt x="1086723" y="78646"/>
                  </a:lnTo>
                  <a:lnTo>
                    <a:pt x="1148935" y="83149"/>
                  </a:lnTo>
                  <a:lnTo>
                    <a:pt x="1207954" y="87420"/>
                  </a:lnTo>
                  <a:lnTo>
                    <a:pt x="1264093" y="91483"/>
                  </a:lnTo>
                  <a:lnTo>
                    <a:pt x="1317621" y="95357"/>
                  </a:lnTo>
                  <a:lnTo>
                    <a:pt x="1368768" y="99058"/>
                  </a:lnTo>
                  <a:lnTo>
                    <a:pt x="1417738" y="102602"/>
                  </a:lnTo>
                  <a:lnTo>
                    <a:pt x="1464709" y="106001"/>
                  </a:lnTo>
                  <a:lnTo>
                    <a:pt x="1509838" y="109267"/>
                  </a:lnTo>
                  <a:lnTo>
                    <a:pt x="1553263" y="112410"/>
                  </a:lnTo>
                  <a:lnTo>
                    <a:pt x="1595108" y="115439"/>
                  </a:lnTo>
                  <a:lnTo>
                    <a:pt x="1635485" y="118361"/>
                  </a:lnTo>
                  <a:lnTo>
                    <a:pt x="1674494" y="121184"/>
                  </a:lnTo>
                  <a:lnTo>
                    <a:pt x="1712222" y="123914"/>
                  </a:lnTo>
                  <a:lnTo>
                    <a:pt x="1748753" y="126558"/>
                  </a:lnTo>
                  <a:lnTo>
                    <a:pt x="1784160" y="129120"/>
                  </a:lnTo>
                  <a:lnTo>
                    <a:pt x="1818510" y="131606"/>
                  </a:lnTo>
                  <a:lnTo>
                    <a:pt x="1851864" y="134020"/>
                  </a:lnTo>
                  <a:lnTo>
                    <a:pt x="1884278" y="136366"/>
                  </a:lnTo>
                  <a:lnTo>
                    <a:pt x="1915804" y="138647"/>
                  </a:lnTo>
                  <a:lnTo>
                    <a:pt x="1946489" y="140868"/>
                  </a:lnTo>
                  <a:lnTo>
                    <a:pt x="1976377" y="143031"/>
                  </a:lnTo>
                  <a:lnTo>
                    <a:pt x="2005509" y="145139"/>
                  </a:lnTo>
                  <a:lnTo>
                    <a:pt x="2033921" y="147196"/>
                  </a:lnTo>
                  <a:lnTo>
                    <a:pt x="2061648" y="149202"/>
                  </a:lnTo>
                  <a:lnTo>
                    <a:pt x="2088723" y="151162"/>
                  </a:lnTo>
                  <a:lnTo>
                    <a:pt x="2115175" y="153076"/>
                  </a:lnTo>
                  <a:lnTo>
                    <a:pt x="2141033" y="154947"/>
                  </a:lnTo>
                  <a:lnTo>
                    <a:pt x="2166323" y="156778"/>
                  </a:lnTo>
                  <a:lnTo>
                    <a:pt x="2191068" y="158568"/>
                  </a:lnTo>
                  <a:lnTo>
                    <a:pt x="2215293" y="160322"/>
                  </a:lnTo>
                  <a:lnTo>
                    <a:pt x="2239018" y="162039"/>
                  </a:lnTo>
                  <a:lnTo>
                    <a:pt x="2262264" y="163721"/>
                  </a:lnTo>
                  <a:lnTo>
                    <a:pt x="2285049" y="165370"/>
                  </a:lnTo>
                  <a:lnTo>
                    <a:pt x="2307392" y="166987"/>
                  </a:lnTo>
                  <a:lnTo>
                    <a:pt x="2329310" y="168573"/>
                  </a:lnTo>
                  <a:lnTo>
                    <a:pt x="2350817" y="170130"/>
                  </a:lnTo>
                  <a:lnTo>
                    <a:pt x="2371930" y="171658"/>
                  </a:lnTo>
                  <a:lnTo>
                    <a:pt x="2392663" y="173158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360733" y="3281485"/>
              <a:ext cx="2392663" cy="534026"/>
            </a:xfrm>
            <a:custGeom>
              <a:avLst/>
              <a:pathLst>
                <a:path w="2392663" h="534026">
                  <a:moveTo>
                    <a:pt x="0" y="0"/>
                  </a:moveTo>
                  <a:lnTo>
                    <a:pt x="153644" y="34292"/>
                  </a:lnTo>
                  <a:lnTo>
                    <a:pt x="289169" y="64540"/>
                  </a:lnTo>
                  <a:lnTo>
                    <a:pt x="410400" y="91598"/>
                  </a:lnTo>
                  <a:lnTo>
                    <a:pt x="520066" y="116075"/>
                  </a:lnTo>
                  <a:lnTo>
                    <a:pt x="620184" y="138420"/>
                  </a:lnTo>
                  <a:lnTo>
                    <a:pt x="712283" y="158976"/>
                  </a:lnTo>
                  <a:lnTo>
                    <a:pt x="797554" y="178008"/>
                  </a:lnTo>
                  <a:lnTo>
                    <a:pt x="876939" y="195727"/>
                  </a:lnTo>
                  <a:lnTo>
                    <a:pt x="951199" y="212301"/>
                  </a:lnTo>
                  <a:lnTo>
                    <a:pt x="1020955" y="227870"/>
                  </a:lnTo>
                  <a:lnTo>
                    <a:pt x="1086723" y="242549"/>
                  </a:lnTo>
                  <a:lnTo>
                    <a:pt x="1148935" y="256434"/>
                  </a:lnTo>
                  <a:lnTo>
                    <a:pt x="1207954" y="269607"/>
                  </a:lnTo>
                  <a:lnTo>
                    <a:pt x="1264093" y="282137"/>
                  </a:lnTo>
                  <a:lnTo>
                    <a:pt x="1317621" y="294084"/>
                  </a:lnTo>
                  <a:lnTo>
                    <a:pt x="1368768" y="305499"/>
                  </a:lnTo>
                  <a:lnTo>
                    <a:pt x="1417738" y="316429"/>
                  </a:lnTo>
                  <a:lnTo>
                    <a:pt x="1464709" y="326913"/>
                  </a:lnTo>
                  <a:lnTo>
                    <a:pt x="1509838" y="336985"/>
                  </a:lnTo>
                  <a:lnTo>
                    <a:pt x="1553263" y="346677"/>
                  </a:lnTo>
                  <a:lnTo>
                    <a:pt x="1595108" y="356017"/>
                  </a:lnTo>
                  <a:lnTo>
                    <a:pt x="1635485" y="365029"/>
                  </a:lnTo>
                  <a:lnTo>
                    <a:pt x="1674494" y="373735"/>
                  </a:lnTo>
                  <a:lnTo>
                    <a:pt x="1712222" y="382156"/>
                  </a:lnTo>
                  <a:lnTo>
                    <a:pt x="1748753" y="390310"/>
                  </a:lnTo>
                  <a:lnTo>
                    <a:pt x="1784160" y="398212"/>
                  </a:lnTo>
                  <a:lnTo>
                    <a:pt x="1818510" y="405879"/>
                  </a:lnTo>
                  <a:lnTo>
                    <a:pt x="1851864" y="413323"/>
                  </a:lnTo>
                  <a:lnTo>
                    <a:pt x="1884278" y="420558"/>
                  </a:lnTo>
                  <a:lnTo>
                    <a:pt x="1915804" y="427594"/>
                  </a:lnTo>
                  <a:lnTo>
                    <a:pt x="1946489" y="434443"/>
                  </a:lnTo>
                  <a:lnTo>
                    <a:pt x="1976377" y="441114"/>
                  </a:lnTo>
                  <a:lnTo>
                    <a:pt x="2005509" y="447616"/>
                  </a:lnTo>
                  <a:lnTo>
                    <a:pt x="2033921" y="453957"/>
                  </a:lnTo>
                  <a:lnTo>
                    <a:pt x="2061648" y="460146"/>
                  </a:lnTo>
                  <a:lnTo>
                    <a:pt x="2088723" y="466189"/>
                  </a:lnTo>
                  <a:lnTo>
                    <a:pt x="2115175" y="472093"/>
                  </a:lnTo>
                  <a:lnTo>
                    <a:pt x="2141033" y="477864"/>
                  </a:lnTo>
                  <a:lnTo>
                    <a:pt x="2166323" y="483508"/>
                  </a:lnTo>
                  <a:lnTo>
                    <a:pt x="2191068" y="489031"/>
                  </a:lnTo>
                  <a:lnTo>
                    <a:pt x="2215293" y="494438"/>
                  </a:lnTo>
                  <a:lnTo>
                    <a:pt x="2239018" y="499733"/>
                  </a:lnTo>
                  <a:lnTo>
                    <a:pt x="2262264" y="504922"/>
                  </a:lnTo>
                  <a:lnTo>
                    <a:pt x="2285049" y="510007"/>
                  </a:lnTo>
                  <a:lnTo>
                    <a:pt x="2307392" y="514994"/>
                  </a:lnTo>
                  <a:lnTo>
                    <a:pt x="2329310" y="519886"/>
                  </a:lnTo>
                  <a:lnTo>
                    <a:pt x="2350817" y="524686"/>
                  </a:lnTo>
                  <a:lnTo>
                    <a:pt x="2371930" y="529399"/>
                  </a:lnTo>
                  <a:lnTo>
                    <a:pt x="2392663" y="53402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360733" y="3767564"/>
              <a:ext cx="2392663" cy="83382"/>
            </a:xfrm>
            <a:custGeom>
              <a:avLst/>
              <a:pathLst>
                <a:path w="2392663" h="83382">
                  <a:moveTo>
                    <a:pt x="0" y="83382"/>
                  </a:moveTo>
                  <a:lnTo>
                    <a:pt x="153644" y="78028"/>
                  </a:lnTo>
                  <a:lnTo>
                    <a:pt x="289169" y="73305"/>
                  </a:lnTo>
                  <a:lnTo>
                    <a:pt x="410400" y="69080"/>
                  </a:lnTo>
                  <a:lnTo>
                    <a:pt x="520066" y="65258"/>
                  </a:lnTo>
                  <a:lnTo>
                    <a:pt x="620184" y="61769"/>
                  </a:lnTo>
                  <a:lnTo>
                    <a:pt x="712283" y="58560"/>
                  </a:lnTo>
                  <a:lnTo>
                    <a:pt x="797554" y="55588"/>
                  </a:lnTo>
                  <a:lnTo>
                    <a:pt x="876939" y="52822"/>
                  </a:lnTo>
                  <a:lnTo>
                    <a:pt x="951199" y="50234"/>
                  </a:lnTo>
                  <a:lnTo>
                    <a:pt x="1020955" y="47803"/>
                  </a:lnTo>
                  <a:lnTo>
                    <a:pt x="1086723" y="45511"/>
                  </a:lnTo>
                  <a:lnTo>
                    <a:pt x="1148935" y="43343"/>
                  </a:lnTo>
                  <a:lnTo>
                    <a:pt x="1207954" y="41286"/>
                  </a:lnTo>
                  <a:lnTo>
                    <a:pt x="1264093" y="39329"/>
                  </a:lnTo>
                  <a:lnTo>
                    <a:pt x="1317621" y="37464"/>
                  </a:lnTo>
                  <a:lnTo>
                    <a:pt x="1368768" y="35682"/>
                  </a:lnTo>
                  <a:lnTo>
                    <a:pt x="1417738" y="33975"/>
                  </a:lnTo>
                  <a:lnTo>
                    <a:pt x="1464709" y="32338"/>
                  </a:lnTo>
                  <a:lnTo>
                    <a:pt x="1509838" y="30765"/>
                  </a:lnTo>
                  <a:lnTo>
                    <a:pt x="1553263" y="29252"/>
                  </a:lnTo>
                  <a:lnTo>
                    <a:pt x="1595108" y="27794"/>
                  </a:lnTo>
                  <a:lnTo>
                    <a:pt x="1635485" y="26387"/>
                  </a:lnTo>
                  <a:lnTo>
                    <a:pt x="1674494" y="25027"/>
                  </a:lnTo>
                  <a:lnTo>
                    <a:pt x="1712222" y="23712"/>
                  </a:lnTo>
                  <a:lnTo>
                    <a:pt x="1748753" y="22439"/>
                  </a:lnTo>
                  <a:lnTo>
                    <a:pt x="1784160" y="21205"/>
                  </a:lnTo>
                  <a:lnTo>
                    <a:pt x="1818510" y="20008"/>
                  </a:lnTo>
                  <a:lnTo>
                    <a:pt x="1851864" y="18846"/>
                  </a:lnTo>
                  <a:lnTo>
                    <a:pt x="1884278" y="17716"/>
                  </a:lnTo>
                  <a:lnTo>
                    <a:pt x="1915804" y="16618"/>
                  </a:lnTo>
                  <a:lnTo>
                    <a:pt x="1946489" y="15548"/>
                  </a:lnTo>
                  <a:lnTo>
                    <a:pt x="1976377" y="14507"/>
                  </a:lnTo>
                  <a:lnTo>
                    <a:pt x="2005509" y="13492"/>
                  </a:lnTo>
                  <a:lnTo>
                    <a:pt x="2033921" y="12501"/>
                  </a:lnTo>
                  <a:lnTo>
                    <a:pt x="2061648" y="11535"/>
                  </a:lnTo>
                  <a:lnTo>
                    <a:pt x="2088723" y="10592"/>
                  </a:lnTo>
                  <a:lnTo>
                    <a:pt x="2115175" y="9670"/>
                  </a:lnTo>
                  <a:lnTo>
                    <a:pt x="2141033" y="8769"/>
                  </a:lnTo>
                  <a:lnTo>
                    <a:pt x="2166323" y="7887"/>
                  </a:lnTo>
                  <a:lnTo>
                    <a:pt x="2191068" y="7025"/>
                  </a:lnTo>
                  <a:lnTo>
                    <a:pt x="2215293" y="6181"/>
                  </a:lnTo>
                  <a:lnTo>
                    <a:pt x="2239018" y="5354"/>
                  </a:lnTo>
                  <a:lnTo>
                    <a:pt x="2262264" y="4544"/>
                  </a:lnTo>
                  <a:lnTo>
                    <a:pt x="2285049" y="3750"/>
                  </a:lnTo>
                  <a:lnTo>
                    <a:pt x="2307392" y="2971"/>
                  </a:lnTo>
                  <a:lnTo>
                    <a:pt x="2329310" y="2207"/>
                  </a:lnTo>
                  <a:lnTo>
                    <a:pt x="2350817" y="1458"/>
                  </a:lnTo>
                  <a:lnTo>
                    <a:pt x="2371930" y="722"/>
                  </a:lnTo>
                  <a:lnTo>
                    <a:pt x="239266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360733" y="3370365"/>
              <a:ext cx="2392663" cy="378224"/>
            </a:xfrm>
            <a:custGeom>
              <a:avLst/>
              <a:pathLst>
                <a:path w="2392663" h="378224">
                  <a:moveTo>
                    <a:pt x="0" y="378224"/>
                  </a:moveTo>
                  <a:lnTo>
                    <a:pt x="153644" y="353937"/>
                  </a:lnTo>
                  <a:lnTo>
                    <a:pt x="289169" y="332513"/>
                  </a:lnTo>
                  <a:lnTo>
                    <a:pt x="410400" y="313350"/>
                  </a:lnTo>
                  <a:lnTo>
                    <a:pt x="520066" y="296014"/>
                  </a:lnTo>
                  <a:lnTo>
                    <a:pt x="620184" y="280188"/>
                  </a:lnTo>
                  <a:lnTo>
                    <a:pt x="712283" y="265629"/>
                  </a:lnTo>
                  <a:lnTo>
                    <a:pt x="797554" y="252149"/>
                  </a:lnTo>
                  <a:lnTo>
                    <a:pt x="876939" y="239600"/>
                  </a:lnTo>
                  <a:lnTo>
                    <a:pt x="951199" y="227862"/>
                  </a:lnTo>
                  <a:lnTo>
                    <a:pt x="1020955" y="216835"/>
                  </a:lnTo>
                  <a:lnTo>
                    <a:pt x="1086723" y="206438"/>
                  </a:lnTo>
                  <a:lnTo>
                    <a:pt x="1148935" y="196604"/>
                  </a:lnTo>
                  <a:lnTo>
                    <a:pt x="1207954" y="187275"/>
                  </a:lnTo>
                  <a:lnTo>
                    <a:pt x="1264093" y="178400"/>
                  </a:lnTo>
                  <a:lnTo>
                    <a:pt x="1317621" y="169939"/>
                  </a:lnTo>
                  <a:lnTo>
                    <a:pt x="1368768" y="161854"/>
                  </a:lnTo>
                  <a:lnTo>
                    <a:pt x="1417738" y="154113"/>
                  </a:lnTo>
                  <a:lnTo>
                    <a:pt x="1464709" y="146688"/>
                  </a:lnTo>
                  <a:lnTo>
                    <a:pt x="1509838" y="139554"/>
                  </a:lnTo>
                  <a:lnTo>
                    <a:pt x="1553263" y="132689"/>
                  </a:lnTo>
                  <a:lnTo>
                    <a:pt x="1595108" y="126074"/>
                  </a:lnTo>
                  <a:lnTo>
                    <a:pt x="1635485" y="119692"/>
                  </a:lnTo>
                  <a:lnTo>
                    <a:pt x="1674494" y="113526"/>
                  </a:lnTo>
                  <a:lnTo>
                    <a:pt x="1712222" y="107561"/>
                  </a:lnTo>
                  <a:lnTo>
                    <a:pt x="1748753" y="101787"/>
                  </a:lnTo>
                  <a:lnTo>
                    <a:pt x="1784160" y="96190"/>
                  </a:lnTo>
                  <a:lnTo>
                    <a:pt x="1818510" y="90760"/>
                  </a:lnTo>
                  <a:lnTo>
                    <a:pt x="1851864" y="85487"/>
                  </a:lnTo>
                  <a:lnTo>
                    <a:pt x="1884278" y="80363"/>
                  </a:lnTo>
                  <a:lnTo>
                    <a:pt x="1915804" y="75380"/>
                  </a:lnTo>
                  <a:lnTo>
                    <a:pt x="1946489" y="70529"/>
                  </a:lnTo>
                  <a:lnTo>
                    <a:pt x="1976377" y="65805"/>
                  </a:lnTo>
                  <a:lnTo>
                    <a:pt x="2005509" y="61200"/>
                  </a:lnTo>
                  <a:lnTo>
                    <a:pt x="2033921" y="56708"/>
                  </a:lnTo>
                  <a:lnTo>
                    <a:pt x="2061648" y="52325"/>
                  </a:lnTo>
                  <a:lnTo>
                    <a:pt x="2088723" y="48045"/>
                  </a:lnTo>
                  <a:lnTo>
                    <a:pt x="2115175" y="43864"/>
                  </a:lnTo>
                  <a:lnTo>
                    <a:pt x="2141033" y="39776"/>
                  </a:lnTo>
                  <a:lnTo>
                    <a:pt x="2166323" y="35779"/>
                  </a:lnTo>
                  <a:lnTo>
                    <a:pt x="2191068" y="31867"/>
                  </a:lnTo>
                  <a:lnTo>
                    <a:pt x="2215293" y="28038"/>
                  </a:lnTo>
                  <a:lnTo>
                    <a:pt x="2239018" y="24287"/>
                  </a:lnTo>
                  <a:lnTo>
                    <a:pt x="2262264" y="20613"/>
                  </a:lnTo>
                  <a:lnTo>
                    <a:pt x="2285049" y="17011"/>
                  </a:lnTo>
                  <a:lnTo>
                    <a:pt x="2307392" y="13479"/>
                  </a:lnTo>
                  <a:lnTo>
                    <a:pt x="2329310" y="10014"/>
                  </a:lnTo>
                  <a:lnTo>
                    <a:pt x="2350817" y="6614"/>
                  </a:lnTo>
                  <a:lnTo>
                    <a:pt x="2371930" y="3277"/>
                  </a:lnTo>
                  <a:lnTo>
                    <a:pt x="239266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360733" y="3504005"/>
              <a:ext cx="2392663" cy="379889"/>
            </a:xfrm>
            <a:custGeom>
              <a:avLst/>
              <a:pathLst>
                <a:path w="2392663" h="379889">
                  <a:moveTo>
                    <a:pt x="0" y="379889"/>
                  </a:moveTo>
                  <a:lnTo>
                    <a:pt x="153644" y="355495"/>
                  </a:lnTo>
                  <a:lnTo>
                    <a:pt x="289169" y="333977"/>
                  </a:lnTo>
                  <a:lnTo>
                    <a:pt x="410400" y="314729"/>
                  </a:lnTo>
                  <a:lnTo>
                    <a:pt x="520066" y="297317"/>
                  </a:lnTo>
                  <a:lnTo>
                    <a:pt x="620184" y="281421"/>
                  </a:lnTo>
                  <a:lnTo>
                    <a:pt x="712283" y="266798"/>
                  </a:lnTo>
                  <a:lnTo>
                    <a:pt x="797554" y="253259"/>
                  </a:lnTo>
                  <a:lnTo>
                    <a:pt x="876939" y="240655"/>
                  </a:lnTo>
                  <a:lnTo>
                    <a:pt x="951199" y="228865"/>
                  </a:lnTo>
                  <a:lnTo>
                    <a:pt x="1020955" y="217789"/>
                  </a:lnTo>
                  <a:lnTo>
                    <a:pt x="1086723" y="207347"/>
                  </a:lnTo>
                  <a:lnTo>
                    <a:pt x="1148935" y="197470"/>
                  </a:lnTo>
                  <a:lnTo>
                    <a:pt x="1207954" y="188099"/>
                  </a:lnTo>
                  <a:lnTo>
                    <a:pt x="1264093" y="179186"/>
                  </a:lnTo>
                  <a:lnTo>
                    <a:pt x="1317621" y="170687"/>
                  </a:lnTo>
                  <a:lnTo>
                    <a:pt x="1368768" y="162566"/>
                  </a:lnTo>
                  <a:lnTo>
                    <a:pt x="1417738" y="154791"/>
                  </a:lnTo>
                  <a:lnTo>
                    <a:pt x="1464709" y="147333"/>
                  </a:lnTo>
                  <a:lnTo>
                    <a:pt x="1509838" y="140168"/>
                  </a:lnTo>
                  <a:lnTo>
                    <a:pt x="1553263" y="133273"/>
                  </a:lnTo>
                  <a:lnTo>
                    <a:pt x="1595108" y="126629"/>
                  </a:lnTo>
                  <a:lnTo>
                    <a:pt x="1635485" y="120219"/>
                  </a:lnTo>
                  <a:lnTo>
                    <a:pt x="1674494" y="114025"/>
                  </a:lnTo>
                  <a:lnTo>
                    <a:pt x="1712222" y="108035"/>
                  </a:lnTo>
                  <a:lnTo>
                    <a:pt x="1748753" y="102235"/>
                  </a:lnTo>
                  <a:lnTo>
                    <a:pt x="1784160" y="96613"/>
                  </a:lnTo>
                  <a:lnTo>
                    <a:pt x="1818510" y="91159"/>
                  </a:lnTo>
                  <a:lnTo>
                    <a:pt x="1851864" y="85864"/>
                  </a:lnTo>
                  <a:lnTo>
                    <a:pt x="1884278" y="80717"/>
                  </a:lnTo>
                  <a:lnTo>
                    <a:pt x="1915804" y="75712"/>
                  </a:lnTo>
                  <a:lnTo>
                    <a:pt x="1946489" y="70840"/>
                  </a:lnTo>
                  <a:lnTo>
                    <a:pt x="1976377" y="66094"/>
                  </a:lnTo>
                  <a:lnTo>
                    <a:pt x="2005509" y="61469"/>
                  </a:lnTo>
                  <a:lnTo>
                    <a:pt x="2033921" y="56958"/>
                  </a:lnTo>
                  <a:lnTo>
                    <a:pt x="2061648" y="52556"/>
                  </a:lnTo>
                  <a:lnTo>
                    <a:pt x="2088723" y="48257"/>
                  </a:lnTo>
                  <a:lnTo>
                    <a:pt x="2115175" y="44057"/>
                  </a:lnTo>
                  <a:lnTo>
                    <a:pt x="2141033" y="39951"/>
                  </a:lnTo>
                  <a:lnTo>
                    <a:pt x="2166323" y="35936"/>
                  </a:lnTo>
                  <a:lnTo>
                    <a:pt x="2191068" y="32007"/>
                  </a:lnTo>
                  <a:lnTo>
                    <a:pt x="2215293" y="28161"/>
                  </a:lnTo>
                  <a:lnTo>
                    <a:pt x="2239018" y="24394"/>
                  </a:lnTo>
                  <a:lnTo>
                    <a:pt x="2262264" y="20703"/>
                  </a:lnTo>
                  <a:lnTo>
                    <a:pt x="2285049" y="17086"/>
                  </a:lnTo>
                  <a:lnTo>
                    <a:pt x="2307392" y="13538"/>
                  </a:lnTo>
                  <a:lnTo>
                    <a:pt x="2329310" y="10058"/>
                  </a:lnTo>
                  <a:lnTo>
                    <a:pt x="2350817" y="6643"/>
                  </a:lnTo>
                  <a:lnTo>
                    <a:pt x="2371930" y="3291"/>
                  </a:lnTo>
                  <a:lnTo>
                    <a:pt x="239266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360733" y="3294227"/>
              <a:ext cx="2392663" cy="313241"/>
            </a:xfrm>
            <a:custGeom>
              <a:avLst/>
              <a:pathLst>
                <a:path w="2392663" h="313241">
                  <a:moveTo>
                    <a:pt x="0" y="0"/>
                  </a:moveTo>
                  <a:lnTo>
                    <a:pt x="153644" y="20114"/>
                  </a:lnTo>
                  <a:lnTo>
                    <a:pt x="289169" y="37857"/>
                  </a:lnTo>
                  <a:lnTo>
                    <a:pt x="410400" y="53728"/>
                  </a:lnTo>
                  <a:lnTo>
                    <a:pt x="520066" y="68085"/>
                  </a:lnTo>
                  <a:lnTo>
                    <a:pt x="620184" y="81193"/>
                  </a:lnTo>
                  <a:lnTo>
                    <a:pt x="712283" y="93250"/>
                  </a:lnTo>
                  <a:lnTo>
                    <a:pt x="797554" y="104413"/>
                  </a:lnTo>
                  <a:lnTo>
                    <a:pt x="876939" y="114806"/>
                  </a:lnTo>
                  <a:lnTo>
                    <a:pt x="951199" y="124528"/>
                  </a:lnTo>
                  <a:lnTo>
                    <a:pt x="1020955" y="133661"/>
                  </a:lnTo>
                  <a:lnTo>
                    <a:pt x="1086723" y="142271"/>
                  </a:lnTo>
                  <a:lnTo>
                    <a:pt x="1148935" y="150415"/>
                  </a:lnTo>
                  <a:lnTo>
                    <a:pt x="1207954" y="158142"/>
                  </a:lnTo>
                  <a:lnTo>
                    <a:pt x="1264093" y="165492"/>
                  </a:lnTo>
                  <a:lnTo>
                    <a:pt x="1317621" y="172499"/>
                  </a:lnTo>
                  <a:lnTo>
                    <a:pt x="1368768" y="179195"/>
                  </a:lnTo>
                  <a:lnTo>
                    <a:pt x="1417738" y="185606"/>
                  </a:lnTo>
                  <a:lnTo>
                    <a:pt x="1464709" y="191756"/>
                  </a:lnTo>
                  <a:lnTo>
                    <a:pt x="1509838" y="197664"/>
                  </a:lnTo>
                  <a:lnTo>
                    <a:pt x="1553263" y="203349"/>
                  </a:lnTo>
                  <a:lnTo>
                    <a:pt x="1595108" y="208827"/>
                  </a:lnTo>
                  <a:lnTo>
                    <a:pt x="1635485" y="214113"/>
                  </a:lnTo>
                  <a:lnTo>
                    <a:pt x="1674494" y="219220"/>
                  </a:lnTo>
                  <a:lnTo>
                    <a:pt x="1712222" y="224160"/>
                  </a:lnTo>
                  <a:lnTo>
                    <a:pt x="1748753" y="228942"/>
                  </a:lnTo>
                  <a:lnTo>
                    <a:pt x="1784160" y="233578"/>
                  </a:lnTo>
                  <a:lnTo>
                    <a:pt x="1818510" y="238075"/>
                  </a:lnTo>
                  <a:lnTo>
                    <a:pt x="1851864" y="242441"/>
                  </a:lnTo>
                  <a:lnTo>
                    <a:pt x="1884278" y="246685"/>
                  </a:lnTo>
                  <a:lnTo>
                    <a:pt x="1915804" y="250812"/>
                  </a:lnTo>
                  <a:lnTo>
                    <a:pt x="1946489" y="254829"/>
                  </a:lnTo>
                  <a:lnTo>
                    <a:pt x="1976377" y="258742"/>
                  </a:lnTo>
                  <a:lnTo>
                    <a:pt x="2005509" y="262556"/>
                  </a:lnTo>
                  <a:lnTo>
                    <a:pt x="2033921" y="266276"/>
                  </a:lnTo>
                  <a:lnTo>
                    <a:pt x="2061648" y="269906"/>
                  </a:lnTo>
                  <a:lnTo>
                    <a:pt x="2088723" y="273450"/>
                  </a:lnTo>
                  <a:lnTo>
                    <a:pt x="2115175" y="276913"/>
                  </a:lnTo>
                  <a:lnTo>
                    <a:pt x="2141033" y="280299"/>
                  </a:lnTo>
                  <a:lnTo>
                    <a:pt x="2166323" y="283609"/>
                  </a:lnTo>
                  <a:lnTo>
                    <a:pt x="2191068" y="286849"/>
                  </a:lnTo>
                  <a:lnTo>
                    <a:pt x="2215293" y="290020"/>
                  </a:lnTo>
                  <a:lnTo>
                    <a:pt x="2239018" y="293126"/>
                  </a:lnTo>
                  <a:lnTo>
                    <a:pt x="2262264" y="296170"/>
                  </a:lnTo>
                  <a:lnTo>
                    <a:pt x="2285049" y="299153"/>
                  </a:lnTo>
                  <a:lnTo>
                    <a:pt x="2307392" y="302078"/>
                  </a:lnTo>
                  <a:lnTo>
                    <a:pt x="2329310" y="304947"/>
                  </a:lnTo>
                  <a:lnTo>
                    <a:pt x="2350817" y="307763"/>
                  </a:lnTo>
                  <a:lnTo>
                    <a:pt x="2371930" y="310527"/>
                  </a:lnTo>
                  <a:lnTo>
                    <a:pt x="2392663" y="31324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360733" y="3363685"/>
              <a:ext cx="2392663" cy="518113"/>
            </a:xfrm>
            <a:custGeom>
              <a:avLst/>
              <a:pathLst>
                <a:path w="2392663" h="518113">
                  <a:moveTo>
                    <a:pt x="0" y="0"/>
                  </a:moveTo>
                  <a:lnTo>
                    <a:pt x="153644" y="33270"/>
                  </a:lnTo>
                  <a:lnTo>
                    <a:pt x="289169" y="62617"/>
                  </a:lnTo>
                  <a:lnTo>
                    <a:pt x="410400" y="88869"/>
                  </a:lnTo>
                  <a:lnTo>
                    <a:pt x="520066" y="112616"/>
                  </a:lnTo>
                  <a:lnTo>
                    <a:pt x="620184" y="134296"/>
                  </a:lnTo>
                  <a:lnTo>
                    <a:pt x="712283" y="154239"/>
                  </a:lnTo>
                  <a:lnTo>
                    <a:pt x="797554" y="172704"/>
                  </a:lnTo>
                  <a:lnTo>
                    <a:pt x="876939" y="189894"/>
                  </a:lnTo>
                  <a:lnTo>
                    <a:pt x="951199" y="205975"/>
                  </a:lnTo>
                  <a:lnTo>
                    <a:pt x="1020955" y="221080"/>
                  </a:lnTo>
                  <a:lnTo>
                    <a:pt x="1086723" y="235322"/>
                  </a:lnTo>
                  <a:lnTo>
                    <a:pt x="1148935" y="248793"/>
                  </a:lnTo>
                  <a:lnTo>
                    <a:pt x="1207954" y="261573"/>
                  </a:lnTo>
                  <a:lnTo>
                    <a:pt x="1264093" y="273730"/>
                  </a:lnTo>
                  <a:lnTo>
                    <a:pt x="1317621" y="285321"/>
                  </a:lnTo>
                  <a:lnTo>
                    <a:pt x="1368768" y="296396"/>
                  </a:lnTo>
                  <a:lnTo>
                    <a:pt x="1417738" y="307000"/>
                  </a:lnTo>
                  <a:lnTo>
                    <a:pt x="1464709" y="317172"/>
                  </a:lnTo>
                  <a:lnTo>
                    <a:pt x="1509838" y="326944"/>
                  </a:lnTo>
                  <a:lnTo>
                    <a:pt x="1553263" y="336347"/>
                  </a:lnTo>
                  <a:lnTo>
                    <a:pt x="1595108" y="345409"/>
                  </a:lnTo>
                  <a:lnTo>
                    <a:pt x="1635485" y="354152"/>
                  </a:lnTo>
                  <a:lnTo>
                    <a:pt x="1674494" y="362599"/>
                  </a:lnTo>
                  <a:lnTo>
                    <a:pt x="1712222" y="370769"/>
                  </a:lnTo>
                  <a:lnTo>
                    <a:pt x="1748753" y="378679"/>
                  </a:lnTo>
                  <a:lnTo>
                    <a:pt x="1784160" y="386346"/>
                  </a:lnTo>
                  <a:lnTo>
                    <a:pt x="1818510" y="393784"/>
                  </a:lnTo>
                  <a:lnTo>
                    <a:pt x="1851864" y="401007"/>
                  </a:lnTo>
                  <a:lnTo>
                    <a:pt x="1884278" y="408026"/>
                  </a:lnTo>
                  <a:lnTo>
                    <a:pt x="1915804" y="414853"/>
                  </a:lnTo>
                  <a:lnTo>
                    <a:pt x="1946489" y="421497"/>
                  </a:lnTo>
                  <a:lnTo>
                    <a:pt x="1976377" y="427969"/>
                  </a:lnTo>
                  <a:lnTo>
                    <a:pt x="2005509" y="434278"/>
                  </a:lnTo>
                  <a:lnTo>
                    <a:pt x="2033921" y="440430"/>
                  </a:lnTo>
                  <a:lnTo>
                    <a:pt x="2061648" y="446434"/>
                  </a:lnTo>
                  <a:lnTo>
                    <a:pt x="2088723" y="452297"/>
                  </a:lnTo>
                  <a:lnTo>
                    <a:pt x="2115175" y="458025"/>
                  </a:lnTo>
                  <a:lnTo>
                    <a:pt x="2141033" y="463624"/>
                  </a:lnTo>
                  <a:lnTo>
                    <a:pt x="2166323" y="469101"/>
                  </a:lnTo>
                  <a:lnTo>
                    <a:pt x="2191068" y="474459"/>
                  </a:lnTo>
                  <a:lnTo>
                    <a:pt x="2215293" y="479705"/>
                  </a:lnTo>
                  <a:lnTo>
                    <a:pt x="2239018" y="484842"/>
                  </a:lnTo>
                  <a:lnTo>
                    <a:pt x="2262264" y="489876"/>
                  </a:lnTo>
                  <a:lnTo>
                    <a:pt x="2285049" y="494810"/>
                  </a:lnTo>
                  <a:lnTo>
                    <a:pt x="2307392" y="499648"/>
                  </a:lnTo>
                  <a:lnTo>
                    <a:pt x="2329310" y="504394"/>
                  </a:lnTo>
                  <a:lnTo>
                    <a:pt x="2350817" y="509052"/>
                  </a:lnTo>
                  <a:lnTo>
                    <a:pt x="2371930" y="513624"/>
                  </a:lnTo>
                  <a:lnTo>
                    <a:pt x="2392663" y="51811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360733" y="3823301"/>
              <a:ext cx="2392663" cy="235028"/>
            </a:xfrm>
            <a:custGeom>
              <a:avLst/>
              <a:pathLst>
                <a:path w="2392663" h="235028">
                  <a:moveTo>
                    <a:pt x="0" y="0"/>
                  </a:moveTo>
                  <a:lnTo>
                    <a:pt x="153644" y="15092"/>
                  </a:lnTo>
                  <a:lnTo>
                    <a:pt x="289169" y="28404"/>
                  </a:lnTo>
                  <a:lnTo>
                    <a:pt x="410400" y="40313"/>
                  </a:lnTo>
                  <a:lnTo>
                    <a:pt x="520066" y="51085"/>
                  </a:lnTo>
                  <a:lnTo>
                    <a:pt x="620184" y="60920"/>
                  </a:lnTo>
                  <a:lnTo>
                    <a:pt x="712283" y="69966"/>
                  </a:lnTo>
                  <a:lnTo>
                    <a:pt x="797554" y="78342"/>
                  </a:lnTo>
                  <a:lnTo>
                    <a:pt x="876939" y="86140"/>
                  </a:lnTo>
                  <a:lnTo>
                    <a:pt x="951199" y="93435"/>
                  </a:lnTo>
                  <a:lnTo>
                    <a:pt x="1020955" y="100287"/>
                  </a:lnTo>
                  <a:lnTo>
                    <a:pt x="1086723" y="106747"/>
                  </a:lnTo>
                  <a:lnTo>
                    <a:pt x="1148935" y="112858"/>
                  </a:lnTo>
                  <a:lnTo>
                    <a:pt x="1207954" y="118656"/>
                  </a:lnTo>
                  <a:lnTo>
                    <a:pt x="1264093" y="124170"/>
                  </a:lnTo>
                  <a:lnTo>
                    <a:pt x="1317621" y="129428"/>
                  </a:lnTo>
                  <a:lnTo>
                    <a:pt x="1368768" y="134452"/>
                  </a:lnTo>
                  <a:lnTo>
                    <a:pt x="1417738" y="139262"/>
                  </a:lnTo>
                  <a:lnTo>
                    <a:pt x="1464709" y="143876"/>
                  </a:lnTo>
                  <a:lnTo>
                    <a:pt x="1509838" y="148309"/>
                  </a:lnTo>
                  <a:lnTo>
                    <a:pt x="1553263" y="152575"/>
                  </a:lnTo>
                  <a:lnTo>
                    <a:pt x="1595108" y="156685"/>
                  </a:lnTo>
                  <a:lnTo>
                    <a:pt x="1635485" y="160651"/>
                  </a:lnTo>
                  <a:lnTo>
                    <a:pt x="1674494" y="164483"/>
                  </a:lnTo>
                  <a:lnTo>
                    <a:pt x="1712222" y="168189"/>
                  </a:lnTo>
                  <a:lnTo>
                    <a:pt x="1748753" y="171778"/>
                  </a:lnTo>
                  <a:lnTo>
                    <a:pt x="1784160" y="175256"/>
                  </a:lnTo>
                  <a:lnTo>
                    <a:pt x="1818510" y="178630"/>
                  </a:lnTo>
                  <a:lnTo>
                    <a:pt x="1851864" y="181906"/>
                  </a:lnTo>
                  <a:lnTo>
                    <a:pt x="1884278" y="185090"/>
                  </a:lnTo>
                  <a:lnTo>
                    <a:pt x="1915804" y="188187"/>
                  </a:lnTo>
                  <a:lnTo>
                    <a:pt x="1946489" y="191201"/>
                  </a:lnTo>
                  <a:lnTo>
                    <a:pt x="1976377" y="194137"/>
                  </a:lnTo>
                  <a:lnTo>
                    <a:pt x="2005509" y="196998"/>
                  </a:lnTo>
                  <a:lnTo>
                    <a:pt x="2033921" y="199789"/>
                  </a:lnTo>
                  <a:lnTo>
                    <a:pt x="2061648" y="202513"/>
                  </a:lnTo>
                  <a:lnTo>
                    <a:pt x="2088723" y="205172"/>
                  </a:lnTo>
                  <a:lnTo>
                    <a:pt x="2115175" y="207771"/>
                  </a:lnTo>
                  <a:lnTo>
                    <a:pt x="2141033" y="210311"/>
                  </a:lnTo>
                  <a:lnTo>
                    <a:pt x="2166323" y="212795"/>
                  </a:lnTo>
                  <a:lnTo>
                    <a:pt x="2191068" y="215226"/>
                  </a:lnTo>
                  <a:lnTo>
                    <a:pt x="2215293" y="217605"/>
                  </a:lnTo>
                  <a:lnTo>
                    <a:pt x="2239018" y="219936"/>
                  </a:lnTo>
                  <a:lnTo>
                    <a:pt x="2262264" y="222219"/>
                  </a:lnTo>
                  <a:lnTo>
                    <a:pt x="2285049" y="224457"/>
                  </a:lnTo>
                  <a:lnTo>
                    <a:pt x="2307392" y="226652"/>
                  </a:lnTo>
                  <a:lnTo>
                    <a:pt x="2329310" y="228805"/>
                  </a:lnTo>
                  <a:lnTo>
                    <a:pt x="2350817" y="230918"/>
                  </a:lnTo>
                  <a:lnTo>
                    <a:pt x="2371930" y="232992"/>
                  </a:lnTo>
                  <a:lnTo>
                    <a:pt x="2392663" y="23502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360733" y="3788143"/>
              <a:ext cx="2392663" cy="74161"/>
            </a:xfrm>
            <a:custGeom>
              <a:avLst/>
              <a:pathLst>
                <a:path w="2392663" h="74161">
                  <a:moveTo>
                    <a:pt x="0" y="0"/>
                  </a:moveTo>
                  <a:lnTo>
                    <a:pt x="153644" y="4762"/>
                  </a:lnTo>
                  <a:lnTo>
                    <a:pt x="289169" y="8962"/>
                  </a:lnTo>
                  <a:lnTo>
                    <a:pt x="410400" y="12720"/>
                  </a:lnTo>
                  <a:lnTo>
                    <a:pt x="520066" y="16119"/>
                  </a:lnTo>
                  <a:lnTo>
                    <a:pt x="620184" y="19222"/>
                  </a:lnTo>
                  <a:lnTo>
                    <a:pt x="712283" y="22077"/>
                  </a:lnTo>
                  <a:lnTo>
                    <a:pt x="797554" y="24720"/>
                  </a:lnTo>
                  <a:lnTo>
                    <a:pt x="876939" y="27181"/>
                  </a:lnTo>
                  <a:lnTo>
                    <a:pt x="951199" y="29482"/>
                  </a:lnTo>
                  <a:lnTo>
                    <a:pt x="1020955" y="31645"/>
                  </a:lnTo>
                  <a:lnTo>
                    <a:pt x="1086723" y="33683"/>
                  </a:lnTo>
                  <a:lnTo>
                    <a:pt x="1148935" y="35611"/>
                  </a:lnTo>
                  <a:lnTo>
                    <a:pt x="1207954" y="37441"/>
                  </a:lnTo>
                  <a:lnTo>
                    <a:pt x="1264093" y="39181"/>
                  </a:lnTo>
                  <a:lnTo>
                    <a:pt x="1317621" y="40840"/>
                  </a:lnTo>
                  <a:lnTo>
                    <a:pt x="1368768" y="42425"/>
                  </a:lnTo>
                  <a:lnTo>
                    <a:pt x="1417738" y="43943"/>
                  </a:lnTo>
                  <a:lnTo>
                    <a:pt x="1464709" y="45399"/>
                  </a:lnTo>
                  <a:lnTo>
                    <a:pt x="1509838" y="46798"/>
                  </a:lnTo>
                  <a:lnTo>
                    <a:pt x="1553263" y="48144"/>
                  </a:lnTo>
                  <a:lnTo>
                    <a:pt x="1595108" y="49441"/>
                  </a:lnTo>
                  <a:lnTo>
                    <a:pt x="1635485" y="50692"/>
                  </a:lnTo>
                  <a:lnTo>
                    <a:pt x="1674494" y="51901"/>
                  </a:lnTo>
                  <a:lnTo>
                    <a:pt x="1712222" y="53071"/>
                  </a:lnTo>
                  <a:lnTo>
                    <a:pt x="1748753" y="54203"/>
                  </a:lnTo>
                  <a:lnTo>
                    <a:pt x="1784160" y="55300"/>
                  </a:lnTo>
                  <a:lnTo>
                    <a:pt x="1818510" y="56365"/>
                  </a:lnTo>
                  <a:lnTo>
                    <a:pt x="1851864" y="57399"/>
                  </a:lnTo>
                  <a:lnTo>
                    <a:pt x="1884278" y="58404"/>
                  </a:lnTo>
                  <a:lnTo>
                    <a:pt x="1915804" y="59381"/>
                  </a:lnTo>
                  <a:lnTo>
                    <a:pt x="1946489" y="60332"/>
                  </a:lnTo>
                  <a:lnTo>
                    <a:pt x="1976377" y="61258"/>
                  </a:lnTo>
                  <a:lnTo>
                    <a:pt x="2005509" y="62161"/>
                  </a:lnTo>
                  <a:lnTo>
                    <a:pt x="2033921" y="63042"/>
                  </a:lnTo>
                  <a:lnTo>
                    <a:pt x="2061648" y="63901"/>
                  </a:lnTo>
                  <a:lnTo>
                    <a:pt x="2088723" y="64740"/>
                  </a:lnTo>
                  <a:lnTo>
                    <a:pt x="2115175" y="65560"/>
                  </a:lnTo>
                  <a:lnTo>
                    <a:pt x="2141033" y="66362"/>
                  </a:lnTo>
                  <a:lnTo>
                    <a:pt x="2166323" y="67146"/>
                  </a:lnTo>
                  <a:lnTo>
                    <a:pt x="2191068" y="67913"/>
                  </a:lnTo>
                  <a:lnTo>
                    <a:pt x="2215293" y="68664"/>
                  </a:lnTo>
                  <a:lnTo>
                    <a:pt x="2239018" y="69399"/>
                  </a:lnTo>
                  <a:lnTo>
                    <a:pt x="2262264" y="70119"/>
                  </a:lnTo>
                  <a:lnTo>
                    <a:pt x="2285049" y="70826"/>
                  </a:lnTo>
                  <a:lnTo>
                    <a:pt x="2307392" y="71518"/>
                  </a:lnTo>
                  <a:lnTo>
                    <a:pt x="2329310" y="72198"/>
                  </a:lnTo>
                  <a:lnTo>
                    <a:pt x="2350817" y="72864"/>
                  </a:lnTo>
                  <a:lnTo>
                    <a:pt x="2371930" y="73519"/>
                  </a:lnTo>
                  <a:lnTo>
                    <a:pt x="2392663" y="7416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360733" y="3715243"/>
              <a:ext cx="2392663" cy="70749"/>
            </a:xfrm>
            <a:custGeom>
              <a:avLst/>
              <a:pathLst>
                <a:path w="2392663" h="70749">
                  <a:moveTo>
                    <a:pt x="0" y="70749"/>
                  </a:moveTo>
                  <a:lnTo>
                    <a:pt x="153644" y="66205"/>
                  </a:lnTo>
                  <a:lnTo>
                    <a:pt x="289169" y="62198"/>
                  </a:lnTo>
                  <a:lnTo>
                    <a:pt x="410400" y="58613"/>
                  </a:lnTo>
                  <a:lnTo>
                    <a:pt x="520066" y="55371"/>
                  </a:lnTo>
                  <a:lnTo>
                    <a:pt x="620184" y="52410"/>
                  </a:lnTo>
                  <a:lnTo>
                    <a:pt x="712283" y="49687"/>
                  </a:lnTo>
                  <a:lnTo>
                    <a:pt x="797554" y="47166"/>
                  </a:lnTo>
                  <a:lnTo>
                    <a:pt x="876939" y="44818"/>
                  </a:lnTo>
                  <a:lnTo>
                    <a:pt x="951199" y="42622"/>
                  </a:lnTo>
                  <a:lnTo>
                    <a:pt x="1020955" y="40560"/>
                  </a:lnTo>
                  <a:lnTo>
                    <a:pt x="1086723" y="38615"/>
                  </a:lnTo>
                  <a:lnTo>
                    <a:pt x="1148935" y="36776"/>
                  </a:lnTo>
                  <a:lnTo>
                    <a:pt x="1207954" y="35030"/>
                  </a:lnTo>
                  <a:lnTo>
                    <a:pt x="1264093" y="33370"/>
                  </a:lnTo>
                  <a:lnTo>
                    <a:pt x="1317621" y="31788"/>
                  </a:lnTo>
                  <a:lnTo>
                    <a:pt x="1368768" y="30275"/>
                  </a:lnTo>
                  <a:lnTo>
                    <a:pt x="1417738" y="28827"/>
                  </a:lnTo>
                  <a:lnTo>
                    <a:pt x="1464709" y="27438"/>
                  </a:lnTo>
                  <a:lnTo>
                    <a:pt x="1509838" y="26104"/>
                  </a:lnTo>
                  <a:lnTo>
                    <a:pt x="1553263" y="24820"/>
                  </a:lnTo>
                  <a:lnTo>
                    <a:pt x="1595108" y="23583"/>
                  </a:lnTo>
                  <a:lnTo>
                    <a:pt x="1635485" y="22389"/>
                  </a:lnTo>
                  <a:lnTo>
                    <a:pt x="1674494" y="21235"/>
                  </a:lnTo>
                  <a:lnTo>
                    <a:pt x="1712222" y="20120"/>
                  </a:lnTo>
                  <a:lnTo>
                    <a:pt x="1748753" y="19039"/>
                  </a:lnTo>
                  <a:lnTo>
                    <a:pt x="1784160" y="17992"/>
                  </a:lnTo>
                  <a:lnTo>
                    <a:pt x="1818510" y="16977"/>
                  </a:lnTo>
                  <a:lnTo>
                    <a:pt x="1851864" y="15990"/>
                  </a:lnTo>
                  <a:lnTo>
                    <a:pt x="1884278" y="15032"/>
                  </a:lnTo>
                  <a:lnTo>
                    <a:pt x="1915804" y="14100"/>
                  </a:lnTo>
                  <a:lnTo>
                    <a:pt x="1946489" y="13193"/>
                  </a:lnTo>
                  <a:lnTo>
                    <a:pt x="1976377" y="12309"/>
                  </a:lnTo>
                  <a:lnTo>
                    <a:pt x="2005509" y="11447"/>
                  </a:lnTo>
                  <a:lnTo>
                    <a:pt x="2033921" y="10607"/>
                  </a:lnTo>
                  <a:lnTo>
                    <a:pt x="2061648" y="9787"/>
                  </a:lnTo>
                  <a:lnTo>
                    <a:pt x="2088723" y="8987"/>
                  </a:lnTo>
                  <a:lnTo>
                    <a:pt x="2115175" y="8205"/>
                  </a:lnTo>
                  <a:lnTo>
                    <a:pt x="2141033" y="7440"/>
                  </a:lnTo>
                  <a:lnTo>
                    <a:pt x="2166323" y="6692"/>
                  </a:lnTo>
                  <a:lnTo>
                    <a:pt x="2191068" y="5960"/>
                  </a:lnTo>
                  <a:lnTo>
                    <a:pt x="2215293" y="5244"/>
                  </a:lnTo>
                  <a:lnTo>
                    <a:pt x="2239018" y="4543"/>
                  </a:lnTo>
                  <a:lnTo>
                    <a:pt x="2262264" y="3855"/>
                  </a:lnTo>
                  <a:lnTo>
                    <a:pt x="2285049" y="3182"/>
                  </a:lnTo>
                  <a:lnTo>
                    <a:pt x="2307392" y="2521"/>
                  </a:lnTo>
                  <a:lnTo>
                    <a:pt x="2329310" y="1873"/>
                  </a:lnTo>
                  <a:lnTo>
                    <a:pt x="2350817" y="1237"/>
                  </a:lnTo>
                  <a:lnTo>
                    <a:pt x="2371930" y="613"/>
                  </a:lnTo>
                  <a:lnTo>
                    <a:pt x="239266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1" name="rc390"/>
            <p:cNvSpPr/>
            <p:nvPr/>
          </p:nvSpPr>
          <p:spPr>
            <a:xfrm>
              <a:off x="4186450" y="2835806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86450" y="2835806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57982" y="40849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57982" y="38177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57982" y="35506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57982" y="32835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157982" y="30164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186450" y="4274445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4360733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158288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5955842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6753397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tx402"/>
            <p:cNvSpPr/>
            <p:nvPr/>
          </p:nvSpPr>
          <p:spPr>
            <a:xfrm>
              <a:off x="4186450" y="2659266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4" name="rc403"/>
            <p:cNvSpPr/>
            <p:nvPr/>
          </p:nvSpPr>
          <p:spPr>
            <a:xfrm>
              <a:off x="1310032" y="4530063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96052" y="54315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98483" y="52963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35613" y="537746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21996" y="556864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06811" y="57346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26397" y="54040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76642" y="55351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08793" y="55724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422633" y="56742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471983" y="535950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04952" y="55481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80203" y="479498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58759" y="49510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39391" y="51996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58366" y="534037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30864" y="58752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33341" y="55908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11074" y="51493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33146" y="46554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301515" y="45673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14839" y="54252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94902" y="51294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31855" y="49220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04136" y="506284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311758" y="55866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314560" y="552905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61952" y="497149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305426" y="50172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084628" y="563279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011668" y="53156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20386" y="54370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89578" y="57053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41491" y="529027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11062" y="55879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44111" y="47187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41726" y="55113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88407" y="51857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68540" y="49843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40735" y="46246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107213" y="48605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68616" y="55358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57014" y="51105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10944" y="52590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95256" y="50611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58478" y="550605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86117" y="51059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44653" y="546759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005561" y="54209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827542" y="54793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80034" y="54268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795705" y="561754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798651" y="51580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61907" y="522367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61939" y="46604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881773" y="51989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29783" y="542111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47228" y="52152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839728" y="50931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76800" y="50301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95662" y="48847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52983" y="53725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903837" y="47760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881300" y="56859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27012" y="55350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67255" y="53502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72586" y="54485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06454" y="530677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36111" y="54933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76558" y="52760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09641" y="51947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819454" y="52030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39092" y="52716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88901" y="5335238"/>
              <a:ext cx="2391865" cy="60127"/>
            </a:xfrm>
            <a:custGeom>
              <a:avLst/>
              <a:pathLst>
                <a:path w="2391865" h="60127">
                  <a:moveTo>
                    <a:pt x="0" y="60127"/>
                  </a:moveTo>
                  <a:lnTo>
                    <a:pt x="153593" y="56266"/>
                  </a:lnTo>
                  <a:lnTo>
                    <a:pt x="289072" y="52860"/>
                  </a:lnTo>
                  <a:lnTo>
                    <a:pt x="410263" y="49814"/>
                  </a:lnTo>
                  <a:lnTo>
                    <a:pt x="519893" y="47058"/>
                  </a:lnTo>
                  <a:lnTo>
                    <a:pt x="619977" y="44542"/>
                  </a:lnTo>
                  <a:lnTo>
                    <a:pt x="712046" y="42227"/>
                  </a:lnTo>
                  <a:lnTo>
                    <a:pt x="797288" y="40085"/>
                  </a:lnTo>
                  <a:lnTo>
                    <a:pt x="876647" y="38090"/>
                  </a:lnTo>
                  <a:lnTo>
                    <a:pt x="950882" y="36224"/>
                  </a:lnTo>
                  <a:lnTo>
                    <a:pt x="1020615" y="34471"/>
                  </a:lnTo>
                  <a:lnTo>
                    <a:pt x="1086361" y="32818"/>
                  </a:lnTo>
                  <a:lnTo>
                    <a:pt x="1148551" y="31254"/>
                  </a:lnTo>
                  <a:lnTo>
                    <a:pt x="1207551" y="29771"/>
                  </a:lnTo>
                  <a:lnTo>
                    <a:pt x="1263672" y="28360"/>
                  </a:lnTo>
                  <a:lnTo>
                    <a:pt x="1317181" y="27015"/>
                  </a:lnTo>
                  <a:lnTo>
                    <a:pt x="1368312" y="25730"/>
                  </a:lnTo>
                  <a:lnTo>
                    <a:pt x="1417266" y="24499"/>
                  </a:lnTo>
                  <a:lnTo>
                    <a:pt x="1464221" y="23319"/>
                  </a:lnTo>
                  <a:lnTo>
                    <a:pt x="1509334" y="22185"/>
                  </a:lnTo>
                  <a:lnTo>
                    <a:pt x="1552745" y="21094"/>
                  </a:lnTo>
                  <a:lnTo>
                    <a:pt x="1594576" y="20042"/>
                  </a:lnTo>
                  <a:lnTo>
                    <a:pt x="1634940" y="19027"/>
                  </a:lnTo>
                  <a:lnTo>
                    <a:pt x="1673935" y="18047"/>
                  </a:lnTo>
                  <a:lnTo>
                    <a:pt x="1711651" y="17099"/>
                  </a:lnTo>
                  <a:lnTo>
                    <a:pt x="1748170" y="16181"/>
                  </a:lnTo>
                  <a:lnTo>
                    <a:pt x="1783565" y="15291"/>
                  </a:lnTo>
                  <a:lnTo>
                    <a:pt x="1817903" y="14428"/>
                  </a:lnTo>
                  <a:lnTo>
                    <a:pt x="1851246" y="13590"/>
                  </a:lnTo>
                  <a:lnTo>
                    <a:pt x="1883649" y="12775"/>
                  </a:lnTo>
                  <a:lnTo>
                    <a:pt x="1915165" y="11983"/>
                  </a:lnTo>
                  <a:lnTo>
                    <a:pt x="1945840" y="11212"/>
                  </a:lnTo>
                  <a:lnTo>
                    <a:pt x="1975718" y="10461"/>
                  </a:lnTo>
                  <a:lnTo>
                    <a:pt x="2004840" y="9729"/>
                  </a:lnTo>
                  <a:lnTo>
                    <a:pt x="2033242" y="9015"/>
                  </a:lnTo>
                  <a:lnTo>
                    <a:pt x="2060960" y="8318"/>
                  </a:lnTo>
                  <a:lnTo>
                    <a:pt x="2088026" y="7638"/>
                  </a:lnTo>
                  <a:lnTo>
                    <a:pt x="2114470" y="6973"/>
                  </a:lnTo>
                  <a:lnTo>
                    <a:pt x="2140319" y="6323"/>
                  </a:lnTo>
                  <a:lnTo>
                    <a:pt x="2165600" y="5687"/>
                  </a:lnTo>
                  <a:lnTo>
                    <a:pt x="2190337" y="5066"/>
                  </a:lnTo>
                  <a:lnTo>
                    <a:pt x="2214554" y="4457"/>
                  </a:lnTo>
                  <a:lnTo>
                    <a:pt x="2238271" y="3861"/>
                  </a:lnTo>
                  <a:lnTo>
                    <a:pt x="2261509" y="3276"/>
                  </a:lnTo>
                  <a:lnTo>
                    <a:pt x="2284287" y="2704"/>
                  </a:lnTo>
                  <a:lnTo>
                    <a:pt x="2306623" y="2142"/>
                  </a:lnTo>
                  <a:lnTo>
                    <a:pt x="2328533" y="1592"/>
                  </a:lnTo>
                  <a:lnTo>
                    <a:pt x="2350033" y="1051"/>
                  </a:lnTo>
                  <a:lnTo>
                    <a:pt x="2371139" y="521"/>
                  </a:lnTo>
                  <a:lnTo>
                    <a:pt x="239186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88901" y="5354430"/>
              <a:ext cx="2391865" cy="229937"/>
            </a:xfrm>
            <a:custGeom>
              <a:avLst/>
              <a:pathLst>
                <a:path w="2391865" h="229937">
                  <a:moveTo>
                    <a:pt x="0" y="229937"/>
                  </a:moveTo>
                  <a:lnTo>
                    <a:pt x="153593" y="215172"/>
                  </a:lnTo>
                  <a:lnTo>
                    <a:pt x="289072" y="202148"/>
                  </a:lnTo>
                  <a:lnTo>
                    <a:pt x="410263" y="190497"/>
                  </a:lnTo>
                  <a:lnTo>
                    <a:pt x="519893" y="179958"/>
                  </a:lnTo>
                  <a:lnTo>
                    <a:pt x="619977" y="170337"/>
                  </a:lnTo>
                  <a:lnTo>
                    <a:pt x="712046" y="161486"/>
                  </a:lnTo>
                  <a:lnTo>
                    <a:pt x="797288" y="153291"/>
                  </a:lnTo>
                  <a:lnTo>
                    <a:pt x="876647" y="145662"/>
                  </a:lnTo>
                  <a:lnTo>
                    <a:pt x="950882" y="138526"/>
                  </a:lnTo>
                  <a:lnTo>
                    <a:pt x="1020615" y="131822"/>
                  </a:lnTo>
                  <a:lnTo>
                    <a:pt x="1086361" y="125502"/>
                  </a:lnTo>
                  <a:lnTo>
                    <a:pt x="1148551" y="119523"/>
                  </a:lnTo>
                  <a:lnTo>
                    <a:pt x="1207551" y="113851"/>
                  </a:lnTo>
                  <a:lnTo>
                    <a:pt x="1263672" y="108456"/>
                  </a:lnTo>
                  <a:lnTo>
                    <a:pt x="1317181" y="103312"/>
                  </a:lnTo>
                  <a:lnTo>
                    <a:pt x="1368312" y="98397"/>
                  </a:lnTo>
                  <a:lnTo>
                    <a:pt x="1417266" y="93691"/>
                  </a:lnTo>
                  <a:lnTo>
                    <a:pt x="1464221" y="89177"/>
                  </a:lnTo>
                  <a:lnTo>
                    <a:pt x="1509334" y="84840"/>
                  </a:lnTo>
                  <a:lnTo>
                    <a:pt x="1552745" y="80667"/>
                  </a:lnTo>
                  <a:lnTo>
                    <a:pt x="1594576" y="76645"/>
                  </a:lnTo>
                  <a:lnTo>
                    <a:pt x="1634940" y="72765"/>
                  </a:lnTo>
                  <a:lnTo>
                    <a:pt x="1673935" y="69016"/>
                  </a:lnTo>
                  <a:lnTo>
                    <a:pt x="1711651" y="65391"/>
                  </a:lnTo>
                  <a:lnTo>
                    <a:pt x="1748170" y="61880"/>
                  </a:lnTo>
                  <a:lnTo>
                    <a:pt x="1783565" y="58477"/>
                  </a:lnTo>
                  <a:lnTo>
                    <a:pt x="1817903" y="55176"/>
                  </a:lnTo>
                  <a:lnTo>
                    <a:pt x="1851246" y="51971"/>
                  </a:lnTo>
                  <a:lnTo>
                    <a:pt x="1883649" y="48856"/>
                  </a:lnTo>
                  <a:lnTo>
                    <a:pt x="1915165" y="45826"/>
                  </a:lnTo>
                  <a:lnTo>
                    <a:pt x="1945840" y="42877"/>
                  </a:lnTo>
                  <a:lnTo>
                    <a:pt x="1975718" y="40005"/>
                  </a:lnTo>
                  <a:lnTo>
                    <a:pt x="2004840" y="37205"/>
                  </a:lnTo>
                  <a:lnTo>
                    <a:pt x="2033242" y="34475"/>
                  </a:lnTo>
                  <a:lnTo>
                    <a:pt x="2060960" y="31810"/>
                  </a:lnTo>
                  <a:lnTo>
                    <a:pt x="2088026" y="29209"/>
                  </a:lnTo>
                  <a:lnTo>
                    <a:pt x="2114470" y="26666"/>
                  </a:lnTo>
                  <a:lnTo>
                    <a:pt x="2140319" y="24181"/>
                  </a:lnTo>
                  <a:lnTo>
                    <a:pt x="2165600" y="21751"/>
                  </a:lnTo>
                  <a:lnTo>
                    <a:pt x="2190337" y="19373"/>
                  </a:lnTo>
                  <a:lnTo>
                    <a:pt x="2214554" y="17045"/>
                  </a:lnTo>
                  <a:lnTo>
                    <a:pt x="2238271" y="14765"/>
                  </a:lnTo>
                  <a:lnTo>
                    <a:pt x="2261509" y="12531"/>
                  </a:lnTo>
                  <a:lnTo>
                    <a:pt x="2284287" y="10341"/>
                  </a:lnTo>
                  <a:lnTo>
                    <a:pt x="2306623" y="8194"/>
                  </a:lnTo>
                  <a:lnTo>
                    <a:pt x="2328533" y="6088"/>
                  </a:lnTo>
                  <a:lnTo>
                    <a:pt x="2350033" y="4021"/>
                  </a:lnTo>
                  <a:lnTo>
                    <a:pt x="2371139" y="1992"/>
                  </a:lnTo>
                  <a:lnTo>
                    <a:pt x="239186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88901" y="5426775"/>
              <a:ext cx="2391865" cy="258210"/>
            </a:xfrm>
            <a:custGeom>
              <a:avLst/>
              <a:pathLst>
                <a:path w="2391865" h="258210">
                  <a:moveTo>
                    <a:pt x="0" y="0"/>
                  </a:moveTo>
                  <a:lnTo>
                    <a:pt x="153593" y="16581"/>
                  </a:lnTo>
                  <a:lnTo>
                    <a:pt x="289072" y="31206"/>
                  </a:lnTo>
                  <a:lnTo>
                    <a:pt x="410263" y="44289"/>
                  </a:lnTo>
                  <a:lnTo>
                    <a:pt x="519893" y="56124"/>
                  </a:lnTo>
                  <a:lnTo>
                    <a:pt x="619977" y="66928"/>
                  </a:lnTo>
                  <a:lnTo>
                    <a:pt x="712046" y="76868"/>
                  </a:lnTo>
                  <a:lnTo>
                    <a:pt x="797288" y="86070"/>
                  </a:lnTo>
                  <a:lnTo>
                    <a:pt x="876647" y="94637"/>
                  </a:lnTo>
                  <a:lnTo>
                    <a:pt x="950882" y="102651"/>
                  </a:lnTo>
                  <a:lnTo>
                    <a:pt x="1020615" y="110179"/>
                  </a:lnTo>
                  <a:lnTo>
                    <a:pt x="1086361" y="117276"/>
                  </a:lnTo>
                  <a:lnTo>
                    <a:pt x="1148551" y="123990"/>
                  </a:lnTo>
                  <a:lnTo>
                    <a:pt x="1207551" y="130359"/>
                  </a:lnTo>
                  <a:lnTo>
                    <a:pt x="1263672" y="136418"/>
                  </a:lnTo>
                  <a:lnTo>
                    <a:pt x="1317181" y="142194"/>
                  </a:lnTo>
                  <a:lnTo>
                    <a:pt x="1368312" y="147714"/>
                  </a:lnTo>
                  <a:lnTo>
                    <a:pt x="1417266" y="152999"/>
                  </a:lnTo>
                  <a:lnTo>
                    <a:pt x="1464221" y="158068"/>
                  </a:lnTo>
                  <a:lnTo>
                    <a:pt x="1509334" y="162938"/>
                  </a:lnTo>
                  <a:lnTo>
                    <a:pt x="1552745" y="167624"/>
                  </a:lnTo>
                  <a:lnTo>
                    <a:pt x="1594576" y="172140"/>
                  </a:lnTo>
                  <a:lnTo>
                    <a:pt x="1634940" y="176497"/>
                  </a:lnTo>
                  <a:lnTo>
                    <a:pt x="1673935" y="180707"/>
                  </a:lnTo>
                  <a:lnTo>
                    <a:pt x="1711651" y="184779"/>
                  </a:lnTo>
                  <a:lnTo>
                    <a:pt x="1748170" y="188721"/>
                  </a:lnTo>
                  <a:lnTo>
                    <a:pt x="1783565" y="192542"/>
                  </a:lnTo>
                  <a:lnTo>
                    <a:pt x="1817903" y="196249"/>
                  </a:lnTo>
                  <a:lnTo>
                    <a:pt x="1851246" y="199848"/>
                  </a:lnTo>
                  <a:lnTo>
                    <a:pt x="1883649" y="203346"/>
                  </a:lnTo>
                  <a:lnTo>
                    <a:pt x="1915165" y="206749"/>
                  </a:lnTo>
                  <a:lnTo>
                    <a:pt x="1945840" y="210060"/>
                  </a:lnTo>
                  <a:lnTo>
                    <a:pt x="1975718" y="213286"/>
                  </a:lnTo>
                  <a:lnTo>
                    <a:pt x="2004840" y="216429"/>
                  </a:lnTo>
                  <a:lnTo>
                    <a:pt x="2033242" y="219496"/>
                  </a:lnTo>
                  <a:lnTo>
                    <a:pt x="2060960" y="222488"/>
                  </a:lnTo>
                  <a:lnTo>
                    <a:pt x="2088026" y="225410"/>
                  </a:lnTo>
                  <a:lnTo>
                    <a:pt x="2114470" y="228264"/>
                  </a:lnTo>
                  <a:lnTo>
                    <a:pt x="2140319" y="231055"/>
                  </a:lnTo>
                  <a:lnTo>
                    <a:pt x="2165600" y="233784"/>
                  </a:lnTo>
                  <a:lnTo>
                    <a:pt x="2190337" y="236455"/>
                  </a:lnTo>
                  <a:lnTo>
                    <a:pt x="2214554" y="239069"/>
                  </a:lnTo>
                  <a:lnTo>
                    <a:pt x="2238271" y="241629"/>
                  </a:lnTo>
                  <a:lnTo>
                    <a:pt x="2261509" y="244138"/>
                  </a:lnTo>
                  <a:lnTo>
                    <a:pt x="2284287" y="246597"/>
                  </a:lnTo>
                  <a:lnTo>
                    <a:pt x="2306623" y="249008"/>
                  </a:lnTo>
                  <a:lnTo>
                    <a:pt x="2328533" y="251373"/>
                  </a:lnTo>
                  <a:lnTo>
                    <a:pt x="2350033" y="253694"/>
                  </a:lnTo>
                  <a:lnTo>
                    <a:pt x="2371139" y="255973"/>
                  </a:lnTo>
                  <a:lnTo>
                    <a:pt x="2391865" y="25821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88901" y="5327447"/>
              <a:ext cx="2391865" cy="75797"/>
            </a:xfrm>
            <a:custGeom>
              <a:avLst/>
              <a:pathLst>
                <a:path w="2391865" h="75797">
                  <a:moveTo>
                    <a:pt x="0" y="75797"/>
                  </a:moveTo>
                  <a:lnTo>
                    <a:pt x="153593" y="70929"/>
                  </a:lnTo>
                  <a:lnTo>
                    <a:pt x="289072" y="66636"/>
                  </a:lnTo>
                  <a:lnTo>
                    <a:pt x="410263" y="62796"/>
                  </a:lnTo>
                  <a:lnTo>
                    <a:pt x="519893" y="59322"/>
                  </a:lnTo>
                  <a:lnTo>
                    <a:pt x="619977" y="56150"/>
                  </a:lnTo>
                  <a:lnTo>
                    <a:pt x="712046" y="53232"/>
                  </a:lnTo>
                  <a:lnTo>
                    <a:pt x="797288" y="50531"/>
                  </a:lnTo>
                  <a:lnTo>
                    <a:pt x="876647" y="48016"/>
                  </a:lnTo>
                  <a:lnTo>
                    <a:pt x="950882" y="45664"/>
                  </a:lnTo>
                  <a:lnTo>
                    <a:pt x="1020615" y="43454"/>
                  </a:lnTo>
                  <a:lnTo>
                    <a:pt x="1086361" y="41370"/>
                  </a:lnTo>
                  <a:lnTo>
                    <a:pt x="1148551" y="39400"/>
                  </a:lnTo>
                  <a:lnTo>
                    <a:pt x="1207551" y="37530"/>
                  </a:lnTo>
                  <a:lnTo>
                    <a:pt x="1263672" y="35752"/>
                  </a:lnTo>
                  <a:lnTo>
                    <a:pt x="1317181" y="34056"/>
                  </a:lnTo>
                  <a:lnTo>
                    <a:pt x="1368312" y="32436"/>
                  </a:lnTo>
                  <a:lnTo>
                    <a:pt x="1417266" y="30884"/>
                  </a:lnTo>
                  <a:lnTo>
                    <a:pt x="1464221" y="29396"/>
                  </a:lnTo>
                  <a:lnTo>
                    <a:pt x="1509334" y="27967"/>
                  </a:lnTo>
                  <a:lnTo>
                    <a:pt x="1552745" y="26591"/>
                  </a:lnTo>
                  <a:lnTo>
                    <a:pt x="1594576" y="25265"/>
                  </a:lnTo>
                  <a:lnTo>
                    <a:pt x="1634940" y="23986"/>
                  </a:lnTo>
                  <a:lnTo>
                    <a:pt x="1673935" y="22750"/>
                  </a:lnTo>
                  <a:lnTo>
                    <a:pt x="1711651" y="21555"/>
                  </a:lnTo>
                  <a:lnTo>
                    <a:pt x="1748170" y="20398"/>
                  </a:lnTo>
                  <a:lnTo>
                    <a:pt x="1783565" y="19276"/>
                  </a:lnTo>
                  <a:lnTo>
                    <a:pt x="1817903" y="18188"/>
                  </a:lnTo>
                  <a:lnTo>
                    <a:pt x="1851246" y="17132"/>
                  </a:lnTo>
                  <a:lnTo>
                    <a:pt x="1883649" y="16105"/>
                  </a:lnTo>
                  <a:lnTo>
                    <a:pt x="1915165" y="15106"/>
                  </a:lnTo>
                  <a:lnTo>
                    <a:pt x="1945840" y="14134"/>
                  </a:lnTo>
                  <a:lnTo>
                    <a:pt x="1975718" y="13187"/>
                  </a:lnTo>
                  <a:lnTo>
                    <a:pt x="2004840" y="12264"/>
                  </a:lnTo>
                  <a:lnTo>
                    <a:pt x="2033242" y="11364"/>
                  </a:lnTo>
                  <a:lnTo>
                    <a:pt x="2060960" y="10486"/>
                  </a:lnTo>
                  <a:lnTo>
                    <a:pt x="2088026" y="9628"/>
                  </a:lnTo>
                  <a:lnTo>
                    <a:pt x="2114470" y="8790"/>
                  </a:lnTo>
                  <a:lnTo>
                    <a:pt x="2140319" y="7971"/>
                  </a:lnTo>
                  <a:lnTo>
                    <a:pt x="2165600" y="7170"/>
                  </a:lnTo>
                  <a:lnTo>
                    <a:pt x="2190337" y="6386"/>
                  </a:lnTo>
                  <a:lnTo>
                    <a:pt x="2214554" y="5618"/>
                  </a:lnTo>
                  <a:lnTo>
                    <a:pt x="2238271" y="4867"/>
                  </a:lnTo>
                  <a:lnTo>
                    <a:pt x="2261509" y="4130"/>
                  </a:lnTo>
                  <a:lnTo>
                    <a:pt x="2284287" y="3409"/>
                  </a:lnTo>
                  <a:lnTo>
                    <a:pt x="2306623" y="2701"/>
                  </a:lnTo>
                  <a:lnTo>
                    <a:pt x="2328533" y="2006"/>
                  </a:lnTo>
                  <a:lnTo>
                    <a:pt x="2350033" y="1325"/>
                  </a:lnTo>
                  <a:lnTo>
                    <a:pt x="2371139" y="656"/>
                  </a:lnTo>
                  <a:lnTo>
                    <a:pt x="239186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88901" y="5225966"/>
              <a:ext cx="2391865" cy="330850"/>
            </a:xfrm>
            <a:custGeom>
              <a:avLst/>
              <a:pathLst>
                <a:path w="2391865" h="330850">
                  <a:moveTo>
                    <a:pt x="0" y="330850"/>
                  </a:moveTo>
                  <a:lnTo>
                    <a:pt x="153593" y="309605"/>
                  </a:lnTo>
                  <a:lnTo>
                    <a:pt x="289072" y="290865"/>
                  </a:lnTo>
                  <a:lnTo>
                    <a:pt x="410263" y="274101"/>
                  </a:lnTo>
                  <a:lnTo>
                    <a:pt x="519893" y="258937"/>
                  </a:lnTo>
                  <a:lnTo>
                    <a:pt x="619977" y="245093"/>
                  </a:lnTo>
                  <a:lnTo>
                    <a:pt x="712046" y="232358"/>
                  </a:lnTo>
                  <a:lnTo>
                    <a:pt x="797288" y="220567"/>
                  </a:lnTo>
                  <a:lnTo>
                    <a:pt x="876647" y="209589"/>
                  </a:lnTo>
                  <a:lnTo>
                    <a:pt x="950882" y="199321"/>
                  </a:lnTo>
                  <a:lnTo>
                    <a:pt x="1020615" y="189675"/>
                  </a:lnTo>
                  <a:lnTo>
                    <a:pt x="1086361" y="180581"/>
                  </a:lnTo>
                  <a:lnTo>
                    <a:pt x="1148551" y="171979"/>
                  </a:lnTo>
                  <a:lnTo>
                    <a:pt x="1207551" y="163818"/>
                  </a:lnTo>
                  <a:lnTo>
                    <a:pt x="1263672" y="156055"/>
                  </a:lnTo>
                  <a:lnTo>
                    <a:pt x="1317181" y="148653"/>
                  </a:lnTo>
                  <a:lnTo>
                    <a:pt x="1368312" y="141581"/>
                  </a:lnTo>
                  <a:lnTo>
                    <a:pt x="1417266" y="134809"/>
                  </a:lnTo>
                  <a:lnTo>
                    <a:pt x="1464221" y="128314"/>
                  </a:lnTo>
                  <a:lnTo>
                    <a:pt x="1509334" y="122074"/>
                  </a:lnTo>
                  <a:lnTo>
                    <a:pt x="1552745" y="116069"/>
                  </a:lnTo>
                  <a:lnTo>
                    <a:pt x="1594576" y="110283"/>
                  </a:lnTo>
                  <a:lnTo>
                    <a:pt x="1634940" y="104700"/>
                  </a:lnTo>
                  <a:lnTo>
                    <a:pt x="1673935" y="99306"/>
                  </a:lnTo>
                  <a:lnTo>
                    <a:pt x="1711651" y="94089"/>
                  </a:lnTo>
                  <a:lnTo>
                    <a:pt x="1748170" y="89037"/>
                  </a:lnTo>
                  <a:lnTo>
                    <a:pt x="1783565" y="84142"/>
                  </a:lnTo>
                  <a:lnTo>
                    <a:pt x="1817903" y="79392"/>
                  </a:lnTo>
                  <a:lnTo>
                    <a:pt x="1851246" y="74780"/>
                  </a:lnTo>
                  <a:lnTo>
                    <a:pt x="1883649" y="70298"/>
                  </a:lnTo>
                  <a:lnTo>
                    <a:pt x="1915165" y="65938"/>
                  </a:lnTo>
                  <a:lnTo>
                    <a:pt x="1945840" y="61695"/>
                  </a:lnTo>
                  <a:lnTo>
                    <a:pt x="1975718" y="57562"/>
                  </a:lnTo>
                  <a:lnTo>
                    <a:pt x="2004840" y="53534"/>
                  </a:lnTo>
                  <a:lnTo>
                    <a:pt x="2033242" y="49605"/>
                  </a:lnTo>
                  <a:lnTo>
                    <a:pt x="2060960" y="45771"/>
                  </a:lnTo>
                  <a:lnTo>
                    <a:pt x="2088026" y="42027"/>
                  </a:lnTo>
                  <a:lnTo>
                    <a:pt x="2114470" y="38370"/>
                  </a:lnTo>
                  <a:lnTo>
                    <a:pt x="2140319" y="34794"/>
                  </a:lnTo>
                  <a:lnTo>
                    <a:pt x="2165600" y="31297"/>
                  </a:lnTo>
                  <a:lnTo>
                    <a:pt x="2190337" y="27875"/>
                  </a:lnTo>
                  <a:lnTo>
                    <a:pt x="2214554" y="24526"/>
                  </a:lnTo>
                  <a:lnTo>
                    <a:pt x="2238271" y="21245"/>
                  </a:lnTo>
                  <a:lnTo>
                    <a:pt x="2261509" y="18031"/>
                  </a:lnTo>
                  <a:lnTo>
                    <a:pt x="2284287" y="14880"/>
                  </a:lnTo>
                  <a:lnTo>
                    <a:pt x="2306623" y="11790"/>
                  </a:lnTo>
                  <a:lnTo>
                    <a:pt x="2328533" y="8760"/>
                  </a:lnTo>
                  <a:lnTo>
                    <a:pt x="2350033" y="5786"/>
                  </a:lnTo>
                  <a:lnTo>
                    <a:pt x="2371139" y="2866"/>
                  </a:lnTo>
                  <a:lnTo>
                    <a:pt x="239186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88901" y="5098719"/>
              <a:ext cx="2391865" cy="29152"/>
            </a:xfrm>
            <a:custGeom>
              <a:avLst/>
              <a:pathLst>
                <a:path w="2391865" h="29152">
                  <a:moveTo>
                    <a:pt x="0" y="29152"/>
                  </a:moveTo>
                  <a:lnTo>
                    <a:pt x="153593" y="27280"/>
                  </a:lnTo>
                  <a:lnTo>
                    <a:pt x="289072" y="25629"/>
                  </a:lnTo>
                  <a:lnTo>
                    <a:pt x="410263" y="24152"/>
                  </a:lnTo>
                  <a:lnTo>
                    <a:pt x="519893" y="22816"/>
                  </a:lnTo>
                  <a:lnTo>
                    <a:pt x="619977" y="21596"/>
                  </a:lnTo>
                  <a:lnTo>
                    <a:pt x="712046" y="20474"/>
                  </a:lnTo>
                  <a:lnTo>
                    <a:pt x="797288" y="19435"/>
                  </a:lnTo>
                  <a:lnTo>
                    <a:pt x="876647" y="18467"/>
                  </a:lnTo>
                  <a:lnTo>
                    <a:pt x="950882" y="17563"/>
                  </a:lnTo>
                  <a:lnTo>
                    <a:pt x="1020615" y="16713"/>
                  </a:lnTo>
                  <a:lnTo>
                    <a:pt x="1086361" y="15911"/>
                  </a:lnTo>
                  <a:lnTo>
                    <a:pt x="1148551" y="15153"/>
                  </a:lnTo>
                  <a:lnTo>
                    <a:pt x="1207551" y="14434"/>
                  </a:lnTo>
                  <a:lnTo>
                    <a:pt x="1263672" y="13750"/>
                  </a:lnTo>
                  <a:lnTo>
                    <a:pt x="1317181" y="13098"/>
                  </a:lnTo>
                  <a:lnTo>
                    <a:pt x="1368312" y="12475"/>
                  </a:lnTo>
                  <a:lnTo>
                    <a:pt x="1417266" y="11878"/>
                  </a:lnTo>
                  <a:lnTo>
                    <a:pt x="1464221" y="11306"/>
                  </a:lnTo>
                  <a:lnTo>
                    <a:pt x="1509334" y="10756"/>
                  </a:lnTo>
                  <a:lnTo>
                    <a:pt x="1552745" y="10227"/>
                  </a:lnTo>
                  <a:lnTo>
                    <a:pt x="1594576" y="9717"/>
                  </a:lnTo>
                  <a:lnTo>
                    <a:pt x="1634940" y="9225"/>
                  </a:lnTo>
                  <a:lnTo>
                    <a:pt x="1673935" y="8750"/>
                  </a:lnTo>
                  <a:lnTo>
                    <a:pt x="1711651" y="8290"/>
                  </a:lnTo>
                  <a:lnTo>
                    <a:pt x="1748170" y="7845"/>
                  </a:lnTo>
                  <a:lnTo>
                    <a:pt x="1783565" y="7414"/>
                  </a:lnTo>
                  <a:lnTo>
                    <a:pt x="1817903" y="6995"/>
                  </a:lnTo>
                  <a:lnTo>
                    <a:pt x="1851246" y="6589"/>
                  </a:lnTo>
                  <a:lnTo>
                    <a:pt x="1883649" y="6194"/>
                  </a:lnTo>
                  <a:lnTo>
                    <a:pt x="1915165" y="5810"/>
                  </a:lnTo>
                  <a:lnTo>
                    <a:pt x="1945840" y="5436"/>
                  </a:lnTo>
                  <a:lnTo>
                    <a:pt x="1975718" y="5072"/>
                  </a:lnTo>
                  <a:lnTo>
                    <a:pt x="2004840" y="4717"/>
                  </a:lnTo>
                  <a:lnTo>
                    <a:pt x="2033242" y="4371"/>
                  </a:lnTo>
                  <a:lnTo>
                    <a:pt x="2060960" y="4033"/>
                  </a:lnTo>
                  <a:lnTo>
                    <a:pt x="2088026" y="3703"/>
                  </a:lnTo>
                  <a:lnTo>
                    <a:pt x="2114470" y="3380"/>
                  </a:lnTo>
                  <a:lnTo>
                    <a:pt x="2140319" y="3065"/>
                  </a:lnTo>
                  <a:lnTo>
                    <a:pt x="2165600" y="2757"/>
                  </a:lnTo>
                  <a:lnTo>
                    <a:pt x="2190337" y="2456"/>
                  </a:lnTo>
                  <a:lnTo>
                    <a:pt x="2214554" y="2161"/>
                  </a:lnTo>
                  <a:lnTo>
                    <a:pt x="2238271" y="1872"/>
                  </a:lnTo>
                  <a:lnTo>
                    <a:pt x="2261509" y="1588"/>
                  </a:lnTo>
                  <a:lnTo>
                    <a:pt x="2284287" y="1311"/>
                  </a:lnTo>
                  <a:lnTo>
                    <a:pt x="2306623" y="1038"/>
                  </a:lnTo>
                  <a:lnTo>
                    <a:pt x="2328533" y="771"/>
                  </a:lnTo>
                  <a:lnTo>
                    <a:pt x="2350033" y="509"/>
                  </a:lnTo>
                  <a:lnTo>
                    <a:pt x="2371139" y="252"/>
                  </a:lnTo>
                  <a:lnTo>
                    <a:pt x="239186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88901" y="5054382"/>
              <a:ext cx="2391865" cy="248527"/>
            </a:xfrm>
            <a:custGeom>
              <a:avLst/>
              <a:pathLst>
                <a:path w="2391865" h="248527">
                  <a:moveTo>
                    <a:pt x="0" y="248527"/>
                  </a:moveTo>
                  <a:lnTo>
                    <a:pt x="153593" y="232568"/>
                  </a:lnTo>
                  <a:lnTo>
                    <a:pt x="289072" y="218491"/>
                  </a:lnTo>
                  <a:lnTo>
                    <a:pt x="410263" y="205899"/>
                  </a:lnTo>
                  <a:lnTo>
                    <a:pt x="519893" y="194508"/>
                  </a:lnTo>
                  <a:lnTo>
                    <a:pt x="619977" y="184108"/>
                  </a:lnTo>
                  <a:lnTo>
                    <a:pt x="712046" y="174542"/>
                  </a:lnTo>
                  <a:lnTo>
                    <a:pt x="797288" y="165685"/>
                  </a:lnTo>
                  <a:lnTo>
                    <a:pt x="876647" y="157439"/>
                  </a:lnTo>
                  <a:lnTo>
                    <a:pt x="950882" y="149725"/>
                  </a:lnTo>
                  <a:lnTo>
                    <a:pt x="1020615" y="142480"/>
                  </a:lnTo>
                  <a:lnTo>
                    <a:pt x="1086361" y="135648"/>
                  </a:lnTo>
                  <a:lnTo>
                    <a:pt x="1148551" y="129187"/>
                  </a:lnTo>
                  <a:lnTo>
                    <a:pt x="1207551" y="123056"/>
                  </a:lnTo>
                  <a:lnTo>
                    <a:pt x="1263672" y="117225"/>
                  </a:lnTo>
                  <a:lnTo>
                    <a:pt x="1317181" y="111665"/>
                  </a:lnTo>
                  <a:lnTo>
                    <a:pt x="1368312" y="106352"/>
                  </a:lnTo>
                  <a:lnTo>
                    <a:pt x="1417266" y="101266"/>
                  </a:lnTo>
                  <a:lnTo>
                    <a:pt x="1464221" y="96387"/>
                  </a:lnTo>
                  <a:lnTo>
                    <a:pt x="1509334" y="91699"/>
                  </a:lnTo>
                  <a:lnTo>
                    <a:pt x="1552745" y="87189"/>
                  </a:lnTo>
                  <a:lnTo>
                    <a:pt x="1594576" y="82842"/>
                  </a:lnTo>
                  <a:lnTo>
                    <a:pt x="1634940" y="78648"/>
                  </a:lnTo>
                  <a:lnTo>
                    <a:pt x="1673935" y="74596"/>
                  </a:lnTo>
                  <a:lnTo>
                    <a:pt x="1711651" y="70677"/>
                  </a:lnTo>
                  <a:lnTo>
                    <a:pt x="1748170" y="66883"/>
                  </a:lnTo>
                  <a:lnTo>
                    <a:pt x="1783565" y="63205"/>
                  </a:lnTo>
                  <a:lnTo>
                    <a:pt x="1817903" y="59637"/>
                  </a:lnTo>
                  <a:lnTo>
                    <a:pt x="1851246" y="56173"/>
                  </a:lnTo>
                  <a:lnTo>
                    <a:pt x="1883649" y="52806"/>
                  </a:lnTo>
                  <a:lnTo>
                    <a:pt x="1915165" y="49531"/>
                  </a:lnTo>
                  <a:lnTo>
                    <a:pt x="1945840" y="46344"/>
                  </a:lnTo>
                  <a:lnTo>
                    <a:pt x="1975718" y="43239"/>
                  </a:lnTo>
                  <a:lnTo>
                    <a:pt x="2004840" y="40214"/>
                  </a:lnTo>
                  <a:lnTo>
                    <a:pt x="2033242" y="37262"/>
                  </a:lnTo>
                  <a:lnTo>
                    <a:pt x="2060960" y="34382"/>
                  </a:lnTo>
                  <a:lnTo>
                    <a:pt x="2088026" y="31570"/>
                  </a:lnTo>
                  <a:lnTo>
                    <a:pt x="2114470" y="28822"/>
                  </a:lnTo>
                  <a:lnTo>
                    <a:pt x="2140319" y="26136"/>
                  </a:lnTo>
                  <a:lnTo>
                    <a:pt x="2165600" y="23510"/>
                  </a:lnTo>
                  <a:lnTo>
                    <a:pt x="2190337" y="20939"/>
                  </a:lnTo>
                  <a:lnTo>
                    <a:pt x="2214554" y="18423"/>
                  </a:lnTo>
                  <a:lnTo>
                    <a:pt x="2238271" y="15959"/>
                  </a:lnTo>
                  <a:lnTo>
                    <a:pt x="2261509" y="13544"/>
                  </a:lnTo>
                  <a:lnTo>
                    <a:pt x="2284287" y="11177"/>
                  </a:lnTo>
                  <a:lnTo>
                    <a:pt x="2306623" y="8857"/>
                  </a:lnTo>
                  <a:lnTo>
                    <a:pt x="2328533" y="6580"/>
                  </a:lnTo>
                  <a:lnTo>
                    <a:pt x="2350033" y="4346"/>
                  </a:lnTo>
                  <a:lnTo>
                    <a:pt x="2371139" y="2153"/>
                  </a:lnTo>
                  <a:lnTo>
                    <a:pt x="239186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88901" y="5091448"/>
              <a:ext cx="2391865" cy="245508"/>
            </a:xfrm>
            <a:custGeom>
              <a:avLst/>
              <a:pathLst>
                <a:path w="2391865" h="245508">
                  <a:moveTo>
                    <a:pt x="0" y="245508"/>
                  </a:moveTo>
                  <a:lnTo>
                    <a:pt x="153593" y="229743"/>
                  </a:lnTo>
                  <a:lnTo>
                    <a:pt x="289072" y="215837"/>
                  </a:lnTo>
                  <a:lnTo>
                    <a:pt x="410263" y="203397"/>
                  </a:lnTo>
                  <a:lnTo>
                    <a:pt x="519893" y="192144"/>
                  </a:lnTo>
                  <a:lnTo>
                    <a:pt x="619977" y="181871"/>
                  </a:lnTo>
                  <a:lnTo>
                    <a:pt x="712046" y="172421"/>
                  </a:lnTo>
                  <a:lnTo>
                    <a:pt x="797288" y="163672"/>
                  </a:lnTo>
                  <a:lnTo>
                    <a:pt x="876647" y="155526"/>
                  </a:lnTo>
                  <a:lnTo>
                    <a:pt x="950882" y="147906"/>
                  </a:lnTo>
                  <a:lnTo>
                    <a:pt x="1020615" y="140749"/>
                  </a:lnTo>
                  <a:lnTo>
                    <a:pt x="1086361" y="134000"/>
                  </a:lnTo>
                  <a:lnTo>
                    <a:pt x="1148551" y="127617"/>
                  </a:lnTo>
                  <a:lnTo>
                    <a:pt x="1207551" y="121561"/>
                  </a:lnTo>
                  <a:lnTo>
                    <a:pt x="1263672" y="115801"/>
                  </a:lnTo>
                  <a:lnTo>
                    <a:pt x="1317181" y="110308"/>
                  </a:lnTo>
                  <a:lnTo>
                    <a:pt x="1368312" y="105060"/>
                  </a:lnTo>
                  <a:lnTo>
                    <a:pt x="1417266" y="100035"/>
                  </a:lnTo>
                  <a:lnTo>
                    <a:pt x="1464221" y="95216"/>
                  </a:lnTo>
                  <a:lnTo>
                    <a:pt x="1509334" y="90585"/>
                  </a:lnTo>
                  <a:lnTo>
                    <a:pt x="1552745" y="86129"/>
                  </a:lnTo>
                  <a:lnTo>
                    <a:pt x="1594576" y="81836"/>
                  </a:lnTo>
                  <a:lnTo>
                    <a:pt x="1634940" y="77693"/>
                  </a:lnTo>
                  <a:lnTo>
                    <a:pt x="1673935" y="73690"/>
                  </a:lnTo>
                  <a:lnTo>
                    <a:pt x="1711651" y="69819"/>
                  </a:lnTo>
                  <a:lnTo>
                    <a:pt x="1748170" y="66070"/>
                  </a:lnTo>
                  <a:lnTo>
                    <a:pt x="1783565" y="62437"/>
                  </a:lnTo>
                  <a:lnTo>
                    <a:pt x="1817903" y="58913"/>
                  </a:lnTo>
                  <a:lnTo>
                    <a:pt x="1851246" y="55490"/>
                  </a:lnTo>
                  <a:lnTo>
                    <a:pt x="1883649" y="52164"/>
                  </a:lnTo>
                  <a:lnTo>
                    <a:pt x="1915165" y="48929"/>
                  </a:lnTo>
                  <a:lnTo>
                    <a:pt x="1945840" y="45781"/>
                  </a:lnTo>
                  <a:lnTo>
                    <a:pt x="1975718" y="42714"/>
                  </a:lnTo>
                  <a:lnTo>
                    <a:pt x="2004840" y="39725"/>
                  </a:lnTo>
                  <a:lnTo>
                    <a:pt x="2033242" y="36810"/>
                  </a:lnTo>
                  <a:lnTo>
                    <a:pt x="2060960" y="33965"/>
                  </a:lnTo>
                  <a:lnTo>
                    <a:pt x="2088026" y="31186"/>
                  </a:lnTo>
                  <a:lnTo>
                    <a:pt x="2114470" y="28472"/>
                  </a:lnTo>
                  <a:lnTo>
                    <a:pt x="2140319" y="25819"/>
                  </a:lnTo>
                  <a:lnTo>
                    <a:pt x="2165600" y="23224"/>
                  </a:lnTo>
                  <a:lnTo>
                    <a:pt x="2190337" y="20685"/>
                  </a:lnTo>
                  <a:lnTo>
                    <a:pt x="2214554" y="18199"/>
                  </a:lnTo>
                  <a:lnTo>
                    <a:pt x="2238271" y="15765"/>
                  </a:lnTo>
                  <a:lnTo>
                    <a:pt x="2261509" y="13380"/>
                  </a:lnTo>
                  <a:lnTo>
                    <a:pt x="2284287" y="11042"/>
                  </a:lnTo>
                  <a:lnTo>
                    <a:pt x="2306623" y="8749"/>
                  </a:lnTo>
                  <a:lnTo>
                    <a:pt x="2328533" y="6500"/>
                  </a:lnTo>
                  <a:lnTo>
                    <a:pt x="2350033" y="4293"/>
                  </a:lnTo>
                  <a:lnTo>
                    <a:pt x="2371139" y="2127"/>
                  </a:lnTo>
                  <a:lnTo>
                    <a:pt x="239186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488901" y="5373777"/>
              <a:ext cx="2391865" cy="184348"/>
            </a:xfrm>
            <a:custGeom>
              <a:avLst/>
              <a:pathLst>
                <a:path w="2391865" h="184348">
                  <a:moveTo>
                    <a:pt x="0" y="0"/>
                  </a:moveTo>
                  <a:lnTo>
                    <a:pt x="153593" y="11837"/>
                  </a:lnTo>
                  <a:lnTo>
                    <a:pt x="289072" y="22279"/>
                  </a:lnTo>
                  <a:lnTo>
                    <a:pt x="410263" y="31620"/>
                  </a:lnTo>
                  <a:lnTo>
                    <a:pt x="519893" y="40069"/>
                  </a:lnTo>
                  <a:lnTo>
                    <a:pt x="619977" y="47783"/>
                  </a:lnTo>
                  <a:lnTo>
                    <a:pt x="712046" y="54879"/>
                  </a:lnTo>
                  <a:lnTo>
                    <a:pt x="797288" y="61449"/>
                  </a:lnTo>
                  <a:lnTo>
                    <a:pt x="876647" y="67565"/>
                  </a:lnTo>
                  <a:lnTo>
                    <a:pt x="950882" y="73287"/>
                  </a:lnTo>
                  <a:lnTo>
                    <a:pt x="1020615" y="78662"/>
                  </a:lnTo>
                  <a:lnTo>
                    <a:pt x="1086361" y="83729"/>
                  </a:lnTo>
                  <a:lnTo>
                    <a:pt x="1148551" y="88522"/>
                  </a:lnTo>
                  <a:lnTo>
                    <a:pt x="1207551" y="93069"/>
                  </a:lnTo>
                  <a:lnTo>
                    <a:pt x="1263672" y="97395"/>
                  </a:lnTo>
                  <a:lnTo>
                    <a:pt x="1317181" y="101519"/>
                  </a:lnTo>
                  <a:lnTo>
                    <a:pt x="1368312" y="105460"/>
                  </a:lnTo>
                  <a:lnTo>
                    <a:pt x="1417266" y="109233"/>
                  </a:lnTo>
                  <a:lnTo>
                    <a:pt x="1464221" y="112852"/>
                  </a:lnTo>
                  <a:lnTo>
                    <a:pt x="1509334" y="116329"/>
                  </a:lnTo>
                  <a:lnTo>
                    <a:pt x="1552745" y="119675"/>
                  </a:lnTo>
                  <a:lnTo>
                    <a:pt x="1594576" y="122899"/>
                  </a:lnTo>
                  <a:lnTo>
                    <a:pt x="1634940" y="126010"/>
                  </a:lnTo>
                  <a:lnTo>
                    <a:pt x="1673935" y="129015"/>
                  </a:lnTo>
                  <a:lnTo>
                    <a:pt x="1711651" y="131922"/>
                  </a:lnTo>
                  <a:lnTo>
                    <a:pt x="1748170" y="134737"/>
                  </a:lnTo>
                  <a:lnTo>
                    <a:pt x="1783565" y="137465"/>
                  </a:lnTo>
                  <a:lnTo>
                    <a:pt x="1817903" y="140111"/>
                  </a:lnTo>
                  <a:lnTo>
                    <a:pt x="1851246" y="142681"/>
                  </a:lnTo>
                  <a:lnTo>
                    <a:pt x="1883649" y="145178"/>
                  </a:lnTo>
                  <a:lnTo>
                    <a:pt x="1915165" y="147607"/>
                  </a:lnTo>
                  <a:lnTo>
                    <a:pt x="1945840" y="149972"/>
                  </a:lnTo>
                  <a:lnTo>
                    <a:pt x="1975718" y="152274"/>
                  </a:lnTo>
                  <a:lnTo>
                    <a:pt x="2004840" y="154519"/>
                  </a:lnTo>
                  <a:lnTo>
                    <a:pt x="2033242" y="156708"/>
                  </a:lnTo>
                  <a:lnTo>
                    <a:pt x="2060960" y="158844"/>
                  </a:lnTo>
                  <a:lnTo>
                    <a:pt x="2088026" y="160930"/>
                  </a:lnTo>
                  <a:lnTo>
                    <a:pt x="2114470" y="162968"/>
                  </a:lnTo>
                  <a:lnTo>
                    <a:pt x="2140319" y="164961"/>
                  </a:lnTo>
                  <a:lnTo>
                    <a:pt x="2165600" y="166909"/>
                  </a:lnTo>
                  <a:lnTo>
                    <a:pt x="2190337" y="168816"/>
                  </a:lnTo>
                  <a:lnTo>
                    <a:pt x="2214554" y="170682"/>
                  </a:lnTo>
                  <a:lnTo>
                    <a:pt x="2238271" y="172510"/>
                  </a:lnTo>
                  <a:lnTo>
                    <a:pt x="2261509" y="174301"/>
                  </a:lnTo>
                  <a:lnTo>
                    <a:pt x="2284287" y="176057"/>
                  </a:lnTo>
                  <a:lnTo>
                    <a:pt x="2306623" y="177778"/>
                  </a:lnTo>
                  <a:lnTo>
                    <a:pt x="2328533" y="179467"/>
                  </a:lnTo>
                  <a:lnTo>
                    <a:pt x="2350033" y="181124"/>
                  </a:lnTo>
                  <a:lnTo>
                    <a:pt x="2371139" y="182751"/>
                  </a:lnTo>
                  <a:lnTo>
                    <a:pt x="2391865" y="18434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488901" y="5326917"/>
              <a:ext cx="2391865" cy="102697"/>
            </a:xfrm>
            <a:custGeom>
              <a:avLst/>
              <a:pathLst>
                <a:path w="2391865" h="102697">
                  <a:moveTo>
                    <a:pt x="0" y="0"/>
                  </a:moveTo>
                  <a:lnTo>
                    <a:pt x="153593" y="6594"/>
                  </a:lnTo>
                  <a:lnTo>
                    <a:pt x="289072" y="12411"/>
                  </a:lnTo>
                  <a:lnTo>
                    <a:pt x="410263" y="17615"/>
                  </a:lnTo>
                  <a:lnTo>
                    <a:pt x="519893" y="22322"/>
                  </a:lnTo>
                  <a:lnTo>
                    <a:pt x="619977" y="26619"/>
                  </a:lnTo>
                  <a:lnTo>
                    <a:pt x="712046" y="30572"/>
                  </a:lnTo>
                  <a:lnTo>
                    <a:pt x="797288" y="34232"/>
                  </a:lnTo>
                  <a:lnTo>
                    <a:pt x="876647" y="37639"/>
                  </a:lnTo>
                  <a:lnTo>
                    <a:pt x="950882" y="40827"/>
                  </a:lnTo>
                  <a:lnTo>
                    <a:pt x="1020615" y="43821"/>
                  </a:lnTo>
                  <a:lnTo>
                    <a:pt x="1086361" y="46644"/>
                  </a:lnTo>
                  <a:lnTo>
                    <a:pt x="1148551" y="49314"/>
                  </a:lnTo>
                  <a:lnTo>
                    <a:pt x="1207551" y="51847"/>
                  </a:lnTo>
                  <a:lnTo>
                    <a:pt x="1263672" y="54257"/>
                  </a:lnTo>
                  <a:lnTo>
                    <a:pt x="1317181" y="56554"/>
                  </a:lnTo>
                  <a:lnTo>
                    <a:pt x="1368312" y="58750"/>
                  </a:lnTo>
                  <a:lnTo>
                    <a:pt x="1417266" y="60851"/>
                  </a:lnTo>
                  <a:lnTo>
                    <a:pt x="1464221" y="62867"/>
                  </a:lnTo>
                  <a:lnTo>
                    <a:pt x="1509334" y="64804"/>
                  </a:lnTo>
                  <a:lnTo>
                    <a:pt x="1552745" y="66668"/>
                  </a:lnTo>
                  <a:lnTo>
                    <a:pt x="1594576" y="68464"/>
                  </a:lnTo>
                  <a:lnTo>
                    <a:pt x="1634940" y="70198"/>
                  </a:lnTo>
                  <a:lnTo>
                    <a:pt x="1673935" y="71872"/>
                  </a:lnTo>
                  <a:lnTo>
                    <a:pt x="1711651" y="73491"/>
                  </a:lnTo>
                  <a:lnTo>
                    <a:pt x="1748170" y="75059"/>
                  </a:lnTo>
                  <a:lnTo>
                    <a:pt x="1783565" y="76579"/>
                  </a:lnTo>
                  <a:lnTo>
                    <a:pt x="1817903" y="78053"/>
                  </a:lnTo>
                  <a:lnTo>
                    <a:pt x="1851246" y="79485"/>
                  </a:lnTo>
                  <a:lnTo>
                    <a:pt x="1883649" y="80876"/>
                  </a:lnTo>
                  <a:lnTo>
                    <a:pt x="1915165" y="82229"/>
                  </a:lnTo>
                  <a:lnTo>
                    <a:pt x="1945840" y="83546"/>
                  </a:lnTo>
                  <a:lnTo>
                    <a:pt x="1975718" y="84829"/>
                  </a:lnTo>
                  <a:lnTo>
                    <a:pt x="2004840" y="86080"/>
                  </a:lnTo>
                  <a:lnTo>
                    <a:pt x="2033242" y="87299"/>
                  </a:lnTo>
                  <a:lnTo>
                    <a:pt x="2060960" y="88489"/>
                  </a:lnTo>
                  <a:lnTo>
                    <a:pt x="2088026" y="89651"/>
                  </a:lnTo>
                  <a:lnTo>
                    <a:pt x="2114470" y="90787"/>
                  </a:lnTo>
                  <a:lnTo>
                    <a:pt x="2140319" y="91897"/>
                  </a:lnTo>
                  <a:lnTo>
                    <a:pt x="2165600" y="92982"/>
                  </a:lnTo>
                  <a:lnTo>
                    <a:pt x="2190337" y="94044"/>
                  </a:lnTo>
                  <a:lnTo>
                    <a:pt x="2214554" y="95084"/>
                  </a:lnTo>
                  <a:lnTo>
                    <a:pt x="2238271" y="96102"/>
                  </a:lnTo>
                  <a:lnTo>
                    <a:pt x="2261509" y="97100"/>
                  </a:lnTo>
                  <a:lnTo>
                    <a:pt x="2284287" y="98078"/>
                  </a:lnTo>
                  <a:lnTo>
                    <a:pt x="2306623" y="99037"/>
                  </a:lnTo>
                  <a:lnTo>
                    <a:pt x="2328533" y="99978"/>
                  </a:lnTo>
                  <a:lnTo>
                    <a:pt x="2350033" y="100901"/>
                  </a:lnTo>
                  <a:lnTo>
                    <a:pt x="2371139" y="101807"/>
                  </a:lnTo>
                  <a:lnTo>
                    <a:pt x="2391865" y="10269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7" name="rc486"/>
            <p:cNvSpPr/>
            <p:nvPr/>
          </p:nvSpPr>
          <p:spPr>
            <a:xfrm>
              <a:off x="1310032" y="4530063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310032" y="4530063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583293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40466" y="543265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140466" y="503237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2" name="tx491"/>
            <p:cNvSpPr/>
            <p:nvPr/>
          </p:nvSpPr>
          <p:spPr>
            <a:xfrm rot="-5400000">
              <a:off x="1140466" y="463208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3" name="pl492"/>
            <p:cNvSpPr/>
            <p:nvPr/>
          </p:nvSpPr>
          <p:spPr>
            <a:xfrm>
              <a:off x="1281564" y="58693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281564" y="54690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281564" y="50688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281564" y="46685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310032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1488901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286189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083478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3880766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tx501"/>
            <p:cNvSpPr/>
            <p:nvPr/>
          </p:nvSpPr>
          <p:spPr>
            <a:xfrm>
              <a:off x="1460646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2257934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055223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3852511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6" name="tx505"/>
            <p:cNvSpPr/>
            <p:nvPr/>
          </p:nvSpPr>
          <p:spPr>
            <a:xfrm>
              <a:off x="2422335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7" name="tx506"/>
            <p:cNvSpPr/>
            <p:nvPr/>
          </p:nvSpPr>
          <p:spPr>
            <a:xfrm rot="-5400000">
              <a:off x="934284" y="520379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8" name="tx507"/>
            <p:cNvSpPr/>
            <p:nvPr/>
          </p:nvSpPr>
          <p:spPr>
            <a:xfrm>
              <a:off x="1310032" y="4353523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9" name="rc508"/>
            <p:cNvSpPr/>
            <p:nvPr/>
          </p:nvSpPr>
          <p:spPr>
            <a:xfrm>
              <a:off x="4186450" y="4530063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66547" y="53481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287331" y="52720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87136" y="533246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09910" y="564584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311315" y="56069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283228" y="556209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293233" y="509306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380419" y="53681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383745" y="558548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357424" y="52473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47244" y="58752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24776" y="549502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083323" y="52797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86749" y="57358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76116" y="54124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91548" y="50253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69952" y="54506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93325" y="55170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18431" y="52603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84767" y="56084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42440" y="52028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84554" y="55708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36664" y="51738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41790" y="48207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64422" y="50960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85614" y="51440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139186" y="526545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154299" y="554927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914104" y="532245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20260" y="53800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49688" y="55876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96272" y="514467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897655" y="538132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70530" y="51666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80344" y="47090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88426" y="54389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54071" y="52612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73629" y="45673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25944" y="52680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82283" y="53814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75570" y="51420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65281" y="50708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39793" y="49352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24232" y="54802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91650" y="551324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10027" y="57162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985183" y="53115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987871" y="52311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713936" y="52779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35607" y="54054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721370" y="548073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22143" y="551756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89448" y="53191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709014" y="52550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25165" y="5479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728019" y="51873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19295" y="55548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87874" y="53993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743775" y="53252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74055" y="54112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11683" y="53685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83481" y="56736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80255" y="538957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46886" y="54085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99038" y="529172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761065" y="53190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72772" y="569037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759320" y="528655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717508" y="51711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698822" y="51999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768092" y="55073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767855" y="55772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364996" y="5386047"/>
              <a:ext cx="2397044" cy="4890"/>
            </a:xfrm>
            <a:custGeom>
              <a:avLst/>
              <a:pathLst>
                <a:path w="2397044" h="4890">
                  <a:moveTo>
                    <a:pt x="0" y="0"/>
                  </a:moveTo>
                  <a:lnTo>
                    <a:pt x="153926" y="314"/>
                  </a:lnTo>
                  <a:lnTo>
                    <a:pt x="289698" y="591"/>
                  </a:lnTo>
                  <a:lnTo>
                    <a:pt x="411151" y="838"/>
                  </a:lnTo>
                  <a:lnTo>
                    <a:pt x="521018" y="1063"/>
                  </a:lnTo>
                  <a:lnTo>
                    <a:pt x="621320" y="1267"/>
                  </a:lnTo>
                  <a:lnTo>
                    <a:pt x="713588" y="1455"/>
                  </a:lnTo>
                  <a:lnTo>
                    <a:pt x="799014" y="1630"/>
                  </a:lnTo>
                  <a:lnTo>
                    <a:pt x="878545" y="1792"/>
                  </a:lnTo>
                  <a:lnTo>
                    <a:pt x="952941" y="1944"/>
                  </a:lnTo>
                  <a:lnTo>
                    <a:pt x="1022825" y="2086"/>
                  </a:lnTo>
                  <a:lnTo>
                    <a:pt x="1088713" y="2221"/>
                  </a:lnTo>
                  <a:lnTo>
                    <a:pt x="1151038" y="2348"/>
                  </a:lnTo>
                  <a:lnTo>
                    <a:pt x="1210166" y="2469"/>
                  </a:lnTo>
                  <a:lnTo>
                    <a:pt x="1266408" y="2583"/>
                  </a:lnTo>
                  <a:lnTo>
                    <a:pt x="1320033" y="2693"/>
                  </a:lnTo>
                  <a:lnTo>
                    <a:pt x="1371274" y="2797"/>
                  </a:lnTo>
                  <a:lnTo>
                    <a:pt x="1420334" y="2897"/>
                  </a:lnTo>
                  <a:lnTo>
                    <a:pt x="1467391" y="2993"/>
                  </a:lnTo>
                  <a:lnTo>
                    <a:pt x="1512602" y="3086"/>
                  </a:lnTo>
                  <a:lnTo>
                    <a:pt x="1556107" y="3174"/>
                  </a:lnTo>
                  <a:lnTo>
                    <a:pt x="1598029" y="3260"/>
                  </a:lnTo>
                  <a:lnTo>
                    <a:pt x="1638480" y="3342"/>
                  </a:lnTo>
                  <a:lnTo>
                    <a:pt x="1677560" y="3422"/>
                  </a:lnTo>
                  <a:lnTo>
                    <a:pt x="1715358" y="3499"/>
                  </a:lnTo>
                  <a:lnTo>
                    <a:pt x="1751956" y="3574"/>
                  </a:lnTo>
                  <a:lnTo>
                    <a:pt x="1787427" y="3646"/>
                  </a:lnTo>
                  <a:lnTo>
                    <a:pt x="1821840" y="3717"/>
                  </a:lnTo>
                  <a:lnTo>
                    <a:pt x="1855255" y="3785"/>
                  </a:lnTo>
                  <a:lnTo>
                    <a:pt x="1887728" y="3851"/>
                  </a:lnTo>
                  <a:lnTo>
                    <a:pt x="1919312" y="3915"/>
                  </a:lnTo>
                  <a:lnTo>
                    <a:pt x="1950053" y="3978"/>
                  </a:lnTo>
                  <a:lnTo>
                    <a:pt x="1979996" y="4039"/>
                  </a:lnTo>
                  <a:lnTo>
                    <a:pt x="2009181" y="4099"/>
                  </a:lnTo>
                  <a:lnTo>
                    <a:pt x="2037645" y="4157"/>
                  </a:lnTo>
                  <a:lnTo>
                    <a:pt x="2065423" y="4213"/>
                  </a:lnTo>
                  <a:lnTo>
                    <a:pt x="2092547" y="4269"/>
                  </a:lnTo>
                  <a:lnTo>
                    <a:pt x="2119048" y="4323"/>
                  </a:lnTo>
                  <a:lnTo>
                    <a:pt x="2144954" y="4376"/>
                  </a:lnTo>
                  <a:lnTo>
                    <a:pt x="2170289" y="4427"/>
                  </a:lnTo>
                  <a:lnTo>
                    <a:pt x="2195080" y="4478"/>
                  </a:lnTo>
                  <a:lnTo>
                    <a:pt x="2219349" y="4528"/>
                  </a:lnTo>
                  <a:lnTo>
                    <a:pt x="2243118" y="4576"/>
                  </a:lnTo>
                  <a:lnTo>
                    <a:pt x="2266406" y="4624"/>
                  </a:lnTo>
                  <a:lnTo>
                    <a:pt x="2289233" y="4670"/>
                  </a:lnTo>
                  <a:lnTo>
                    <a:pt x="2311617" y="4716"/>
                  </a:lnTo>
                  <a:lnTo>
                    <a:pt x="2333575" y="4761"/>
                  </a:lnTo>
                  <a:lnTo>
                    <a:pt x="2355122" y="4805"/>
                  </a:lnTo>
                  <a:lnTo>
                    <a:pt x="2376274" y="4848"/>
                  </a:lnTo>
                  <a:lnTo>
                    <a:pt x="2397044" y="489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364996" y="5164148"/>
              <a:ext cx="2397044" cy="103597"/>
            </a:xfrm>
            <a:custGeom>
              <a:avLst/>
              <a:pathLst>
                <a:path w="2397044" h="103597">
                  <a:moveTo>
                    <a:pt x="0" y="0"/>
                  </a:moveTo>
                  <a:lnTo>
                    <a:pt x="153926" y="6652"/>
                  </a:lnTo>
                  <a:lnTo>
                    <a:pt x="289698" y="12520"/>
                  </a:lnTo>
                  <a:lnTo>
                    <a:pt x="411151" y="17769"/>
                  </a:lnTo>
                  <a:lnTo>
                    <a:pt x="521018" y="22517"/>
                  </a:lnTo>
                  <a:lnTo>
                    <a:pt x="621320" y="26852"/>
                  </a:lnTo>
                  <a:lnTo>
                    <a:pt x="713588" y="30840"/>
                  </a:lnTo>
                  <a:lnTo>
                    <a:pt x="799014" y="34532"/>
                  </a:lnTo>
                  <a:lnTo>
                    <a:pt x="878545" y="37969"/>
                  </a:lnTo>
                  <a:lnTo>
                    <a:pt x="952941" y="41185"/>
                  </a:lnTo>
                  <a:lnTo>
                    <a:pt x="1022825" y="44205"/>
                  </a:lnTo>
                  <a:lnTo>
                    <a:pt x="1088713" y="47052"/>
                  </a:lnTo>
                  <a:lnTo>
                    <a:pt x="1151038" y="49746"/>
                  </a:lnTo>
                  <a:lnTo>
                    <a:pt x="1210166" y="52302"/>
                  </a:lnTo>
                  <a:lnTo>
                    <a:pt x="1266408" y="54732"/>
                  </a:lnTo>
                  <a:lnTo>
                    <a:pt x="1320033" y="57050"/>
                  </a:lnTo>
                  <a:lnTo>
                    <a:pt x="1371274" y="59264"/>
                  </a:lnTo>
                  <a:lnTo>
                    <a:pt x="1420334" y="61385"/>
                  </a:lnTo>
                  <a:lnTo>
                    <a:pt x="1467391" y="63418"/>
                  </a:lnTo>
                  <a:lnTo>
                    <a:pt x="1512602" y="65372"/>
                  </a:lnTo>
                  <a:lnTo>
                    <a:pt x="1556107" y="67253"/>
                  </a:lnTo>
                  <a:lnTo>
                    <a:pt x="1598029" y="69065"/>
                  </a:lnTo>
                  <a:lnTo>
                    <a:pt x="1638480" y="70813"/>
                  </a:lnTo>
                  <a:lnTo>
                    <a:pt x="1677560" y="72502"/>
                  </a:lnTo>
                  <a:lnTo>
                    <a:pt x="1715358" y="74135"/>
                  </a:lnTo>
                  <a:lnTo>
                    <a:pt x="1751956" y="75717"/>
                  </a:lnTo>
                  <a:lnTo>
                    <a:pt x="1787427" y="77250"/>
                  </a:lnTo>
                  <a:lnTo>
                    <a:pt x="1821840" y="78737"/>
                  </a:lnTo>
                  <a:lnTo>
                    <a:pt x="1855255" y="80181"/>
                  </a:lnTo>
                  <a:lnTo>
                    <a:pt x="1887728" y="81585"/>
                  </a:lnTo>
                  <a:lnTo>
                    <a:pt x="1919312" y="82950"/>
                  </a:lnTo>
                  <a:lnTo>
                    <a:pt x="1950053" y="84279"/>
                  </a:lnTo>
                  <a:lnTo>
                    <a:pt x="1979996" y="85573"/>
                  </a:lnTo>
                  <a:lnTo>
                    <a:pt x="2009181" y="86834"/>
                  </a:lnTo>
                  <a:lnTo>
                    <a:pt x="2037645" y="88064"/>
                  </a:lnTo>
                  <a:lnTo>
                    <a:pt x="2065423" y="89265"/>
                  </a:lnTo>
                  <a:lnTo>
                    <a:pt x="2092547" y="90437"/>
                  </a:lnTo>
                  <a:lnTo>
                    <a:pt x="2119048" y="91582"/>
                  </a:lnTo>
                  <a:lnTo>
                    <a:pt x="2144954" y="92702"/>
                  </a:lnTo>
                  <a:lnTo>
                    <a:pt x="2170289" y="93797"/>
                  </a:lnTo>
                  <a:lnTo>
                    <a:pt x="2195080" y="94868"/>
                  </a:lnTo>
                  <a:lnTo>
                    <a:pt x="2219349" y="95917"/>
                  </a:lnTo>
                  <a:lnTo>
                    <a:pt x="2243118" y="96944"/>
                  </a:lnTo>
                  <a:lnTo>
                    <a:pt x="2266406" y="97951"/>
                  </a:lnTo>
                  <a:lnTo>
                    <a:pt x="2289233" y="98938"/>
                  </a:lnTo>
                  <a:lnTo>
                    <a:pt x="2311617" y="99905"/>
                  </a:lnTo>
                  <a:lnTo>
                    <a:pt x="2333575" y="100854"/>
                  </a:lnTo>
                  <a:lnTo>
                    <a:pt x="2355122" y="101785"/>
                  </a:lnTo>
                  <a:lnTo>
                    <a:pt x="2376274" y="102699"/>
                  </a:lnTo>
                  <a:lnTo>
                    <a:pt x="2397044" y="10359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364996" y="5337141"/>
              <a:ext cx="2397044" cy="125198"/>
            </a:xfrm>
            <a:custGeom>
              <a:avLst/>
              <a:pathLst>
                <a:path w="2397044" h="125198">
                  <a:moveTo>
                    <a:pt x="0" y="0"/>
                  </a:moveTo>
                  <a:lnTo>
                    <a:pt x="153926" y="8039"/>
                  </a:lnTo>
                  <a:lnTo>
                    <a:pt x="289698" y="15131"/>
                  </a:lnTo>
                  <a:lnTo>
                    <a:pt x="411151" y="21474"/>
                  </a:lnTo>
                  <a:lnTo>
                    <a:pt x="521018" y="27213"/>
                  </a:lnTo>
                  <a:lnTo>
                    <a:pt x="621320" y="32451"/>
                  </a:lnTo>
                  <a:lnTo>
                    <a:pt x="713588" y="37271"/>
                  </a:lnTo>
                  <a:lnTo>
                    <a:pt x="799014" y="41732"/>
                  </a:lnTo>
                  <a:lnTo>
                    <a:pt x="878545" y="45886"/>
                  </a:lnTo>
                  <a:lnTo>
                    <a:pt x="952941" y="49772"/>
                  </a:lnTo>
                  <a:lnTo>
                    <a:pt x="1022825" y="53422"/>
                  </a:lnTo>
                  <a:lnTo>
                    <a:pt x="1088713" y="56863"/>
                  </a:lnTo>
                  <a:lnTo>
                    <a:pt x="1151038" y="60119"/>
                  </a:lnTo>
                  <a:lnTo>
                    <a:pt x="1210166" y="63207"/>
                  </a:lnTo>
                  <a:lnTo>
                    <a:pt x="1266408" y="66145"/>
                  </a:lnTo>
                  <a:lnTo>
                    <a:pt x="1320033" y="68945"/>
                  </a:lnTo>
                  <a:lnTo>
                    <a:pt x="1371274" y="71622"/>
                  </a:lnTo>
                  <a:lnTo>
                    <a:pt x="1420334" y="74184"/>
                  </a:lnTo>
                  <a:lnTo>
                    <a:pt x="1467391" y="76642"/>
                  </a:lnTo>
                  <a:lnTo>
                    <a:pt x="1512602" y="79003"/>
                  </a:lnTo>
                  <a:lnTo>
                    <a:pt x="1556107" y="81276"/>
                  </a:lnTo>
                  <a:lnTo>
                    <a:pt x="1598029" y="83465"/>
                  </a:lnTo>
                  <a:lnTo>
                    <a:pt x="1638480" y="85578"/>
                  </a:lnTo>
                  <a:lnTo>
                    <a:pt x="1677560" y="87619"/>
                  </a:lnTo>
                  <a:lnTo>
                    <a:pt x="1715358" y="89593"/>
                  </a:lnTo>
                  <a:lnTo>
                    <a:pt x="1751956" y="91505"/>
                  </a:lnTo>
                  <a:lnTo>
                    <a:pt x="1787427" y="93358"/>
                  </a:lnTo>
                  <a:lnTo>
                    <a:pt x="1821840" y="95155"/>
                  </a:lnTo>
                  <a:lnTo>
                    <a:pt x="1855255" y="96900"/>
                  </a:lnTo>
                  <a:lnTo>
                    <a:pt x="1887728" y="98596"/>
                  </a:lnTo>
                  <a:lnTo>
                    <a:pt x="1919312" y="100246"/>
                  </a:lnTo>
                  <a:lnTo>
                    <a:pt x="1950053" y="101852"/>
                  </a:lnTo>
                  <a:lnTo>
                    <a:pt x="1979996" y="103416"/>
                  </a:lnTo>
                  <a:lnTo>
                    <a:pt x="2009181" y="104940"/>
                  </a:lnTo>
                  <a:lnTo>
                    <a:pt x="2037645" y="106427"/>
                  </a:lnTo>
                  <a:lnTo>
                    <a:pt x="2065423" y="107877"/>
                  </a:lnTo>
                  <a:lnTo>
                    <a:pt x="2092547" y="109294"/>
                  </a:lnTo>
                  <a:lnTo>
                    <a:pt x="2119048" y="110678"/>
                  </a:lnTo>
                  <a:lnTo>
                    <a:pt x="2144954" y="112031"/>
                  </a:lnTo>
                  <a:lnTo>
                    <a:pt x="2170289" y="113355"/>
                  </a:lnTo>
                  <a:lnTo>
                    <a:pt x="2195080" y="114650"/>
                  </a:lnTo>
                  <a:lnTo>
                    <a:pt x="2219349" y="115917"/>
                  </a:lnTo>
                  <a:lnTo>
                    <a:pt x="2243118" y="117159"/>
                  </a:lnTo>
                  <a:lnTo>
                    <a:pt x="2266406" y="118375"/>
                  </a:lnTo>
                  <a:lnTo>
                    <a:pt x="2289233" y="119567"/>
                  </a:lnTo>
                  <a:lnTo>
                    <a:pt x="2311617" y="120736"/>
                  </a:lnTo>
                  <a:lnTo>
                    <a:pt x="2333575" y="121883"/>
                  </a:lnTo>
                  <a:lnTo>
                    <a:pt x="2355122" y="123009"/>
                  </a:lnTo>
                  <a:lnTo>
                    <a:pt x="2376274" y="124113"/>
                  </a:lnTo>
                  <a:lnTo>
                    <a:pt x="2397044" y="12519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364996" y="5499117"/>
              <a:ext cx="2397044" cy="114243"/>
            </a:xfrm>
            <a:custGeom>
              <a:avLst/>
              <a:pathLst>
                <a:path w="2397044" h="114243">
                  <a:moveTo>
                    <a:pt x="0" y="0"/>
                  </a:moveTo>
                  <a:lnTo>
                    <a:pt x="153926" y="7336"/>
                  </a:lnTo>
                  <a:lnTo>
                    <a:pt x="289698" y="13807"/>
                  </a:lnTo>
                  <a:lnTo>
                    <a:pt x="411151" y="19595"/>
                  </a:lnTo>
                  <a:lnTo>
                    <a:pt x="521018" y="24831"/>
                  </a:lnTo>
                  <a:lnTo>
                    <a:pt x="621320" y="29612"/>
                  </a:lnTo>
                  <a:lnTo>
                    <a:pt x="713588" y="34009"/>
                  </a:lnTo>
                  <a:lnTo>
                    <a:pt x="799014" y="38081"/>
                  </a:lnTo>
                  <a:lnTo>
                    <a:pt x="878545" y="41871"/>
                  </a:lnTo>
                  <a:lnTo>
                    <a:pt x="952941" y="45417"/>
                  </a:lnTo>
                  <a:lnTo>
                    <a:pt x="1022825" y="48748"/>
                  </a:lnTo>
                  <a:lnTo>
                    <a:pt x="1088713" y="51888"/>
                  </a:lnTo>
                  <a:lnTo>
                    <a:pt x="1151038" y="54858"/>
                  </a:lnTo>
                  <a:lnTo>
                    <a:pt x="1210166" y="57676"/>
                  </a:lnTo>
                  <a:lnTo>
                    <a:pt x="1266408" y="60357"/>
                  </a:lnTo>
                  <a:lnTo>
                    <a:pt x="1320033" y="62913"/>
                  </a:lnTo>
                  <a:lnTo>
                    <a:pt x="1371274" y="65355"/>
                  </a:lnTo>
                  <a:lnTo>
                    <a:pt x="1420334" y="67693"/>
                  </a:lnTo>
                  <a:lnTo>
                    <a:pt x="1467391" y="69936"/>
                  </a:lnTo>
                  <a:lnTo>
                    <a:pt x="1512602" y="72091"/>
                  </a:lnTo>
                  <a:lnTo>
                    <a:pt x="1556107" y="74164"/>
                  </a:lnTo>
                  <a:lnTo>
                    <a:pt x="1598029" y="76162"/>
                  </a:lnTo>
                  <a:lnTo>
                    <a:pt x="1638480" y="78090"/>
                  </a:lnTo>
                  <a:lnTo>
                    <a:pt x="1677560" y="79952"/>
                  </a:lnTo>
                  <a:lnTo>
                    <a:pt x="1715358" y="81754"/>
                  </a:lnTo>
                  <a:lnTo>
                    <a:pt x="1751956" y="83498"/>
                  </a:lnTo>
                  <a:lnTo>
                    <a:pt x="1787427" y="85189"/>
                  </a:lnTo>
                  <a:lnTo>
                    <a:pt x="1821840" y="86829"/>
                  </a:lnTo>
                  <a:lnTo>
                    <a:pt x="1855255" y="88421"/>
                  </a:lnTo>
                  <a:lnTo>
                    <a:pt x="1887728" y="89969"/>
                  </a:lnTo>
                  <a:lnTo>
                    <a:pt x="1919312" y="91474"/>
                  </a:lnTo>
                  <a:lnTo>
                    <a:pt x="1950053" y="92940"/>
                  </a:lnTo>
                  <a:lnTo>
                    <a:pt x="1979996" y="94367"/>
                  </a:lnTo>
                  <a:lnTo>
                    <a:pt x="2009181" y="95758"/>
                  </a:lnTo>
                  <a:lnTo>
                    <a:pt x="2037645" y="97114"/>
                  </a:lnTo>
                  <a:lnTo>
                    <a:pt x="2065423" y="98438"/>
                  </a:lnTo>
                  <a:lnTo>
                    <a:pt x="2092547" y="99731"/>
                  </a:lnTo>
                  <a:lnTo>
                    <a:pt x="2119048" y="100994"/>
                  </a:lnTo>
                  <a:lnTo>
                    <a:pt x="2144954" y="102229"/>
                  </a:lnTo>
                  <a:lnTo>
                    <a:pt x="2170289" y="103436"/>
                  </a:lnTo>
                  <a:lnTo>
                    <a:pt x="2195080" y="104618"/>
                  </a:lnTo>
                  <a:lnTo>
                    <a:pt x="2219349" y="105774"/>
                  </a:lnTo>
                  <a:lnTo>
                    <a:pt x="2243118" y="106907"/>
                  </a:lnTo>
                  <a:lnTo>
                    <a:pt x="2266406" y="108017"/>
                  </a:lnTo>
                  <a:lnTo>
                    <a:pt x="2289233" y="109105"/>
                  </a:lnTo>
                  <a:lnTo>
                    <a:pt x="2311617" y="110172"/>
                  </a:lnTo>
                  <a:lnTo>
                    <a:pt x="2333575" y="111218"/>
                  </a:lnTo>
                  <a:lnTo>
                    <a:pt x="2355122" y="112245"/>
                  </a:lnTo>
                  <a:lnTo>
                    <a:pt x="2376274" y="113253"/>
                  </a:lnTo>
                  <a:lnTo>
                    <a:pt x="2397044" y="114243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364996" y="5345148"/>
              <a:ext cx="2397044" cy="39306"/>
            </a:xfrm>
            <a:custGeom>
              <a:avLst/>
              <a:pathLst>
                <a:path w="2397044" h="39306">
                  <a:moveTo>
                    <a:pt x="0" y="0"/>
                  </a:moveTo>
                  <a:lnTo>
                    <a:pt x="153926" y="2524"/>
                  </a:lnTo>
                  <a:lnTo>
                    <a:pt x="289698" y="4750"/>
                  </a:lnTo>
                  <a:lnTo>
                    <a:pt x="411151" y="6742"/>
                  </a:lnTo>
                  <a:lnTo>
                    <a:pt x="521018" y="8543"/>
                  </a:lnTo>
                  <a:lnTo>
                    <a:pt x="621320" y="10188"/>
                  </a:lnTo>
                  <a:lnTo>
                    <a:pt x="713588" y="11701"/>
                  </a:lnTo>
                  <a:lnTo>
                    <a:pt x="799014" y="13102"/>
                  </a:lnTo>
                  <a:lnTo>
                    <a:pt x="878545" y="14406"/>
                  </a:lnTo>
                  <a:lnTo>
                    <a:pt x="952941" y="15626"/>
                  </a:lnTo>
                  <a:lnTo>
                    <a:pt x="1022825" y="16772"/>
                  </a:lnTo>
                  <a:lnTo>
                    <a:pt x="1088713" y="17852"/>
                  </a:lnTo>
                  <a:lnTo>
                    <a:pt x="1151038" y="18874"/>
                  </a:lnTo>
                  <a:lnTo>
                    <a:pt x="1210166" y="19844"/>
                  </a:lnTo>
                  <a:lnTo>
                    <a:pt x="1266408" y="20766"/>
                  </a:lnTo>
                  <a:lnTo>
                    <a:pt x="1320033" y="21645"/>
                  </a:lnTo>
                  <a:lnTo>
                    <a:pt x="1371274" y="22486"/>
                  </a:lnTo>
                  <a:lnTo>
                    <a:pt x="1420334" y="23290"/>
                  </a:lnTo>
                  <a:lnTo>
                    <a:pt x="1467391" y="24062"/>
                  </a:lnTo>
                  <a:lnTo>
                    <a:pt x="1512602" y="24803"/>
                  </a:lnTo>
                  <a:lnTo>
                    <a:pt x="1556107" y="25516"/>
                  </a:lnTo>
                  <a:lnTo>
                    <a:pt x="1598029" y="26204"/>
                  </a:lnTo>
                  <a:lnTo>
                    <a:pt x="1638480" y="26867"/>
                  </a:lnTo>
                  <a:lnTo>
                    <a:pt x="1677560" y="27508"/>
                  </a:lnTo>
                  <a:lnTo>
                    <a:pt x="1715358" y="28128"/>
                  </a:lnTo>
                  <a:lnTo>
                    <a:pt x="1751956" y="28728"/>
                  </a:lnTo>
                  <a:lnTo>
                    <a:pt x="1787427" y="29310"/>
                  </a:lnTo>
                  <a:lnTo>
                    <a:pt x="1821840" y="29874"/>
                  </a:lnTo>
                  <a:lnTo>
                    <a:pt x="1855255" y="30422"/>
                  </a:lnTo>
                  <a:lnTo>
                    <a:pt x="1887728" y="30954"/>
                  </a:lnTo>
                  <a:lnTo>
                    <a:pt x="1919312" y="31472"/>
                  </a:lnTo>
                  <a:lnTo>
                    <a:pt x="1950053" y="31976"/>
                  </a:lnTo>
                  <a:lnTo>
                    <a:pt x="1979996" y="32467"/>
                  </a:lnTo>
                  <a:lnTo>
                    <a:pt x="2009181" y="32946"/>
                  </a:lnTo>
                  <a:lnTo>
                    <a:pt x="2037645" y="33413"/>
                  </a:lnTo>
                  <a:lnTo>
                    <a:pt x="2065423" y="33868"/>
                  </a:lnTo>
                  <a:lnTo>
                    <a:pt x="2092547" y="34313"/>
                  </a:lnTo>
                  <a:lnTo>
                    <a:pt x="2119048" y="34748"/>
                  </a:lnTo>
                  <a:lnTo>
                    <a:pt x="2144954" y="35172"/>
                  </a:lnTo>
                  <a:lnTo>
                    <a:pt x="2170289" y="35588"/>
                  </a:lnTo>
                  <a:lnTo>
                    <a:pt x="2195080" y="35994"/>
                  </a:lnTo>
                  <a:lnTo>
                    <a:pt x="2219349" y="36392"/>
                  </a:lnTo>
                  <a:lnTo>
                    <a:pt x="2243118" y="36782"/>
                  </a:lnTo>
                  <a:lnTo>
                    <a:pt x="2266406" y="37164"/>
                  </a:lnTo>
                  <a:lnTo>
                    <a:pt x="2289233" y="37538"/>
                  </a:lnTo>
                  <a:lnTo>
                    <a:pt x="2311617" y="37905"/>
                  </a:lnTo>
                  <a:lnTo>
                    <a:pt x="2333575" y="38265"/>
                  </a:lnTo>
                  <a:lnTo>
                    <a:pt x="2355122" y="38619"/>
                  </a:lnTo>
                  <a:lnTo>
                    <a:pt x="2376274" y="38965"/>
                  </a:lnTo>
                  <a:lnTo>
                    <a:pt x="2397044" y="39306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364996" y="5264434"/>
              <a:ext cx="2397044" cy="180951"/>
            </a:xfrm>
            <a:custGeom>
              <a:avLst/>
              <a:pathLst>
                <a:path w="2397044" h="180951">
                  <a:moveTo>
                    <a:pt x="0" y="180951"/>
                  </a:moveTo>
                  <a:lnTo>
                    <a:pt x="153926" y="169331"/>
                  </a:lnTo>
                  <a:lnTo>
                    <a:pt x="289698" y="159082"/>
                  </a:lnTo>
                  <a:lnTo>
                    <a:pt x="411151" y="149913"/>
                  </a:lnTo>
                  <a:lnTo>
                    <a:pt x="521018" y="141619"/>
                  </a:lnTo>
                  <a:lnTo>
                    <a:pt x="621320" y="134048"/>
                  </a:lnTo>
                  <a:lnTo>
                    <a:pt x="713588" y="127082"/>
                  </a:lnTo>
                  <a:lnTo>
                    <a:pt x="799014" y="120634"/>
                  </a:lnTo>
                  <a:lnTo>
                    <a:pt x="878545" y="114630"/>
                  </a:lnTo>
                  <a:lnTo>
                    <a:pt x="952941" y="109014"/>
                  </a:lnTo>
                  <a:lnTo>
                    <a:pt x="1022825" y="103738"/>
                  </a:lnTo>
                  <a:lnTo>
                    <a:pt x="1088713" y="98764"/>
                  </a:lnTo>
                  <a:lnTo>
                    <a:pt x="1151038" y="94060"/>
                  </a:lnTo>
                  <a:lnTo>
                    <a:pt x="1210166" y="89596"/>
                  </a:lnTo>
                  <a:lnTo>
                    <a:pt x="1266408" y="85350"/>
                  </a:lnTo>
                  <a:lnTo>
                    <a:pt x="1320033" y="81302"/>
                  </a:lnTo>
                  <a:lnTo>
                    <a:pt x="1371274" y="77434"/>
                  </a:lnTo>
                  <a:lnTo>
                    <a:pt x="1420334" y="73731"/>
                  </a:lnTo>
                  <a:lnTo>
                    <a:pt x="1467391" y="70178"/>
                  </a:lnTo>
                  <a:lnTo>
                    <a:pt x="1512602" y="66765"/>
                  </a:lnTo>
                  <a:lnTo>
                    <a:pt x="1556107" y="63481"/>
                  </a:lnTo>
                  <a:lnTo>
                    <a:pt x="1598029" y="60317"/>
                  </a:lnTo>
                  <a:lnTo>
                    <a:pt x="1638480" y="57263"/>
                  </a:lnTo>
                  <a:lnTo>
                    <a:pt x="1677560" y="54313"/>
                  </a:lnTo>
                  <a:lnTo>
                    <a:pt x="1715358" y="51460"/>
                  </a:lnTo>
                  <a:lnTo>
                    <a:pt x="1751956" y="48697"/>
                  </a:lnTo>
                  <a:lnTo>
                    <a:pt x="1787427" y="46019"/>
                  </a:lnTo>
                  <a:lnTo>
                    <a:pt x="1821840" y="43421"/>
                  </a:lnTo>
                  <a:lnTo>
                    <a:pt x="1855255" y="40899"/>
                  </a:lnTo>
                  <a:lnTo>
                    <a:pt x="1887728" y="38447"/>
                  </a:lnTo>
                  <a:lnTo>
                    <a:pt x="1919312" y="36063"/>
                  </a:lnTo>
                  <a:lnTo>
                    <a:pt x="1950053" y="33743"/>
                  </a:lnTo>
                  <a:lnTo>
                    <a:pt x="1979996" y="31482"/>
                  </a:lnTo>
                  <a:lnTo>
                    <a:pt x="2009181" y="29279"/>
                  </a:lnTo>
                  <a:lnTo>
                    <a:pt x="2037645" y="27130"/>
                  </a:lnTo>
                  <a:lnTo>
                    <a:pt x="2065423" y="25033"/>
                  </a:lnTo>
                  <a:lnTo>
                    <a:pt x="2092547" y="22986"/>
                  </a:lnTo>
                  <a:lnTo>
                    <a:pt x="2119048" y="20985"/>
                  </a:lnTo>
                  <a:lnTo>
                    <a:pt x="2144954" y="19030"/>
                  </a:lnTo>
                  <a:lnTo>
                    <a:pt x="2170289" y="17117"/>
                  </a:lnTo>
                  <a:lnTo>
                    <a:pt x="2195080" y="15246"/>
                  </a:lnTo>
                  <a:lnTo>
                    <a:pt x="2219349" y="13414"/>
                  </a:lnTo>
                  <a:lnTo>
                    <a:pt x="2243118" y="11619"/>
                  </a:lnTo>
                  <a:lnTo>
                    <a:pt x="2266406" y="9861"/>
                  </a:lnTo>
                  <a:lnTo>
                    <a:pt x="2289233" y="8138"/>
                  </a:lnTo>
                  <a:lnTo>
                    <a:pt x="2311617" y="6448"/>
                  </a:lnTo>
                  <a:lnTo>
                    <a:pt x="2333575" y="4791"/>
                  </a:lnTo>
                  <a:lnTo>
                    <a:pt x="2355122" y="3164"/>
                  </a:lnTo>
                  <a:lnTo>
                    <a:pt x="2376274" y="1567"/>
                  </a:lnTo>
                  <a:lnTo>
                    <a:pt x="239704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364996" y="5005332"/>
              <a:ext cx="2397044" cy="219978"/>
            </a:xfrm>
            <a:custGeom>
              <a:avLst/>
              <a:pathLst>
                <a:path w="2397044" h="219978">
                  <a:moveTo>
                    <a:pt x="0" y="0"/>
                  </a:moveTo>
                  <a:lnTo>
                    <a:pt x="153926" y="14125"/>
                  </a:lnTo>
                  <a:lnTo>
                    <a:pt x="289698" y="26585"/>
                  </a:lnTo>
                  <a:lnTo>
                    <a:pt x="411151" y="37731"/>
                  </a:lnTo>
                  <a:lnTo>
                    <a:pt x="521018" y="47814"/>
                  </a:lnTo>
                  <a:lnTo>
                    <a:pt x="621320" y="57018"/>
                  </a:lnTo>
                  <a:lnTo>
                    <a:pt x="713588" y="65486"/>
                  </a:lnTo>
                  <a:lnTo>
                    <a:pt x="799014" y="73326"/>
                  </a:lnTo>
                  <a:lnTo>
                    <a:pt x="878545" y="80624"/>
                  </a:lnTo>
                  <a:lnTo>
                    <a:pt x="952941" y="87451"/>
                  </a:lnTo>
                  <a:lnTo>
                    <a:pt x="1022825" y="93865"/>
                  </a:lnTo>
                  <a:lnTo>
                    <a:pt x="1088713" y="99911"/>
                  </a:lnTo>
                  <a:lnTo>
                    <a:pt x="1151038" y="105631"/>
                  </a:lnTo>
                  <a:lnTo>
                    <a:pt x="1210166" y="111057"/>
                  </a:lnTo>
                  <a:lnTo>
                    <a:pt x="1266408" y="116218"/>
                  </a:lnTo>
                  <a:lnTo>
                    <a:pt x="1320033" y="121140"/>
                  </a:lnTo>
                  <a:lnTo>
                    <a:pt x="1371274" y="125842"/>
                  </a:lnTo>
                  <a:lnTo>
                    <a:pt x="1420334" y="130344"/>
                  </a:lnTo>
                  <a:lnTo>
                    <a:pt x="1467391" y="134663"/>
                  </a:lnTo>
                  <a:lnTo>
                    <a:pt x="1512602" y="138812"/>
                  </a:lnTo>
                  <a:lnTo>
                    <a:pt x="1556107" y="142804"/>
                  </a:lnTo>
                  <a:lnTo>
                    <a:pt x="1598029" y="146652"/>
                  </a:lnTo>
                  <a:lnTo>
                    <a:pt x="1638480" y="150364"/>
                  </a:lnTo>
                  <a:lnTo>
                    <a:pt x="1677560" y="153950"/>
                  </a:lnTo>
                  <a:lnTo>
                    <a:pt x="1715358" y="157419"/>
                  </a:lnTo>
                  <a:lnTo>
                    <a:pt x="1751956" y="160777"/>
                  </a:lnTo>
                  <a:lnTo>
                    <a:pt x="1787427" y="164033"/>
                  </a:lnTo>
                  <a:lnTo>
                    <a:pt x="1821840" y="167191"/>
                  </a:lnTo>
                  <a:lnTo>
                    <a:pt x="1855255" y="170257"/>
                  </a:lnTo>
                  <a:lnTo>
                    <a:pt x="1887728" y="173237"/>
                  </a:lnTo>
                  <a:lnTo>
                    <a:pt x="1919312" y="176136"/>
                  </a:lnTo>
                  <a:lnTo>
                    <a:pt x="1950053" y="178957"/>
                  </a:lnTo>
                  <a:lnTo>
                    <a:pt x="1979996" y="181705"/>
                  </a:lnTo>
                  <a:lnTo>
                    <a:pt x="2009181" y="184383"/>
                  </a:lnTo>
                  <a:lnTo>
                    <a:pt x="2037645" y="186995"/>
                  </a:lnTo>
                  <a:lnTo>
                    <a:pt x="2065423" y="189544"/>
                  </a:lnTo>
                  <a:lnTo>
                    <a:pt x="2092547" y="192034"/>
                  </a:lnTo>
                  <a:lnTo>
                    <a:pt x="2119048" y="194466"/>
                  </a:lnTo>
                  <a:lnTo>
                    <a:pt x="2144954" y="196843"/>
                  </a:lnTo>
                  <a:lnTo>
                    <a:pt x="2170289" y="199168"/>
                  </a:lnTo>
                  <a:lnTo>
                    <a:pt x="2195080" y="201443"/>
                  </a:lnTo>
                  <a:lnTo>
                    <a:pt x="2219349" y="203670"/>
                  </a:lnTo>
                  <a:lnTo>
                    <a:pt x="2243118" y="205852"/>
                  </a:lnTo>
                  <a:lnTo>
                    <a:pt x="2266406" y="207989"/>
                  </a:lnTo>
                  <a:lnTo>
                    <a:pt x="2289233" y="210084"/>
                  </a:lnTo>
                  <a:lnTo>
                    <a:pt x="2311617" y="212138"/>
                  </a:lnTo>
                  <a:lnTo>
                    <a:pt x="2333575" y="214153"/>
                  </a:lnTo>
                  <a:lnTo>
                    <a:pt x="2355122" y="216130"/>
                  </a:lnTo>
                  <a:lnTo>
                    <a:pt x="2376274" y="218071"/>
                  </a:lnTo>
                  <a:lnTo>
                    <a:pt x="2397044" y="21997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364996" y="5564417"/>
              <a:ext cx="2397044" cy="45216"/>
            </a:xfrm>
            <a:custGeom>
              <a:avLst/>
              <a:pathLst>
                <a:path w="2397044" h="45216">
                  <a:moveTo>
                    <a:pt x="0" y="45216"/>
                  </a:moveTo>
                  <a:lnTo>
                    <a:pt x="153926" y="42313"/>
                  </a:lnTo>
                  <a:lnTo>
                    <a:pt x="289698" y="39752"/>
                  </a:lnTo>
                  <a:lnTo>
                    <a:pt x="411151" y="37461"/>
                  </a:lnTo>
                  <a:lnTo>
                    <a:pt x="521018" y="35388"/>
                  </a:lnTo>
                  <a:lnTo>
                    <a:pt x="621320" y="33496"/>
                  </a:lnTo>
                  <a:lnTo>
                    <a:pt x="713588" y="31756"/>
                  </a:lnTo>
                  <a:lnTo>
                    <a:pt x="799014" y="30144"/>
                  </a:lnTo>
                  <a:lnTo>
                    <a:pt x="878545" y="28644"/>
                  </a:lnTo>
                  <a:lnTo>
                    <a:pt x="952941" y="27240"/>
                  </a:lnTo>
                  <a:lnTo>
                    <a:pt x="1022825" y="25922"/>
                  </a:lnTo>
                  <a:lnTo>
                    <a:pt x="1088713" y="24679"/>
                  </a:lnTo>
                  <a:lnTo>
                    <a:pt x="1151038" y="23504"/>
                  </a:lnTo>
                  <a:lnTo>
                    <a:pt x="1210166" y="22388"/>
                  </a:lnTo>
                  <a:lnTo>
                    <a:pt x="1266408" y="21327"/>
                  </a:lnTo>
                  <a:lnTo>
                    <a:pt x="1320033" y="20316"/>
                  </a:lnTo>
                  <a:lnTo>
                    <a:pt x="1371274" y="19349"/>
                  </a:lnTo>
                  <a:lnTo>
                    <a:pt x="1420334" y="18424"/>
                  </a:lnTo>
                  <a:lnTo>
                    <a:pt x="1467391" y="17536"/>
                  </a:lnTo>
                  <a:lnTo>
                    <a:pt x="1512602" y="16683"/>
                  </a:lnTo>
                  <a:lnTo>
                    <a:pt x="1556107" y="15863"/>
                  </a:lnTo>
                  <a:lnTo>
                    <a:pt x="1598029" y="15072"/>
                  </a:lnTo>
                  <a:lnTo>
                    <a:pt x="1638480" y="14309"/>
                  </a:lnTo>
                  <a:lnTo>
                    <a:pt x="1677560" y="13572"/>
                  </a:lnTo>
                  <a:lnTo>
                    <a:pt x="1715358" y="12859"/>
                  </a:lnTo>
                  <a:lnTo>
                    <a:pt x="1751956" y="12168"/>
                  </a:lnTo>
                  <a:lnTo>
                    <a:pt x="1787427" y="11499"/>
                  </a:lnTo>
                  <a:lnTo>
                    <a:pt x="1821840" y="10850"/>
                  </a:lnTo>
                  <a:lnTo>
                    <a:pt x="1855255" y="10220"/>
                  </a:lnTo>
                  <a:lnTo>
                    <a:pt x="1887728" y="9607"/>
                  </a:lnTo>
                  <a:lnTo>
                    <a:pt x="1919312" y="9011"/>
                  </a:lnTo>
                  <a:lnTo>
                    <a:pt x="1950053" y="8431"/>
                  </a:lnTo>
                  <a:lnTo>
                    <a:pt x="1979996" y="7867"/>
                  </a:lnTo>
                  <a:lnTo>
                    <a:pt x="2009181" y="7316"/>
                  </a:lnTo>
                  <a:lnTo>
                    <a:pt x="2037645" y="6779"/>
                  </a:lnTo>
                  <a:lnTo>
                    <a:pt x="2065423" y="6255"/>
                  </a:lnTo>
                  <a:lnTo>
                    <a:pt x="2092547" y="5743"/>
                  </a:lnTo>
                  <a:lnTo>
                    <a:pt x="2119048" y="5243"/>
                  </a:lnTo>
                  <a:lnTo>
                    <a:pt x="2144954" y="4755"/>
                  </a:lnTo>
                  <a:lnTo>
                    <a:pt x="2170289" y="4277"/>
                  </a:lnTo>
                  <a:lnTo>
                    <a:pt x="2195080" y="3809"/>
                  </a:lnTo>
                  <a:lnTo>
                    <a:pt x="2219349" y="3351"/>
                  </a:lnTo>
                  <a:lnTo>
                    <a:pt x="2243118" y="2903"/>
                  </a:lnTo>
                  <a:lnTo>
                    <a:pt x="2266406" y="2464"/>
                  </a:lnTo>
                  <a:lnTo>
                    <a:pt x="2289233" y="2033"/>
                  </a:lnTo>
                  <a:lnTo>
                    <a:pt x="2311617" y="1611"/>
                  </a:lnTo>
                  <a:lnTo>
                    <a:pt x="2333575" y="1197"/>
                  </a:lnTo>
                  <a:lnTo>
                    <a:pt x="2355122" y="790"/>
                  </a:lnTo>
                  <a:lnTo>
                    <a:pt x="2376274" y="391"/>
                  </a:lnTo>
                  <a:lnTo>
                    <a:pt x="239704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364996" y="5259659"/>
              <a:ext cx="2397044" cy="321512"/>
            </a:xfrm>
            <a:custGeom>
              <a:avLst/>
              <a:pathLst>
                <a:path w="2397044" h="321512">
                  <a:moveTo>
                    <a:pt x="0" y="321512"/>
                  </a:moveTo>
                  <a:lnTo>
                    <a:pt x="153926" y="300866"/>
                  </a:lnTo>
                  <a:lnTo>
                    <a:pt x="289698" y="282655"/>
                  </a:lnTo>
                  <a:lnTo>
                    <a:pt x="411151" y="266364"/>
                  </a:lnTo>
                  <a:lnTo>
                    <a:pt x="521018" y="251628"/>
                  </a:lnTo>
                  <a:lnTo>
                    <a:pt x="621320" y="238175"/>
                  </a:lnTo>
                  <a:lnTo>
                    <a:pt x="713588" y="225799"/>
                  </a:lnTo>
                  <a:lnTo>
                    <a:pt x="799014" y="214341"/>
                  </a:lnTo>
                  <a:lnTo>
                    <a:pt x="878545" y="203674"/>
                  </a:lnTo>
                  <a:lnTo>
                    <a:pt x="952941" y="193695"/>
                  </a:lnTo>
                  <a:lnTo>
                    <a:pt x="1022825" y="184322"/>
                  </a:lnTo>
                  <a:lnTo>
                    <a:pt x="1088713" y="175484"/>
                  </a:lnTo>
                  <a:lnTo>
                    <a:pt x="1151038" y="167124"/>
                  </a:lnTo>
                  <a:lnTo>
                    <a:pt x="1210166" y="159194"/>
                  </a:lnTo>
                  <a:lnTo>
                    <a:pt x="1266408" y="151650"/>
                  </a:lnTo>
                  <a:lnTo>
                    <a:pt x="1320033" y="144457"/>
                  </a:lnTo>
                  <a:lnTo>
                    <a:pt x="1371274" y="137584"/>
                  </a:lnTo>
                  <a:lnTo>
                    <a:pt x="1420334" y="131004"/>
                  </a:lnTo>
                  <a:lnTo>
                    <a:pt x="1467391" y="124692"/>
                  </a:lnTo>
                  <a:lnTo>
                    <a:pt x="1512602" y="118628"/>
                  </a:lnTo>
                  <a:lnTo>
                    <a:pt x="1556107" y="112793"/>
                  </a:lnTo>
                  <a:lnTo>
                    <a:pt x="1598029" y="107170"/>
                  </a:lnTo>
                  <a:lnTo>
                    <a:pt x="1638480" y="101745"/>
                  </a:lnTo>
                  <a:lnTo>
                    <a:pt x="1677560" y="96503"/>
                  </a:lnTo>
                  <a:lnTo>
                    <a:pt x="1715358" y="91433"/>
                  </a:lnTo>
                  <a:lnTo>
                    <a:pt x="1751956" y="86524"/>
                  </a:lnTo>
                  <a:lnTo>
                    <a:pt x="1787427" y="81767"/>
                  </a:lnTo>
                  <a:lnTo>
                    <a:pt x="1821840" y="77151"/>
                  </a:lnTo>
                  <a:lnTo>
                    <a:pt x="1855255" y="72669"/>
                  </a:lnTo>
                  <a:lnTo>
                    <a:pt x="1887728" y="68313"/>
                  </a:lnTo>
                  <a:lnTo>
                    <a:pt x="1919312" y="64077"/>
                  </a:lnTo>
                  <a:lnTo>
                    <a:pt x="1950053" y="59954"/>
                  </a:lnTo>
                  <a:lnTo>
                    <a:pt x="1979996" y="55938"/>
                  </a:lnTo>
                  <a:lnTo>
                    <a:pt x="2009181" y="52023"/>
                  </a:lnTo>
                  <a:lnTo>
                    <a:pt x="2037645" y="48205"/>
                  </a:lnTo>
                  <a:lnTo>
                    <a:pt x="2065423" y="44479"/>
                  </a:lnTo>
                  <a:lnTo>
                    <a:pt x="2092547" y="40841"/>
                  </a:lnTo>
                  <a:lnTo>
                    <a:pt x="2119048" y="37287"/>
                  </a:lnTo>
                  <a:lnTo>
                    <a:pt x="2144954" y="33812"/>
                  </a:lnTo>
                  <a:lnTo>
                    <a:pt x="2170289" y="30414"/>
                  </a:lnTo>
                  <a:lnTo>
                    <a:pt x="2195080" y="27089"/>
                  </a:lnTo>
                  <a:lnTo>
                    <a:pt x="2219349" y="23833"/>
                  </a:lnTo>
                  <a:lnTo>
                    <a:pt x="2243118" y="20645"/>
                  </a:lnTo>
                  <a:lnTo>
                    <a:pt x="2266406" y="17522"/>
                  </a:lnTo>
                  <a:lnTo>
                    <a:pt x="2289233" y="14460"/>
                  </a:lnTo>
                  <a:lnTo>
                    <a:pt x="2311617" y="11458"/>
                  </a:lnTo>
                  <a:lnTo>
                    <a:pt x="2333575" y="8513"/>
                  </a:lnTo>
                  <a:lnTo>
                    <a:pt x="2355122" y="5622"/>
                  </a:lnTo>
                  <a:lnTo>
                    <a:pt x="2376274" y="2785"/>
                  </a:lnTo>
                  <a:lnTo>
                    <a:pt x="239704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364996" y="5269799"/>
              <a:ext cx="2397044" cy="211984"/>
            </a:xfrm>
            <a:custGeom>
              <a:avLst/>
              <a:pathLst>
                <a:path w="2397044" h="211984">
                  <a:moveTo>
                    <a:pt x="0" y="0"/>
                  </a:moveTo>
                  <a:lnTo>
                    <a:pt x="153926" y="13612"/>
                  </a:lnTo>
                  <a:lnTo>
                    <a:pt x="289698" y="25619"/>
                  </a:lnTo>
                  <a:lnTo>
                    <a:pt x="411151" y="36360"/>
                  </a:lnTo>
                  <a:lnTo>
                    <a:pt x="521018" y="46076"/>
                  </a:lnTo>
                  <a:lnTo>
                    <a:pt x="621320" y="54946"/>
                  </a:lnTo>
                  <a:lnTo>
                    <a:pt x="713588" y="63106"/>
                  </a:lnTo>
                  <a:lnTo>
                    <a:pt x="799014" y="70661"/>
                  </a:lnTo>
                  <a:lnTo>
                    <a:pt x="878545" y="77694"/>
                  </a:lnTo>
                  <a:lnTo>
                    <a:pt x="952941" y="84273"/>
                  </a:lnTo>
                  <a:lnTo>
                    <a:pt x="1022825" y="90454"/>
                  </a:lnTo>
                  <a:lnTo>
                    <a:pt x="1088713" y="96281"/>
                  </a:lnTo>
                  <a:lnTo>
                    <a:pt x="1151038" y="101792"/>
                  </a:lnTo>
                  <a:lnTo>
                    <a:pt x="1210166" y="107021"/>
                  </a:lnTo>
                  <a:lnTo>
                    <a:pt x="1266408" y="111995"/>
                  </a:lnTo>
                  <a:lnTo>
                    <a:pt x="1320033" y="116738"/>
                  </a:lnTo>
                  <a:lnTo>
                    <a:pt x="1371274" y="121269"/>
                  </a:lnTo>
                  <a:lnTo>
                    <a:pt x="1420334" y="125608"/>
                  </a:lnTo>
                  <a:lnTo>
                    <a:pt x="1467391" y="129769"/>
                  </a:lnTo>
                  <a:lnTo>
                    <a:pt x="1512602" y="133767"/>
                  </a:lnTo>
                  <a:lnTo>
                    <a:pt x="1556107" y="137615"/>
                  </a:lnTo>
                  <a:lnTo>
                    <a:pt x="1598029" y="141322"/>
                  </a:lnTo>
                  <a:lnTo>
                    <a:pt x="1638480" y="144900"/>
                  </a:lnTo>
                  <a:lnTo>
                    <a:pt x="1677560" y="148356"/>
                  </a:lnTo>
                  <a:lnTo>
                    <a:pt x="1715358" y="151698"/>
                  </a:lnTo>
                  <a:lnTo>
                    <a:pt x="1751956" y="154935"/>
                  </a:lnTo>
                  <a:lnTo>
                    <a:pt x="1787427" y="158072"/>
                  </a:lnTo>
                  <a:lnTo>
                    <a:pt x="1821840" y="161115"/>
                  </a:lnTo>
                  <a:lnTo>
                    <a:pt x="1855255" y="164070"/>
                  </a:lnTo>
                  <a:lnTo>
                    <a:pt x="1887728" y="166942"/>
                  </a:lnTo>
                  <a:lnTo>
                    <a:pt x="1919312" y="169735"/>
                  </a:lnTo>
                  <a:lnTo>
                    <a:pt x="1950053" y="172454"/>
                  </a:lnTo>
                  <a:lnTo>
                    <a:pt x="1979996" y="175102"/>
                  </a:lnTo>
                  <a:lnTo>
                    <a:pt x="2009181" y="177683"/>
                  </a:lnTo>
                  <a:lnTo>
                    <a:pt x="2037645" y="180200"/>
                  </a:lnTo>
                  <a:lnTo>
                    <a:pt x="2065423" y="182657"/>
                  </a:lnTo>
                  <a:lnTo>
                    <a:pt x="2092547" y="185055"/>
                  </a:lnTo>
                  <a:lnTo>
                    <a:pt x="2119048" y="187399"/>
                  </a:lnTo>
                  <a:lnTo>
                    <a:pt x="2144954" y="189690"/>
                  </a:lnTo>
                  <a:lnTo>
                    <a:pt x="2170289" y="191930"/>
                  </a:lnTo>
                  <a:lnTo>
                    <a:pt x="2195080" y="194123"/>
                  </a:lnTo>
                  <a:lnTo>
                    <a:pt x="2219349" y="196269"/>
                  </a:lnTo>
                  <a:lnTo>
                    <a:pt x="2243118" y="198371"/>
                  </a:lnTo>
                  <a:lnTo>
                    <a:pt x="2266406" y="200431"/>
                  </a:lnTo>
                  <a:lnTo>
                    <a:pt x="2289233" y="202449"/>
                  </a:lnTo>
                  <a:lnTo>
                    <a:pt x="2311617" y="204429"/>
                  </a:lnTo>
                  <a:lnTo>
                    <a:pt x="2333575" y="206371"/>
                  </a:lnTo>
                  <a:lnTo>
                    <a:pt x="2355122" y="208276"/>
                  </a:lnTo>
                  <a:lnTo>
                    <a:pt x="2376274" y="210147"/>
                  </a:lnTo>
                  <a:lnTo>
                    <a:pt x="2397044" y="21198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" name="rc591"/>
            <p:cNvSpPr/>
            <p:nvPr/>
          </p:nvSpPr>
          <p:spPr>
            <a:xfrm>
              <a:off x="4186450" y="4530063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86450" y="4530063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157982" y="58812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157982" y="55951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157982" y="53090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157982" y="50229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4157982" y="47368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4186450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599"/>
            <p:cNvSpPr/>
            <p:nvPr/>
          </p:nvSpPr>
          <p:spPr>
            <a:xfrm>
              <a:off x="4364996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5164011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5963026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6762041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tx603"/>
            <p:cNvSpPr/>
            <p:nvPr/>
          </p:nvSpPr>
          <p:spPr>
            <a:xfrm>
              <a:off x="4336741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5135756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6" name="tx605"/>
            <p:cNvSpPr/>
            <p:nvPr/>
          </p:nvSpPr>
          <p:spPr>
            <a:xfrm>
              <a:off x="5934771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7" name="tx606"/>
            <p:cNvSpPr/>
            <p:nvPr/>
          </p:nvSpPr>
          <p:spPr>
            <a:xfrm>
              <a:off x="6733786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8" name="tx607"/>
            <p:cNvSpPr/>
            <p:nvPr/>
          </p:nvSpPr>
          <p:spPr>
            <a:xfrm>
              <a:off x="5298753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9" name="tx608"/>
            <p:cNvSpPr/>
            <p:nvPr/>
          </p:nvSpPr>
          <p:spPr>
            <a:xfrm>
              <a:off x="4186450" y="4353523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3040122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tx610"/>
            <p:cNvSpPr/>
            <p:nvPr/>
          </p:nvSpPr>
          <p:spPr>
            <a:xfrm>
              <a:off x="3905579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12" name="rc611"/>
            <p:cNvSpPr/>
            <p:nvPr/>
          </p:nvSpPr>
          <p:spPr>
            <a:xfrm>
              <a:off x="3040122" y="6566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102049" y="66287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3058122" y="6656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rc614"/>
            <p:cNvSpPr/>
            <p:nvPr/>
          </p:nvSpPr>
          <p:spPr>
            <a:xfrm>
              <a:off x="3040122" y="6803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3102049" y="68657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6"/>
            <p:cNvSpPr/>
            <p:nvPr/>
          </p:nvSpPr>
          <p:spPr>
            <a:xfrm>
              <a:off x="3058122" y="6893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3492003" y="6566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3553930" y="662878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l619"/>
            <p:cNvSpPr/>
            <p:nvPr/>
          </p:nvSpPr>
          <p:spPr>
            <a:xfrm>
              <a:off x="3510003" y="6656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rc620"/>
            <p:cNvSpPr/>
            <p:nvPr/>
          </p:nvSpPr>
          <p:spPr>
            <a:xfrm>
              <a:off x="3492003" y="6803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3553930" y="686571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l622"/>
            <p:cNvSpPr/>
            <p:nvPr/>
          </p:nvSpPr>
          <p:spPr>
            <a:xfrm>
              <a:off x="3510003" y="6893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3938215" y="6566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000142" y="66287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l625"/>
            <p:cNvSpPr/>
            <p:nvPr/>
          </p:nvSpPr>
          <p:spPr>
            <a:xfrm>
              <a:off x="3956215" y="6656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rc626"/>
            <p:cNvSpPr/>
            <p:nvPr/>
          </p:nvSpPr>
          <p:spPr>
            <a:xfrm>
              <a:off x="3938215" y="6803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000142" y="68657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l628"/>
            <p:cNvSpPr/>
            <p:nvPr/>
          </p:nvSpPr>
          <p:spPr>
            <a:xfrm>
              <a:off x="3956215" y="6893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rc629"/>
            <p:cNvSpPr/>
            <p:nvPr/>
          </p:nvSpPr>
          <p:spPr>
            <a:xfrm>
              <a:off x="4373180" y="6566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435107" y="66287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l631"/>
            <p:cNvSpPr/>
            <p:nvPr/>
          </p:nvSpPr>
          <p:spPr>
            <a:xfrm>
              <a:off x="4391180" y="6656853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rc632"/>
            <p:cNvSpPr/>
            <p:nvPr/>
          </p:nvSpPr>
          <p:spPr>
            <a:xfrm>
              <a:off x="4373180" y="6803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435107" y="68657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l634"/>
            <p:cNvSpPr/>
            <p:nvPr/>
          </p:nvSpPr>
          <p:spPr>
            <a:xfrm>
              <a:off x="4391180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819392" y="6566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881319" y="66287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l637"/>
            <p:cNvSpPr/>
            <p:nvPr/>
          </p:nvSpPr>
          <p:spPr>
            <a:xfrm>
              <a:off x="4837392" y="6656853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rc638"/>
            <p:cNvSpPr/>
            <p:nvPr/>
          </p:nvSpPr>
          <p:spPr>
            <a:xfrm>
              <a:off x="4819392" y="6803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881319" y="68657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4837392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tx641"/>
            <p:cNvSpPr/>
            <p:nvPr/>
          </p:nvSpPr>
          <p:spPr>
            <a:xfrm>
              <a:off x="3277058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277058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3728939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3728939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4175151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4175151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4610116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4610116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5056328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51" name="tx650"/>
            <p:cNvSpPr/>
            <p:nvPr/>
          </p:nvSpPr>
          <p:spPr>
            <a:xfrm>
              <a:off x="5056328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2026-07-20T12:24:37Z</dcterms:modified>
  <cp:category/>
</cp:coreProperties>
</file>